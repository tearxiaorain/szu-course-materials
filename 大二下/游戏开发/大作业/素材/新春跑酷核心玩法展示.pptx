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5" r:id="rId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pos="7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  <a:srgbClr val="3B3838"/>
    <a:srgbClr val="767171"/>
    <a:srgbClr val="757575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3" y="372"/>
      </p:cViewPr>
      <p:guideLst>
        <p:guide orient="horz" pos="3974"/>
        <p:guide pos="551"/>
        <p:guide orient="horz" pos="368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57E82-C2C1-4F89-A614-C4BF84446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892212-D1D2-4303-8944-206AEFAF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212F6-9A48-430B-B9E6-DA670644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C504E-755D-4F5F-A884-BCD4DD19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828B0-4B30-4BA2-8ADB-B8F59D3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9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457CA-DDE9-4F9F-8273-0E0264B5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5EA8C-57D9-4581-8DE3-0E42DC10E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55DC0-E036-4261-9731-D2285871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E2335-EF40-4FDC-A0F9-F3A875F0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A12CF-3869-4629-8613-E2D21DCB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E2813-ECDC-4E85-AA4B-AC247737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4F65D-F5F8-4A34-AFE8-94231E31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CA55C-516B-449E-9F4A-214010C9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22D9D-E873-400F-A805-E8C9BB7A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D8B4E-FD17-4313-BFCF-F96BCB1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34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3533C-DA66-4D35-8252-1936C80E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758ED-7231-43C7-9BE1-F52C077C1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871AB-4676-4339-9698-3C1C0946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F8AD7-435F-4016-87F8-CA2CDD9B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7EFFF-B774-47BE-8EAC-075B844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DAA445-F7D1-4322-A39A-F748A38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2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F8ACA-0C6F-4585-BBFC-67DC1AF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355CF-E8C9-4F66-B7BE-AF659A2FD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3FC60-5F48-4478-B38E-E0B42323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6BC4FC-6846-4C6E-B5E1-5E4ED19F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FDE226-0E96-4C39-96A0-7769CF969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F6DC1-ECBC-4285-9059-340DE2CC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42EF3A-76A6-4A93-9250-C4ED8728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02E4D-3D66-47A5-A76F-38B0D8B9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83F67-3EC5-41B9-AD61-409CB3DB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73DD6F-A3B3-40E3-8D4B-902B4EB2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60495-4166-438A-AA08-3DFF56E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C8C80-8154-4157-9CFB-8CA216A8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1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41F186-51F5-45E8-925B-6658F8A5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D2ECC3-C525-4A07-85E1-4E1F647D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34DF1-DD41-42A6-9B05-0BFE177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2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9250C-2EE3-445E-9712-10B97540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04AB1-6D3A-4BE8-B8B5-21A79ABC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2F583-4BA2-4767-B73E-07B95F6A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73520B-4AC8-4F8D-882F-32A6DD94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A0CDF-248C-44A0-A591-5A05DE3B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AEAC46-2DE2-47DA-8813-3C9BA8EA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0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B3301-B061-4373-9F59-0EC727BE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5669B0-DD46-493F-9454-F44F08213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C1D14F-4F0C-4201-8D61-5C840BBF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D7F5E-01FC-4819-8C56-D266420F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B5C8EA-E3E6-490E-9D6B-3984C960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488420-C912-41CE-AE9C-1CBF33ED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2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ECCF2-208E-4FBA-AE00-B0A5FD50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4E9D07-D1CC-4710-9907-A01DE658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9FB46-4707-4650-AF22-2B34097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DC8CF-D042-4A60-BA6B-A0236402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C390D-ECD5-4BA9-8119-03A79C78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6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C6E7E2-4753-49A0-8B5B-4BD8A505D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B3755-B931-424B-A541-5425C7B5F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B126F-56CE-470F-9512-76CD4C77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4AF32-60DB-438A-8513-3D49FB2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1D76D-0183-419D-9803-7E9B7185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4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7438AF-4DE6-4664-AA9B-01800912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5168E7-0D07-40EE-A925-11F73CC3B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C523-D268-4347-8EC0-C672D7854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4C87E-67D7-4747-B03D-6F045E1AC05D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BFEE9-6C9A-4DC8-8CAE-7B9476393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A4AE2-3345-48D3-BA37-72E0F9E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84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890216" y="175048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-圆角矩形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PA-圆角矩形 17">
            <a:extLst>
              <a:ext uri="{FF2B5EF4-FFF2-40B4-BE49-F238E27FC236}">
                <a16:creationId xmlns:a16="http://schemas.microsoft.com/office/drawing/2014/main" id="{31AF2055-48A7-4C54-A11C-925E241CAA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84541" y="2442758"/>
            <a:ext cx="7120563" cy="210974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-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048010" y="2528134"/>
            <a:ext cx="59636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新春跑酷</a:t>
            </a:r>
            <a:endParaRPr lang="en-US" altLang="zh-CN" sz="6000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核心玩法演示</a:t>
            </a:r>
          </a:p>
        </p:txBody>
      </p:sp>
      <p:sp>
        <p:nvSpPr>
          <p:cNvPr id="9" name="PA-圆角矩形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690166" y="4270737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A-圆角矩形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381243" y="3691758"/>
            <a:ext cx="2918378" cy="2109744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-文本框 13">
            <a:extLst>
              <a:ext uri="{FF2B5EF4-FFF2-40B4-BE49-F238E27FC236}">
                <a16:creationId xmlns:a16="http://schemas.microsoft.com/office/drawing/2014/main" id="{C682BAAE-DB0F-4A29-989A-BF7F78B4B45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627345" y="2622284"/>
            <a:ext cx="1771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sz="6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6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0C63D-1517-3098-692F-1E4F4A200C19}"/>
              </a:ext>
            </a:extLst>
          </p:cNvPr>
          <p:cNvSpPr txBox="1"/>
          <p:nvPr/>
        </p:nvSpPr>
        <p:spPr>
          <a:xfrm>
            <a:off x="8589818" y="4885129"/>
            <a:ext cx="265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报告人：姚健文</a:t>
            </a:r>
            <a:endParaRPr lang="en-US" altLang="zh-CN" sz="2400" dirty="0"/>
          </a:p>
          <a:p>
            <a:r>
              <a:rPr lang="en-US" altLang="zh-CN" sz="2400" dirty="0"/>
              <a:t>2023150131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234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8" grpId="0" animBg="1"/>
      <p:bldP spid="18" grpId="1" animBg="1"/>
      <p:bldP spid="14" grpId="0"/>
      <p:bldP spid="14" grpId="1"/>
      <p:bldP spid="9" grpId="0" animBg="1"/>
      <p:bldP spid="9" grpId="1" animBg="1"/>
      <p:bldP spid="19" grpId="0" animBg="1"/>
      <p:bldP spid="19" grpId="1" animBg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9E82C-EE40-3FD6-B0DA-DF1CF4FF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34C4CCC3-0C96-E74B-17E8-5EFD1B78F2CA}"/>
              </a:ext>
            </a:extLst>
          </p:cNvPr>
          <p:cNvGrpSpPr/>
          <p:nvPr/>
        </p:nvGrpSpPr>
        <p:grpSpPr>
          <a:xfrm>
            <a:off x="1055266" y="634888"/>
            <a:ext cx="2531577" cy="400110"/>
            <a:chOff x="1148080" y="833460"/>
            <a:chExt cx="2531577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0E5356E-FD40-CFCC-CC1F-1C93A8907C9E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7971DBAE-396C-C44D-0E8C-1FA36BA4D17A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52DA30AE-6FD4-47DE-77FC-4E6AC5BAF3CC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156E331-28D6-192E-5F26-5FC42E0AB656}"/>
                </a:ext>
              </a:extLst>
            </p:cNvPr>
            <p:cNvSpPr txBox="1"/>
            <p:nvPr/>
          </p:nvSpPr>
          <p:spPr>
            <a:xfrm>
              <a:off x="1396987" y="833460"/>
              <a:ext cx="22826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核心玩法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4B1FF7E-B2FE-8033-0AD1-969A6A859519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1EBA3AC3-1E3D-E20D-AFA0-5A5EAFACBACD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2E6CF734-1898-91AE-55BE-9BF333699BE6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16DEE395-7928-350B-281D-432614526503}"/>
              </a:ext>
            </a:extLst>
          </p:cNvPr>
          <p:cNvSpPr txBox="1"/>
          <p:nvPr/>
        </p:nvSpPr>
        <p:spPr>
          <a:xfrm>
            <a:off x="1238050" y="1500033"/>
            <a:ext cx="24820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游戏概述：</a:t>
            </a:r>
            <a:endParaRPr lang="en-US" altLang="zh-CN" dirty="0"/>
          </a:p>
          <a:p>
            <a:r>
              <a:rPr lang="zh-CN" altLang="en-US" dirty="0"/>
              <a:t>跑酷游戏，游戏人物在纵向的地图上自动向前奔跑，玩家控制人物的左右移动和跳跃躲避障碍，获取沿途出现的得分道具（设置为红包样式），在游戏结束后进行等级结算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247A5F-04AB-CDE1-98BB-1C1400CD2AE4}"/>
              </a:ext>
            </a:extLst>
          </p:cNvPr>
          <p:cNvSpPr txBox="1"/>
          <p:nvPr/>
        </p:nvSpPr>
        <p:spPr>
          <a:xfrm>
            <a:off x="7677660" y="1500032"/>
            <a:ext cx="28407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核心：</a:t>
            </a:r>
            <a:endParaRPr lang="en-US" altLang="zh-CN" dirty="0"/>
          </a:p>
          <a:p>
            <a:r>
              <a:rPr lang="zh-CN" altLang="en-US" dirty="0"/>
              <a:t>控制人物的左右移动（人物自动向前）</a:t>
            </a:r>
            <a:endParaRPr lang="en-US" altLang="zh-CN" dirty="0"/>
          </a:p>
          <a:p>
            <a:r>
              <a:rPr lang="zh-CN" altLang="en-US" dirty="0"/>
              <a:t>躲避障碍（生命值机制）</a:t>
            </a:r>
            <a:endParaRPr lang="en-US" altLang="zh-CN" dirty="0"/>
          </a:p>
          <a:p>
            <a:r>
              <a:rPr lang="zh-CN" altLang="en-US" dirty="0"/>
              <a:t>获取沿途出现的道具（功能丰富性、多样性）</a:t>
            </a:r>
            <a:endParaRPr lang="en-US" altLang="zh-CN" dirty="0"/>
          </a:p>
          <a:p>
            <a:r>
              <a:rPr lang="zh-CN" altLang="en-US" dirty="0"/>
              <a:t>分数结算（实时展示、最终结算）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3127E8B-1DC9-503B-9CDF-6D045834D640}"/>
              </a:ext>
            </a:extLst>
          </p:cNvPr>
          <p:cNvCxnSpPr>
            <a:cxnSpLocks/>
          </p:cNvCxnSpPr>
          <p:nvPr/>
        </p:nvCxnSpPr>
        <p:spPr>
          <a:xfrm>
            <a:off x="4049486" y="2652328"/>
            <a:ext cx="3294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4971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3832</TotalTime>
  <Words>103</Words>
  <Application>Microsoft Office PowerPoint</Application>
  <PresentationFormat>宽屏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思源黑体 CN Bold</vt:lpstr>
      <vt:lpstr>微软雅黑</vt:lpstr>
      <vt:lpstr>幼圆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 雷</dc:creator>
  <cp:lastModifiedBy>健文 姚</cp:lastModifiedBy>
  <cp:revision>121</cp:revision>
  <dcterms:created xsi:type="dcterms:W3CDTF">2021-08-22T12:17:40Z</dcterms:created>
  <dcterms:modified xsi:type="dcterms:W3CDTF">2025-05-27T05:41:16Z</dcterms:modified>
</cp:coreProperties>
</file>