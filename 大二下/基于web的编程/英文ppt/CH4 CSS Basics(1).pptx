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21" r:id="rId1"/>
  </p:sldMasterIdLst>
  <p:notesMasterIdLst>
    <p:notesMasterId r:id="rId62"/>
  </p:notesMasterIdLst>
  <p:sldIdLst>
    <p:sldId id="305" r:id="rId2"/>
    <p:sldId id="257" r:id="rId3"/>
    <p:sldId id="258" r:id="rId4"/>
    <p:sldId id="259" r:id="rId5"/>
    <p:sldId id="301" r:id="rId6"/>
    <p:sldId id="302" r:id="rId7"/>
    <p:sldId id="260" r:id="rId8"/>
    <p:sldId id="299" r:id="rId9"/>
    <p:sldId id="262" r:id="rId10"/>
    <p:sldId id="263" r:id="rId11"/>
    <p:sldId id="264" r:id="rId12"/>
    <p:sldId id="265" r:id="rId13"/>
    <p:sldId id="266" r:id="rId14"/>
    <p:sldId id="267" r:id="rId15"/>
    <p:sldId id="268" r:id="rId16"/>
    <p:sldId id="300" r:id="rId17"/>
    <p:sldId id="303" r:id="rId18"/>
    <p:sldId id="304" r:id="rId19"/>
    <p:sldId id="270" r:id="rId20"/>
    <p:sldId id="271" r:id="rId21"/>
    <p:sldId id="272" r:id="rId22"/>
    <p:sldId id="310" r:id="rId23"/>
    <p:sldId id="311" r:id="rId24"/>
    <p:sldId id="273" r:id="rId25"/>
    <p:sldId id="274" r:id="rId26"/>
    <p:sldId id="275" r:id="rId27"/>
    <p:sldId id="276" r:id="rId28"/>
    <p:sldId id="277" r:id="rId29"/>
    <p:sldId id="278" r:id="rId30"/>
    <p:sldId id="298" r:id="rId31"/>
    <p:sldId id="312" r:id="rId32"/>
    <p:sldId id="313" r:id="rId33"/>
    <p:sldId id="314" r:id="rId34"/>
    <p:sldId id="315" r:id="rId35"/>
    <p:sldId id="279" r:id="rId36"/>
    <p:sldId id="280" r:id="rId37"/>
    <p:sldId id="281" r:id="rId38"/>
    <p:sldId id="296" r:id="rId39"/>
    <p:sldId id="284" r:id="rId40"/>
    <p:sldId id="285" r:id="rId41"/>
    <p:sldId id="286" r:id="rId42"/>
    <p:sldId id="287" r:id="rId43"/>
    <p:sldId id="288" r:id="rId44"/>
    <p:sldId id="289" r:id="rId45"/>
    <p:sldId id="290" r:id="rId46"/>
    <p:sldId id="291" r:id="rId47"/>
    <p:sldId id="297" r:id="rId48"/>
    <p:sldId id="306" r:id="rId49"/>
    <p:sldId id="307" r:id="rId50"/>
    <p:sldId id="308" r:id="rId51"/>
    <p:sldId id="309" r:id="rId52"/>
    <p:sldId id="292" r:id="rId53"/>
    <p:sldId id="316" r:id="rId54"/>
    <p:sldId id="317" r:id="rId55"/>
    <p:sldId id="318" r:id="rId56"/>
    <p:sldId id="319" r:id="rId57"/>
    <p:sldId id="320" r:id="rId58"/>
    <p:sldId id="321" r:id="rId59"/>
    <p:sldId id="322" r:id="rId60"/>
    <p:sldId id="295" r:id="rId61"/>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C0C0C0"/>
    <a:srgbClr val="5F5F5F"/>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01" autoAdjust="0"/>
    <p:restoredTop sz="94580" autoAdjust="0"/>
  </p:normalViewPr>
  <p:slideViewPr>
    <p:cSldViewPr>
      <p:cViewPr varScale="1">
        <p:scale>
          <a:sx n="120" d="100"/>
          <a:sy n="120" d="100"/>
        </p:scale>
        <p:origin x="115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990"/>
    </p:cViewPr>
  </p:sorterViewPr>
  <p:notesViewPr>
    <p:cSldViewPr>
      <p:cViewPr varScale="1">
        <p:scale>
          <a:sx n="61" d="100"/>
          <a:sy n="61" d="100"/>
        </p:scale>
        <p:origin x="-1698" y="-5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27B61C1A-44C6-45BE-88B1-BCE6103D0EEE}"/>
              </a:ext>
            </a:extLst>
          </p:cNvPr>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1" hangingPunct="1">
              <a:defRPr sz="1300">
                <a:latin typeface="Verdana" pitchFamily="34" charset="0"/>
              </a:defRPr>
            </a:lvl1pPr>
          </a:lstStyle>
          <a:p>
            <a:pPr>
              <a:defRPr/>
            </a:pPr>
            <a:endParaRPr lang="en-US"/>
          </a:p>
        </p:txBody>
      </p:sp>
      <p:sp>
        <p:nvSpPr>
          <p:cNvPr id="92163" name="Rectangle 3">
            <a:extLst>
              <a:ext uri="{FF2B5EF4-FFF2-40B4-BE49-F238E27FC236}">
                <a16:creationId xmlns:a16="http://schemas.microsoft.com/office/drawing/2014/main" id="{09253C0A-6DC2-4BA9-BE6A-AF0C9148411F}"/>
              </a:ext>
            </a:extLst>
          </p:cNvPr>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1" hangingPunct="1">
              <a:defRPr sz="1300">
                <a:latin typeface="Verdana" pitchFamily="34" charset="0"/>
              </a:defRPr>
            </a:lvl1pPr>
          </a:lstStyle>
          <a:p>
            <a:pPr>
              <a:defRPr/>
            </a:pPr>
            <a:endParaRPr lang="en-US"/>
          </a:p>
        </p:txBody>
      </p:sp>
      <p:sp>
        <p:nvSpPr>
          <p:cNvPr id="13316" name="Rectangle 4">
            <a:extLst>
              <a:ext uri="{FF2B5EF4-FFF2-40B4-BE49-F238E27FC236}">
                <a16:creationId xmlns:a16="http://schemas.microsoft.com/office/drawing/2014/main" id="{75F68D4C-7A3D-49FE-96C1-B6B99925B0C2}"/>
              </a:ext>
            </a:extLst>
          </p:cNvPr>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5" name="Rectangle 5">
            <a:extLst>
              <a:ext uri="{FF2B5EF4-FFF2-40B4-BE49-F238E27FC236}">
                <a16:creationId xmlns:a16="http://schemas.microsoft.com/office/drawing/2014/main" id="{4424C9A7-8897-4554-8B77-AB6C104F5A16}"/>
              </a:ext>
            </a:extLst>
          </p:cNvPr>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166" name="Rectangle 6">
            <a:extLst>
              <a:ext uri="{FF2B5EF4-FFF2-40B4-BE49-F238E27FC236}">
                <a16:creationId xmlns:a16="http://schemas.microsoft.com/office/drawing/2014/main" id="{32445E01-F826-4920-835B-6005B8B351B7}"/>
              </a:ext>
            </a:extLst>
          </p:cNvPr>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1" hangingPunct="1">
              <a:defRPr sz="1300">
                <a:latin typeface="Verdana" pitchFamily="34" charset="0"/>
              </a:defRPr>
            </a:lvl1pPr>
          </a:lstStyle>
          <a:p>
            <a:pPr>
              <a:defRPr/>
            </a:pPr>
            <a:endParaRPr lang="en-US"/>
          </a:p>
        </p:txBody>
      </p:sp>
      <p:sp>
        <p:nvSpPr>
          <p:cNvPr id="92167" name="Rectangle 7">
            <a:extLst>
              <a:ext uri="{FF2B5EF4-FFF2-40B4-BE49-F238E27FC236}">
                <a16:creationId xmlns:a16="http://schemas.microsoft.com/office/drawing/2014/main" id="{FD4DC52C-8061-4C9A-B37D-7AEC30EC6891}"/>
              </a:ext>
            </a:extLst>
          </p:cNvPr>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1" hangingPunct="1">
              <a:defRPr sz="1300" smtClean="0">
                <a:latin typeface="Verdana" panose="020B0604030504040204" pitchFamily="34" charset="0"/>
              </a:defRPr>
            </a:lvl1pPr>
          </a:lstStyle>
          <a:p>
            <a:pPr>
              <a:defRPr/>
            </a:pPr>
            <a:fld id="{C612B01E-E55B-4271-8CC9-0377C181FB9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1BBB0028-2AC4-4C53-86CB-2A0783827AE6}"/>
              </a:ext>
            </a:extLst>
          </p:cNvPr>
          <p:cNvSpPr>
            <a:spLocks noGrp="1" noRot="1" noChangeAspect="1" noTextEdit="1"/>
          </p:cNvSpPr>
          <p:nvPr>
            <p:ph type="sldImg"/>
          </p:nvPr>
        </p:nvSpPr>
        <p:spPr>
          <a:ln/>
        </p:spPr>
      </p:sp>
      <p:sp>
        <p:nvSpPr>
          <p:cNvPr id="50179" name="Notes Placeholder 2">
            <a:extLst>
              <a:ext uri="{FF2B5EF4-FFF2-40B4-BE49-F238E27FC236}">
                <a16:creationId xmlns:a16="http://schemas.microsoft.com/office/drawing/2014/main" id="{DAB8FE67-DF3C-40DE-8497-AD3CE20CC7C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0180" name="Slide Number Placeholder 3">
            <a:extLst>
              <a:ext uri="{FF2B5EF4-FFF2-40B4-BE49-F238E27FC236}">
                <a16:creationId xmlns:a16="http://schemas.microsoft.com/office/drawing/2014/main" id="{BD44F7B4-1F9F-4238-8951-064E38CB58E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66788" rtl="0" eaLnBrk="1" fontAlgn="base" latinLnBrk="0" hangingPunct="1">
              <a:lnSpc>
                <a:spcPct val="100000"/>
              </a:lnSpc>
              <a:spcBef>
                <a:spcPct val="0"/>
              </a:spcBef>
              <a:spcAft>
                <a:spcPct val="0"/>
              </a:spcAft>
              <a:buClrTx/>
              <a:buSzTx/>
              <a:buFontTx/>
              <a:buNone/>
              <a:tabLst/>
              <a:defRPr/>
            </a:pPr>
            <a:fld id="{49023AEA-7756-4070-B790-72C7A2AFC2E2}" type="slidenum">
              <a:rPr kumimoji="0" lang="en-US" altLang="en-US" sz="1300" b="0" i="0" u="none" strike="noStrike" kern="1200" cap="none" spc="0" normalizeH="0" baseline="0" noProof="0" smtClean="0">
                <a:ln>
                  <a:noFill/>
                </a:ln>
                <a:solidFill>
                  <a:srgbClr val="000000"/>
                </a:solidFill>
                <a:effectLst/>
                <a:uLnTx/>
                <a:uFillTx/>
                <a:latin typeface="Verdana" panose="020B0604030504040204" pitchFamily="34" charset="0"/>
                <a:ea typeface="+mn-ea"/>
                <a:cs typeface="+mn-cs"/>
              </a:rPr>
              <a:pPr marL="0" marR="0" lvl="0" indent="0" algn="r" defTabSz="966788" rtl="0" eaLnBrk="1" fontAlgn="base" latinLnBrk="0" hangingPunct="1">
                <a:lnSpc>
                  <a:spcPct val="100000"/>
                </a:lnSpc>
                <a:spcBef>
                  <a:spcPct val="0"/>
                </a:spcBef>
                <a:spcAft>
                  <a:spcPct val="0"/>
                </a:spcAft>
                <a:buClrTx/>
                <a:buSzTx/>
                <a:buFontTx/>
                <a:buNone/>
                <a:tabLst/>
                <a:defRPr/>
              </a:pPr>
              <a:t>1</a:t>
            </a:fld>
            <a:endParaRPr kumimoji="0" lang="en-US" altLang="en-US" sz="13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EA8B3658-53F3-4825-8141-D6F6318517D9}"/>
              </a:ext>
            </a:extLst>
          </p:cNvPr>
          <p:cNvSpPr>
            <a:spLocks noGrp="1" noRot="1" noChangeAspect="1" noTextEdit="1"/>
          </p:cNvSpPr>
          <p:nvPr>
            <p:ph type="sldImg"/>
          </p:nvPr>
        </p:nvSpPr>
        <p:spPr>
          <a:ln/>
        </p:spPr>
      </p:sp>
      <p:sp>
        <p:nvSpPr>
          <p:cNvPr id="17411" name="Notes Placeholder 2">
            <a:extLst>
              <a:ext uri="{FF2B5EF4-FFF2-40B4-BE49-F238E27FC236}">
                <a16:creationId xmlns:a16="http://schemas.microsoft.com/office/drawing/2014/main" id="{C74FFACD-EAA6-4EC4-8643-EACBA965E19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7412" name="Slide Number Placeholder 3">
            <a:extLst>
              <a:ext uri="{FF2B5EF4-FFF2-40B4-BE49-F238E27FC236}">
                <a16:creationId xmlns:a16="http://schemas.microsoft.com/office/drawing/2014/main" id="{DF6A1156-8C8D-4E72-B83C-3D69DA971C6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5DD84BCF-9E7B-407F-B040-F57F2680E9D0}" type="slidenum">
              <a:rPr lang="en-US" altLang="en-US" sz="1300"/>
              <a:pPr/>
              <a:t>2</a:t>
            </a:fld>
            <a:endParaRPr lang="en-US" altLang="en-US" sz="13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5E862DC2-2A6B-43E9-A899-02E66C55EDE9}"/>
              </a:ext>
            </a:extLst>
          </p:cNvPr>
          <p:cNvSpPr>
            <a:spLocks noGrp="1" noRot="1" noChangeAspect="1" noTextEdit="1"/>
          </p:cNvSpPr>
          <p:nvPr>
            <p:ph type="sldImg"/>
          </p:nvPr>
        </p:nvSpPr>
        <p:spPr>
          <a:ln/>
        </p:spPr>
      </p:sp>
      <p:sp>
        <p:nvSpPr>
          <p:cNvPr id="19459" name="Notes Placeholder 2">
            <a:extLst>
              <a:ext uri="{FF2B5EF4-FFF2-40B4-BE49-F238E27FC236}">
                <a16:creationId xmlns:a16="http://schemas.microsoft.com/office/drawing/2014/main" id="{824E3EB2-CEB1-4CF9-8551-320DB2807DB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9460" name="Slide Number Placeholder 3">
            <a:extLst>
              <a:ext uri="{FF2B5EF4-FFF2-40B4-BE49-F238E27FC236}">
                <a16:creationId xmlns:a16="http://schemas.microsoft.com/office/drawing/2014/main" id="{B6539B58-E058-4513-8C38-9CEF9ECE6B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4BE5635C-C79A-47BA-83E8-BB0D75D6665F}" type="slidenum">
              <a:rPr lang="en-US" altLang="en-US" sz="1300"/>
              <a:pPr/>
              <a:t>3</a:t>
            </a:fld>
            <a:endParaRPr lang="en-US" altLang="en-US" sz="13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9DCE1CBE-C0F1-43ED-A53B-35D95C3E1EF8}"/>
              </a:ext>
            </a:extLst>
          </p:cNvPr>
          <p:cNvSpPr>
            <a:spLocks noGrp="1" noRot="1" noChangeAspect="1" noTextEdit="1"/>
          </p:cNvSpPr>
          <p:nvPr>
            <p:ph type="sldImg"/>
          </p:nvPr>
        </p:nvSpPr>
        <p:spPr>
          <a:ln/>
        </p:spPr>
      </p:sp>
      <p:sp>
        <p:nvSpPr>
          <p:cNvPr id="21507" name="Notes Placeholder 2">
            <a:extLst>
              <a:ext uri="{FF2B5EF4-FFF2-40B4-BE49-F238E27FC236}">
                <a16:creationId xmlns:a16="http://schemas.microsoft.com/office/drawing/2014/main" id="{25EE7D03-98BE-4140-B417-9684309F500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1508" name="Slide Number Placeholder 3">
            <a:extLst>
              <a:ext uri="{FF2B5EF4-FFF2-40B4-BE49-F238E27FC236}">
                <a16:creationId xmlns:a16="http://schemas.microsoft.com/office/drawing/2014/main" id="{15EDC1C1-FB2E-4020-8C07-C23809E792D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565EEB95-379F-4139-8681-B38A12E03B12}" type="slidenum">
              <a:rPr lang="en-US" altLang="en-US" sz="1300"/>
              <a:pPr/>
              <a:t>4</a:t>
            </a:fld>
            <a:endParaRPr lang="en-US" altLang="en-US" sz="13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0DE28E46-64DA-4BC5-982D-A813963046F1}"/>
              </a:ext>
            </a:extLst>
          </p:cNvPr>
          <p:cNvSpPr>
            <a:spLocks noGrp="1" noRot="1" noChangeAspect="1" noTextEdit="1"/>
          </p:cNvSpPr>
          <p:nvPr>
            <p:ph type="sldImg"/>
          </p:nvPr>
        </p:nvSpPr>
        <p:spPr>
          <a:ln/>
        </p:spPr>
      </p:sp>
      <p:sp>
        <p:nvSpPr>
          <p:cNvPr id="23555" name="Notes Placeholder 2">
            <a:extLst>
              <a:ext uri="{FF2B5EF4-FFF2-40B4-BE49-F238E27FC236}">
                <a16:creationId xmlns:a16="http://schemas.microsoft.com/office/drawing/2014/main" id="{DD56EA5F-1166-4FB5-8ED1-B55F6206713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3556" name="Slide Number Placeholder 3">
            <a:extLst>
              <a:ext uri="{FF2B5EF4-FFF2-40B4-BE49-F238E27FC236}">
                <a16:creationId xmlns:a16="http://schemas.microsoft.com/office/drawing/2014/main" id="{432CC9F0-74CB-4C8E-A201-EE02C5E6E17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20FBF544-5959-44F6-A913-BF59427383BA}" type="slidenum">
              <a:rPr lang="en-US" altLang="en-US" sz="1300"/>
              <a:pPr/>
              <a:t>7</a:t>
            </a:fld>
            <a:endParaRPr lang="en-US" altLang="en-US" sz="13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D5887FCD-2631-4F51-B97B-764B7534E855}"/>
              </a:ext>
            </a:extLst>
          </p:cNvPr>
          <p:cNvSpPr>
            <a:spLocks noGrp="1" noRot="1" noChangeAspect="1" noTextEdit="1"/>
          </p:cNvSpPr>
          <p:nvPr>
            <p:ph type="sldImg"/>
          </p:nvPr>
        </p:nvSpPr>
        <p:spPr>
          <a:ln/>
        </p:spPr>
      </p:sp>
      <p:sp>
        <p:nvSpPr>
          <p:cNvPr id="25603" name="Notes Placeholder 2">
            <a:extLst>
              <a:ext uri="{FF2B5EF4-FFF2-40B4-BE49-F238E27FC236}">
                <a16:creationId xmlns:a16="http://schemas.microsoft.com/office/drawing/2014/main" id="{3D6CCD19-9844-4AF8-ACDC-BC321B14D4A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5604" name="Slide Number Placeholder 3">
            <a:extLst>
              <a:ext uri="{FF2B5EF4-FFF2-40B4-BE49-F238E27FC236}">
                <a16:creationId xmlns:a16="http://schemas.microsoft.com/office/drawing/2014/main" id="{23C7339E-A857-472F-8A18-0F714C40AC0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044270B6-EC4B-468B-827D-C3988ADD82ED}" type="slidenum">
              <a:rPr lang="en-US" altLang="en-US" sz="1300"/>
              <a:pPr/>
              <a:t>8</a:t>
            </a:fld>
            <a:endParaRPr lang="en-US" altLang="en-US" sz="13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AD500E0E-4D23-483E-92D2-7A8C48DE63D0}"/>
              </a:ext>
            </a:extLst>
          </p:cNvPr>
          <p:cNvSpPr>
            <a:spLocks noGrp="1" noRot="1" noChangeAspect="1" noTextEdit="1"/>
          </p:cNvSpPr>
          <p:nvPr>
            <p:ph type="sldImg"/>
          </p:nvPr>
        </p:nvSpPr>
        <p:spPr>
          <a:ln/>
        </p:spPr>
      </p:sp>
      <p:sp>
        <p:nvSpPr>
          <p:cNvPr id="27651" name="Notes Placeholder 2">
            <a:extLst>
              <a:ext uri="{FF2B5EF4-FFF2-40B4-BE49-F238E27FC236}">
                <a16:creationId xmlns:a16="http://schemas.microsoft.com/office/drawing/2014/main" id="{FCF688B6-28B6-4AE8-A235-D66E706ACF8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7652" name="Slide Number Placeholder 3">
            <a:extLst>
              <a:ext uri="{FF2B5EF4-FFF2-40B4-BE49-F238E27FC236}">
                <a16:creationId xmlns:a16="http://schemas.microsoft.com/office/drawing/2014/main" id="{4527E4C9-9735-4074-8892-206FB26323A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6D6DAED8-7A37-4C10-9493-0BA60B72E9E6}" type="slidenum">
              <a:rPr lang="en-US" altLang="en-US" sz="1300"/>
              <a:pPr/>
              <a:t>9</a:t>
            </a:fld>
            <a:endParaRPr lang="en-US" altLang="en-US" sz="13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8A100775-30B1-4A93-BF2F-73ECA5BC6A3C}"/>
              </a:ext>
            </a:extLst>
          </p:cNvPr>
          <p:cNvSpPr>
            <a:spLocks noGrp="1" noRot="1" noChangeAspect="1" noTextEdit="1"/>
          </p:cNvSpPr>
          <p:nvPr>
            <p:ph type="sldImg"/>
          </p:nvPr>
        </p:nvSpPr>
        <p:spPr>
          <a:ln/>
        </p:spPr>
      </p:sp>
      <p:sp>
        <p:nvSpPr>
          <p:cNvPr id="29699" name="Notes Placeholder 2">
            <a:extLst>
              <a:ext uri="{FF2B5EF4-FFF2-40B4-BE49-F238E27FC236}">
                <a16:creationId xmlns:a16="http://schemas.microsoft.com/office/drawing/2014/main" id="{36240B2B-D8EA-48CD-B364-8A4D5403C0B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9700" name="Slide Number Placeholder 3">
            <a:extLst>
              <a:ext uri="{FF2B5EF4-FFF2-40B4-BE49-F238E27FC236}">
                <a16:creationId xmlns:a16="http://schemas.microsoft.com/office/drawing/2014/main" id="{6D8C1262-9BF4-41A1-B12A-F5368FA1AD8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80AC7B63-C14A-47FC-AD1C-5427E145EA77}" type="slidenum">
              <a:rPr lang="en-US" altLang="en-US" sz="1300"/>
              <a:pPr/>
              <a:t>10</a:t>
            </a:fld>
            <a:endParaRPr lang="en-US" altLang="en-US" sz="13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DC7A701B-D188-4C5E-89FA-AAC982C9CB92}"/>
              </a:ext>
            </a:extLst>
          </p:cNvPr>
          <p:cNvSpPr>
            <a:spLocks noGrp="1" noRot="1" noChangeAspect="1" noTextEdit="1"/>
          </p:cNvSpPr>
          <p:nvPr>
            <p:ph type="sldImg"/>
          </p:nvPr>
        </p:nvSpPr>
        <p:spPr>
          <a:ln/>
        </p:spPr>
      </p:sp>
      <p:sp>
        <p:nvSpPr>
          <p:cNvPr id="31747" name="Notes Placeholder 2">
            <a:extLst>
              <a:ext uri="{FF2B5EF4-FFF2-40B4-BE49-F238E27FC236}">
                <a16:creationId xmlns:a16="http://schemas.microsoft.com/office/drawing/2014/main" id="{D8E6FBB6-897B-4120-A488-96EC3A5B6B4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1748" name="Slide Number Placeholder 3">
            <a:extLst>
              <a:ext uri="{FF2B5EF4-FFF2-40B4-BE49-F238E27FC236}">
                <a16:creationId xmlns:a16="http://schemas.microsoft.com/office/drawing/2014/main" id="{A1F824DD-C992-4C5D-8D17-FEB60E6570B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4F1441E2-05F5-41BB-86DB-CE3F3880D20F}" type="slidenum">
              <a:rPr lang="en-US" altLang="en-US" sz="1300"/>
              <a:pPr/>
              <a:t>11</a:t>
            </a:fld>
            <a:endParaRPr lang="en-US" altLang="en-US" sz="13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EA58BB23-01F3-4A89-AC55-32784EAAADAE}"/>
              </a:ext>
            </a:extLst>
          </p:cNvPr>
          <p:cNvSpPr>
            <a:spLocks noGrp="1" noRot="1" noChangeAspect="1" noTextEdit="1"/>
          </p:cNvSpPr>
          <p:nvPr>
            <p:ph type="sldImg"/>
          </p:nvPr>
        </p:nvSpPr>
        <p:spPr>
          <a:ln/>
        </p:spPr>
      </p:sp>
      <p:sp>
        <p:nvSpPr>
          <p:cNvPr id="33795" name="Notes Placeholder 2">
            <a:extLst>
              <a:ext uri="{FF2B5EF4-FFF2-40B4-BE49-F238E27FC236}">
                <a16:creationId xmlns:a16="http://schemas.microsoft.com/office/drawing/2014/main" id="{736C267F-D6E9-4A70-8631-6F0C95396DF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3796" name="Slide Number Placeholder 3">
            <a:extLst>
              <a:ext uri="{FF2B5EF4-FFF2-40B4-BE49-F238E27FC236}">
                <a16:creationId xmlns:a16="http://schemas.microsoft.com/office/drawing/2014/main" id="{779F7C61-21C3-41AC-ACCF-DF06B605D43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C916B61F-DAB1-4E52-AB85-F69CCC078C35}" type="slidenum">
              <a:rPr lang="en-US" altLang="en-US" sz="1300"/>
              <a:pPr/>
              <a:t>12</a:t>
            </a:fld>
            <a:endParaRPr lang="en-US" altLang="en-US" sz="13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D5BC45B8-FD0E-4041-9D0C-F04EA97EC3C7}"/>
              </a:ext>
            </a:extLst>
          </p:cNvPr>
          <p:cNvSpPr>
            <a:spLocks noGrp="1" noRot="1" noChangeAspect="1" noTextEdit="1"/>
          </p:cNvSpPr>
          <p:nvPr>
            <p:ph type="sldImg"/>
          </p:nvPr>
        </p:nvSpPr>
        <p:spPr>
          <a:ln/>
        </p:spPr>
      </p:sp>
      <p:sp>
        <p:nvSpPr>
          <p:cNvPr id="35843" name="Notes Placeholder 2">
            <a:extLst>
              <a:ext uri="{FF2B5EF4-FFF2-40B4-BE49-F238E27FC236}">
                <a16:creationId xmlns:a16="http://schemas.microsoft.com/office/drawing/2014/main" id="{30E49105-8CFE-48D4-8663-60B7497AB8E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5844" name="Slide Number Placeholder 3">
            <a:extLst>
              <a:ext uri="{FF2B5EF4-FFF2-40B4-BE49-F238E27FC236}">
                <a16:creationId xmlns:a16="http://schemas.microsoft.com/office/drawing/2014/main" id="{454CC198-698E-44D8-ADB3-5B5111F9F4D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284F6034-848F-43EE-B334-BF353DE54A15}" type="slidenum">
              <a:rPr lang="en-US" altLang="en-US" sz="1300"/>
              <a:pPr/>
              <a:t>13</a:t>
            </a:fld>
            <a:endParaRPr lang="en-US" altLang="en-US" sz="13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F3404FFD-94DE-45D0-9D8A-1B2D91B55D63}"/>
              </a:ext>
            </a:extLst>
          </p:cNvPr>
          <p:cNvSpPr>
            <a:spLocks noGrp="1" noRot="1" noChangeAspect="1" noTextEdit="1"/>
          </p:cNvSpPr>
          <p:nvPr>
            <p:ph type="sldImg"/>
          </p:nvPr>
        </p:nvSpPr>
        <p:spPr>
          <a:ln/>
        </p:spPr>
      </p:sp>
      <p:sp>
        <p:nvSpPr>
          <p:cNvPr id="37891" name="Notes Placeholder 2">
            <a:extLst>
              <a:ext uri="{FF2B5EF4-FFF2-40B4-BE49-F238E27FC236}">
                <a16:creationId xmlns:a16="http://schemas.microsoft.com/office/drawing/2014/main" id="{1AF07D97-946C-4B5F-AAB7-FC051154527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7892" name="Slide Number Placeholder 3">
            <a:extLst>
              <a:ext uri="{FF2B5EF4-FFF2-40B4-BE49-F238E27FC236}">
                <a16:creationId xmlns:a16="http://schemas.microsoft.com/office/drawing/2014/main" id="{3785B755-7583-402D-8AE8-82D89EDDC79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C72FD9B6-BC79-455C-86C1-27EEAC92E6D4}" type="slidenum">
              <a:rPr lang="en-US" altLang="en-US" sz="1300"/>
              <a:pPr/>
              <a:t>14</a:t>
            </a:fld>
            <a:endParaRPr lang="en-US" altLang="en-US" sz="13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a:extLst>
              <a:ext uri="{FF2B5EF4-FFF2-40B4-BE49-F238E27FC236}">
                <a16:creationId xmlns:a16="http://schemas.microsoft.com/office/drawing/2014/main" id="{62D576FD-698A-46F4-8C88-C63509D0ED9F}"/>
              </a:ext>
            </a:extLst>
          </p:cNvPr>
          <p:cNvSpPr>
            <a:spLocks noGrp="1" noRot="1" noChangeAspect="1" noTextEdit="1"/>
          </p:cNvSpPr>
          <p:nvPr>
            <p:ph type="sldImg"/>
          </p:nvPr>
        </p:nvSpPr>
        <p:spPr>
          <a:ln/>
        </p:spPr>
      </p:sp>
      <p:sp>
        <p:nvSpPr>
          <p:cNvPr id="39939" name="Notes Placeholder 2">
            <a:extLst>
              <a:ext uri="{FF2B5EF4-FFF2-40B4-BE49-F238E27FC236}">
                <a16:creationId xmlns:a16="http://schemas.microsoft.com/office/drawing/2014/main" id="{7EC2C748-B347-460F-BC6A-7EA3360C9BC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9940" name="Slide Number Placeholder 3">
            <a:extLst>
              <a:ext uri="{FF2B5EF4-FFF2-40B4-BE49-F238E27FC236}">
                <a16:creationId xmlns:a16="http://schemas.microsoft.com/office/drawing/2014/main" id="{E9D23DAB-D80E-4D4C-9A74-FE0B5719333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7BB735F0-1357-4B5B-ABE6-5D038DB12342}" type="slidenum">
              <a:rPr lang="en-US" altLang="en-US" sz="1300"/>
              <a:pPr/>
              <a:t>15</a:t>
            </a:fld>
            <a:endParaRPr lang="en-US" altLang="en-US" sz="13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473FEAEE-38E3-4E83-8853-A77C2D54697D}"/>
              </a:ext>
            </a:extLst>
          </p:cNvPr>
          <p:cNvSpPr>
            <a:spLocks noGrp="1" noRot="1" noChangeAspect="1" noTextEdit="1"/>
          </p:cNvSpPr>
          <p:nvPr>
            <p:ph type="sldImg"/>
          </p:nvPr>
        </p:nvSpPr>
        <p:spPr>
          <a:ln/>
        </p:spPr>
      </p:sp>
      <p:sp>
        <p:nvSpPr>
          <p:cNvPr id="43011" name="Notes Placeholder 2">
            <a:extLst>
              <a:ext uri="{FF2B5EF4-FFF2-40B4-BE49-F238E27FC236}">
                <a16:creationId xmlns:a16="http://schemas.microsoft.com/office/drawing/2014/main" id="{1A97E90F-A722-4F50-A307-AA885A2A0D0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3012" name="Slide Number Placeholder 3">
            <a:extLst>
              <a:ext uri="{FF2B5EF4-FFF2-40B4-BE49-F238E27FC236}">
                <a16:creationId xmlns:a16="http://schemas.microsoft.com/office/drawing/2014/main" id="{5D8DEA91-B5A3-4D0B-BFBE-50DD94E7613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BF7C9685-377E-4CEE-AD4A-D0F3BA4BE9B5}" type="slidenum">
              <a:rPr lang="en-US" altLang="en-US" sz="1300"/>
              <a:pPr/>
              <a:t>19</a:t>
            </a:fld>
            <a:endParaRPr lang="en-US" altLang="en-US" sz="13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6D6C5C57-E189-4512-840D-9EE7DFEE6943}"/>
              </a:ext>
            </a:extLst>
          </p:cNvPr>
          <p:cNvSpPr>
            <a:spLocks noGrp="1" noRot="1" noChangeAspect="1" noTextEdit="1"/>
          </p:cNvSpPr>
          <p:nvPr>
            <p:ph type="sldImg"/>
          </p:nvPr>
        </p:nvSpPr>
        <p:spPr>
          <a:ln/>
        </p:spPr>
      </p:sp>
      <p:sp>
        <p:nvSpPr>
          <p:cNvPr id="45059" name="Notes Placeholder 2">
            <a:extLst>
              <a:ext uri="{FF2B5EF4-FFF2-40B4-BE49-F238E27FC236}">
                <a16:creationId xmlns:a16="http://schemas.microsoft.com/office/drawing/2014/main" id="{5A78578E-8E31-4B27-B7EA-DB725BB9659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5060" name="Slide Number Placeholder 3">
            <a:extLst>
              <a:ext uri="{FF2B5EF4-FFF2-40B4-BE49-F238E27FC236}">
                <a16:creationId xmlns:a16="http://schemas.microsoft.com/office/drawing/2014/main" id="{D6D2F7B6-C498-43E9-8BD5-57A764570DA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09B74622-64EC-4540-B865-30BB8CB1EFCD}" type="slidenum">
              <a:rPr lang="en-US" altLang="en-US" sz="1300"/>
              <a:pPr/>
              <a:t>20</a:t>
            </a:fld>
            <a:endParaRPr lang="en-US" altLang="en-US" sz="13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50C8AAE9-E080-4CEA-9541-53FC922EE9C5}"/>
              </a:ext>
            </a:extLst>
          </p:cNvPr>
          <p:cNvSpPr>
            <a:spLocks noGrp="1" noRot="1" noChangeAspect="1" noTextEdit="1"/>
          </p:cNvSpPr>
          <p:nvPr>
            <p:ph type="sldImg"/>
          </p:nvPr>
        </p:nvSpPr>
        <p:spPr>
          <a:ln/>
        </p:spPr>
      </p:sp>
      <p:sp>
        <p:nvSpPr>
          <p:cNvPr id="47107" name="Notes Placeholder 2">
            <a:extLst>
              <a:ext uri="{FF2B5EF4-FFF2-40B4-BE49-F238E27FC236}">
                <a16:creationId xmlns:a16="http://schemas.microsoft.com/office/drawing/2014/main" id="{377049D4-696A-4AC0-9FB1-E3823F1E1A7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7108" name="Slide Number Placeholder 3">
            <a:extLst>
              <a:ext uri="{FF2B5EF4-FFF2-40B4-BE49-F238E27FC236}">
                <a16:creationId xmlns:a16="http://schemas.microsoft.com/office/drawing/2014/main" id="{A1B5DE4C-1B13-4E24-83FD-5F195333013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42A6339A-241F-42DA-BDBE-FBFAE1B2CA1A}" type="slidenum">
              <a:rPr lang="en-US" altLang="en-US" sz="1300"/>
              <a:pPr/>
              <a:t>21</a:t>
            </a:fld>
            <a:endParaRPr lang="en-US" altLang="en-US" sz="13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DA7277BE-4152-400C-A52C-A4FD60F2CA89}"/>
              </a:ext>
            </a:extLst>
          </p:cNvPr>
          <p:cNvSpPr>
            <a:spLocks noGrp="1" noRot="1" noChangeAspect="1" noTextEdit="1"/>
          </p:cNvSpPr>
          <p:nvPr>
            <p:ph type="sldImg"/>
          </p:nvPr>
        </p:nvSpPr>
        <p:spPr>
          <a:ln/>
        </p:spPr>
      </p:sp>
      <p:sp>
        <p:nvSpPr>
          <p:cNvPr id="49155" name="Notes Placeholder 2">
            <a:extLst>
              <a:ext uri="{FF2B5EF4-FFF2-40B4-BE49-F238E27FC236}">
                <a16:creationId xmlns:a16="http://schemas.microsoft.com/office/drawing/2014/main" id="{17E97407-9428-4A0C-A9E4-8AD8C8B26B8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9156" name="Slide Number Placeholder 3">
            <a:extLst>
              <a:ext uri="{FF2B5EF4-FFF2-40B4-BE49-F238E27FC236}">
                <a16:creationId xmlns:a16="http://schemas.microsoft.com/office/drawing/2014/main" id="{7DE93839-6A8F-4C87-B2A1-6453D967819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13BC9311-2806-4B1C-8198-2564F9F3B5FA}" type="slidenum">
              <a:rPr lang="en-US" altLang="en-US" sz="1300"/>
              <a:pPr/>
              <a:t>24</a:t>
            </a:fld>
            <a:endParaRPr lang="en-US" altLang="en-US" sz="13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05548231-4F46-4807-A3BF-0E89C58346FF}"/>
              </a:ext>
            </a:extLst>
          </p:cNvPr>
          <p:cNvSpPr>
            <a:spLocks noGrp="1" noRot="1" noChangeAspect="1" noTextEdit="1"/>
          </p:cNvSpPr>
          <p:nvPr>
            <p:ph type="sldImg"/>
          </p:nvPr>
        </p:nvSpPr>
        <p:spPr>
          <a:ln/>
        </p:spPr>
      </p:sp>
      <p:sp>
        <p:nvSpPr>
          <p:cNvPr id="51203" name="Notes Placeholder 2">
            <a:extLst>
              <a:ext uri="{FF2B5EF4-FFF2-40B4-BE49-F238E27FC236}">
                <a16:creationId xmlns:a16="http://schemas.microsoft.com/office/drawing/2014/main" id="{F6E197E5-BB73-4493-81E5-BE914B2D4D0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1204" name="Slide Number Placeholder 3">
            <a:extLst>
              <a:ext uri="{FF2B5EF4-FFF2-40B4-BE49-F238E27FC236}">
                <a16:creationId xmlns:a16="http://schemas.microsoft.com/office/drawing/2014/main" id="{431FD7FA-2DA2-49C3-8E59-0F9648F8605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87B3C50C-F5CD-4CA7-9FC9-A25A111F247D}" type="slidenum">
              <a:rPr lang="en-US" altLang="en-US" sz="1300"/>
              <a:pPr/>
              <a:t>25</a:t>
            </a:fld>
            <a:endParaRPr lang="en-US" altLang="en-US" sz="13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E7EF2E72-080C-4AB3-8802-4639B3F6EDB7}"/>
              </a:ext>
            </a:extLst>
          </p:cNvPr>
          <p:cNvSpPr>
            <a:spLocks noGrp="1" noRot="1" noChangeAspect="1" noTextEdit="1"/>
          </p:cNvSpPr>
          <p:nvPr>
            <p:ph type="sldImg"/>
          </p:nvPr>
        </p:nvSpPr>
        <p:spPr>
          <a:ln/>
        </p:spPr>
      </p:sp>
      <p:sp>
        <p:nvSpPr>
          <p:cNvPr id="53251" name="Notes Placeholder 2">
            <a:extLst>
              <a:ext uri="{FF2B5EF4-FFF2-40B4-BE49-F238E27FC236}">
                <a16:creationId xmlns:a16="http://schemas.microsoft.com/office/drawing/2014/main" id="{208B5E7B-4C68-4607-B44C-CB5480AEC20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3252" name="Slide Number Placeholder 3">
            <a:extLst>
              <a:ext uri="{FF2B5EF4-FFF2-40B4-BE49-F238E27FC236}">
                <a16:creationId xmlns:a16="http://schemas.microsoft.com/office/drawing/2014/main" id="{57612775-2018-45E7-841A-C49F9AA0C74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558F0208-9147-4CFC-8742-C3E2854AC220}" type="slidenum">
              <a:rPr lang="en-US" altLang="en-US" sz="1300"/>
              <a:pPr/>
              <a:t>26</a:t>
            </a:fld>
            <a:endParaRPr lang="en-US" altLang="en-US" sz="13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364533A0-2397-4914-AAAD-F6DA8A2F2BE8}"/>
              </a:ext>
            </a:extLst>
          </p:cNvPr>
          <p:cNvSpPr>
            <a:spLocks noGrp="1" noRot="1" noChangeAspect="1" noTextEdit="1"/>
          </p:cNvSpPr>
          <p:nvPr>
            <p:ph type="sldImg"/>
          </p:nvPr>
        </p:nvSpPr>
        <p:spPr>
          <a:ln/>
        </p:spPr>
      </p:sp>
      <p:sp>
        <p:nvSpPr>
          <p:cNvPr id="55299" name="Notes Placeholder 2">
            <a:extLst>
              <a:ext uri="{FF2B5EF4-FFF2-40B4-BE49-F238E27FC236}">
                <a16:creationId xmlns:a16="http://schemas.microsoft.com/office/drawing/2014/main" id="{B78749B1-7074-43EF-A16E-9C1F0112C35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5300" name="Slide Number Placeholder 3">
            <a:extLst>
              <a:ext uri="{FF2B5EF4-FFF2-40B4-BE49-F238E27FC236}">
                <a16:creationId xmlns:a16="http://schemas.microsoft.com/office/drawing/2014/main" id="{0B6A1FAC-1609-4471-B323-CDF60D1C597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A3B35820-5C70-4EEF-ADBB-5C340DE9E8AD}" type="slidenum">
              <a:rPr lang="en-US" altLang="en-US" sz="1300"/>
              <a:pPr/>
              <a:t>27</a:t>
            </a:fld>
            <a:endParaRPr lang="en-US" altLang="en-US" sz="13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B47AAF8C-1D97-4745-98DB-DC972EB1DA1E}"/>
              </a:ext>
            </a:extLst>
          </p:cNvPr>
          <p:cNvSpPr>
            <a:spLocks noGrp="1" noRot="1" noChangeAspect="1" noTextEdit="1"/>
          </p:cNvSpPr>
          <p:nvPr>
            <p:ph type="sldImg"/>
          </p:nvPr>
        </p:nvSpPr>
        <p:spPr>
          <a:ln/>
        </p:spPr>
      </p:sp>
      <p:sp>
        <p:nvSpPr>
          <p:cNvPr id="57347" name="Notes Placeholder 2">
            <a:extLst>
              <a:ext uri="{FF2B5EF4-FFF2-40B4-BE49-F238E27FC236}">
                <a16:creationId xmlns:a16="http://schemas.microsoft.com/office/drawing/2014/main" id="{26C279AB-9E56-4814-B296-1F2F3F4C523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7348" name="Slide Number Placeholder 3">
            <a:extLst>
              <a:ext uri="{FF2B5EF4-FFF2-40B4-BE49-F238E27FC236}">
                <a16:creationId xmlns:a16="http://schemas.microsoft.com/office/drawing/2014/main" id="{A9637B60-B5B6-494F-946D-B6737B8ECCE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DAC06B21-C56F-43DE-A429-570977AB944B}" type="slidenum">
              <a:rPr lang="en-US" altLang="en-US" sz="1300"/>
              <a:pPr/>
              <a:t>28</a:t>
            </a:fld>
            <a:endParaRPr lang="en-US" altLang="en-US" sz="13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AF10F69C-EB3A-4BB6-8971-1F92935C1C77}"/>
              </a:ext>
            </a:extLst>
          </p:cNvPr>
          <p:cNvSpPr>
            <a:spLocks noGrp="1" noRot="1" noChangeAspect="1" noTextEdit="1"/>
          </p:cNvSpPr>
          <p:nvPr>
            <p:ph type="sldImg"/>
          </p:nvPr>
        </p:nvSpPr>
        <p:spPr>
          <a:ln/>
        </p:spPr>
      </p:sp>
      <p:sp>
        <p:nvSpPr>
          <p:cNvPr id="59395" name="Notes Placeholder 2">
            <a:extLst>
              <a:ext uri="{FF2B5EF4-FFF2-40B4-BE49-F238E27FC236}">
                <a16:creationId xmlns:a16="http://schemas.microsoft.com/office/drawing/2014/main" id="{84F98D14-02D8-4C09-9F40-3626536516C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9396" name="Slide Number Placeholder 3">
            <a:extLst>
              <a:ext uri="{FF2B5EF4-FFF2-40B4-BE49-F238E27FC236}">
                <a16:creationId xmlns:a16="http://schemas.microsoft.com/office/drawing/2014/main" id="{78978FB2-48AC-498C-B7D8-4B5C51383E8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1A903250-6BE6-46D1-8252-86D1D819D8AF}" type="slidenum">
              <a:rPr lang="en-US" altLang="en-US" sz="1300"/>
              <a:pPr/>
              <a:t>29</a:t>
            </a:fld>
            <a:endParaRPr lang="en-US" altLang="en-US" sz="13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a16="http://schemas.microsoft.com/office/drawing/2014/main" id="{C72A8E9E-1CA3-4E9F-94C1-46A73C0C1C10}"/>
              </a:ext>
            </a:extLst>
          </p:cNvPr>
          <p:cNvSpPr>
            <a:spLocks noGrp="1" noRot="1" noChangeAspect="1" noTextEdit="1"/>
          </p:cNvSpPr>
          <p:nvPr>
            <p:ph type="sldImg"/>
          </p:nvPr>
        </p:nvSpPr>
        <p:spPr>
          <a:ln/>
        </p:spPr>
      </p:sp>
      <p:sp>
        <p:nvSpPr>
          <p:cNvPr id="61443" name="Notes Placeholder 2">
            <a:extLst>
              <a:ext uri="{FF2B5EF4-FFF2-40B4-BE49-F238E27FC236}">
                <a16:creationId xmlns:a16="http://schemas.microsoft.com/office/drawing/2014/main" id="{655ECA0C-4C3D-4062-BF3E-87937AEDD2E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1444" name="Slide Number Placeholder 3">
            <a:extLst>
              <a:ext uri="{FF2B5EF4-FFF2-40B4-BE49-F238E27FC236}">
                <a16:creationId xmlns:a16="http://schemas.microsoft.com/office/drawing/2014/main" id="{52DBD5E3-3677-4866-B444-9D81D11CC5E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86F05B10-CBFA-428A-BC0E-853D2630DE79}" type="slidenum">
              <a:rPr lang="en-US" altLang="en-US" sz="1300"/>
              <a:pPr/>
              <a:t>30</a:t>
            </a:fld>
            <a:endParaRPr lang="en-US" altLang="en-US" sz="13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AFBDE545-CA7C-465E-9B91-ACF715D54464}"/>
              </a:ext>
            </a:extLst>
          </p:cNvPr>
          <p:cNvSpPr>
            <a:spLocks noGrp="1" noRot="1" noChangeAspect="1" noTextEdit="1"/>
          </p:cNvSpPr>
          <p:nvPr>
            <p:ph type="sldImg"/>
          </p:nvPr>
        </p:nvSpPr>
        <p:spPr>
          <a:ln/>
        </p:spPr>
      </p:sp>
      <p:sp>
        <p:nvSpPr>
          <p:cNvPr id="63491" name="Notes Placeholder 2">
            <a:extLst>
              <a:ext uri="{FF2B5EF4-FFF2-40B4-BE49-F238E27FC236}">
                <a16:creationId xmlns:a16="http://schemas.microsoft.com/office/drawing/2014/main" id="{5CFA9113-E471-42BA-A7B2-CEB995BA8AD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a:extLst>
              <a:ext uri="{FF2B5EF4-FFF2-40B4-BE49-F238E27FC236}">
                <a16:creationId xmlns:a16="http://schemas.microsoft.com/office/drawing/2014/main" id="{EF7548BE-A54F-4899-B637-3CAE8E0E782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426ED873-7A79-43E6-AA1D-B426D7806198}" type="slidenum">
              <a:rPr lang="en-US" altLang="en-US" sz="1300"/>
              <a:pPr/>
              <a:t>35</a:t>
            </a:fld>
            <a:endParaRPr lang="en-US" altLang="en-US" sz="13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E456944A-5B93-44A5-8521-A0F6BDABE7D4}"/>
              </a:ext>
            </a:extLst>
          </p:cNvPr>
          <p:cNvSpPr>
            <a:spLocks noGrp="1" noRot="1" noChangeAspect="1" noTextEdit="1"/>
          </p:cNvSpPr>
          <p:nvPr>
            <p:ph type="sldImg"/>
          </p:nvPr>
        </p:nvSpPr>
        <p:spPr>
          <a:ln/>
        </p:spPr>
      </p:sp>
      <p:sp>
        <p:nvSpPr>
          <p:cNvPr id="65539" name="Notes Placeholder 2">
            <a:extLst>
              <a:ext uri="{FF2B5EF4-FFF2-40B4-BE49-F238E27FC236}">
                <a16:creationId xmlns:a16="http://schemas.microsoft.com/office/drawing/2014/main" id="{12E879AD-C5BC-455B-BE85-085F5DCC055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5540" name="Slide Number Placeholder 3">
            <a:extLst>
              <a:ext uri="{FF2B5EF4-FFF2-40B4-BE49-F238E27FC236}">
                <a16:creationId xmlns:a16="http://schemas.microsoft.com/office/drawing/2014/main" id="{5D73F3B7-14E7-44B1-BE87-EA267795E9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F7C14A85-5FF3-4FE1-AF7B-3AD23346D108}" type="slidenum">
              <a:rPr lang="en-US" altLang="en-US" sz="1300"/>
              <a:pPr/>
              <a:t>36</a:t>
            </a:fld>
            <a:endParaRPr lang="en-US" altLang="en-US" sz="13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a:extLst>
              <a:ext uri="{FF2B5EF4-FFF2-40B4-BE49-F238E27FC236}">
                <a16:creationId xmlns:a16="http://schemas.microsoft.com/office/drawing/2014/main" id="{2B6D973D-1D56-4394-BA5E-A45DF2551239}"/>
              </a:ext>
            </a:extLst>
          </p:cNvPr>
          <p:cNvSpPr>
            <a:spLocks noGrp="1" noRot="1" noChangeAspect="1" noTextEdit="1"/>
          </p:cNvSpPr>
          <p:nvPr>
            <p:ph type="sldImg"/>
          </p:nvPr>
        </p:nvSpPr>
        <p:spPr>
          <a:ln/>
        </p:spPr>
      </p:sp>
      <p:sp>
        <p:nvSpPr>
          <p:cNvPr id="67587" name="Notes Placeholder 2">
            <a:extLst>
              <a:ext uri="{FF2B5EF4-FFF2-40B4-BE49-F238E27FC236}">
                <a16:creationId xmlns:a16="http://schemas.microsoft.com/office/drawing/2014/main" id="{FB9FD794-AF06-4CFB-92BE-79CAE0E04CB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7588" name="Slide Number Placeholder 3">
            <a:extLst>
              <a:ext uri="{FF2B5EF4-FFF2-40B4-BE49-F238E27FC236}">
                <a16:creationId xmlns:a16="http://schemas.microsoft.com/office/drawing/2014/main" id="{06D6BD79-7B66-4B71-BAD7-6526D6B6E43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AABD56CF-BB47-422C-B25C-A9FE551FF01B}" type="slidenum">
              <a:rPr lang="en-US" altLang="en-US" sz="1300"/>
              <a:pPr/>
              <a:t>37</a:t>
            </a:fld>
            <a:endParaRPr lang="en-US" altLang="en-US" sz="13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24D87839-CA04-4128-AEF2-42D556ED58FA}"/>
              </a:ext>
            </a:extLst>
          </p:cNvPr>
          <p:cNvSpPr>
            <a:spLocks noGrp="1" noRot="1" noChangeAspect="1" noTextEdit="1"/>
          </p:cNvSpPr>
          <p:nvPr>
            <p:ph type="sldImg"/>
          </p:nvPr>
        </p:nvSpPr>
        <p:spPr>
          <a:ln/>
        </p:spPr>
      </p:sp>
      <p:sp>
        <p:nvSpPr>
          <p:cNvPr id="69635" name="Notes Placeholder 2">
            <a:extLst>
              <a:ext uri="{FF2B5EF4-FFF2-40B4-BE49-F238E27FC236}">
                <a16:creationId xmlns:a16="http://schemas.microsoft.com/office/drawing/2014/main" id="{BCF202AE-2DDD-4E1E-80BB-B09FDC11BF9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9636" name="Slide Number Placeholder 3">
            <a:extLst>
              <a:ext uri="{FF2B5EF4-FFF2-40B4-BE49-F238E27FC236}">
                <a16:creationId xmlns:a16="http://schemas.microsoft.com/office/drawing/2014/main" id="{E7C63260-7E35-41CC-86B4-682182BC11E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7FC32E2F-3E7C-418D-B012-49D90956C3DB}" type="slidenum">
              <a:rPr lang="en-US" altLang="en-US" sz="1300"/>
              <a:pPr/>
              <a:t>38</a:t>
            </a:fld>
            <a:endParaRPr lang="en-US" altLang="en-US" sz="13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a:extLst>
              <a:ext uri="{FF2B5EF4-FFF2-40B4-BE49-F238E27FC236}">
                <a16:creationId xmlns:a16="http://schemas.microsoft.com/office/drawing/2014/main" id="{6ADEF2D7-CBCB-4F8C-AFC9-3C100E57EC43}"/>
              </a:ext>
            </a:extLst>
          </p:cNvPr>
          <p:cNvSpPr>
            <a:spLocks noGrp="1" noRot="1" noChangeAspect="1" noTextEdit="1"/>
          </p:cNvSpPr>
          <p:nvPr>
            <p:ph type="sldImg"/>
          </p:nvPr>
        </p:nvSpPr>
        <p:spPr>
          <a:ln/>
        </p:spPr>
      </p:sp>
      <p:sp>
        <p:nvSpPr>
          <p:cNvPr id="71683" name="Notes Placeholder 2">
            <a:extLst>
              <a:ext uri="{FF2B5EF4-FFF2-40B4-BE49-F238E27FC236}">
                <a16:creationId xmlns:a16="http://schemas.microsoft.com/office/drawing/2014/main" id="{5D178553-A4AF-42B4-B2A6-C161EF5ABF8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1684" name="Slide Number Placeholder 3">
            <a:extLst>
              <a:ext uri="{FF2B5EF4-FFF2-40B4-BE49-F238E27FC236}">
                <a16:creationId xmlns:a16="http://schemas.microsoft.com/office/drawing/2014/main" id="{FFA0E791-25BC-461E-B75B-83E931A72A7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C00D8FEF-225C-4C1D-9F84-AE7F3E842F83}" type="slidenum">
              <a:rPr lang="en-US" altLang="en-US" sz="1300"/>
              <a:pPr/>
              <a:t>39</a:t>
            </a:fld>
            <a:endParaRPr lang="en-US" altLang="en-US" sz="13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a16="http://schemas.microsoft.com/office/drawing/2014/main" id="{71F43356-344F-4B17-B7C5-549AC813B926}"/>
              </a:ext>
            </a:extLst>
          </p:cNvPr>
          <p:cNvSpPr>
            <a:spLocks noGrp="1" noRot="1" noChangeAspect="1" noTextEdit="1"/>
          </p:cNvSpPr>
          <p:nvPr>
            <p:ph type="sldImg"/>
          </p:nvPr>
        </p:nvSpPr>
        <p:spPr>
          <a:ln/>
        </p:spPr>
      </p:sp>
      <p:sp>
        <p:nvSpPr>
          <p:cNvPr id="73731" name="Notes Placeholder 2">
            <a:extLst>
              <a:ext uri="{FF2B5EF4-FFF2-40B4-BE49-F238E27FC236}">
                <a16:creationId xmlns:a16="http://schemas.microsoft.com/office/drawing/2014/main" id="{8389C6C7-BE6E-4C80-81AD-7050EB41125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3732" name="Slide Number Placeholder 3">
            <a:extLst>
              <a:ext uri="{FF2B5EF4-FFF2-40B4-BE49-F238E27FC236}">
                <a16:creationId xmlns:a16="http://schemas.microsoft.com/office/drawing/2014/main" id="{9478540C-3062-4E98-959A-E07485AFAC8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F424EFE5-9B64-46EE-BE74-D737826E9ADF}" type="slidenum">
              <a:rPr lang="en-US" altLang="en-US" sz="1300"/>
              <a:pPr/>
              <a:t>40</a:t>
            </a:fld>
            <a:endParaRPr lang="en-US" altLang="en-US" sz="13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BAC95B77-44C9-4890-94AD-73FFDB72E301}"/>
              </a:ext>
            </a:extLst>
          </p:cNvPr>
          <p:cNvSpPr>
            <a:spLocks noGrp="1" noRot="1" noChangeAspect="1" noTextEdit="1"/>
          </p:cNvSpPr>
          <p:nvPr>
            <p:ph type="sldImg"/>
          </p:nvPr>
        </p:nvSpPr>
        <p:spPr>
          <a:ln/>
        </p:spPr>
      </p:sp>
      <p:sp>
        <p:nvSpPr>
          <p:cNvPr id="75779" name="Notes Placeholder 2">
            <a:extLst>
              <a:ext uri="{FF2B5EF4-FFF2-40B4-BE49-F238E27FC236}">
                <a16:creationId xmlns:a16="http://schemas.microsoft.com/office/drawing/2014/main" id="{6E791C8B-D07D-4639-AC81-CD9698A1BDF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5780" name="Slide Number Placeholder 3">
            <a:extLst>
              <a:ext uri="{FF2B5EF4-FFF2-40B4-BE49-F238E27FC236}">
                <a16:creationId xmlns:a16="http://schemas.microsoft.com/office/drawing/2014/main" id="{4256BEDE-E954-410A-8332-BA5F32B7E92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3CF47D8B-84F5-4BF8-A99A-5ECA52A623E7}" type="slidenum">
              <a:rPr lang="en-US" altLang="en-US" sz="1300"/>
              <a:pPr/>
              <a:t>41</a:t>
            </a:fld>
            <a:endParaRPr lang="en-US" altLang="en-US" sz="13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a:extLst>
              <a:ext uri="{FF2B5EF4-FFF2-40B4-BE49-F238E27FC236}">
                <a16:creationId xmlns:a16="http://schemas.microsoft.com/office/drawing/2014/main" id="{CBD6E998-8628-4675-AFEC-7969BCAC1ED1}"/>
              </a:ext>
            </a:extLst>
          </p:cNvPr>
          <p:cNvSpPr>
            <a:spLocks noGrp="1" noRot="1" noChangeAspect="1" noTextEdit="1"/>
          </p:cNvSpPr>
          <p:nvPr>
            <p:ph type="sldImg"/>
          </p:nvPr>
        </p:nvSpPr>
        <p:spPr>
          <a:ln/>
        </p:spPr>
      </p:sp>
      <p:sp>
        <p:nvSpPr>
          <p:cNvPr id="77827" name="Notes Placeholder 2">
            <a:extLst>
              <a:ext uri="{FF2B5EF4-FFF2-40B4-BE49-F238E27FC236}">
                <a16:creationId xmlns:a16="http://schemas.microsoft.com/office/drawing/2014/main" id="{1034056D-14E5-44D1-91FA-9DE75F16544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7828" name="Slide Number Placeholder 3">
            <a:extLst>
              <a:ext uri="{FF2B5EF4-FFF2-40B4-BE49-F238E27FC236}">
                <a16:creationId xmlns:a16="http://schemas.microsoft.com/office/drawing/2014/main" id="{1F1AC09A-75F8-4535-840F-324B16287D4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7455A9ED-3F13-41CE-817A-165F7887EAA9}" type="slidenum">
              <a:rPr lang="en-US" altLang="en-US" sz="1300"/>
              <a:pPr/>
              <a:t>42</a:t>
            </a:fld>
            <a:endParaRPr lang="en-US" altLang="en-US" sz="13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a:extLst>
              <a:ext uri="{FF2B5EF4-FFF2-40B4-BE49-F238E27FC236}">
                <a16:creationId xmlns:a16="http://schemas.microsoft.com/office/drawing/2014/main" id="{543F04EE-1BB8-458D-A5C0-51DEA009F103}"/>
              </a:ext>
            </a:extLst>
          </p:cNvPr>
          <p:cNvSpPr>
            <a:spLocks noGrp="1" noRot="1" noChangeAspect="1" noTextEdit="1"/>
          </p:cNvSpPr>
          <p:nvPr>
            <p:ph type="sldImg"/>
          </p:nvPr>
        </p:nvSpPr>
        <p:spPr>
          <a:ln/>
        </p:spPr>
      </p:sp>
      <p:sp>
        <p:nvSpPr>
          <p:cNvPr id="79875" name="Notes Placeholder 2">
            <a:extLst>
              <a:ext uri="{FF2B5EF4-FFF2-40B4-BE49-F238E27FC236}">
                <a16:creationId xmlns:a16="http://schemas.microsoft.com/office/drawing/2014/main" id="{37109F8E-2B4A-4CF3-82CD-0323F81903E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9876" name="Slide Number Placeholder 3">
            <a:extLst>
              <a:ext uri="{FF2B5EF4-FFF2-40B4-BE49-F238E27FC236}">
                <a16:creationId xmlns:a16="http://schemas.microsoft.com/office/drawing/2014/main" id="{D4FEF026-2F18-4494-8BEF-305E9B26E0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2F9FF730-BE6A-4195-9088-476156BD42FD}" type="slidenum">
              <a:rPr lang="en-US" altLang="en-US" sz="1300"/>
              <a:pPr/>
              <a:t>43</a:t>
            </a:fld>
            <a:endParaRPr lang="en-US" altLang="en-US" sz="13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a:extLst>
              <a:ext uri="{FF2B5EF4-FFF2-40B4-BE49-F238E27FC236}">
                <a16:creationId xmlns:a16="http://schemas.microsoft.com/office/drawing/2014/main" id="{1DC771A3-E241-45C2-9741-3B3C78AABE71}"/>
              </a:ext>
            </a:extLst>
          </p:cNvPr>
          <p:cNvSpPr>
            <a:spLocks noGrp="1" noRot="1" noChangeAspect="1" noTextEdit="1"/>
          </p:cNvSpPr>
          <p:nvPr>
            <p:ph type="sldImg"/>
          </p:nvPr>
        </p:nvSpPr>
        <p:spPr>
          <a:ln/>
        </p:spPr>
      </p:sp>
      <p:sp>
        <p:nvSpPr>
          <p:cNvPr id="81923" name="Notes Placeholder 2">
            <a:extLst>
              <a:ext uri="{FF2B5EF4-FFF2-40B4-BE49-F238E27FC236}">
                <a16:creationId xmlns:a16="http://schemas.microsoft.com/office/drawing/2014/main" id="{514EF54A-E824-451B-9410-695208FB553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1924" name="Slide Number Placeholder 3">
            <a:extLst>
              <a:ext uri="{FF2B5EF4-FFF2-40B4-BE49-F238E27FC236}">
                <a16:creationId xmlns:a16="http://schemas.microsoft.com/office/drawing/2014/main" id="{5E3EEBFF-03F2-493F-9631-EAF8B35293C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C8F2285B-3B02-4791-8EEB-154E363991EF}" type="slidenum">
              <a:rPr lang="en-US" altLang="en-US" sz="1300"/>
              <a:pPr/>
              <a:t>44</a:t>
            </a:fld>
            <a:endParaRPr lang="en-US" altLang="en-US" sz="13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a:extLst>
              <a:ext uri="{FF2B5EF4-FFF2-40B4-BE49-F238E27FC236}">
                <a16:creationId xmlns:a16="http://schemas.microsoft.com/office/drawing/2014/main" id="{A7EBB0AF-58DF-47FA-8137-B2A2F8F7D5EB}"/>
              </a:ext>
            </a:extLst>
          </p:cNvPr>
          <p:cNvSpPr>
            <a:spLocks noGrp="1" noRot="1" noChangeAspect="1" noTextEdit="1"/>
          </p:cNvSpPr>
          <p:nvPr>
            <p:ph type="sldImg"/>
          </p:nvPr>
        </p:nvSpPr>
        <p:spPr>
          <a:ln/>
        </p:spPr>
      </p:sp>
      <p:sp>
        <p:nvSpPr>
          <p:cNvPr id="83971" name="Notes Placeholder 2">
            <a:extLst>
              <a:ext uri="{FF2B5EF4-FFF2-40B4-BE49-F238E27FC236}">
                <a16:creationId xmlns:a16="http://schemas.microsoft.com/office/drawing/2014/main" id="{4BCA696E-C779-4D3B-AFAE-EC52AB83967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3972" name="Slide Number Placeholder 3">
            <a:extLst>
              <a:ext uri="{FF2B5EF4-FFF2-40B4-BE49-F238E27FC236}">
                <a16:creationId xmlns:a16="http://schemas.microsoft.com/office/drawing/2014/main" id="{F714520B-7FFF-44E3-9D24-05883D9E779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57FBF380-50BF-4CBF-93FF-A1852367EE8D}" type="slidenum">
              <a:rPr lang="en-US" altLang="en-US" sz="1300"/>
              <a:pPr/>
              <a:t>45</a:t>
            </a:fld>
            <a:endParaRPr lang="en-US" altLang="en-US" sz="13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a:extLst>
              <a:ext uri="{FF2B5EF4-FFF2-40B4-BE49-F238E27FC236}">
                <a16:creationId xmlns:a16="http://schemas.microsoft.com/office/drawing/2014/main" id="{C081B6C7-5B5C-45D8-81E6-D00112B11634}"/>
              </a:ext>
            </a:extLst>
          </p:cNvPr>
          <p:cNvSpPr>
            <a:spLocks noGrp="1" noRot="1" noChangeAspect="1" noTextEdit="1"/>
          </p:cNvSpPr>
          <p:nvPr>
            <p:ph type="sldImg"/>
          </p:nvPr>
        </p:nvSpPr>
        <p:spPr>
          <a:ln/>
        </p:spPr>
      </p:sp>
      <p:sp>
        <p:nvSpPr>
          <p:cNvPr id="86019" name="Notes Placeholder 2">
            <a:extLst>
              <a:ext uri="{FF2B5EF4-FFF2-40B4-BE49-F238E27FC236}">
                <a16:creationId xmlns:a16="http://schemas.microsoft.com/office/drawing/2014/main" id="{D629588C-DF5E-4083-9B3D-C5443966D6F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6020" name="Slide Number Placeholder 3">
            <a:extLst>
              <a:ext uri="{FF2B5EF4-FFF2-40B4-BE49-F238E27FC236}">
                <a16:creationId xmlns:a16="http://schemas.microsoft.com/office/drawing/2014/main" id="{2B2FB704-99E7-43E7-8386-BB3C5B6BE11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0A33D77E-FDF0-45AB-805F-86D459E907FD}" type="slidenum">
              <a:rPr lang="en-US" altLang="en-US" sz="1300"/>
              <a:pPr/>
              <a:t>46</a:t>
            </a:fld>
            <a:endParaRPr lang="en-US" altLang="en-US" sz="13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a:extLst>
              <a:ext uri="{FF2B5EF4-FFF2-40B4-BE49-F238E27FC236}">
                <a16:creationId xmlns:a16="http://schemas.microsoft.com/office/drawing/2014/main" id="{62145BC9-7EA2-443F-AE6C-81D58B4BC4B7}"/>
              </a:ext>
            </a:extLst>
          </p:cNvPr>
          <p:cNvSpPr>
            <a:spLocks noGrp="1" noRot="1" noChangeAspect="1" noTextEdit="1"/>
          </p:cNvSpPr>
          <p:nvPr>
            <p:ph type="sldImg"/>
          </p:nvPr>
        </p:nvSpPr>
        <p:spPr>
          <a:ln/>
        </p:spPr>
      </p:sp>
      <p:sp>
        <p:nvSpPr>
          <p:cNvPr id="89091" name="Notes Placeholder 2">
            <a:extLst>
              <a:ext uri="{FF2B5EF4-FFF2-40B4-BE49-F238E27FC236}">
                <a16:creationId xmlns:a16="http://schemas.microsoft.com/office/drawing/2014/main" id="{59E90A97-3642-44BB-9587-D7A25BED1D2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9092" name="Slide Number Placeholder 3">
            <a:extLst>
              <a:ext uri="{FF2B5EF4-FFF2-40B4-BE49-F238E27FC236}">
                <a16:creationId xmlns:a16="http://schemas.microsoft.com/office/drawing/2014/main" id="{38F5A409-09F5-48B1-951C-6BE4C1F75FE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3709F545-1B06-4D3F-BBDF-3F4676570401}" type="slidenum">
              <a:rPr lang="en-US" altLang="en-US" sz="1300"/>
              <a:pPr/>
              <a:t>52</a:t>
            </a:fld>
            <a:endParaRPr lang="en-US" altLang="en-US" sz="13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a:extLst>
              <a:ext uri="{FF2B5EF4-FFF2-40B4-BE49-F238E27FC236}">
                <a16:creationId xmlns:a16="http://schemas.microsoft.com/office/drawing/2014/main" id="{B6884BAB-C8DC-4994-B788-2783EBC88B03}"/>
              </a:ext>
            </a:extLst>
          </p:cNvPr>
          <p:cNvSpPr>
            <a:spLocks noGrp="1" noRot="1" noChangeAspect="1" noTextEdit="1"/>
          </p:cNvSpPr>
          <p:nvPr>
            <p:ph type="sldImg"/>
          </p:nvPr>
        </p:nvSpPr>
        <p:spPr>
          <a:ln/>
        </p:spPr>
      </p:sp>
      <p:sp>
        <p:nvSpPr>
          <p:cNvPr id="91139" name="Notes Placeholder 2">
            <a:extLst>
              <a:ext uri="{FF2B5EF4-FFF2-40B4-BE49-F238E27FC236}">
                <a16:creationId xmlns:a16="http://schemas.microsoft.com/office/drawing/2014/main" id="{C8D4777A-9A3E-470E-A328-3CE0008D89D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1140" name="Slide Number Placeholder 3">
            <a:extLst>
              <a:ext uri="{FF2B5EF4-FFF2-40B4-BE49-F238E27FC236}">
                <a16:creationId xmlns:a16="http://schemas.microsoft.com/office/drawing/2014/main" id="{AA9AF46B-3B1F-440A-AD48-E71D87DA28A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EFEAD103-81F4-4346-BF32-339E7EB99BEC}" type="slidenum">
              <a:rPr lang="en-US" altLang="en-US" sz="1300"/>
              <a:pPr/>
              <a:t>60</a:t>
            </a:fld>
            <a:endParaRPr lang="en-US" altLang="en-US" sz="13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8B6B8-7CE6-4F4A-96BB-19832B5AA2E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68794058-CF17-4068-B021-0440C8E90BCF}"/>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3B0AAB96-1A95-47F6-9078-81AE7DD71516}"/>
              </a:ext>
            </a:extLst>
          </p:cNvPr>
          <p:cNvSpPr>
            <a:spLocks noGrp="1"/>
          </p:cNvSpPr>
          <p:nvPr>
            <p:ph type="dt" sz="half" idx="10"/>
          </p:nvPr>
        </p:nvSpPr>
        <p:spPr/>
        <p:txBody>
          <a:bodyPr/>
          <a:lstStyle/>
          <a:p>
            <a:fld id="{9677A9FE-C537-48E0-95A7-2D8E1C495DB6}" type="datetimeFigureOut">
              <a:rPr lang="en-US" smtClean="0"/>
              <a:t>3/18/2025</a:t>
            </a:fld>
            <a:endParaRPr lang="en-US"/>
          </a:p>
        </p:txBody>
      </p:sp>
      <p:sp>
        <p:nvSpPr>
          <p:cNvPr id="5" name="Footer Placeholder 4">
            <a:extLst>
              <a:ext uri="{FF2B5EF4-FFF2-40B4-BE49-F238E27FC236}">
                <a16:creationId xmlns:a16="http://schemas.microsoft.com/office/drawing/2014/main" id="{B5418F2D-A5F6-443C-B769-A4ACCAD26976}"/>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9316706A-E2A2-4E56-B899-AB6B2381CF00}"/>
              </a:ext>
            </a:extLst>
          </p:cNvPr>
          <p:cNvSpPr>
            <a:spLocks noGrp="1"/>
          </p:cNvSpPr>
          <p:nvPr>
            <p:ph type="sldNum" sz="quarter" idx="12"/>
          </p:nvPr>
        </p:nvSpPr>
        <p:spPr/>
        <p:txBody>
          <a:bodyPr/>
          <a:lstStyle/>
          <a:p>
            <a:fld id="{99E193D3-C450-44A0-8D7D-E4F58C8576E9}" type="slidenum">
              <a:rPr lang="en-US" altLang="en-US" smtClean="0"/>
              <a:pPr/>
              <a:t>‹#›</a:t>
            </a:fld>
            <a:endParaRPr lang="en-US" altLang="en-US"/>
          </a:p>
        </p:txBody>
      </p:sp>
      <p:sp>
        <p:nvSpPr>
          <p:cNvPr id="7" name="Rectangle 6">
            <a:extLst>
              <a:ext uri="{FF2B5EF4-FFF2-40B4-BE49-F238E27FC236}">
                <a16:creationId xmlns:a16="http://schemas.microsoft.com/office/drawing/2014/main" id="{F87442E4-7D05-4776-B93D-20E7141DF1E6}"/>
              </a:ext>
            </a:extLst>
          </p:cNvPr>
          <p:cNvSpPr/>
          <p:nvPr userDrawn="1"/>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288BAF76-6A6E-4A8B-8DDF-75F266FB8609}"/>
              </a:ext>
            </a:extLst>
          </p:cNvPr>
          <p:cNvSpPr>
            <a:spLocks noChangeArrowheads="1"/>
          </p:cNvSpPr>
          <p:nvPr userDrawn="1"/>
        </p:nvSpPr>
        <p:spPr bwMode="auto">
          <a:xfrm>
            <a:off x="38100" y="6524625"/>
            <a:ext cx="5943600" cy="261938"/>
          </a:xfrm>
          <a:prstGeom prst="rect">
            <a:avLst/>
          </a:prstGeom>
          <a:noFill/>
          <a:ln>
            <a:noFill/>
          </a:ln>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r>
              <a:rPr lang="en-US" altLang="en-US" sz="1100" dirty="0">
                <a:solidFill>
                  <a:schemeClr val="bg1"/>
                </a:solidFill>
                <a:latin typeface="Gill Sans MT" pitchFamily="34" charset="0"/>
              </a:rPr>
              <a:t>Copyright © Terry </a:t>
            </a:r>
            <a:r>
              <a:rPr lang="en-US" altLang="en-US" sz="1100" dirty="0" err="1">
                <a:solidFill>
                  <a:schemeClr val="bg1"/>
                </a:solidFill>
                <a:latin typeface="Gill Sans MT" pitchFamily="34" charset="0"/>
              </a:rPr>
              <a:t>Felke</a:t>
            </a:r>
            <a:r>
              <a:rPr lang="en-US" altLang="en-US" sz="1100" dirty="0">
                <a:solidFill>
                  <a:schemeClr val="bg1"/>
                </a:solidFill>
                <a:latin typeface="Gill Sans MT" pitchFamily="34" charset="0"/>
              </a:rPr>
              <a:t>-Morris http://terrymorris.net</a:t>
            </a:r>
          </a:p>
        </p:txBody>
      </p:sp>
    </p:spTree>
    <p:extLst>
      <p:ext uri="{BB962C8B-B14F-4D97-AF65-F5344CB8AC3E}">
        <p14:creationId xmlns:p14="http://schemas.microsoft.com/office/powerpoint/2010/main" val="2818568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02D18-7425-4A80-97AD-260EA498C0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D59945-ECF4-4806-A681-DFD541075F9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5E1C39-1ECC-467B-B4BA-F177124F7AF0}"/>
              </a:ext>
            </a:extLst>
          </p:cNvPr>
          <p:cNvSpPr>
            <a:spLocks noGrp="1"/>
          </p:cNvSpPr>
          <p:nvPr>
            <p:ph type="dt" sz="half" idx="10"/>
          </p:nvPr>
        </p:nvSpPr>
        <p:spPr/>
        <p:txBody>
          <a:bodyPr/>
          <a:lstStyle/>
          <a:p>
            <a:fld id="{9677A9FE-C537-48E0-95A7-2D8E1C495DB6}" type="datetimeFigureOut">
              <a:rPr lang="en-US" smtClean="0"/>
              <a:t>3/18/2025</a:t>
            </a:fld>
            <a:endParaRPr lang="en-US"/>
          </a:p>
        </p:txBody>
      </p:sp>
      <p:sp>
        <p:nvSpPr>
          <p:cNvPr id="5" name="Footer Placeholder 4">
            <a:extLst>
              <a:ext uri="{FF2B5EF4-FFF2-40B4-BE49-F238E27FC236}">
                <a16:creationId xmlns:a16="http://schemas.microsoft.com/office/drawing/2014/main" id="{63787CA0-2935-4994-9A3C-DD612B07A9CA}"/>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97F6E2B2-2FE7-4893-9E9A-C01533466D1E}"/>
              </a:ext>
            </a:extLst>
          </p:cNvPr>
          <p:cNvSpPr>
            <a:spLocks noGrp="1"/>
          </p:cNvSpPr>
          <p:nvPr>
            <p:ph type="sldNum" sz="quarter" idx="12"/>
          </p:nvPr>
        </p:nvSpPr>
        <p:spPr/>
        <p:txBody>
          <a:bodyPr/>
          <a:lstStyle/>
          <a:p>
            <a:fld id="{BF3EC595-1324-4821-BEA8-C2A5B6BD78B7}" type="slidenum">
              <a:rPr lang="en-US" altLang="en-US" smtClean="0"/>
              <a:pPr/>
              <a:t>‹#›</a:t>
            </a:fld>
            <a:endParaRPr lang="en-US" altLang="en-US"/>
          </a:p>
        </p:txBody>
      </p:sp>
      <p:sp>
        <p:nvSpPr>
          <p:cNvPr id="7" name="Rectangle 6">
            <a:extLst>
              <a:ext uri="{FF2B5EF4-FFF2-40B4-BE49-F238E27FC236}">
                <a16:creationId xmlns:a16="http://schemas.microsoft.com/office/drawing/2014/main" id="{AF428717-1391-4AE8-BF5B-8307E1EE4B5D}"/>
              </a:ext>
            </a:extLst>
          </p:cNvPr>
          <p:cNvSpPr>
            <a:spLocks noChangeArrowheads="1"/>
          </p:cNvSpPr>
          <p:nvPr userDrawn="1"/>
        </p:nvSpPr>
        <p:spPr bwMode="auto">
          <a:xfrm>
            <a:off x="6350" y="6510338"/>
            <a:ext cx="5943600" cy="263525"/>
          </a:xfrm>
          <a:prstGeom prst="rect">
            <a:avLst/>
          </a:prstGeom>
          <a:noFill/>
          <a:ln>
            <a:noFill/>
          </a:ln>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r>
              <a:rPr lang="en-US" altLang="en-US" sz="1100" dirty="0">
                <a:solidFill>
                  <a:schemeClr val="bg1"/>
                </a:solidFill>
                <a:latin typeface="Gill Sans MT" pitchFamily="34" charset="0"/>
              </a:rPr>
              <a:t>Copyright © Terry </a:t>
            </a:r>
            <a:r>
              <a:rPr lang="en-US" altLang="en-US" sz="1100" dirty="0" err="1">
                <a:solidFill>
                  <a:schemeClr val="bg1"/>
                </a:solidFill>
                <a:latin typeface="Gill Sans MT" pitchFamily="34" charset="0"/>
              </a:rPr>
              <a:t>Felke</a:t>
            </a:r>
            <a:r>
              <a:rPr lang="en-US" altLang="en-US" sz="1100" dirty="0">
                <a:solidFill>
                  <a:schemeClr val="bg1"/>
                </a:solidFill>
                <a:latin typeface="Gill Sans MT" pitchFamily="34" charset="0"/>
              </a:rPr>
              <a:t>-Morris http://terrymorris.net</a:t>
            </a:r>
          </a:p>
        </p:txBody>
      </p:sp>
    </p:spTree>
    <p:extLst>
      <p:ext uri="{BB962C8B-B14F-4D97-AF65-F5344CB8AC3E}">
        <p14:creationId xmlns:p14="http://schemas.microsoft.com/office/powerpoint/2010/main" val="236167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31794-B85C-4EA3-BA70-526E96E15D6C}"/>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E431CB1E-413D-4EFC-A4F4-58592690D4C0}"/>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EFA9FAE-8810-4918-9933-E7920328240E}"/>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71DB6441-984A-4108-A6BB-3C5A38AFD7A6}"/>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3C26ECD5-76B0-4D22-8270-DC71C56A46B5}"/>
              </a:ext>
            </a:extLst>
          </p:cNvPr>
          <p:cNvSpPr>
            <a:spLocks noGrp="1"/>
          </p:cNvSpPr>
          <p:nvPr>
            <p:ph type="sldNum" sz="quarter" idx="12"/>
          </p:nvPr>
        </p:nvSpPr>
        <p:spPr/>
        <p:txBody>
          <a:bodyPr/>
          <a:lstStyle/>
          <a:p>
            <a:fld id="{79865977-D644-4E11-AC65-34A9419C1B7C}" type="slidenum">
              <a:rPr lang="en-US" altLang="en-US" smtClean="0"/>
              <a:pPr/>
              <a:t>‹#›</a:t>
            </a:fld>
            <a:endParaRPr lang="en-US" altLang="en-US"/>
          </a:p>
        </p:txBody>
      </p:sp>
    </p:spTree>
    <p:extLst>
      <p:ext uri="{BB962C8B-B14F-4D97-AF65-F5344CB8AC3E}">
        <p14:creationId xmlns:p14="http://schemas.microsoft.com/office/powerpoint/2010/main" val="718451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CB78B-0C7C-447C-B05F-F3402F9CBF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9C73EC-CCD0-487A-BD8A-21E165D1A686}"/>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5C1811C-73F7-463C-A3FA-2F245AE4A814}"/>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418AAB-A230-4F4C-950F-F7BC97920CA9}"/>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C0BAAC4F-3622-42EC-BDFD-4DE37A722333}"/>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82D2D5D7-0C98-497D-8131-2FB1717ECDCC}"/>
              </a:ext>
            </a:extLst>
          </p:cNvPr>
          <p:cNvSpPr>
            <a:spLocks noGrp="1"/>
          </p:cNvSpPr>
          <p:nvPr>
            <p:ph type="sldNum" sz="quarter" idx="12"/>
          </p:nvPr>
        </p:nvSpPr>
        <p:spPr/>
        <p:txBody>
          <a:bodyPr/>
          <a:lstStyle/>
          <a:p>
            <a:fld id="{9EA68ECE-8A58-4E42-9187-A562F7D95D47}" type="slidenum">
              <a:rPr lang="en-US" altLang="en-US" smtClean="0"/>
              <a:pPr/>
              <a:t>‹#›</a:t>
            </a:fld>
            <a:endParaRPr lang="en-US" altLang="en-US"/>
          </a:p>
        </p:txBody>
      </p:sp>
    </p:spTree>
    <p:extLst>
      <p:ext uri="{BB962C8B-B14F-4D97-AF65-F5344CB8AC3E}">
        <p14:creationId xmlns:p14="http://schemas.microsoft.com/office/powerpoint/2010/main" val="3261461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F16C6-4BA0-4BE5-81CE-B7D83D48F788}"/>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3E04F6-2BBA-4785-8129-1F5E98A79242}"/>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A99F9E8D-ED17-48E8-9196-0C1EECFEE959}"/>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AC77D4-30B8-437C-8D48-4E084B44ADCD}"/>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C1044590-DF73-4C1C-A1F6-65318E5DBE4D}"/>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7D413A-5F40-4346-8B94-AD0A81685144}"/>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0852506F-DD3B-441B-A8A1-E7C8C4088896}"/>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8B40E5EE-7DA3-4F8E-9376-CCF953712188}"/>
              </a:ext>
            </a:extLst>
          </p:cNvPr>
          <p:cNvSpPr>
            <a:spLocks noGrp="1"/>
          </p:cNvSpPr>
          <p:nvPr>
            <p:ph type="sldNum" sz="quarter" idx="12"/>
          </p:nvPr>
        </p:nvSpPr>
        <p:spPr/>
        <p:txBody>
          <a:bodyPr/>
          <a:lstStyle/>
          <a:p>
            <a:fld id="{B0652E87-D7BA-461D-ABED-8C30CD52DF3C}" type="slidenum">
              <a:rPr lang="en-US" altLang="en-US" smtClean="0"/>
              <a:pPr/>
              <a:t>‹#›</a:t>
            </a:fld>
            <a:endParaRPr lang="en-US" altLang="en-US"/>
          </a:p>
        </p:txBody>
      </p:sp>
    </p:spTree>
    <p:extLst>
      <p:ext uri="{BB962C8B-B14F-4D97-AF65-F5344CB8AC3E}">
        <p14:creationId xmlns:p14="http://schemas.microsoft.com/office/powerpoint/2010/main" val="423149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EF45D-4579-48E1-8888-776AD0613E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C19E41-3020-4479-A2F2-74B11A45D585}"/>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C342B6E7-4CA6-47EB-8C47-055A7F64C542}"/>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0FB06282-7518-4D05-BD3E-B7E33779245A}"/>
              </a:ext>
            </a:extLst>
          </p:cNvPr>
          <p:cNvSpPr>
            <a:spLocks noGrp="1"/>
          </p:cNvSpPr>
          <p:nvPr>
            <p:ph type="sldNum" sz="quarter" idx="12"/>
          </p:nvPr>
        </p:nvSpPr>
        <p:spPr/>
        <p:txBody>
          <a:bodyPr/>
          <a:lstStyle/>
          <a:p>
            <a:fld id="{2FBBBBE4-BDAD-4907-9F8C-2261A3936871}" type="slidenum">
              <a:rPr lang="en-US" altLang="en-US" smtClean="0"/>
              <a:pPr/>
              <a:t>‹#›</a:t>
            </a:fld>
            <a:endParaRPr lang="en-US" altLang="en-US"/>
          </a:p>
        </p:txBody>
      </p:sp>
    </p:spTree>
    <p:extLst>
      <p:ext uri="{BB962C8B-B14F-4D97-AF65-F5344CB8AC3E}">
        <p14:creationId xmlns:p14="http://schemas.microsoft.com/office/powerpoint/2010/main" val="21496555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924691-B15C-453D-8CC5-DA578E9A3172}"/>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0554336E-6CF0-40C4-BF4D-3ECE500BCB0E}"/>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A2EC113C-2AE6-463A-9E45-7240315429FA}"/>
              </a:ext>
            </a:extLst>
          </p:cNvPr>
          <p:cNvSpPr>
            <a:spLocks noGrp="1"/>
          </p:cNvSpPr>
          <p:nvPr>
            <p:ph type="sldNum" sz="quarter" idx="12"/>
          </p:nvPr>
        </p:nvSpPr>
        <p:spPr/>
        <p:txBody>
          <a:bodyPr/>
          <a:lstStyle/>
          <a:p>
            <a:fld id="{3FCB2717-A21F-4D33-952A-75E2A4C3DBAD}" type="slidenum">
              <a:rPr lang="en-US" altLang="en-US" smtClean="0"/>
              <a:pPr/>
              <a:t>‹#›</a:t>
            </a:fld>
            <a:endParaRPr lang="en-US" altLang="en-US"/>
          </a:p>
        </p:txBody>
      </p:sp>
    </p:spTree>
    <p:extLst>
      <p:ext uri="{BB962C8B-B14F-4D97-AF65-F5344CB8AC3E}">
        <p14:creationId xmlns:p14="http://schemas.microsoft.com/office/powerpoint/2010/main" val="2574348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10965-19A6-47C2-BF0A-A6B8A2CA0D84}"/>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117DF245-9932-4E15-9191-8900CF9A9F8B}"/>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17702E-2BA1-4FC6-BD0D-1FDA075DCE6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3685F5AB-CA16-419D-846D-0140583225A5}"/>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544E36F7-70D3-41BA-861F-A33A0954269C}"/>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86B2A8A1-CA69-4C8F-99B2-419BCA67EC9F}"/>
              </a:ext>
            </a:extLst>
          </p:cNvPr>
          <p:cNvSpPr>
            <a:spLocks noGrp="1"/>
          </p:cNvSpPr>
          <p:nvPr>
            <p:ph type="sldNum" sz="quarter" idx="12"/>
          </p:nvPr>
        </p:nvSpPr>
        <p:spPr/>
        <p:txBody>
          <a:bodyPr/>
          <a:lstStyle/>
          <a:p>
            <a:fld id="{72964996-A675-4976-8E4E-B737AEDDA4A4}" type="slidenum">
              <a:rPr lang="en-US" altLang="en-US" smtClean="0"/>
              <a:pPr/>
              <a:t>‹#›</a:t>
            </a:fld>
            <a:endParaRPr lang="en-US" altLang="en-US"/>
          </a:p>
        </p:txBody>
      </p:sp>
    </p:spTree>
    <p:extLst>
      <p:ext uri="{BB962C8B-B14F-4D97-AF65-F5344CB8AC3E}">
        <p14:creationId xmlns:p14="http://schemas.microsoft.com/office/powerpoint/2010/main" val="2315683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8497A-BC28-4C03-A803-E9B9C4A7ECA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79B9469-56ED-4BFD-8333-999298CF29D5}"/>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718272F4-34EF-47AC-89EE-8EBE4905BE6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F9698CC6-B8A8-4D5A-9F63-DB8D407467AC}"/>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6BE1F24E-F601-4741-8E09-89FCFB70194F}"/>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32FBF056-9617-40D7-8E04-192A9DE49B87}"/>
              </a:ext>
            </a:extLst>
          </p:cNvPr>
          <p:cNvSpPr>
            <a:spLocks noGrp="1"/>
          </p:cNvSpPr>
          <p:nvPr>
            <p:ph type="sldNum" sz="quarter" idx="12"/>
          </p:nvPr>
        </p:nvSpPr>
        <p:spPr/>
        <p:txBody>
          <a:bodyPr/>
          <a:lstStyle/>
          <a:p>
            <a:fld id="{3B67F070-7069-451E-B364-5BC5046FD56F}" type="slidenum">
              <a:rPr lang="en-US" altLang="en-US" smtClean="0"/>
              <a:pPr/>
              <a:t>‹#›</a:t>
            </a:fld>
            <a:endParaRPr lang="en-US" altLang="en-US"/>
          </a:p>
        </p:txBody>
      </p:sp>
    </p:spTree>
    <p:extLst>
      <p:ext uri="{BB962C8B-B14F-4D97-AF65-F5344CB8AC3E}">
        <p14:creationId xmlns:p14="http://schemas.microsoft.com/office/powerpoint/2010/main" val="2506488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1980B-8E93-4DB1-A350-F06E8F18BF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677A8E-957F-4BC3-A001-206FAF9A1CA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9CAFFC-8C9B-4D0B-B0D7-AADC281405CC}"/>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98494B17-763C-415C-A8D5-1D94677AB3DF}"/>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55115F9A-A40E-4C0F-99D7-4D9FD9C39032}"/>
              </a:ext>
            </a:extLst>
          </p:cNvPr>
          <p:cNvSpPr>
            <a:spLocks noGrp="1"/>
          </p:cNvSpPr>
          <p:nvPr>
            <p:ph type="sldNum" sz="quarter" idx="12"/>
          </p:nvPr>
        </p:nvSpPr>
        <p:spPr/>
        <p:txBody>
          <a:bodyPr/>
          <a:lstStyle/>
          <a:p>
            <a:fld id="{A661D00B-5833-45B3-8395-7D4A3ED68FCC}" type="slidenum">
              <a:rPr lang="en-US" altLang="en-US" smtClean="0"/>
              <a:pPr/>
              <a:t>‹#›</a:t>
            </a:fld>
            <a:endParaRPr lang="en-US" altLang="en-US"/>
          </a:p>
        </p:txBody>
      </p:sp>
    </p:spTree>
    <p:extLst>
      <p:ext uri="{BB962C8B-B14F-4D97-AF65-F5344CB8AC3E}">
        <p14:creationId xmlns:p14="http://schemas.microsoft.com/office/powerpoint/2010/main" val="334222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E6C688-AF6A-429B-AB6D-C79D235F07E1}"/>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5B49F1-A970-46F1-92E4-6D6921996112}"/>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680392-4720-42FB-BB2E-72A72476E1AF}"/>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01D22DC3-0279-4F9E-A783-ED290098FAC3}"/>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BE40E616-CE61-40B5-833B-FB13B8B47FA0}"/>
              </a:ext>
            </a:extLst>
          </p:cNvPr>
          <p:cNvSpPr>
            <a:spLocks noGrp="1"/>
          </p:cNvSpPr>
          <p:nvPr>
            <p:ph type="sldNum" sz="quarter" idx="12"/>
          </p:nvPr>
        </p:nvSpPr>
        <p:spPr/>
        <p:txBody>
          <a:bodyPr/>
          <a:lstStyle/>
          <a:p>
            <a:fld id="{A6F75F8D-0B8C-4547-80CB-9416DA5D6E9C}" type="slidenum">
              <a:rPr lang="en-US" altLang="en-US" smtClean="0"/>
              <a:pPr/>
              <a:t>‹#›</a:t>
            </a:fld>
            <a:endParaRPr lang="en-US" altLang="en-US"/>
          </a:p>
        </p:txBody>
      </p:sp>
    </p:spTree>
    <p:extLst>
      <p:ext uri="{BB962C8B-B14F-4D97-AF65-F5344CB8AC3E}">
        <p14:creationId xmlns:p14="http://schemas.microsoft.com/office/powerpoint/2010/main" val="359010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8A434C-18D7-4A40-A5F4-57A5748770BB}"/>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541ECE2-E7CA-4B3B-96A0-FF25D5E693FC}"/>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C46C4D-639B-4A41-8CB8-09AE13160EE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24C129B6-70AA-47D6-8573-61AD51B8655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6BD29693-DEB3-4BAB-A783-0CAC61D8356D}"/>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FC6A143-59DB-4471-8EEB-354A3BB902EE}" type="slidenum">
              <a:rPr lang="en-US" altLang="en-US" smtClean="0"/>
              <a:pPr/>
              <a:t>‹#›</a:t>
            </a:fld>
            <a:endParaRPr lang="en-US" altLang="en-US"/>
          </a:p>
        </p:txBody>
      </p:sp>
    </p:spTree>
    <p:extLst>
      <p:ext uri="{BB962C8B-B14F-4D97-AF65-F5344CB8AC3E}">
        <p14:creationId xmlns:p14="http://schemas.microsoft.com/office/powerpoint/2010/main" val="3981773594"/>
      </p:ext>
    </p:extLst>
  </p:cSld>
  <p:clrMap bg1="lt1" tx1="dk1" bg2="lt2" tx2="dk2" accent1="accent1" accent2="accent2" accent3="accent3" accent4="accent4" accent5="accent5" accent6="accent6" hlink="hlink" folHlink="folHlink"/>
  <p:sldLayoutIdLst>
    <p:sldLayoutId id="2147484422" r:id="rId1"/>
    <p:sldLayoutId id="2147484423" r:id="rId2"/>
    <p:sldLayoutId id="2147484424" r:id="rId3"/>
    <p:sldLayoutId id="2147484425" r:id="rId4"/>
    <p:sldLayoutId id="2147484426" r:id="rId5"/>
    <p:sldLayoutId id="2147484427" r:id="rId6"/>
    <p:sldLayoutId id="2147484428" r:id="rId7"/>
    <p:sldLayoutId id="2147484429" r:id="rId8"/>
    <p:sldLayoutId id="2147484430" r:id="rId9"/>
    <p:sldLayoutId id="2147484431" r:id="rId10"/>
    <p:sldLayoutId id="2147484432"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D3EFD531-1FF8-4F58-BFA3-A9897F45EBA5}"/>
              </a:ext>
            </a:extLst>
          </p:cNvPr>
          <p:cNvSpPr>
            <a:spLocks noGrp="1" noChangeArrowheads="1"/>
          </p:cNvSpPr>
          <p:nvPr>
            <p:ph type="ctrTitle"/>
          </p:nvPr>
        </p:nvSpPr>
        <p:spPr>
          <a:xfrm>
            <a:off x="1066800" y="2057400"/>
            <a:ext cx="7543800" cy="1431925"/>
          </a:xfrm>
        </p:spPr>
        <p:txBody>
          <a:bodyPr>
            <a:normAutofit fontScale="90000"/>
          </a:bodyPr>
          <a:lstStyle/>
          <a:p>
            <a:pPr algn="r" eaLnBrk="1" fontAlgn="auto" hangingPunct="1">
              <a:spcAft>
                <a:spcPts val="0"/>
              </a:spcAft>
              <a:defRPr/>
            </a:pPr>
            <a:r>
              <a:rPr lang="en-US" sz="4400" dirty="0">
                <a:solidFill>
                  <a:schemeClr val="tx2">
                    <a:satMod val="130000"/>
                  </a:schemeClr>
                </a:solidFill>
              </a:rPr>
              <a:t>Web Development &amp; Design Foundations  with  HTML5</a:t>
            </a:r>
            <a:br>
              <a:rPr lang="en-US" sz="4400" dirty="0">
                <a:solidFill>
                  <a:schemeClr val="tx2">
                    <a:satMod val="130000"/>
                  </a:schemeClr>
                </a:solidFill>
              </a:rPr>
            </a:br>
            <a:r>
              <a:rPr lang="en-US" sz="4400" dirty="0">
                <a:solidFill>
                  <a:schemeClr val="tx2">
                    <a:satMod val="130000"/>
                  </a:schemeClr>
                </a:solidFill>
              </a:rPr>
              <a:t>8</a:t>
            </a:r>
            <a:r>
              <a:rPr lang="en-US" sz="4400" baseline="30000" dirty="0">
                <a:solidFill>
                  <a:schemeClr val="tx2">
                    <a:satMod val="130000"/>
                  </a:schemeClr>
                </a:solidFill>
              </a:rPr>
              <a:t>th</a:t>
            </a:r>
            <a:r>
              <a:rPr lang="en-US" sz="4400" dirty="0">
                <a:solidFill>
                  <a:schemeClr val="tx2">
                    <a:satMod val="130000"/>
                  </a:schemeClr>
                </a:solidFill>
              </a:rPr>
              <a:t> Edition, </a:t>
            </a:r>
            <a:r>
              <a:rPr lang="en-US" sz="4400" dirty="0"/>
              <a:t>Global Edition</a:t>
            </a:r>
            <a:endParaRPr lang="en-US" sz="4400" dirty="0">
              <a:solidFill>
                <a:schemeClr val="tx2">
                  <a:satMod val="130000"/>
                </a:schemeClr>
              </a:solidFill>
            </a:endParaRPr>
          </a:p>
        </p:txBody>
      </p:sp>
      <p:sp>
        <p:nvSpPr>
          <p:cNvPr id="3076" name="Rectangle 3">
            <a:extLst>
              <a:ext uri="{FF2B5EF4-FFF2-40B4-BE49-F238E27FC236}">
                <a16:creationId xmlns:a16="http://schemas.microsoft.com/office/drawing/2014/main" id="{28788760-2B46-4753-9CCB-2B2604B34B34}"/>
              </a:ext>
            </a:extLst>
          </p:cNvPr>
          <p:cNvSpPr>
            <a:spLocks noGrp="1" noChangeArrowheads="1"/>
          </p:cNvSpPr>
          <p:nvPr>
            <p:ph type="subTitle" idx="1"/>
          </p:nvPr>
        </p:nvSpPr>
        <p:spPr>
          <a:xfrm>
            <a:off x="663575" y="4527550"/>
            <a:ext cx="7924800" cy="895350"/>
          </a:xfrm>
        </p:spPr>
        <p:txBody>
          <a:bodyPr rtlCol="0">
            <a:noAutofit/>
          </a:bodyPr>
          <a:lstStyle/>
          <a:p>
            <a:pPr algn="r" eaLnBrk="1" fontAlgn="auto" hangingPunct="1">
              <a:spcAft>
                <a:spcPts val="0"/>
              </a:spcAft>
              <a:buFont typeface="Wingdings 2"/>
              <a:buNone/>
              <a:defRPr/>
            </a:pPr>
            <a:r>
              <a:rPr lang="en-US" sz="2800" dirty="0"/>
              <a:t>Chapter 4</a:t>
            </a:r>
            <a:br>
              <a:rPr lang="en-US" sz="2800" dirty="0"/>
            </a:br>
            <a:r>
              <a:rPr lang="en-US" sz="2800" dirty="0"/>
              <a:t>Key Concepts </a:t>
            </a:r>
          </a:p>
        </p:txBody>
      </p:sp>
      <p:sp>
        <p:nvSpPr>
          <p:cNvPr id="9220" name="Rectangle 6">
            <a:extLst>
              <a:ext uri="{FF2B5EF4-FFF2-40B4-BE49-F238E27FC236}">
                <a16:creationId xmlns:a16="http://schemas.microsoft.com/office/drawing/2014/main" id="{B1FCF69C-9735-4952-8270-B4774B41145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1B0DCE9B-BB14-4496-9980-F716496096E2}" type="slidenum">
              <a:rPr kumimoji="0" lang="en-US" altLang="en-US" sz="11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a:t>
            </a:fld>
            <a:endParaRPr kumimoji="0" lang="en-US" alt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a:extLst>
              <a:ext uri="{FF2B5EF4-FFF2-40B4-BE49-F238E27FC236}">
                <a16:creationId xmlns:a16="http://schemas.microsoft.com/office/drawing/2014/main" id="{EB63674F-F0CD-4211-9234-CBDFA73993DD}"/>
              </a:ext>
            </a:extLst>
          </p:cNvPr>
          <p:cNvSpPr>
            <a:spLocks noGrp="1" noChangeArrowheads="1"/>
          </p:cNvSpPr>
          <p:nvPr>
            <p:ph type="title"/>
          </p:nvPr>
        </p:nvSpPr>
        <p:spPr/>
        <p:txBody>
          <a:bodyPr/>
          <a:lstStyle/>
          <a:p>
            <a:pPr algn="r" eaLnBrk="1" fontAlgn="auto" hangingPunct="1">
              <a:spcAft>
                <a:spcPts val="0"/>
              </a:spcAft>
              <a:defRPr/>
            </a:pPr>
            <a:r>
              <a:rPr lang="en-US" dirty="0">
                <a:solidFill>
                  <a:schemeClr val="tx2">
                    <a:satMod val="130000"/>
                  </a:schemeClr>
                </a:solidFill>
              </a:rPr>
              <a:t>Learning Outcomes</a:t>
            </a:r>
          </a:p>
        </p:txBody>
      </p:sp>
      <p:sp>
        <p:nvSpPr>
          <p:cNvPr id="16387" name="Rectangle 3">
            <a:extLst>
              <a:ext uri="{FF2B5EF4-FFF2-40B4-BE49-F238E27FC236}">
                <a16:creationId xmlns:a16="http://schemas.microsoft.com/office/drawing/2014/main" id="{3D693E93-E6BE-4045-8439-146EC8D73BCD}"/>
              </a:ext>
            </a:extLst>
          </p:cNvPr>
          <p:cNvSpPr>
            <a:spLocks noGrp="1" noChangeArrowheads="1"/>
          </p:cNvSpPr>
          <p:nvPr>
            <p:ph idx="1"/>
          </p:nvPr>
        </p:nvSpPr>
        <p:spPr>
          <a:xfrm>
            <a:off x="609600" y="1143000"/>
            <a:ext cx="8458200" cy="5181600"/>
          </a:xfrm>
        </p:spPr>
        <p:txBody>
          <a:bodyPr/>
          <a:lstStyle/>
          <a:p>
            <a:pPr eaLnBrk="1" hangingPunct="1"/>
            <a:r>
              <a:rPr lang="en-US" altLang="en-US" sz="2800" b="1" dirty="0"/>
              <a:t>In this chapter, you will learn how to . . . </a:t>
            </a:r>
            <a:endParaRPr lang="en-US" altLang="en-US" sz="2800" dirty="0"/>
          </a:p>
          <a:p>
            <a:pPr lvl="1" eaLnBrk="1" hangingPunct="1"/>
            <a:r>
              <a:rPr lang="en-US" altLang="en-US" sz="1800" dirty="0"/>
              <a:t>Describe the evolution of style sheets from print media to the Web</a:t>
            </a:r>
          </a:p>
          <a:p>
            <a:pPr lvl="1" eaLnBrk="1" hangingPunct="1"/>
            <a:r>
              <a:rPr lang="en-US" altLang="en-US" sz="1800" dirty="0"/>
              <a:t>List advantages of using Cascading Style Sheets</a:t>
            </a:r>
          </a:p>
          <a:p>
            <a:pPr lvl="1" eaLnBrk="1" hangingPunct="1"/>
            <a:r>
              <a:rPr lang="en-US" altLang="en-US" sz="1800" dirty="0"/>
              <a:t>Use color on web pages</a:t>
            </a:r>
          </a:p>
          <a:p>
            <a:pPr lvl="1" eaLnBrk="1" hangingPunct="1"/>
            <a:r>
              <a:rPr lang="en-US" altLang="en-US" sz="1800" dirty="0"/>
              <a:t>Create style sheets that configure common color and text properties</a:t>
            </a:r>
          </a:p>
          <a:p>
            <a:pPr lvl="1" eaLnBrk="1" hangingPunct="1"/>
            <a:r>
              <a:rPr lang="en-US" altLang="en-US" sz="1800" dirty="0"/>
              <a:t>Apply inline styles</a:t>
            </a:r>
          </a:p>
          <a:p>
            <a:pPr lvl="1" eaLnBrk="1" hangingPunct="1"/>
            <a:r>
              <a:rPr lang="en-US" altLang="en-US" sz="1800" dirty="0"/>
              <a:t>Use embedded style sheets</a:t>
            </a:r>
          </a:p>
          <a:p>
            <a:pPr lvl="1" eaLnBrk="1" hangingPunct="1"/>
            <a:r>
              <a:rPr lang="en-US" altLang="en-US" sz="1800" dirty="0"/>
              <a:t>Use external style sheets</a:t>
            </a:r>
          </a:p>
          <a:p>
            <a:pPr lvl="1" eaLnBrk="1" hangingPunct="1"/>
            <a:r>
              <a:rPr lang="en-US" altLang="en-US" sz="1800" dirty="0"/>
              <a:t>Configure element, class, id, and contextual selectors</a:t>
            </a:r>
          </a:p>
          <a:p>
            <a:pPr lvl="1" eaLnBrk="1" hangingPunct="1"/>
            <a:r>
              <a:rPr lang="en-US" altLang="en-US" sz="1800" dirty="0"/>
              <a:t>Utilize the “cascade” in CSS</a:t>
            </a:r>
          </a:p>
          <a:p>
            <a:pPr lvl="1" eaLnBrk="1" hangingPunct="1"/>
            <a:r>
              <a:rPr lang="en-US" altLang="en-US" sz="1800" dirty="0"/>
              <a:t>Validate CSS</a:t>
            </a:r>
          </a:p>
        </p:txBody>
      </p:sp>
      <p:sp>
        <p:nvSpPr>
          <p:cNvPr id="16388" name="Slide Number Placeholder 5">
            <a:extLst>
              <a:ext uri="{FF2B5EF4-FFF2-40B4-BE49-F238E27FC236}">
                <a16:creationId xmlns:a16="http://schemas.microsoft.com/office/drawing/2014/main" id="{A84E0196-15FE-44D9-A9EE-B9FFF5D6B6A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CFB69E32-69DA-4C69-A904-BE3A70D753DD}" type="slidenum">
              <a:rPr lang="en-US" altLang="en-US" sz="1100">
                <a:solidFill>
                  <a:srgbClr val="4D4D4D"/>
                </a:solidFill>
                <a:latin typeface="Times New Roman" panose="02020603050405020304" pitchFamily="18" charset="0"/>
              </a:rPr>
              <a:pPr>
                <a:spcBef>
                  <a:spcPct val="0"/>
                </a:spcBef>
                <a:buClrTx/>
                <a:buSzTx/>
                <a:buFontTx/>
                <a:buNone/>
              </a:pPr>
              <a:t>2</a:t>
            </a:fld>
            <a:endParaRPr lang="en-US" altLang="en-US" sz="1100">
              <a:solidFill>
                <a:srgbClr val="4D4D4D"/>
              </a:solidFill>
              <a:latin typeface="Times New Roman" panose="02020603050405020304" pitchFamily="18" charset="0"/>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2EA248B2-49BE-4D30-9B24-3D0A03BC830C}"/>
              </a:ext>
            </a:extLst>
          </p:cNvPr>
          <p:cNvSpPr>
            <a:spLocks noGrp="1" noChangeArrowheads="1"/>
          </p:cNvSpPr>
          <p:nvPr>
            <p:ph type="title"/>
          </p:nvPr>
        </p:nvSpPr>
        <p:spPr>
          <a:xfrm>
            <a:off x="0" y="192088"/>
            <a:ext cx="9034463" cy="798512"/>
          </a:xfrm>
        </p:spPr>
        <p:txBody>
          <a:bodyPr>
            <a:normAutofit fontScale="90000"/>
          </a:bodyPr>
          <a:lstStyle/>
          <a:p>
            <a:pPr algn="r" eaLnBrk="1" fontAlgn="auto" hangingPunct="1">
              <a:spcAft>
                <a:spcPts val="0"/>
              </a:spcAft>
              <a:defRPr/>
            </a:pPr>
            <a:r>
              <a:rPr lang="en-US">
                <a:solidFill>
                  <a:schemeClr val="tx2">
                    <a:satMod val="130000"/>
                  </a:schemeClr>
                </a:solidFill>
                <a:latin typeface="Arial" pitchFamily="34" charset="0"/>
                <a:cs typeface="Arial" pitchFamily="34" charset="0"/>
              </a:rPr>
              <a:t>Overview of</a:t>
            </a:r>
            <a:br>
              <a:rPr lang="en-US">
                <a:solidFill>
                  <a:schemeClr val="tx2">
                    <a:satMod val="130000"/>
                  </a:schemeClr>
                </a:solidFill>
                <a:latin typeface="Arial" pitchFamily="34" charset="0"/>
                <a:cs typeface="Arial" pitchFamily="34" charset="0"/>
              </a:rPr>
            </a:br>
            <a:r>
              <a:rPr lang="en-US">
                <a:solidFill>
                  <a:schemeClr val="tx2">
                    <a:satMod val="130000"/>
                  </a:schemeClr>
                </a:solidFill>
                <a:latin typeface="Arial" pitchFamily="34" charset="0"/>
                <a:cs typeface="Arial" pitchFamily="34" charset="0"/>
              </a:rPr>
              <a:t>Cascading Style Sheets (CSS)</a:t>
            </a:r>
            <a:endParaRPr lang="en-US">
              <a:solidFill>
                <a:schemeClr val="tx2">
                  <a:satMod val="130000"/>
                </a:schemeClr>
              </a:solidFill>
            </a:endParaRPr>
          </a:p>
        </p:txBody>
      </p:sp>
      <p:sp>
        <p:nvSpPr>
          <p:cNvPr id="10243" name="Rectangle 3">
            <a:extLst>
              <a:ext uri="{FF2B5EF4-FFF2-40B4-BE49-F238E27FC236}">
                <a16:creationId xmlns:a16="http://schemas.microsoft.com/office/drawing/2014/main" id="{FAE98557-0067-4D03-9D2D-FA73973D7015}"/>
              </a:ext>
            </a:extLst>
          </p:cNvPr>
          <p:cNvSpPr>
            <a:spLocks noGrp="1" noChangeArrowheads="1"/>
          </p:cNvSpPr>
          <p:nvPr>
            <p:ph idx="1"/>
          </p:nvPr>
        </p:nvSpPr>
        <p:spPr>
          <a:xfrm>
            <a:off x="457200" y="1600200"/>
            <a:ext cx="8610600" cy="4191000"/>
          </a:xfrm>
        </p:spPr>
        <p:txBody>
          <a:bodyPr rtlCol="0">
            <a:normAutofit/>
          </a:bodyPr>
          <a:lstStyle/>
          <a:p>
            <a:pPr indent="-274320" eaLnBrk="1" fontAlgn="auto" hangingPunct="1">
              <a:lnSpc>
                <a:spcPct val="90000"/>
              </a:lnSpc>
              <a:spcAft>
                <a:spcPts val="0"/>
              </a:spcAft>
              <a:defRPr/>
            </a:pPr>
            <a:r>
              <a:rPr lang="en-US" sz="2400" dirty="0">
                <a:cs typeface="Times New Roman" pitchFamily="18" charset="0"/>
              </a:rPr>
              <a:t>See what is possible with CSS:</a:t>
            </a:r>
          </a:p>
          <a:p>
            <a:pPr lvl="1" indent="-274320" eaLnBrk="1" fontAlgn="auto" hangingPunct="1">
              <a:lnSpc>
                <a:spcPct val="90000"/>
              </a:lnSpc>
              <a:spcAft>
                <a:spcPts val="0"/>
              </a:spcAft>
              <a:defRPr/>
            </a:pPr>
            <a:r>
              <a:rPr lang="en-US" sz="2000" dirty="0">
                <a:cs typeface="Times New Roman" pitchFamily="18" charset="0"/>
              </a:rPr>
              <a:t>Visit </a:t>
            </a:r>
            <a:r>
              <a:rPr lang="en-US" sz="2000" dirty="0">
                <a:solidFill>
                  <a:srgbClr val="FF0000"/>
                </a:solidFill>
                <a:cs typeface="Times New Roman" pitchFamily="18" charset="0"/>
              </a:rPr>
              <a:t>http://www.csszengarden.com</a:t>
            </a:r>
            <a:br>
              <a:rPr lang="en-US" sz="2000" dirty="0">
                <a:cs typeface="Times New Roman" pitchFamily="18" charset="0"/>
              </a:rPr>
            </a:br>
            <a:endParaRPr lang="en-US" sz="2000" dirty="0">
              <a:cs typeface="Times New Roman" pitchFamily="18" charset="0"/>
            </a:endParaRPr>
          </a:p>
          <a:p>
            <a:pPr indent="-274320" eaLnBrk="1" fontAlgn="auto" hangingPunct="1">
              <a:lnSpc>
                <a:spcPct val="90000"/>
              </a:lnSpc>
              <a:spcAft>
                <a:spcPts val="0"/>
              </a:spcAft>
              <a:defRPr/>
            </a:pPr>
            <a:r>
              <a:rPr lang="en-US" sz="2400" dirty="0">
                <a:cs typeface="Times New Roman" pitchFamily="18" charset="0"/>
              </a:rPr>
              <a:t>Style Sheets</a:t>
            </a:r>
          </a:p>
          <a:p>
            <a:pPr lvl="1" indent="-274320" eaLnBrk="1" fontAlgn="auto" hangingPunct="1">
              <a:lnSpc>
                <a:spcPct val="90000"/>
              </a:lnSpc>
              <a:spcAft>
                <a:spcPts val="0"/>
              </a:spcAft>
              <a:defRPr/>
            </a:pPr>
            <a:r>
              <a:rPr lang="en-US" sz="2000" dirty="0">
                <a:cs typeface="Times New Roman" pitchFamily="18" charset="0"/>
              </a:rPr>
              <a:t>used for years in Desktop Publishing</a:t>
            </a:r>
          </a:p>
          <a:p>
            <a:pPr lvl="1" indent="-274320" eaLnBrk="1" fontAlgn="auto" hangingPunct="1">
              <a:lnSpc>
                <a:spcPct val="90000"/>
              </a:lnSpc>
              <a:spcAft>
                <a:spcPts val="0"/>
              </a:spcAft>
              <a:defRPr/>
            </a:pPr>
            <a:r>
              <a:rPr lang="en-US" sz="2000" dirty="0">
                <a:cs typeface="Times New Roman" pitchFamily="18" charset="0"/>
              </a:rPr>
              <a:t>apply typographical styles and spacing to printed media</a:t>
            </a:r>
            <a:br>
              <a:rPr lang="en-US" sz="2000" dirty="0">
                <a:cs typeface="Times New Roman" pitchFamily="18" charset="0"/>
              </a:rPr>
            </a:br>
            <a:endParaRPr lang="en-US" sz="2000" dirty="0">
              <a:cs typeface="Times New Roman" pitchFamily="18" charset="0"/>
            </a:endParaRPr>
          </a:p>
          <a:p>
            <a:pPr indent="-274320" eaLnBrk="1" fontAlgn="auto" hangingPunct="1">
              <a:lnSpc>
                <a:spcPct val="90000"/>
              </a:lnSpc>
              <a:spcAft>
                <a:spcPts val="0"/>
              </a:spcAft>
              <a:defRPr/>
            </a:pPr>
            <a:r>
              <a:rPr lang="en-US" sz="2400" dirty="0">
                <a:cs typeface="Times New Roman" pitchFamily="18" charset="0"/>
              </a:rPr>
              <a:t>CSS</a:t>
            </a:r>
          </a:p>
          <a:p>
            <a:pPr lvl="1" indent="-274320" eaLnBrk="1" fontAlgn="auto" hangingPunct="1">
              <a:lnSpc>
                <a:spcPct val="90000"/>
              </a:lnSpc>
              <a:spcAft>
                <a:spcPts val="0"/>
              </a:spcAft>
              <a:defRPr/>
            </a:pPr>
            <a:r>
              <a:rPr lang="en-US" sz="2000" dirty="0">
                <a:cs typeface="Times New Roman" pitchFamily="18" charset="0"/>
              </a:rPr>
              <a:t>provides the functionality of style sheets </a:t>
            </a:r>
            <a:r>
              <a:rPr lang="en-US" sz="2000" i="1" dirty="0">
                <a:cs typeface="Times New Roman" pitchFamily="18" charset="0"/>
              </a:rPr>
              <a:t>(and much more)</a:t>
            </a:r>
            <a:r>
              <a:rPr lang="en-US" sz="2000" dirty="0">
                <a:cs typeface="Times New Roman" pitchFamily="18" charset="0"/>
              </a:rPr>
              <a:t> for web developers</a:t>
            </a:r>
          </a:p>
          <a:p>
            <a:pPr lvl="1" indent="-274320" eaLnBrk="1" fontAlgn="auto" hangingPunct="1">
              <a:lnSpc>
                <a:spcPct val="90000"/>
              </a:lnSpc>
              <a:spcAft>
                <a:spcPts val="0"/>
              </a:spcAft>
              <a:defRPr/>
            </a:pPr>
            <a:r>
              <a:rPr lang="en-US" sz="2000" dirty="0">
                <a:cs typeface="Times New Roman" pitchFamily="18" charset="0"/>
              </a:rPr>
              <a:t>a flexible, cross-platform, standards-based language developed by the W3C. </a:t>
            </a:r>
          </a:p>
        </p:txBody>
      </p:sp>
      <p:sp>
        <p:nvSpPr>
          <p:cNvPr id="18436" name="Slide Number Placeholder 5">
            <a:extLst>
              <a:ext uri="{FF2B5EF4-FFF2-40B4-BE49-F238E27FC236}">
                <a16:creationId xmlns:a16="http://schemas.microsoft.com/office/drawing/2014/main" id="{1C40266F-2B6D-494F-A5BE-339AF8BAA5C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9ED13657-801C-42EA-B118-E56EBFE4B738}" type="slidenum">
              <a:rPr lang="en-US" altLang="en-US" sz="1100">
                <a:solidFill>
                  <a:srgbClr val="4D4D4D"/>
                </a:solidFill>
                <a:latin typeface="Times New Roman" panose="02020603050405020304" pitchFamily="18" charset="0"/>
              </a:rPr>
              <a:pPr>
                <a:spcBef>
                  <a:spcPct val="0"/>
                </a:spcBef>
                <a:buClrTx/>
                <a:buSzTx/>
                <a:buFontTx/>
                <a:buNone/>
              </a:pPr>
              <a:t>3</a:t>
            </a:fld>
            <a:endParaRPr lang="en-US" altLang="en-US" sz="1100">
              <a:solidFill>
                <a:srgbClr val="4D4D4D"/>
              </a:solidFill>
              <a:latin typeface="Times New Roman" panose="02020603050405020304" pitchFamily="18" charset="0"/>
            </a:endParaRPr>
          </a:p>
        </p:txBody>
      </p:sp>
      <p:pic>
        <p:nvPicPr>
          <p:cNvPr id="18437" name="Picture 2" descr="Figure3">
            <a:extLst>
              <a:ext uri="{FF2B5EF4-FFF2-40B4-BE49-F238E27FC236}">
                <a16:creationId xmlns:a16="http://schemas.microsoft.com/office/drawing/2014/main" id="{CE478C84-038A-48DF-B18D-DC70CB4EE4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1219200"/>
            <a:ext cx="2979738" cy="208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Figure3">
            <a:extLst>
              <a:ext uri="{FF2B5EF4-FFF2-40B4-BE49-F238E27FC236}">
                <a16:creationId xmlns:a16="http://schemas.microsoft.com/office/drawing/2014/main" id="{D9B499A2-6795-40D9-99BA-76DA3F3714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76200"/>
            <a:ext cx="5562600" cy="276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Rectangle 2">
            <a:extLst>
              <a:ext uri="{FF2B5EF4-FFF2-40B4-BE49-F238E27FC236}">
                <a16:creationId xmlns:a16="http://schemas.microsoft.com/office/drawing/2014/main" id="{5CFFFF3D-5D7A-4E87-9431-2ABA70FB9002}"/>
              </a:ext>
            </a:extLst>
          </p:cNvPr>
          <p:cNvSpPr>
            <a:spLocks noGrp="1" noChangeArrowheads="1"/>
          </p:cNvSpPr>
          <p:nvPr>
            <p:ph type="title"/>
          </p:nvPr>
        </p:nvSpPr>
        <p:spPr>
          <a:xfrm>
            <a:off x="0" y="192088"/>
            <a:ext cx="9034463" cy="798512"/>
          </a:xfrm>
        </p:spPr>
        <p:txBody>
          <a:bodyPr>
            <a:normAutofit fontScale="90000"/>
          </a:bodyPr>
          <a:lstStyle/>
          <a:p>
            <a:pPr algn="r" eaLnBrk="1" fontAlgn="auto" hangingPunct="1">
              <a:spcAft>
                <a:spcPts val="0"/>
              </a:spcAft>
              <a:defRPr/>
            </a:pPr>
            <a:r>
              <a:rPr lang="en-US" dirty="0">
                <a:solidFill>
                  <a:schemeClr val="tx2">
                    <a:satMod val="130000"/>
                  </a:schemeClr>
                </a:solidFill>
                <a:latin typeface="Arial" pitchFamily="34" charset="0"/>
                <a:cs typeface="Arial" pitchFamily="34" charset="0"/>
              </a:rPr>
              <a:t>CSS </a:t>
            </a:r>
            <a:br>
              <a:rPr lang="en-US" dirty="0">
                <a:solidFill>
                  <a:schemeClr val="tx2">
                    <a:satMod val="130000"/>
                  </a:schemeClr>
                </a:solidFill>
                <a:latin typeface="Arial" pitchFamily="34" charset="0"/>
                <a:cs typeface="Arial" pitchFamily="34" charset="0"/>
              </a:rPr>
            </a:br>
            <a:r>
              <a:rPr lang="en-US" dirty="0">
                <a:solidFill>
                  <a:schemeClr val="tx2">
                    <a:satMod val="130000"/>
                  </a:schemeClr>
                </a:solidFill>
                <a:latin typeface="Arial" pitchFamily="34" charset="0"/>
                <a:cs typeface="Arial" pitchFamily="34" charset="0"/>
              </a:rPr>
              <a:t>Advantages</a:t>
            </a:r>
            <a:r>
              <a:rPr lang="en-US" dirty="0">
                <a:solidFill>
                  <a:schemeClr val="tx2">
                    <a:satMod val="130000"/>
                  </a:schemeClr>
                </a:solidFill>
              </a:rPr>
              <a:t> </a:t>
            </a:r>
          </a:p>
        </p:txBody>
      </p:sp>
      <p:sp>
        <p:nvSpPr>
          <p:cNvPr id="20484" name="Rectangle 3">
            <a:extLst>
              <a:ext uri="{FF2B5EF4-FFF2-40B4-BE49-F238E27FC236}">
                <a16:creationId xmlns:a16="http://schemas.microsoft.com/office/drawing/2014/main" id="{33C66FF2-82D6-40EF-9423-A6AAD3674EE6}"/>
              </a:ext>
            </a:extLst>
          </p:cNvPr>
          <p:cNvSpPr>
            <a:spLocks noGrp="1" noChangeArrowheads="1"/>
          </p:cNvSpPr>
          <p:nvPr>
            <p:ph idx="1"/>
          </p:nvPr>
        </p:nvSpPr>
        <p:spPr>
          <a:xfrm>
            <a:off x="1981200" y="2990850"/>
            <a:ext cx="7162800" cy="2743200"/>
          </a:xfrm>
        </p:spPr>
        <p:txBody>
          <a:bodyPr>
            <a:normAutofit lnSpcReduction="10000"/>
          </a:bodyPr>
          <a:lstStyle/>
          <a:p>
            <a:pPr eaLnBrk="1" hangingPunct="1">
              <a:lnSpc>
                <a:spcPct val="90000"/>
              </a:lnSpc>
            </a:pPr>
            <a:r>
              <a:rPr lang="en-US" altLang="en-US" sz="2800">
                <a:cs typeface="Times New Roman" panose="02020603050405020304" pitchFamily="18" charset="0"/>
              </a:rPr>
              <a:t>Greater typography and page layout control</a:t>
            </a:r>
            <a:endParaRPr lang="en-US" altLang="en-US" sz="900">
              <a:cs typeface="Times New Roman" panose="02020603050405020304" pitchFamily="18" charset="0"/>
            </a:endParaRPr>
          </a:p>
          <a:p>
            <a:pPr eaLnBrk="1" hangingPunct="1">
              <a:lnSpc>
                <a:spcPct val="90000"/>
              </a:lnSpc>
            </a:pPr>
            <a:r>
              <a:rPr lang="en-US" altLang="en-US" sz="2800">
                <a:cs typeface="Times New Roman" panose="02020603050405020304" pitchFamily="18" charset="0"/>
              </a:rPr>
              <a:t>Style is separate from structure</a:t>
            </a:r>
            <a:endParaRPr lang="en-US" altLang="en-US" sz="900">
              <a:cs typeface="Times New Roman" panose="02020603050405020304" pitchFamily="18" charset="0"/>
            </a:endParaRPr>
          </a:p>
          <a:p>
            <a:pPr eaLnBrk="1" hangingPunct="1">
              <a:lnSpc>
                <a:spcPct val="90000"/>
              </a:lnSpc>
            </a:pPr>
            <a:r>
              <a:rPr lang="en-US" altLang="en-US" sz="2800">
                <a:cs typeface="Times New Roman" panose="02020603050405020304" pitchFamily="18" charset="0"/>
              </a:rPr>
              <a:t>Styles can be stored in a separate document </a:t>
            </a:r>
            <a:br>
              <a:rPr lang="en-US" altLang="en-US" sz="2800">
                <a:cs typeface="Times New Roman" panose="02020603050405020304" pitchFamily="18" charset="0"/>
              </a:rPr>
            </a:br>
            <a:r>
              <a:rPr lang="en-US" altLang="en-US" sz="2800">
                <a:cs typeface="Times New Roman" panose="02020603050405020304" pitchFamily="18" charset="0"/>
              </a:rPr>
              <a:t>and associated with the web page</a:t>
            </a:r>
            <a:endParaRPr lang="en-US" altLang="en-US" sz="900">
              <a:cs typeface="Times New Roman" panose="02020603050405020304" pitchFamily="18" charset="0"/>
            </a:endParaRPr>
          </a:p>
          <a:p>
            <a:pPr eaLnBrk="1" hangingPunct="1">
              <a:lnSpc>
                <a:spcPct val="90000"/>
              </a:lnSpc>
            </a:pPr>
            <a:r>
              <a:rPr lang="en-US" altLang="en-US" sz="2800">
                <a:cs typeface="Times New Roman" panose="02020603050405020304" pitchFamily="18" charset="0"/>
              </a:rPr>
              <a:t>Potentially smaller documents</a:t>
            </a:r>
            <a:endParaRPr lang="en-US" altLang="en-US" sz="900">
              <a:cs typeface="Times New Roman" panose="02020603050405020304" pitchFamily="18" charset="0"/>
            </a:endParaRPr>
          </a:p>
          <a:p>
            <a:pPr eaLnBrk="1" hangingPunct="1">
              <a:lnSpc>
                <a:spcPct val="90000"/>
              </a:lnSpc>
            </a:pPr>
            <a:r>
              <a:rPr lang="en-US" altLang="en-US" sz="2800">
                <a:cs typeface="Times New Roman" panose="02020603050405020304" pitchFamily="18" charset="0"/>
              </a:rPr>
              <a:t>Easier site maintenance</a:t>
            </a:r>
          </a:p>
        </p:txBody>
      </p:sp>
      <p:sp>
        <p:nvSpPr>
          <p:cNvPr id="20485" name="Slide Number Placeholder 5">
            <a:extLst>
              <a:ext uri="{FF2B5EF4-FFF2-40B4-BE49-F238E27FC236}">
                <a16:creationId xmlns:a16="http://schemas.microsoft.com/office/drawing/2014/main" id="{D1C0C58E-7A23-4E3A-90BC-E2A8C77A08D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62A2A778-CF2D-48D3-9AD3-DC111C0A4445}" type="slidenum">
              <a:rPr lang="en-US" altLang="en-US" sz="1100">
                <a:solidFill>
                  <a:srgbClr val="4D4D4D"/>
                </a:solidFill>
                <a:latin typeface="Times New Roman" panose="02020603050405020304" pitchFamily="18" charset="0"/>
              </a:rPr>
              <a:pPr>
                <a:spcBef>
                  <a:spcPct val="0"/>
                </a:spcBef>
                <a:buClrTx/>
                <a:buSzTx/>
                <a:buFontTx/>
                <a:buNone/>
              </a:pPr>
              <a:t>4</a:t>
            </a:fld>
            <a:endParaRPr lang="en-US" altLang="en-US" sz="1100">
              <a:solidFill>
                <a:srgbClr val="4D4D4D"/>
              </a:solidFill>
              <a:latin typeface="Times New Roman" panose="02020603050405020304" pitchFamily="18" charset="0"/>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2463F-1501-4893-AD3D-A64DD22D0D99}"/>
              </a:ext>
            </a:extLst>
          </p:cNvPr>
          <p:cNvSpPr>
            <a:spLocks noGrp="1"/>
          </p:cNvSpPr>
          <p:nvPr>
            <p:ph type="title"/>
          </p:nvPr>
        </p:nvSpPr>
        <p:spPr/>
        <p:txBody>
          <a:bodyPr>
            <a:normAutofit/>
          </a:bodyPr>
          <a:lstStyle/>
          <a:p>
            <a:r>
              <a:rPr lang="en-US" dirty="0"/>
              <a:t>What is Typography in Web Design?</a:t>
            </a:r>
          </a:p>
        </p:txBody>
      </p:sp>
      <p:sp>
        <p:nvSpPr>
          <p:cNvPr id="3" name="Content Placeholder 2">
            <a:extLst>
              <a:ext uri="{FF2B5EF4-FFF2-40B4-BE49-F238E27FC236}">
                <a16:creationId xmlns:a16="http://schemas.microsoft.com/office/drawing/2014/main" id="{E852D1E0-031D-4328-9FB3-8B05532E22C2}"/>
              </a:ext>
            </a:extLst>
          </p:cNvPr>
          <p:cNvSpPr>
            <a:spLocks noGrp="1"/>
          </p:cNvSpPr>
          <p:nvPr>
            <p:ph idx="1"/>
          </p:nvPr>
        </p:nvSpPr>
        <p:spPr>
          <a:xfrm>
            <a:off x="533400" y="1392238"/>
            <a:ext cx="8229600" cy="4094162"/>
          </a:xfrm>
        </p:spPr>
        <p:txBody>
          <a:bodyPr>
            <a:normAutofit/>
          </a:bodyPr>
          <a:lstStyle/>
          <a:p>
            <a:r>
              <a:rPr lang="en-US" sz="2400" dirty="0"/>
              <a:t>In web design, typography is implemented using CSS (Cascading Style Sheets). Key CSS properties for typography include:</a:t>
            </a:r>
          </a:p>
          <a:p>
            <a:r>
              <a:rPr lang="en-US" sz="2400" dirty="0"/>
              <a:t>font-family: Specifies the typeface.</a:t>
            </a:r>
          </a:p>
          <a:p>
            <a:r>
              <a:rPr lang="en-US" sz="2400" dirty="0"/>
              <a:t>font-size: Sets the size of the text.</a:t>
            </a:r>
          </a:p>
          <a:p>
            <a:r>
              <a:rPr lang="en-US" sz="2400" dirty="0"/>
              <a:t>line-height: Controls the spacing between lines.</a:t>
            </a:r>
          </a:p>
          <a:p>
            <a:r>
              <a:rPr lang="en-US" sz="2400" dirty="0"/>
              <a:t>letter-spacing: Adjusts the space between characters.</a:t>
            </a:r>
          </a:p>
          <a:p>
            <a:r>
              <a:rPr lang="en-US" sz="2400" dirty="0"/>
              <a:t>text-align: Aligns text (left, right, center, justify).</a:t>
            </a:r>
          </a:p>
          <a:p>
            <a:r>
              <a:rPr lang="en-US" sz="2400" dirty="0"/>
              <a:t>font-weight: Sets the thickness of the text (e.g., bold, normal).</a:t>
            </a:r>
          </a:p>
        </p:txBody>
      </p:sp>
      <p:sp>
        <p:nvSpPr>
          <p:cNvPr id="4" name="Slide Number Placeholder 3">
            <a:extLst>
              <a:ext uri="{FF2B5EF4-FFF2-40B4-BE49-F238E27FC236}">
                <a16:creationId xmlns:a16="http://schemas.microsoft.com/office/drawing/2014/main" id="{79BB179C-4F52-461E-9DC3-F24DA4EDCF66}"/>
              </a:ext>
            </a:extLst>
          </p:cNvPr>
          <p:cNvSpPr>
            <a:spLocks noGrp="1"/>
          </p:cNvSpPr>
          <p:nvPr>
            <p:ph type="sldNum" sz="quarter" idx="12"/>
          </p:nvPr>
        </p:nvSpPr>
        <p:spPr/>
        <p:txBody>
          <a:bodyPr/>
          <a:lstStyle/>
          <a:p>
            <a:pPr>
              <a:defRPr/>
            </a:pPr>
            <a:fld id="{0CE5E4B5-5368-4E15-BF47-6B04CC72B0FB}" type="slidenum">
              <a:rPr lang="en-US" altLang="en-US" smtClean="0"/>
              <a:pPr>
                <a:defRPr/>
              </a:pPr>
              <a:t>5</a:t>
            </a:fld>
            <a:endParaRPr lang="en-US" altLang="en-US"/>
          </a:p>
        </p:txBody>
      </p:sp>
    </p:spTree>
    <p:extLst>
      <p:ext uri="{BB962C8B-B14F-4D97-AF65-F5344CB8AC3E}">
        <p14:creationId xmlns:p14="http://schemas.microsoft.com/office/powerpoint/2010/main" val="228918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442AB0B-F4D3-42D9-B526-8A425E59ECF4}"/>
              </a:ext>
            </a:extLst>
          </p:cNvPr>
          <p:cNvSpPr>
            <a:spLocks noGrp="1"/>
          </p:cNvSpPr>
          <p:nvPr>
            <p:ph type="sldNum" sz="quarter" idx="12"/>
          </p:nvPr>
        </p:nvSpPr>
        <p:spPr/>
        <p:txBody>
          <a:bodyPr/>
          <a:lstStyle/>
          <a:p>
            <a:pPr>
              <a:defRPr/>
            </a:pPr>
            <a:fld id="{0CE5E4B5-5368-4E15-BF47-6B04CC72B0FB}" type="slidenum">
              <a:rPr lang="en-US" altLang="en-US" smtClean="0"/>
              <a:pPr>
                <a:defRPr/>
              </a:pPr>
              <a:t>6</a:t>
            </a:fld>
            <a:endParaRPr lang="en-US" altLang="en-US"/>
          </a:p>
        </p:txBody>
      </p:sp>
      <p:pic>
        <p:nvPicPr>
          <p:cNvPr id="5" name="Picture 4">
            <a:extLst>
              <a:ext uri="{FF2B5EF4-FFF2-40B4-BE49-F238E27FC236}">
                <a16:creationId xmlns:a16="http://schemas.microsoft.com/office/drawing/2014/main" id="{3361E176-35D5-4792-8E57-79253E0A4412}"/>
              </a:ext>
            </a:extLst>
          </p:cNvPr>
          <p:cNvPicPr>
            <a:picLocks noChangeAspect="1"/>
          </p:cNvPicPr>
          <p:nvPr/>
        </p:nvPicPr>
        <p:blipFill>
          <a:blip r:embed="rId2"/>
          <a:stretch>
            <a:fillRect/>
          </a:stretch>
        </p:blipFill>
        <p:spPr>
          <a:xfrm>
            <a:off x="228600" y="170109"/>
            <a:ext cx="8648700" cy="6420661"/>
          </a:xfrm>
          <a:prstGeom prst="rect">
            <a:avLst/>
          </a:prstGeom>
        </p:spPr>
      </p:pic>
    </p:spTree>
    <p:extLst>
      <p:ext uri="{BB962C8B-B14F-4D97-AF65-F5344CB8AC3E}">
        <p14:creationId xmlns:p14="http://schemas.microsoft.com/office/powerpoint/2010/main" val="822950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a:extLst>
              <a:ext uri="{FF2B5EF4-FFF2-40B4-BE49-F238E27FC236}">
                <a16:creationId xmlns:a16="http://schemas.microsoft.com/office/drawing/2014/main" id="{66785742-1D47-4183-BF88-288A1E416C62}"/>
              </a:ext>
            </a:extLst>
          </p:cNvPr>
          <p:cNvSpPr>
            <a:spLocks noGrp="1" noChangeArrowheads="1"/>
          </p:cNvSpPr>
          <p:nvPr>
            <p:ph type="title"/>
          </p:nvPr>
        </p:nvSpPr>
        <p:spPr>
          <a:xfrm>
            <a:off x="2133600" y="304800"/>
            <a:ext cx="6400800" cy="685800"/>
          </a:xfrm>
        </p:spPr>
        <p:txBody>
          <a:bodyPr>
            <a:normAutofit/>
          </a:bodyPr>
          <a:lstStyle/>
          <a:p>
            <a:pPr algn="r" eaLnBrk="1" fontAlgn="auto" hangingPunct="1">
              <a:spcAft>
                <a:spcPts val="0"/>
              </a:spcAft>
              <a:defRPr/>
            </a:pPr>
            <a:r>
              <a:rPr lang="en-US" dirty="0">
                <a:solidFill>
                  <a:schemeClr val="tx2">
                    <a:satMod val="130000"/>
                  </a:schemeClr>
                </a:solidFill>
              </a:rPr>
              <a:t>Types of Cascading Style Sheets (1)</a:t>
            </a:r>
          </a:p>
        </p:txBody>
      </p:sp>
      <p:sp>
        <p:nvSpPr>
          <p:cNvPr id="22531" name="Rectangle 3">
            <a:extLst>
              <a:ext uri="{FF2B5EF4-FFF2-40B4-BE49-F238E27FC236}">
                <a16:creationId xmlns:a16="http://schemas.microsoft.com/office/drawing/2014/main" id="{34118DEF-499B-4984-978D-B9FED2DF75EF}"/>
              </a:ext>
            </a:extLst>
          </p:cNvPr>
          <p:cNvSpPr>
            <a:spLocks noGrp="1" noChangeArrowheads="1"/>
          </p:cNvSpPr>
          <p:nvPr>
            <p:ph idx="1"/>
          </p:nvPr>
        </p:nvSpPr>
        <p:spPr>
          <a:xfrm>
            <a:off x="1676400" y="1752600"/>
            <a:ext cx="4800600" cy="4191000"/>
          </a:xfrm>
        </p:spPr>
        <p:txBody>
          <a:bodyPr/>
          <a:lstStyle/>
          <a:p>
            <a:pPr eaLnBrk="1" hangingPunct="1">
              <a:lnSpc>
                <a:spcPct val="90000"/>
              </a:lnSpc>
            </a:pPr>
            <a:r>
              <a:rPr lang="en-US" altLang="en-US" sz="4000"/>
              <a:t>Inline Styles</a:t>
            </a:r>
          </a:p>
          <a:p>
            <a:pPr eaLnBrk="1" hangingPunct="1">
              <a:lnSpc>
                <a:spcPct val="90000"/>
              </a:lnSpc>
            </a:pPr>
            <a:r>
              <a:rPr lang="en-US" altLang="en-US" sz="4000"/>
              <a:t>Embedded Styles</a:t>
            </a:r>
          </a:p>
          <a:p>
            <a:pPr eaLnBrk="1" hangingPunct="1">
              <a:lnSpc>
                <a:spcPct val="90000"/>
              </a:lnSpc>
            </a:pPr>
            <a:r>
              <a:rPr lang="en-US" altLang="en-US" sz="4000"/>
              <a:t>External Styles</a:t>
            </a:r>
          </a:p>
          <a:p>
            <a:pPr eaLnBrk="1" hangingPunct="1">
              <a:lnSpc>
                <a:spcPct val="90000"/>
              </a:lnSpc>
            </a:pPr>
            <a:r>
              <a:rPr lang="en-US" altLang="en-US" sz="4000"/>
              <a:t>Imported Styles</a:t>
            </a:r>
          </a:p>
        </p:txBody>
      </p:sp>
      <p:sp>
        <p:nvSpPr>
          <p:cNvPr id="22532" name="Slide Number Placeholder 5">
            <a:extLst>
              <a:ext uri="{FF2B5EF4-FFF2-40B4-BE49-F238E27FC236}">
                <a16:creationId xmlns:a16="http://schemas.microsoft.com/office/drawing/2014/main" id="{07C403B3-59DB-42FA-A983-E85E0D7AB19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0AF677B1-FE91-4B11-8CBC-8DC18BC38E65}" type="slidenum">
              <a:rPr lang="en-US" altLang="en-US" sz="1100">
                <a:solidFill>
                  <a:srgbClr val="4D4D4D"/>
                </a:solidFill>
                <a:latin typeface="Times New Roman" panose="02020603050405020304" pitchFamily="18" charset="0"/>
              </a:rPr>
              <a:pPr>
                <a:spcBef>
                  <a:spcPct val="0"/>
                </a:spcBef>
                <a:buClrTx/>
                <a:buSzTx/>
                <a:buFontTx/>
                <a:buNone/>
              </a:pPr>
              <a:t>7</a:t>
            </a:fld>
            <a:endParaRPr lang="en-US" altLang="en-US" sz="1100">
              <a:solidFill>
                <a:srgbClr val="4D4D4D"/>
              </a:solidFill>
              <a:latin typeface="Times New Roman" panose="02020603050405020304" pitchFamily="18" charset="0"/>
            </a:endParaRPr>
          </a:p>
        </p:txBody>
      </p:sp>
      <p:sp>
        <p:nvSpPr>
          <p:cNvPr id="22533" name="Rectangle 5">
            <a:extLst>
              <a:ext uri="{FF2B5EF4-FFF2-40B4-BE49-F238E27FC236}">
                <a16:creationId xmlns:a16="http://schemas.microsoft.com/office/drawing/2014/main" id="{67A61FF4-5748-4623-969F-33B0E9F21B00}"/>
              </a:ext>
            </a:extLst>
          </p:cNvPr>
          <p:cNvSpPr>
            <a:spLocks noChangeArrowheads="1"/>
          </p:cNvSpPr>
          <p:nvPr/>
        </p:nvSpPr>
        <p:spPr bwMode="auto">
          <a:xfrm>
            <a:off x="3086100" y="11858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endParaRPr lang="en-US" altLang="en-US" sz="2400">
              <a:latin typeface="Times New Roman" panose="02020603050405020304" pitchFamily="18" charset="0"/>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a:extLst>
              <a:ext uri="{FF2B5EF4-FFF2-40B4-BE49-F238E27FC236}">
                <a16:creationId xmlns:a16="http://schemas.microsoft.com/office/drawing/2014/main" id="{30A2714A-9182-4505-B24B-D8095EA9B305}"/>
              </a:ext>
            </a:extLst>
          </p:cNvPr>
          <p:cNvSpPr>
            <a:spLocks noGrp="1" noChangeArrowheads="1"/>
          </p:cNvSpPr>
          <p:nvPr>
            <p:ph type="title"/>
          </p:nvPr>
        </p:nvSpPr>
        <p:spPr>
          <a:xfrm>
            <a:off x="1676400" y="152400"/>
            <a:ext cx="7162800" cy="685800"/>
          </a:xfrm>
        </p:spPr>
        <p:txBody>
          <a:bodyPr>
            <a:normAutofit fontScale="90000"/>
          </a:bodyPr>
          <a:lstStyle/>
          <a:p>
            <a:pPr algn="r" eaLnBrk="1" fontAlgn="auto" hangingPunct="1">
              <a:spcAft>
                <a:spcPts val="0"/>
              </a:spcAft>
              <a:defRPr/>
            </a:pPr>
            <a:r>
              <a:rPr lang="en-US" dirty="0">
                <a:solidFill>
                  <a:schemeClr val="tx2">
                    <a:satMod val="130000"/>
                  </a:schemeClr>
                </a:solidFill>
              </a:rPr>
              <a:t>Cascading </a:t>
            </a:r>
            <a:br>
              <a:rPr lang="en-US" dirty="0">
                <a:solidFill>
                  <a:schemeClr val="tx2">
                    <a:satMod val="130000"/>
                  </a:schemeClr>
                </a:solidFill>
              </a:rPr>
            </a:br>
            <a:r>
              <a:rPr lang="en-US" dirty="0">
                <a:solidFill>
                  <a:schemeClr val="tx2">
                    <a:satMod val="130000"/>
                  </a:schemeClr>
                </a:solidFill>
              </a:rPr>
              <a:t>Style Sheets</a:t>
            </a:r>
          </a:p>
        </p:txBody>
      </p:sp>
      <p:sp>
        <p:nvSpPr>
          <p:cNvPr id="18436" name="Rectangle 3">
            <a:extLst>
              <a:ext uri="{FF2B5EF4-FFF2-40B4-BE49-F238E27FC236}">
                <a16:creationId xmlns:a16="http://schemas.microsoft.com/office/drawing/2014/main" id="{7CB04A24-EC2A-42BE-9EF6-23B5864437ED}"/>
              </a:ext>
            </a:extLst>
          </p:cNvPr>
          <p:cNvSpPr>
            <a:spLocks noGrp="1" noChangeArrowheads="1"/>
          </p:cNvSpPr>
          <p:nvPr>
            <p:ph idx="1"/>
          </p:nvPr>
        </p:nvSpPr>
        <p:spPr>
          <a:xfrm>
            <a:off x="762000" y="304799"/>
            <a:ext cx="7848600" cy="5486399"/>
          </a:xfrm>
        </p:spPr>
        <p:txBody>
          <a:bodyPr rtlCol="0">
            <a:noAutofit/>
          </a:bodyPr>
          <a:lstStyle/>
          <a:p>
            <a:pPr marL="365760" indent="-283464" eaLnBrk="1" fontAlgn="auto" hangingPunct="1">
              <a:lnSpc>
                <a:spcPct val="90000"/>
              </a:lnSpc>
              <a:spcAft>
                <a:spcPts val="0"/>
              </a:spcAft>
              <a:buFont typeface="Wingdings 2"/>
              <a:buChar char=""/>
              <a:defRPr/>
            </a:pPr>
            <a:r>
              <a:rPr lang="en-US" sz="2800" dirty="0"/>
              <a:t>Inline Styles</a:t>
            </a:r>
          </a:p>
          <a:p>
            <a:pPr marL="640080" lvl="1" indent="-237744" eaLnBrk="1" fontAlgn="auto" hangingPunct="1">
              <a:lnSpc>
                <a:spcPct val="90000"/>
              </a:lnSpc>
              <a:spcAft>
                <a:spcPts val="0"/>
              </a:spcAft>
              <a:buFont typeface="Verdana"/>
              <a:buChar char="◦"/>
              <a:defRPr/>
            </a:pPr>
            <a:r>
              <a:rPr lang="en-US" sz="1800" dirty="0"/>
              <a:t>body section</a:t>
            </a:r>
          </a:p>
          <a:p>
            <a:pPr marL="640080" lvl="1" indent="-237744" eaLnBrk="1" fontAlgn="auto" hangingPunct="1">
              <a:lnSpc>
                <a:spcPct val="90000"/>
              </a:lnSpc>
              <a:spcAft>
                <a:spcPts val="0"/>
              </a:spcAft>
              <a:buFont typeface="Verdana"/>
              <a:buChar char="◦"/>
              <a:defRPr/>
            </a:pPr>
            <a:r>
              <a:rPr lang="en-US" sz="1800" dirty="0"/>
              <a:t>HTML style attribute</a:t>
            </a:r>
          </a:p>
          <a:p>
            <a:pPr marL="640080" lvl="1" indent="-237744" eaLnBrk="1" fontAlgn="auto" hangingPunct="1">
              <a:lnSpc>
                <a:spcPct val="90000"/>
              </a:lnSpc>
              <a:spcAft>
                <a:spcPts val="0"/>
              </a:spcAft>
              <a:buFont typeface="Verdana"/>
              <a:buChar char="◦"/>
              <a:defRPr/>
            </a:pPr>
            <a:r>
              <a:rPr lang="en-US" sz="1800" dirty="0"/>
              <a:t>apply only to the specific element</a:t>
            </a:r>
          </a:p>
          <a:p>
            <a:pPr marL="365760" indent="-283464" eaLnBrk="1" fontAlgn="auto" hangingPunct="1">
              <a:lnSpc>
                <a:spcPct val="90000"/>
              </a:lnSpc>
              <a:spcAft>
                <a:spcPts val="0"/>
              </a:spcAft>
              <a:buFont typeface="Wingdings 2"/>
              <a:buChar char=""/>
              <a:defRPr/>
            </a:pPr>
            <a:r>
              <a:rPr lang="en-US" sz="2800" dirty="0"/>
              <a:t>Embedded Styles</a:t>
            </a:r>
          </a:p>
          <a:p>
            <a:pPr marL="640080" lvl="1" indent="-237744" eaLnBrk="1" fontAlgn="auto" hangingPunct="1">
              <a:lnSpc>
                <a:spcPct val="90000"/>
              </a:lnSpc>
              <a:spcAft>
                <a:spcPts val="0"/>
              </a:spcAft>
              <a:buFont typeface="Verdana"/>
              <a:buChar char="◦"/>
              <a:defRPr/>
            </a:pPr>
            <a:r>
              <a:rPr lang="en-US" sz="1800" dirty="0"/>
              <a:t>head section</a:t>
            </a:r>
          </a:p>
          <a:p>
            <a:pPr marL="640080" lvl="1" indent="-237744" eaLnBrk="1" fontAlgn="auto" hangingPunct="1">
              <a:lnSpc>
                <a:spcPct val="90000"/>
              </a:lnSpc>
              <a:spcAft>
                <a:spcPts val="0"/>
              </a:spcAft>
              <a:buFont typeface="Verdana"/>
              <a:buChar char="◦"/>
              <a:defRPr/>
            </a:pPr>
            <a:r>
              <a:rPr lang="en-US" sz="1800" dirty="0"/>
              <a:t>HTML style element</a:t>
            </a:r>
          </a:p>
          <a:p>
            <a:pPr marL="640080" lvl="1" indent="-237744" eaLnBrk="1" fontAlgn="auto" hangingPunct="1">
              <a:lnSpc>
                <a:spcPct val="90000"/>
              </a:lnSpc>
              <a:spcAft>
                <a:spcPts val="0"/>
              </a:spcAft>
              <a:buFont typeface="Verdana"/>
              <a:buChar char="◦"/>
              <a:defRPr/>
            </a:pPr>
            <a:r>
              <a:rPr lang="en-US" sz="1800" dirty="0"/>
              <a:t>apply to the entire web page document</a:t>
            </a:r>
          </a:p>
          <a:p>
            <a:pPr marL="365760" indent="-283464" eaLnBrk="1" fontAlgn="auto" hangingPunct="1">
              <a:lnSpc>
                <a:spcPct val="90000"/>
              </a:lnSpc>
              <a:spcAft>
                <a:spcPts val="0"/>
              </a:spcAft>
              <a:buFont typeface="Wingdings 2"/>
              <a:buChar char=""/>
              <a:defRPr/>
            </a:pPr>
            <a:r>
              <a:rPr lang="en-US" sz="2800" dirty="0"/>
              <a:t>External Styles</a:t>
            </a:r>
          </a:p>
          <a:p>
            <a:pPr marL="640080" lvl="1" indent="-237744" eaLnBrk="1" fontAlgn="auto" hangingPunct="1">
              <a:lnSpc>
                <a:spcPct val="90000"/>
              </a:lnSpc>
              <a:spcAft>
                <a:spcPts val="0"/>
              </a:spcAft>
              <a:buFont typeface="Verdana"/>
              <a:buChar char="◦"/>
              <a:defRPr/>
            </a:pPr>
            <a:r>
              <a:rPr lang="en-US" sz="1800" dirty="0"/>
              <a:t>Separate text file with .</a:t>
            </a:r>
            <a:r>
              <a:rPr lang="en-US" sz="1800" dirty="0" err="1"/>
              <a:t>css</a:t>
            </a:r>
            <a:r>
              <a:rPr lang="en-US" sz="1800" dirty="0"/>
              <a:t> file extension</a:t>
            </a:r>
          </a:p>
          <a:p>
            <a:pPr marL="640080" lvl="1" indent="-237744" eaLnBrk="1" fontAlgn="auto" hangingPunct="1">
              <a:lnSpc>
                <a:spcPct val="90000"/>
              </a:lnSpc>
              <a:spcAft>
                <a:spcPts val="0"/>
              </a:spcAft>
              <a:buFont typeface="Verdana"/>
              <a:buChar char="◦"/>
              <a:defRPr/>
            </a:pPr>
            <a:r>
              <a:rPr lang="en-US" sz="1800" dirty="0"/>
              <a:t>Associate with a HTML link element in the head section of a web page</a:t>
            </a:r>
          </a:p>
          <a:p>
            <a:pPr marL="240030" indent="-237744" eaLnBrk="1" fontAlgn="auto" hangingPunct="1">
              <a:lnSpc>
                <a:spcPct val="90000"/>
              </a:lnSpc>
              <a:spcAft>
                <a:spcPts val="0"/>
              </a:spcAft>
              <a:buFont typeface="Verdana"/>
              <a:buChar char="◦"/>
              <a:defRPr/>
            </a:pPr>
            <a:r>
              <a:rPr lang="en-US" sz="2800" dirty="0"/>
              <a:t>Imported Styles</a:t>
            </a:r>
          </a:p>
          <a:p>
            <a:pPr marL="640080" lvl="1" indent="-237744" eaLnBrk="1" fontAlgn="auto" hangingPunct="1">
              <a:lnSpc>
                <a:spcPct val="90000"/>
              </a:lnSpc>
              <a:spcAft>
                <a:spcPts val="0"/>
              </a:spcAft>
              <a:buFont typeface="Verdana"/>
              <a:buChar char="◦"/>
              <a:defRPr/>
            </a:pPr>
            <a:r>
              <a:rPr lang="en-US" sz="1800" dirty="0"/>
              <a:t>Similar to External Styles</a:t>
            </a:r>
          </a:p>
          <a:p>
            <a:pPr marL="640080" lvl="1" indent="-237744" eaLnBrk="1" fontAlgn="auto" hangingPunct="1">
              <a:lnSpc>
                <a:spcPct val="90000"/>
              </a:lnSpc>
              <a:spcAft>
                <a:spcPts val="0"/>
              </a:spcAft>
              <a:buFont typeface="Verdana"/>
              <a:buChar char="◦"/>
              <a:defRPr/>
            </a:pPr>
            <a:r>
              <a:rPr lang="en-US" sz="1800" dirty="0"/>
              <a:t>We’ll concentrate on the other three types of styles.</a:t>
            </a:r>
          </a:p>
        </p:txBody>
      </p:sp>
      <p:sp>
        <p:nvSpPr>
          <p:cNvPr id="24580" name="Slide Number Placeholder 5">
            <a:extLst>
              <a:ext uri="{FF2B5EF4-FFF2-40B4-BE49-F238E27FC236}">
                <a16:creationId xmlns:a16="http://schemas.microsoft.com/office/drawing/2014/main" id="{FC541213-2BF3-4FAF-85EA-D2AB6814B8C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4037180A-3C26-4DE6-A20C-E71DFCF6DC9A}" type="slidenum">
              <a:rPr lang="en-US" altLang="en-US" sz="1100">
                <a:solidFill>
                  <a:srgbClr val="4D4D4D"/>
                </a:solidFill>
                <a:latin typeface="Times New Roman" panose="02020603050405020304" pitchFamily="18" charset="0"/>
              </a:rPr>
              <a:pPr>
                <a:spcBef>
                  <a:spcPct val="0"/>
                </a:spcBef>
                <a:buClrTx/>
                <a:buSzTx/>
                <a:buFontTx/>
                <a:buNone/>
              </a:pPr>
              <a:t>8</a:t>
            </a:fld>
            <a:endParaRPr lang="en-US" altLang="en-US" sz="1100">
              <a:solidFill>
                <a:srgbClr val="4D4D4D"/>
              </a:solidFill>
              <a:latin typeface="Times New Roman" panose="02020603050405020304" pitchFamily="18" charset="0"/>
            </a:endParaRPr>
          </a:p>
        </p:txBody>
      </p:sp>
      <p:sp>
        <p:nvSpPr>
          <p:cNvPr id="24581" name="Rectangle 5">
            <a:extLst>
              <a:ext uri="{FF2B5EF4-FFF2-40B4-BE49-F238E27FC236}">
                <a16:creationId xmlns:a16="http://schemas.microsoft.com/office/drawing/2014/main" id="{C3A589A1-8D93-450A-BAF0-84CC36CB51B5}"/>
              </a:ext>
            </a:extLst>
          </p:cNvPr>
          <p:cNvSpPr>
            <a:spLocks noChangeArrowheads="1"/>
          </p:cNvSpPr>
          <p:nvPr/>
        </p:nvSpPr>
        <p:spPr bwMode="auto">
          <a:xfrm>
            <a:off x="3086100" y="11858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endParaRPr lang="en-US" altLang="en-US" sz="2400">
              <a:latin typeface="Times New Roman" panose="02020603050405020304" pitchFamily="18" charset="0"/>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a:extLst>
              <a:ext uri="{FF2B5EF4-FFF2-40B4-BE49-F238E27FC236}">
                <a16:creationId xmlns:a16="http://schemas.microsoft.com/office/drawing/2014/main" id="{5AD5E5C5-06FE-4A7E-B763-B44A6231F07E}"/>
              </a:ext>
            </a:extLst>
          </p:cNvPr>
          <p:cNvSpPr>
            <a:spLocks noGrp="1" noChangeArrowheads="1"/>
          </p:cNvSpPr>
          <p:nvPr>
            <p:ph type="title"/>
          </p:nvPr>
        </p:nvSpPr>
        <p:spPr>
          <a:xfrm>
            <a:off x="3048000" y="228600"/>
            <a:ext cx="5470525" cy="838200"/>
          </a:xfrm>
        </p:spPr>
        <p:txBody>
          <a:bodyPr/>
          <a:lstStyle/>
          <a:p>
            <a:pPr algn="r" eaLnBrk="1" fontAlgn="auto" hangingPunct="1">
              <a:spcAft>
                <a:spcPts val="0"/>
              </a:spcAft>
              <a:defRPr/>
            </a:pPr>
            <a:r>
              <a:rPr lang="en-US" dirty="0">
                <a:solidFill>
                  <a:schemeClr val="tx2">
                    <a:satMod val="130000"/>
                  </a:schemeClr>
                </a:solidFill>
              </a:rPr>
              <a:t>CSS Syntax</a:t>
            </a:r>
          </a:p>
        </p:txBody>
      </p:sp>
      <p:sp>
        <p:nvSpPr>
          <p:cNvPr id="26627" name="Rectangle 3">
            <a:extLst>
              <a:ext uri="{FF2B5EF4-FFF2-40B4-BE49-F238E27FC236}">
                <a16:creationId xmlns:a16="http://schemas.microsoft.com/office/drawing/2014/main" id="{7638901D-A04C-4F82-A2A2-416378C09751}"/>
              </a:ext>
            </a:extLst>
          </p:cNvPr>
          <p:cNvSpPr>
            <a:spLocks noGrp="1" noChangeArrowheads="1"/>
          </p:cNvSpPr>
          <p:nvPr>
            <p:ph idx="1"/>
          </p:nvPr>
        </p:nvSpPr>
        <p:spPr>
          <a:xfrm>
            <a:off x="1219200" y="1143000"/>
            <a:ext cx="7239000" cy="1371600"/>
          </a:xfrm>
        </p:spPr>
        <p:txBody>
          <a:bodyPr>
            <a:normAutofit/>
          </a:bodyPr>
          <a:lstStyle/>
          <a:p>
            <a:pPr eaLnBrk="1" hangingPunct="1">
              <a:lnSpc>
                <a:spcPct val="80000"/>
              </a:lnSpc>
            </a:pPr>
            <a:r>
              <a:rPr lang="en-US" altLang="en-US" sz="2400">
                <a:cs typeface="Arial" panose="020B0604020202020204" pitchFamily="34" charset="0"/>
              </a:rPr>
              <a:t>Style sheets are composed of  "Rules" that describe the styling to be applied. </a:t>
            </a:r>
            <a:br>
              <a:rPr lang="en-US" altLang="en-US" sz="2400">
                <a:cs typeface="Arial" panose="020B0604020202020204" pitchFamily="34" charset="0"/>
              </a:rPr>
            </a:br>
            <a:endParaRPr lang="en-US" altLang="en-US" sz="2400">
              <a:cs typeface="Arial" panose="020B0604020202020204" pitchFamily="34" charset="0"/>
            </a:endParaRPr>
          </a:p>
          <a:p>
            <a:pPr eaLnBrk="1" hangingPunct="1">
              <a:lnSpc>
                <a:spcPct val="80000"/>
              </a:lnSpc>
            </a:pPr>
            <a:r>
              <a:rPr lang="en-US" altLang="en-US" sz="2400">
                <a:cs typeface="Times New Roman" panose="02020603050405020304" pitchFamily="18" charset="0"/>
              </a:rPr>
              <a:t>Each Rule contains a Selector and a Declaration</a:t>
            </a:r>
            <a:r>
              <a:rPr lang="en-US" altLang="en-US" sz="2400">
                <a:cs typeface="Arial" panose="020B0604020202020204" pitchFamily="34" charset="0"/>
              </a:rPr>
              <a:t> </a:t>
            </a:r>
          </a:p>
        </p:txBody>
      </p:sp>
      <p:sp>
        <p:nvSpPr>
          <p:cNvPr id="26628" name="Slide Number Placeholder 5">
            <a:extLst>
              <a:ext uri="{FF2B5EF4-FFF2-40B4-BE49-F238E27FC236}">
                <a16:creationId xmlns:a16="http://schemas.microsoft.com/office/drawing/2014/main" id="{4F8A573F-03C4-4573-BC53-38DF2485A2C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CF7379B9-1A33-42DC-95C6-82E7BF741D00}" type="slidenum">
              <a:rPr lang="en-US" altLang="en-US" sz="1100">
                <a:solidFill>
                  <a:srgbClr val="4D4D4D"/>
                </a:solidFill>
                <a:latin typeface="Times New Roman" panose="02020603050405020304" pitchFamily="18" charset="0"/>
              </a:rPr>
              <a:pPr>
                <a:spcBef>
                  <a:spcPct val="0"/>
                </a:spcBef>
                <a:buClrTx/>
                <a:buSzTx/>
                <a:buFontTx/>
                <a:buNone/>
              </a:pPr>
              <a:t>9</a:t>
            </a:fld>
            <a:endParaRPr lang="en-US" altLang="en-US" sz="1100">
              <a:solidFill>
                <a:srgbClr val="4D4D4D"/>
              </a:solidFill>
              <a:latin typeface="Times New Roman" panose="02020603050405020304" pitchFamily="18" charset="0"/>
            </a:endParaRPr>
          </a:p>
        </p:txBody>
      </p:sp>
      <p:sp>
        <p:nvSpPr>
          <p:cNvPr id="26629" name="Rectangle 6">
            <a:extLst>
              <a:ext uri="{FF2B5EF4-FFF2-40B4-BE49-F238E27FC236}">
                <a16:creationId xmlns:a16="http://schemas.microsoft.com/office/drawing/2014/main" id="{1702BA4E-41C8-43F9-B3EE-FF5B18FB66C3}"/>
              </a:ext>
            </a:extLst>
          </p:cNvPr>
          <p:cNvSpPr>
            <a:spLocks noChangeArrowheads="1"/>
          </p:cNvSpPr>
          <p:nvPr/>
        </p:nvSpPr>
        <p:spPr bwMode="auto">
          <a:xfrm>
            <a:off x="2738438" y="27860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endParaRPr lang="en-US" altLang="en-US" sz="2400">
              <a:latin typeface="Times New Roman" panose="02020603050405020304" pitchFamily="18" charset="0"/>
            </a:endParaRPr>
          </a:p>
        </p:txBody>
      </p:sp>
      <p:pic>
        <p:nvPicPr>
          <p:cNvPr id="26630" name="Picture 2" descr="Figure3">
            <a:extLst>
              <a:ext uri="{FF2B5EF4-FFF2-40B4-BE49-F238E27FC236}">
                <a16:creationId xmlns:a16="http://schemas.microsoft.com/office/drawing/2014/main" id="{3DA6DE14-1563-4DBE-9D82-CFBE08BA20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3048000"/>
            <a:ext cx="6324600" cy="183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a16="http://schemas.microsoft.com/office/drawing/2014/main" id="{B72B7AA5-2FFB-46D9-B93B-55B9E3B1CF54}"/>
              </a:ext>
            </a:extLst>
          </p:cNvPr>
          <p:cNvSpPr>
            <a:spLocks noGrp="1" noChangeArrowheads="1"/>
          </p:cNvSpPr>
          <p:nvPr>
            <p:ph type="title"/>
          </p:nvPr>
        </p:nvSpPr>
        <p:spPr>
          <a:xfrm>
            <a:off x="3048000" y="152400"/>
            <a:ext cx="5470525" cy="914400"/>
          </a:xfrm>
        </p:spPr>
        <p:txBody>
          <a:bodyPr/>
          <a:lstStyle/>
          <a:p>
            <a:pPr algn="r" eaLnBrk="1" fontAlgn="auto" hangingPunct="1">
              <a:spcAft>
                <a:spcPts val="0"/>
              </a:spcAft>
              <a:defRPr/>
            </a:pPr>
            <a:r>
              <a:rPr lang="en-US" dirty="0">
                <a:solidFill>
                  <a:schemeClr val="tx2">
                    <a:satMod val="130000"/>
                  </a:schemeClr>
                </a:solidFill>
              </a:rPr>
              <a:t>CSS Syntax Sample</a:t>
            </a:r>
          </a:p>
        </p:txBody>
      </p:sp>
      <p:sp>
        <p:nvSpPr>
          <p:cNvPr id="20484" name="Rectangle 3">
            <a:extLst>
              <a:ext uri="{FF2B5EF4-FFF2-40B4-BE49-F238E27FC236}">
                <a16:creationId xmlns:a16="http://schemas.microsoft.com/office/drawing/2014/main" id="{B6C54EC6-55A5-4F6A-BC62-12D433447474}"/>
              </a:ext>
            </a:extLst>
          </p:cNvPr>
          <p:cNvSpPr>
            <a:spLocks noGrp="1" noChangeArrowheads="1"/>
          </p:cNvSpPr>
          <p:nvPr>
            <p:ph idx="1"/>
          </p:nvPr>
        </p:nvSpPr>
        <p:spPr>
          <a:xfrm>
            <a:off x="762000" y="1262063"/>
            <a:ext cx="7620000" cy="3048000"/>
          </a:xfrm>
        </p:spPr>
        <p:txBody>
          <a:bodyPr rtlCol="0">
            <a:normAutofit fontScale="92500" lnSpcReduction="10000"/>
          </a:bodyPr>
          <a:lstStyle/>
          <a:p>
            <a:pPr marL="365760" indent="-283464" eaLnBrk="1" fontAlgn="auto" hangingPunct="1">
              <a:lnSpc>
                <a:spcPct val="90000"/>
              </a:lnSpc>
              <a:spcAft>
                <a:spcPts val="0"/>
              </a:spcAft>
              <a:buFontTx/>
              <a:buNone/>
              <a:defRPr/>
            </a:pPr>
            <a:r>
              <a:rPr lang="en-US" sz="2400" dirty="0">
                <a:cs typeface="Times New Roman" pitchFamily="18" charset="0"/>
              </a:rPr>
              <a:t>Configure a web page to display blue text and yellow background.</a:t>
            </a:r>
            <a:br>
              <a:rPr lang="en-US" sz="2400" dirty="0">
                <a:cs typeface="Times New Roman" pitchFamily="18" charset="0"/>
              </a:rPr>
            </a:br>
            <a:endParaRPr lang="en-US" sz="800" dirty="0">
              <a:cs typeface="Times New Roman" pitchFamily="18" charset="0"/>
            </a:endParaRPr>
          </a:p>
          <a:p>
            <a:pPr marL="365760" indent="-283464" eaLnBrk="1" fontAlgn="auto" hangingPunct="1">
              <a:lnSpc>
                <a:spcPct val="90000"/>
              </a:lnSpc>
              <a:spcAft>
                <a:spcPts val="0"/>
              </a:spcAft>
              <a:buFontTx/>
              <a:buNone/>
              <a:defRPr/>
            </a:pPr>
            <a:r>
              <a:rPr lang="en-US" sz="2400" b="1" dirty="0">
                <a:latin typeface="Times New Roman" pitchFamily="18" charset="0"/>
                <a:cs typeface="Times New Roman" pitchFamily="18" charset="0"/>
              </a:rPr>
              <a:t>body { color:  blue;</a:t>
            </a:r>
            <a:endParaRPr lang="en-US" sz="2400" dirty="0">
              <a:cs typeface="Times New Roman" pitchFamily="18" charset="0"/>
            </a:endParaRPr>
          </a:p>
          <a:p>
            <a:pPr marL="365760" indent="-283464" eaLnBrk="1" fontAlgn="auto" hangingPunct="1">
              <a:lnSpc>
                <a:spcPct val="90000"/>
              </a:lnSpc>
              <a:spcAft>
                <a:spcPts val="0"/>
              </a:spcAft>
              <a:buFontTx/>
              <a:buNone/>
              <a:defRPr/>
            </a:pPr>
            <a:r>
              <a:rPr lang="en-US" sz="2400" b="1" dirty="0">
                <a:latin typeface="Times New Roman" pitchFamily="18" charset="0"/>
                <a:cs typeface="Times New Roman" pitchFamily="18" charset="0"/>
              </a:rPr>
              <a:t>             background-color:  yellow; }</a:t>
            </a:r>
            <a:br>
              <a:rPr lang="en-US" sz="2400" b="1" dirty="0">
                <a:latin typeface="Times New Roman" pitchFamily="18" charset="0"/>
                <a:cs typeface="Times New Roman" pitchFamily="18" charset="0"/>
              </a:rPr>
            </a:br>
            <a:endParaRPr lang="en-US" sz="800" dirty="0">
              <a:cs typeface="Times New Roman" pitchFamily="18" charset="0"/>
            </a:endParaRPr>
          </a:p>
          <a:p>
            <a:pPr marL="365760" indent="-283464" eaLnBrk="1" fontAlgn="auto" hangingPunct="1">
              <a:lnSpc>
                <a:spcPct val="90000"/>
              </a:lnSpc>
              <a:spcAft>
                <a:spcPts val="0"/>
              </a:spcAft>
              <a:buFontTx/>
              <a:buNone/>
              <a:defRPr/>
            </a:pPr>
            <a:r>
              <a:rPr lang="en-US" sz="2400" dirty="0">
                <a:cs typeface="Times New Roman" pitchFamily="18" charset="0"/>
              </a:rPr>
              <a:t>This could also be written using hexadecimal color values as shown below.</a:t>
            </a:r>
            <a:br>
              <a:rPr lang="en-US" sz="2400" dirty="0">
                <a:cs typeface="Times New Roman" pitchFamily="18" charset="0"/>
              </a:rPr>
            </a:br>
            <a:endParaRPr lang="en-US" sz="800" dirty="0">
              <a:cs typeface="Times New Roman" pitchFamily="18" charset="0"/>
            </a:endParaRPr>
          </a:p>
          <a:p>
            <a:pPr marL="365760" indent="-283464" eaLnBrk="1" fontAlgn="auto" hangingPunct="1">
              <a:lnSpc>
                <a:spcPct val="90000"/>
              </a:lnSpc>
              <a:spcAft>
                <a:spcPts val="0"/>
              </a:spcAft>
              <a:buFontTx/>
              <a:buNone/>
              <a:defRPr/>
            </a:pPr>
            <a:r>
              <a:rPr lang="en-US" sz="2400" b="1" dirty="0">
                <a:latin typeface="Times New Roman" pitchFamily="18" charset="0"/>
                <a:cs typeface="Times New Roman" pitchFamily="18" charset="0"/>
              </a:rPr>
              <a:t>body { color:  #0000FF;</a:t>
            </a:r>
            <a:endParaRPr lang="en-US" sz="2400" dirty="0">
              <a:cs typeface="Times New Roman" pitchFamily="18" charset="0"/>
            </a:endParaRPr>
          </a:p>
          <a:p>
            <a:pPr marL="365760" indent="-283464" eaLnBrk="1" fontAlgn="auto" hangingPunct="1">
              <a:lnSpc>
                <a:spcPct val="90000"/>
              </a:lnSpc>
              <a:spcAft>
                <a:spcPts val="0"/>
              </a:spcAft>
              <a:buFontTx/>
              <a:buNone/>
              <a:defRPr/>
            </a:pPr>
            <a:r>
              <a:rPr lang="en-US" sz="2400" b="1" dirty="0">
                <a:latin typeface="Times New Roman" pitchFamily="18" charset="0"/>
                <a:cs typeface="Times New Roman" pitchFamily="18" charset="0"/>
              </a:rPr>
              <a:t>             background-color:  #FFFF00; }</a:t>
            </a:r>
            <a:endParaRPr lang="en-US" sz="2400" dirty="0">
              <a:cs typeface="Times New Roman" pitchFamily="18" charset="0"/>
            </a:endParaRPr>
          </a:p>
        </p:txBody>
      </p:sp>
      <p:sp>
        <p:nvSpPr>
          <p:cNvPr id="28676" name="Slide Number Placeholder 5">
            <a:extLst>
              <a:ext uri="{FF2B5EF4-FFF2-40B4-BE49-F238E27FC236}">
                <a16:creationId xmlns:a16="http://schemas.microsoft.com/office/drawing/2014/main" id="{5DE5E3EA-8513-4749-ADA9-60873688FCB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839E88B9-CD74-40CA-9013-5B0504B13527}" type="slidenum">
              <a:rPr lang="en-US" altLang="en-US" sz="1100">
                <a:solidFill>
                  <a:srgbClr val="4D4D4D"/>
                </a:solidFill>
                <a:latin typeface="Times New Roman" panose="02020603050405020304" pitchFamily="18" charset="0"/>
              </a:rPr>
              <a:pPr>
                <a:spcBef>
                  <a:spcPct val="0"/>
                </a:spcBef>
                <a:buClrTx/>
                <a:buSzTx/>
                <a:buFontTx/>
                <a:buNone/>
              </a:pPr>
              <a:t>10</a:t>
            </a:fld>
            <a:endParaRPr lang="en-US" altLang="en-US" sz="1100">
              <a:solidFill>
                <a:srgbClr val="4D4D4D"/>
              </a:solidFill>
              <a:latin typeface="Times New Roman" panose="02020603050405020304" pitchFamily="18" charset="0"/>
            </a:endParaRPr>
          </a:p>
        </p:txBody>
      </p:sp>
      <p:sp>
        <p:nvSpPr>
          <p:cNvPr id="28677" name="Rectangle 4">
            <a:extLst>
              <a:ext uri="{FF2B5EF4-FFF2-40B4-BE49-F238E27FC236}">
                <a16:creationId xmlns:a16="http://schemas.microsoft.com/office/drawing/2014/main" id="{CB102828-9956-433C-95B3-48EB5E2437FB}"/>
              </a:ext>
            </a:extLst>
          </p:cNvPr>
          <p:cNvSpPr>
            <a:spLocks noChangeArrowheads="1"/>
          </p:cNvSpPr>
          <p:nvPr/>
        </p:nvSpPr>
        <p:spPr bwMode="auto">
          <a:xfrm>
            <a:off x="2738438" y="27860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endParaRPr lang="en-US" altLang="en-US" sz="2400">
              <a:latin typeface="Times New Roman" panose="02020603050405020304" pitchFamily="18" charset="0"/>
            </a:endParaRPr>
          </a:p>
        </p:txBody>
      </p:sp>
      <p:pic>
        <p:nvPicPr>
          <p:cNvPr id="28678" name="Picture 2" descr="Figure3">
            <a:extLst>
              <a:ext uri="{FF2B5EF4-FFF2-40B4-BE49-F238E27FC236}">
                <a16:creationId xmlns:a16="http://schemas.microsoft.com/office/drawing/2014/main" id="{05CC424F-AC62-4A68-89C5-C73AD2FD76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4572000"/>
            <a:ext cx="4868863" cy="141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a16="http://schemas.microsoft.com/office/drawing/2014/main" id="{5B7B53DF-6AFE-4B3F-9F43-9E02279A900B}"/>
              </a:ext>
            </a:extLst>
          </p:cNvPr>
          <p:cNvSpPr>
            <a:spLocks noGrp="1" noChangeArrowheads="1"/>
          </p:cNvSpPr>
          <p:nvPr>
            <p:ph type="title"/>
          </p:nvPr>
        </p:nvSpPr>
        <p:spPr>
          <a:xfrm>
            <a:off x="3063875" y="304800"/>
            <a:ext cx="5470525" cy="762000"/>
          </a:xfrm>
        </p:spPr>
        <p:txBody>
          <a:bodyPr>
            <a:normAutofit fontScale="90000"/>
          </a:bodyPr>
          <a:lstStyle/>
          <a:p>
            <a:pPr algn="r" eaLnBrk="1" fontAlgn="auto" hangingPunct="1">
              <a:spcAft>
                <a:spcPts val="0"/>
              </a:spcAft>
              <a:defRPr/>
            </a:pPr>
            <a:r>
              <a:rPr lang="en-US">
                <a:solidFill>
                  <a:schemeClr val="tx2">
                    <a:satMod val="130000"/>
                  </a:schemeClr>
                </a:solidFill>
              </a:rPr>
              <a:t>Common Formatting</a:t>
            </a:r>
            <a:br>
              <a:rPr lang="en-US">
                <a:solidFill>
                  <a:schemeClr val="tx2">
                    <a:satMod val="130000"/>
                  </a:schemeClr>
                </a:solidFill>
              </a:rPr>
            </a:br>
            <a:r>
              <a:rPr lang="en-US">
                <a:solidFill>
                  <a:schemeClr val="tx2">
                    <a:satMod val="130000"/>
                  </a:schemeClr>
                </a:solidFill>
              </a:rPr>
              <a:t>CSS Properties</a:t>
            </a:r>
          </a:p>
        </p:txBody>
      </p:sp>
      <p:sp>
        <p:nvSpPr>
          <p:cNvPr id="21508" name="Rectangle 3">
            <a:extLst>
              <a:ext uri="{FF2B5EF4-FFF2-40B4-BE49-F238E27FC236}">
                <a16:creationId xmlns:a16="http://schemas.microsoft.com/office/drawing/2014/main" id="{3CEB5BC8-0AE5-4EA2-85E6-6819B89112C9}"/>
              </a:ext>
            </a:extLst>
          </p:cNvPr>
          <p:cNvSpPr>
            <a:spLocks noGrp="1" noChangeArrowheads="1"/>
          </p:cNvSpPr>
          <p:nvPr>
            <p:ph idx="1"/>
          </p:nvPr>
        </p:nvSpPr>
        <p:spPr>
          <a:xfrm>
            <a:off x="1447800" y="1295400"/>
            <a:ext cx="7467600" cy="4191000"/>
          </a:xfrm>
        </p:spPr>
        <p:txBody>
          <a:bodyPr rtlCol="0">
            <a:normAutofit/>
          </a:bodyPr>
          <a:lstStyle/>
          <a:p>
            <a:pPr marL="365760" indent="-283464" eaLnBrk="1" fontAlgn="auto" hangingPunct="1">
              <a:spcAft>
                <a:spcPts val="0"/>
              </a:spcAft>
              <a:buFont typeface="Wingdings 2"/>
              <a:buChar char=""/>
              <a:defRPr/>
            </a:pPr>
            <a:r>
              <a:rPr lang="en-US" sz="2400"/>
              <a:t>See Table 3.1 Common CSS Properties, including:</a:t>
            </a:r>
          </a:p>
          <a:p>
            <a:pPr marL="640080" lvl="1" indent="-237744" eaLnBrk="1" fontAlgn="auto" hangingPunct="1">
              <a:spcAft>
                <a:spcPts val="0"/>
              </a:spcAft>
              <a:buFont typeface="Verdana"/>
              <a:buChar char="◦"/>
              <a:defRPr/>
            </a:pPr>
            <a:r>
              <a:rPr lang="en-US" sz="2000"/>
              <a:t>background-color </a:t>
            </a:r>
          </a:p>
          <a:p>
            <a:pPr marL="640080" lvl="1" indent="-237744" eaLnBrk="1" fontAlgn="auto" hangingPunct="1">
              <a:spcAft>
                <a:spcPts val="0"/>
              </a:spcAft>
              <a:buFont typeface="Verdana"/>
              <a:buChar char="◦"/>
              <a:defRPr/>
            </a:pPr>
            <a:r>
              <a:rPr lang="en-US" sz="2000"/>
              <a:t>color</a:t>
            </a:r>
          </a:p>
          <a:p>
            <a:pPr marL="640080" lvl="1" indent="-237744" eaLnBrk="1" fontAlgn="auto" hangingPunct="1">
              <a:spcAft>
                <a:spcPts val="0"/>
              </a:spcAft>
              <a:buFont typeface="Verdana"/>
              <a:buChar char="◦"/>
              <a:defRPr/>
            </a:pPr>
            <a:r>
              <a:rPr lang="en-US" sz="2000"/>
              <a:t>font-family </a:t>
            </a:r>
          </a:p>
          <a:p>
            <a:pPr marL="640080" lvl="1" indent="-237744" eaLnBrk="1" fontAlgn="auto" hangingPunct="1">
              <a:spcAft>
                <a:spcPts val="0"/>
              </a:spcAft>
              <a:buFont typeface="Verdana"/>
              <a:buChar char="◦"/>
              <a:defRPr/>
            </a:pPr>
            <a:r>
              <a:rPr lang="en-US" sz="2000"/>
              <a:t>font-size </a:t>
            </a:r>
          </a:p>
          <a:p>
            <a:pPr marL="640080" lvl="1" indent="-237744" eaLnBrk="1" fontAlgn="auto" hangingPunct="1">
              <a:spcAft>
                <a:spcPts val="0"/>
              </a:spcAft>
              <a:buFont typeface="Verdana"/>
              <a:buChar char="◦"/>
              <a:defRPr/>
            </a:pPr>
            <a:r>
              <a:rPr lang="en-US" sz="2000"/>
              <a:t>font-style</a:t>
            </a:r>
          </a:p>
          <a:p>
            <a:pPr marL="640080" lvl="1" indent="-237744" eaLnBrk="1" fontAlgn="auto" hangingPunct="1">
              <a:spcAft>
                <a:spcPts val="0"/>
              </a:spcAft>
              <a:buFont typeface="Verdana"/>
              <a:buChar char="◦"/>
              <a:defRPr/>
            </a:pPr>
            <a:r>
              <a:rPr lang="en-US" sz="2000"/>
              <a:t>font-weight</a:t>
            </a:r>
          </a:p>
          <a:p>
            <a:pPr marL="640080" lvl="1" indent="-237744" eaLnBrk="1" fontAlgn="auto" hangingPunct="1">
              <a:spcAft>
                <a:spcPts val="0"/>
              </a:spcAft>
              <a:buFont typeface="Verdana"/>
              <a:buChar char="◦"/>
              <a:defRPr/>
            </a:pPr>
            <a:r>
              <a:rPr lang="en-US" sz="2000"/>
              <a:t>line-height</a:t>
            </a:r>
          </a:p>
          <a:p>
            <a:pPr marL="640080" lvl="1" indent="-237744" eaLnBrk="1" fontAlgn="auto" hangingPunct="1">
              <a:spcAft>
                <a:spcPts val="0"/>
              </a:spcAft>
              <a:buFont typeface="Verdana"/>
              <a:buChar char="◦"/>
              <a:defRPr/>
            </a:pPr>
            <a:r>
              <a:rPr lang="en-US" sz="2000"/>
              <a:t>margin</a:t>
            </a:r>
          </a:p>
          <a:p>
            <a:pPr marL="640080" lvl="1" indent="-237744" eaLnBrk="1" fontAlgn="auto" hangingPunct="1">
              <a:spcAft>
                <a:spcPts val="0"/>
              </a:spcAft>
              <a:buFont typeface="Verdana"/>
              <a:buChar char="◦"/>
              <a:defRPr/>
            </a:pPr>
            <a:r>
              <a:rPr lang="en-US" sz="2000"/>
              <a:t>text-align</a:t>
            </a:r>
          </a:p>
          <a:p>
            <a:pPr marL="640080" lvl="1" indent="-237744" eaLnBrk="1" fontAlgn="auto" hangingPunct="1">
              <a:spcAft>
                <a:spcPts val="0"/>
              </a:spcAft>
              <a:buFont typeface="Verdana"/>
              <a:buChar char="◦"/>
              <a:defRPr/>
            </a:pPr>
            <a:r>
              <a:rPr lang="en-US" sz="2000"/>
              <a:t>text-decoration</a:t>
            </a:r>
          </a:p>
          <a:p>
            <a:pPr marL="640080" lvl="1" indent="-237744" eaLnBrk="1" fontAlgn="auto" hangingPunct="1">
              <a:spcAft>
                <a:spcPts val="0"/>
              </a:spcAft>
              <a:buFont typeface="Verdana"/>
              <a:buChar char="◦"/>
              <a:defRPr/>
            </a:pPr>
            <a:r>
              <a:rPr lang="en-US" sz="2000"/>
              <a:t>width</a:t>
            </a:r>
          </a:p>
          <a:p>
            <a:pPr marL="640080" lvl="1" indent="-237744" eaLnBrk="1" fontAlgn="auto" hangingPunct="1">
              <a:spcAft>
                <a:spcPts val="0"/>
              </a:spcAft>
              <a:buFont typeface="Verdana"/>
              <a:buChar char="◦"/>
              <a:defRPr/>
            </a:pPr>
            <a:endParaRPr lang="en-US" sz="2000"/>
          </a:p>
        </p:txBody>
      </p:sp>
      <p:sp>
        <p:nvSpPr>
          <p:cNvPr id="30724" name="Slide Number Placeholder 5">
            <a:extLst>
              <a:ext uri="{FF2B5EF4-FFF2-40B4-BE49-F238E27FC236}">
                <a16:creationId xmlns:a16="http://schemas.microsoft.com/office/drawing/2014/main" id="{492A2C0E-A097-4E54-87F7-00813F0C70B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4F50ACC6-6C4A-426A-9EC0-50835DACFB97}" type="slidenum">
              <a:rPr lang="en-US" altLang="en-US" sz="1100">
                <a:solidFill>
                  <a:srgbClr val="4D4D4D"/>
                </a:solidFill>
                <a:latin typeface="Times New Roman" panose="02020603050405020304" pitchFamily="18" charset="0"/>
              </a:rPr>
              <a:pPr>
                <a:spcBef>
                  <a:spcPct val="0"/>
                </a:spcBef>
                <a:buClrTx/>
                <a:buSzTx/>
                <a:buFontTx/>
                <a:buNone/>
              </a:pPr>
              <a:t>11</a:t>
            </a:fld>
            <a:endParaRPr lang="en-US" altLang="en-US" sz="1100">
              <a:solidFill>
                <a:srgbClr val="4D4D4D"/>
              </a:solidFill>
              <a:latin typeface="Times New Roman" panose="02020603050405020304" pitchFamily="18" charset="0"/>
            </a:endParaRPr>
          </a:p>
        </p:txBody>
      </p:sp>
      <p:sp>
        <p:nvSpPr>
          <p:cNvPr id="30725" name="Rectangle 4">
            <a:extLst>
              <a:ext uri="{FF2B5EF4-FFF2-40B4-BE49-F238E27FC236}">
                <a16:creationId xmlns:a16="http://schemas.microsoft.com/office/drawing/2014/main" id="{112AE0C0-E851-4969-A034-02C0B520F700}"/>
              </a:ext>
            </a:extLst>
          </p:cNvPr>
          <p:cNvSpPr>
            <a:spLocks noChangeArrowheads="1"/>
          </p:cNvSpPr>
          <p:nvPr/>
        </p:nvSpPr>
        <p:spPr bwMode="auto">
          <a:xfrm>
            <a:off x="3086100" y="11858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endParaRPr lang="en-US" altLang="en-US" sz="2400">
              <a:latin typeface="Times New Roman" panose="02020603050405020304" pitchFamily="18" charset="0"/>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a:extLst>
              <a:ext uri="{FF2B5EF4-FFF2-40B4-BE49-F238E27FC236}">
                <a16:creationId xmlns:a16="http://schemas.microsoft.com/office/drawing/2014/main" id="{A3FD45A2-1AFA-4385-8EC9-DD568148847A}"/>
              </a:ext>
            </a:extLst>
          </p:cNvPr>
          <p:cNvSpPr>
            <a:spLocks noGrp="1" noChangeArrowheads="1"/>
          </p:cNvSpPr>
          <p:nvPr>
            <p:ph type="title"/>
          </p:nvPr>
        </p:nvSpPr>
        <p:spPr/>
        <p:txBody>
          <a:bodyPr/>
          <a:lstStyle/>
          <a:p>
            <a:pPr algn="r" eaLnBrk="1" fontAlgn="auto" hangingPunct="1">
              <a:spcAft>
                <a:spcPts val="0"/>
              </a:spcAft>
              <a:defRPr/>
            </a:pPr>
            <a:r>
              <a:rPr lang="en-US" dirty="0">
                <a:solidFill>
                  <a:schemeClr val="tx2">
                    <a:satMod val="130000"/>
                  </a:schemeClr>
                </a:solidFill>
              </a:rPr>
              <a:t>Using Color on Web Pages</a:t>
            </a:r>
          </a:p>
        </p:txBody>
      </p:sp>
      <p:sp>
        <p:nvSpPr>
          <p:cNvPr id="32771" name="Rectangle 3">
            <a:extLst>
              <a:ext uri="{FF2B5EF4-FFF2-40B4-BE49-F238E27FC236}">
                <a16:creationId xmlns:a16="http://schemas.microsoft.com/office/drawing/2014/main" id="{0CE1308A-54BD-4769-8722-3A505CAD37B3}"/>
              </a:ext>
            </a:extLst>
          </p:cNvPr>
          <p:cNvSpPr>
            <a:spLocks noGrp="1" noChangeArrowheads="1"/>
          </p:cNvSpPr>
          <p:nvPr>
            <p:ph idx="1"/>
          </p:nvPr>
        </p:nvSpPr>
        <p:spPr>
          <a:xfrm>
            <a:off x="2819400" y="1447800"/>
            <a:ext cx="6096000" cy="3810000"/>
          </a:xfrm>
        </p:spPr>
        <p:txBody>
          <a:bodyPr>
            <a:normAutofit/>
          </a:bodyPr>
          <a:lstStyle/>
          <a:p>
            <a:pPr eaLnBrk="1" hangingPunct="1"/>
            <a:r>
              <a:rPr lang="en-US" altLang="en-US" sz="2800">
                <a:cs typeface="Times New Roman" panose="02020603050405020304" pitchFamily="18" charset="0"/>
              </a:rPr>
              <a:t>Computer monitors display color as intensities of red, green, and blue light</a:t>
            </a:r>
          </a:p>
          <a:p>
            <a:pPr eaLnBrk="1" hangingPunct="1"/>
            <a:r>
              <a:rPr lang="en-US" altLang="en-US" sz="2800">
                <a:cs typeface="Times New Roman" panose="02020603050405020304" pitchFamily="18" charset="0"/>
              </a:rPr>
              <a:t>RGB Color</a:t>
            </a:r>
          </a:p>
          <a:p>
            <a:pPr eaLnBrk="1" hangingPunct="1"/>
            <a:r>
              <a:rPr lang="en-US" altLang="en-US" sz="2800">
                <a:cs typeface="Times New Roman" panose="02020603050405020304" pitchFamily="18" charset="0"/>
              </a:rPr>
              <a:t>The values of red, green, and blue vary from 0 to 255.</a:t>
            </a:r>
          </a:p>
          <a:p>
            <a:pPr eaLnBrk="1" hangingPunct="1"/>
            <a:r>
              <a:rPr lang="en-US" altLang="en-US" sz="2800">
                <a:cs typeface="Times New Roman" panose="02020603050405020304" pitchFamily="18" charset="0"/>
              </a:rPr>
              <a:t>Hexadecimal numbers (base 16) represent these color values.</a:t>
            </a:r>
          </a:p>
        </p:txBody>
      </p:sp>
      <p:sp>
        <p:nvSpPr>
          <p:cNvPr id="32772" name="Slide Number Placeholder 5">
            <a:extLst>
              <a:ext uri="{FF2B5EF4-FFF2-40B4-BE49-F238E27FC236}">
                <a16:creationId xmlns:a16="http://schemas.microsoft.com/office/drawing/2014/main" id="{C04664D1-415B-4892-B559-9F5503E4C2E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E351D9BD-AB5E-4500-A195-B7C86668DB8F}" type="slidenum">
              <a:rPr lang="en-US" altLang="en-US" sz="1100">
                <a:solidFill>
                  <a:srgbClr val="4D4D4D"/>
                </a:solidFill>
                <a:latin typeface="Times New Roman" panose="02020603050405020304" pitchFamily="18" charset="0"/>
              </a:rPr>
              <a:pPr>
                <a:spcBef>
                  <a:spcPct val="0"/>
                </a:spcBef>
                <a:buClrTx/>
                <a:buSzTx/>
                <a:buFontTx/>
                <a:buNone/>
              </a:pPr>
              <a:t>12</a:t>
            </a:fld>
            <a:endParaRPr lang="en-US" altLang="en-US" sz="1100">
              <a:solidFill>
                <a:srgbClr val="4D4D4D"/>
              </a:solidFill>
              <a:latin typeface="Times New Roman" panose="02020603050405020304" pitchFamily="18" charset="0"/>
            </a:endParaRPr>
          </a:p>
        </p:txBody>
      </p:sp>
      <p:pic>
        <p:nvPicPr>
          <p:cNvPr id="32773" name="Picture 2" descr="Figure3">
            <a:extLst>
              <a:ext uri="{FF2B5EF4-FFF2-40B4-BE49-F238E27FC236}">
                <a16:creationId xmlns:a16="http://schemas.microsoft.com/office/drawing/2014/main" id="{2D68AF56-4AA2-4BC4-864E-2589D1BFAA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219200"/>
            <a:ext cx="1905000"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C349920-4BCC-40D4-9310-D8BC2E92B1DC}"/>
              </a:ext>
            </a:extLst>
          </p:cNvPr>
          <p:cNvSpPr/>
          <p:nvPr/>
        </p:nvSpPr>
        <p:spPr>
          <a:xfrm>
            <a:off x="609600" y="3657600"/>
            <a:ext cx="7543800" cy="17526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555" name="Rectangle 2">
            <a:extLst>
              <a:ext uri="{FF2B5EF4-FFF2-40B4-BE49-F238E27FC236}">
                <a16:creationId xmlns:a16="http://schemas.microsoft.com/office/drawing/2014/main" id="{B72A673A-37F0-4BF1-88A4-00DD66D1245A}"/>
              </a:ext>
            </a:extLst>
          </p:cNvPr>
          <p:cNvSpPr>
            <a:spLocks noGrp="1" noChangeArrowheads="1"/>
          </p:cNvSpPr>
          <p:nvPr>
            <p:ph type="title"/>
          </p:nvPr>
        </p:nvSpPr>
        <p:spPr>
          <a:xfrm>
            <a:off x="0" y="192088"/>
            <a:ext cx="9034463" cy="1027112"/>
          </a:xfrm>
        </p:spPr>
        <p:txBody>
          <a:bodyPr>
            <a:normAutofit/>
          </a:bodyPr>
          <a:lstStyle/>
          <a:p>
            <a:pPr algn="r" eaLnBrk="1" fontAlgn="auto" hangingPunct="1">
              <a:spcAft>
                <a:spcPts val="0"/>
              </a:spcAft>
              <a:defRPr/>
            </a:pPr>
            <a:r>
              <a:rPr lang="en-US">
                <a:solidFill>
                  <a:schemeClr val="tx2">
                    <a:satMod val="130000"/>
                  </a:schemeClr>
                </a:solidFill>
              </a:rPr>
              <a:t>Hexadecimal </a:t>
            </a:r>
            <a:br>
              <a:rPr lang="en-US">
                <a:solidFill>
                  <a:schemeClr val="tx2">
                    <a:satMod val="130000"/>
                  </a:schemeClr>
                </a:solidFill>
              </a:rPr>
            </a:br>
            <a:r>
              <a:rPr lang="en-US">
                <a:solidFill>
                  <a:schemeClr val="tx2">
                    <a:satMod val="130000"/>
                  </a:schemeClr>
                </a:solidFill>
              </a:rPr>
              <a:t>Color Values</a:t>
            </a:r>
          </a:p>
        </p:txBody>
      </p:sp>
      <p:sp>
        <p:nvSpPr>
          <p:cNvPr id="140291" name="Rectangle 3">
            <a:extLst>
              <a:ext uri="{FF2B5EF4-FFF2-40B4-BE49-F238E27FC236}">
                <a16:creationId xmlns:a16="http://schemas.microsoft.com/office/drawing/2014/main" id="{39D8C661-B0FA-4C6A-AB3C-85A7DF02062C}"/>
              </a:ext>
            </a:extLst>
          </p:cNvPr>
          <p:cNvSpPr>
            <a:spLocks noGrp="1" noChangeArrowheads="1"/>
          </p:cNvSpPr>
          <p:nvPr>
            <p:ph idx="1"/>
          </p:nvPr>
        </p:nvSpPr>
        <p:spPr>
          <a:xfrm>
            <a:off x="381000" y="1905000"/>
            <a:ext cx="8305800" cy="4191000"/>
          </a:xfrm>
        </p:spPr>
        <p:txBody>
          <a:bodyPr rtlCol="0">
            <a:normAutofit/>
          </a:bodyPr>
          <a:lstStyle/>
          <a:p>
            <a:pPr marL="365760" indent="-283464" eaLnBrk="1" fontAlgn="auto" hangingPunct="1">
              <a:spcAft>
                <a:spcPts val="0"/>
              </a:spcAft>
              <a:buFont typeface="Wingdings 2"/>
              <a:buChar char=""/>
              <a:defRPr/>
            </a:pPr>
            <a:r>
              <a:rPr lang="en-US" sz="2800" dirty="0">
                <a:cs typeface="Times New Roman" pitchFamily="18" charset="0"/>
              </a:rPr>
              <a:t># is used to indicate a hexadecimal value</a:t>
            </a:r>
          </a:p>
          <a:p>
            <a:pPr marL="365760" indent="-283464" eaLnBrk="1" fontAlgn="auto" hangingPunct="1">
              <a:spcAft>
                <a:spcPts val="0"/>
              </a:spcAft>
              <a:buFont typeface="Wingdings 2"/>
              <a:buChar char=""/>
              <a:defRPr/>
            </a:pPr>
            <a:r>
              <a:rPr lang="en-US" sz="2800" dirty="0">
                <a:cs typeface="Times New Roman" pitchFamily="18" charset="0"/>
              </a:rPr>
              <a:t>Hex value pairs range from 00 to FF</a:t>
            </a:r>
          </a:p>
          <a:p>
            <a:pPr marL="365760" indent="-283464" eaLnBrk="1" fontAlgn="auto" hangingPunct="1">
              <a:spcAft>
                <a:spcPts val="0"/>
              </a:spcAft>
              <a:buFont typeface="Wingdings 2"/>
              <a:buChar char=""/>
              <a:defRPr/>
            </a:pPr>
            <a:r>
              <a:rPr lang="en-US" sz="2800" dirty="0">
                <a:cs typeface="Times New Roman" pitchFamily="18" charset="0"/>
              </a:rPr>
              <a:t>Three hex value pairs describe an RGB color</a:t>
            </a:r>
          </a:p>
          <a:p>
            <a:pPr marL="640080" lvl="1" indent="-237744" eaLnBrk="1" fontAlgn="auto" hangingPunct="1">
              <a:spcAft>
                <a:spcPts val="0"/>
              </a:spcAft>
              <a:buFontTx/>
              <a:buNone/>
              <a:defRPr/>
            </a:pPr>
            <a:endParaRPr lang="en-US" sz="2000" b="1" dirty="0">
              <a:cs typeface="Times New Roman" pitchFamily="18" charset="0"/>
            </a:endParaRPr>
          </a:p>
          <a:p>
            <a:pPr marL="640080" lvl="1" indent="-237744" eaLnBrk="1" fontAlgn="auto" hangingPunct="1">
              <a:spcAft>
                <a:spcPts val="0"/>
              </a:spcAft>
              <a:buFontTx/>
              <a:buNone/>
              <a:defRPr/>
            </a:pPr>
            <a:endParaRPr lang="en-US" sz="2400" b="1" dirty="0">
              <a:solidFill>
                <a:schemeClr val="bg1"/>
              </a:solidFill>
              <a:latin typeface="Courier New" pitchFamily="49" charset="0"/>
              <a:cs typeface="Courier New" pitchFamily="49" charset="0"/>
            </a:endParaRPr>
          </a:p>
          <a:p>
            <a:pPr marL="640080" lvl="1" indent="-237744" eaLnBrk="1" fontAlgn="auto" hangingPunct="1">
              <a:spcAft>
                <a:spcPts val="0"/>
              </a:spcAft>
              <a:buFontTx/>
              <a:buNone/>
              <a:defRPr/>
            </a:pPr>
            <a:r>
              <a:rPr lang="en-US" sz="2400" b="1" dirty="0">
                <a:latin typeface="Courier New" pitchFamily="49" charset="0"/>
                <a:cs typeface="Courier New" pitchFamily="49" charset="0"/>
              </a:rPr>
              <a:t>#000000 black	</a:t>
            </a:r>
            <a:r>
              <a:rPr lang="en-US" sz="2400" b="1" dirty="0">
                <a:solidFill>
                  <a:schemeClr val="bg1"/>
                </a:solidFill>
                <a:latin typeface="Courier New" pitchFamily="49" charset="0"/>
                <a:cs typeface="Courier New" pitchFamily="49" charset="0"/>
              </a:rPr>
              <a:t>#FFFFFF white</a:t>
            </a:r>
          </a:p>
          <a:p>
            <a:pPr marL="640080" lvl="1" indent="-237744" eaLnBrk="1" fontAlgn="auto" hangingPunct="1">
              <a:spcAft>
                <a:spcPts val="0"/>
              </a:spcAft>
              <a:buFontTx/>
              <a:buNone/>
              <a:defRPr/>
            </a:pPr>
            <a:r>
              <a:rPr lang="en-US" sz="2400" b="1" dirty="0">
                <a:solidFill>
                  <a:srgbClr val="FF0000"/>
                </a:solidFill>
                <a:latin typeface="Courier New" pitchFamily="49" charset="0"/>
                <a:cs typeface="Courier New" pitchFamily="49" charset="0"/>
              </a:rPr>
              <a:t>#FF0000 red</a:t>
            </a:r>
            <a:r>
              <a:rPr lang="en-US" sz="2400" b="1" dirty="0">
                <a:latin typeface="Courier New" pitchFamily="49" charset="0"/>
                <a:cs typeface="Courier New" pitchFamily="49" charset="0"/>
              </a:rPr>
              <a:t>		</a:t>
            </a:r>
            <a:r>
              <a:rPr lang="en-US" sz="2400" b="1" dirty="0">
                <a:solidFill>
                  <a:srgbClr val="006600"/>
                </a:solidFill>
                <a:latin typeface="Courier New" pitchFamily="49" charset="0"/>
                <a:cs typeface="Courier New" pitchFamily="49" charset="0"/>
              </a:rPr>
              <a:t>#00FF00 green</a:t>
            </a:r>
          </a:p>
          <a:p>
            <a:pPr marL="640080" lvl="1" indent="-237744" eaLnBrk="1" fontAlgn="auto" hangingPunct="1">
              <a:spcAft>
                <a:spcPts val="0"/>
              </a:spcAft>
              <a:buFontTx/>
              <a:buNone/>
              <a:defRPr/>
            </a:pPr>
            <a:r>
              <a:rPr lang="en-US" sz="2400" b="1" dirty="0">
                <a:solidFill>
                  <a:srgbClr val="0000FF"/>
                </a:solidFill>
                <a:latin typeface="Courier New" pitchFamily="49" charset="0"/>
                <a:cs typeface="Courier New" pitchFamily="49" charset="0"/>
              </a:rPr>
              <a:t>#0000FF blue		</a:t>
            </a:r>
            <a:r>
              <a:rPr lang="en-US" sz="2400" b="1" dirty="0">
                <a:solidFill>
                  <a:schemeClr val="tx1">
                    <a:lumMod val="50000"/>
                    <a:lumOff val="50000"/>
                  </a:schemeClr>
                </a:solidFill>
                <a:latin typeface="Courier New" pitchFamily="49" charset="0"/>
                <a:cs typeface="Courier New" pitchFamily="49" charset="0"/>
              </a:rPr>
              <a:t>#CCCCCC grey</a:t>
            </a:r>
          </a:p>
        </p:txBody>
      </p:sp>
      <p:sp>
        <p:nvSpPr>
          <p:cNvPr id="34821" name="Slide Number Placeholder 5">
            <a:extLst>
              <a:ext uri="{FF2B5EF4-FFF2-40B4-BE49-F238E27FC236}">
                <a16:creationId xmlns:a16="http://schemas.microsoft.com/office/drawing/2014/main" id="{D57BCCE5-088E-481A-AE29-937C3DE0CE6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727864AD-7CBA-4958-AE51-AA67DFABEFB0}" type="slidenum">
              <a:rPr lang="en-US" altLang="en-US" sz="1100">
                <a:solidFill>
                  <a:srgbClr val="4D4D4D"/>
                </a:solidFill>
                <a:latin typeface="Times New Roman" panose="02020603050405020304" pitchFamily="18" charset="0"/>
              </a:rPr>
              <a:pPr>
                <a:spcBef>
                  <a:spcPct val="0"/>
                </a:spcBef>
                <a:buClrTx/>
                <a:buSzTx/>
                <a:buFontTx/>
                <a:buNone/>
              </a:pPr>
              <a:t>13</a:t>
            </a:fld>
            <a:endParaRPr lang="en-US" altLang="en-US" sz="1100">
              <a:solidFill>
                <a:srgbClr val="4D4D4D"/>
              </a:solidFill>
              <a:latin typeface="Times New Roman" panose="02020603050405020304" pitchFamily="18" charset="0"/>
            </a:endParaRPr>
          </a:p>
        </p:txBody>
      </p:sp>
      <p:pic>
        <p:nvPicPr>
          <p:cNvPr id="34822" name="Picture 2" descr="Figure3">
            <a:extLst>
              <a:ext uri="{FF2B5EF4-FFF2-40B4-BE49-F238E27FC236}">
                <a16:creationId xmlns:a16="http://schemas.microsoft.com/office/drawing/2014/main" id="{A5B8819E-DC29-4411-B9FD-B6583A1865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76200"/>
            <a:ext cx="4699000" cy="155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a:extLst>
              <a:ext uri="{FF2B5EF4-FFF2-40B4-BE49-F238E27FC236}">
                <a16:creationId xmlns:a16="http://schemas.microsoft.com/office/drawing/2014/main" id="{C5E52AC4-2BD3-4731-90F1-AB44075ABEC9}"/>
              </a:ext>
            </a:extLst>
          </p:cNvPr>
          <p:cNvSpPr>
            <a:spLocks noGrp="1" noChangeArrowheads="1"/>
          </p:cNvSpPr>
          <p:nvPr>
            <p:ph type="title"/>
          </p:nvPr>
        </p:nvSpPr>
        <p:spPr>
          <a:xfrm>
            <a:off x="0" y="192088"/>
            <a:ext cx="9034463" cy="722312"/>
          </a:xfrm>
        </p:spPr>
        <p:txBody>
          <a:bodyPr/>
          <a:lstStyle/>
          <a:p>
            <a:pPr algn="r" eaLnBrk="1" fontAlgn="auto" hangingPunct="1">
              <a:spcAft>
                <a:spcPts val="0"/>
              </a:spcAft>
              <a:defRPr/>
            </a:pPr>
            <a:r>
              <a:rPr lang="en-US" dirty="0">
                <a:solidFill>
                  <a:schemeClr val="tx2">
                    <a:satMod val="130000"/>
                  </a:schemeClr>
                </a:solidFill>
              </a:rPr>
              <a:t>Web Color Palette</a:t>
            </a:r>
          </a:p>
        </p:txBody>
      </p:sp>
      <p:sp>
        <p:nvSpPr>
          <p:cNvPr id="36867" name="Rectangle 3">
            <a:extLst>
              <a:ext uri="{FF2B5EF4-FFF2-40B4-BE49-F238E27FC236}">
                <a16:creationId xmlns:a16="http://schemas.microsoft.com/office/drawing/2014/main" id="{8C8719DC-256D-4596-9B41-7005DA888FF2}"/>
              </a:ext>
            </a:extLst>
          </p:cNvPr>
          <p:cNvSpPr>
            <a:spLocks noGrp="1" noChangeArrowheads="1"/>
          </p:cNvSpPr>
          <p:nvPr>
            <p:ph idx="1"/>
          </p:nvPr>
        </p:nvSpPr>
        <p:spPr>
          <a:xfrm>
            <a:off x="304800" y="1295400"/>
            <a:ext cx="7620000" cy="5257800"/>
          </a:xfrm>
        </p:spPr>
        <p:txBody>
          <a:bodyPr/>
          <a:lstStyle/>
          <a:p>
            <a:pPr marL="365125" indent="-282575" eaLnBrk="1" hangingPunct="1">
              <a:buFont typeface="Wingdings 2" panose="05020102010507070707" pitchFamily="18" charset="2"/>
              <a:buChar char=""/>
            </a:pPr>
            <a:r>
              <a:rPr lang="en-US" altLang="en-US" sz="2400">
                <a:cs typeface="Times New Roman" panose="02020603050405020304" pitchFamily="18" charset="0"/>
              </a:rPr>
              <a:t>A collection of 216 colors</a:t>
            </a:r>
          </a:p>
          <a:p>
            <a:pPr marL="365125" indent="-282575" eaLnBrk="1" hangingPunct="1">
              <a:buFont typeface="Wingdings 2" panose="05020102010507070707" pitchFamily="18" charset="2"/>
              <a:buChar char=""/>
            </a:pPr>
            <a:r>
              <a:rPr lang="en-US" altLang="en-US" sz="2400">
                <a:cs typeface="Times New Roman" panose="02020603050405020304" pitchFamily="18" charset="0"/>
              </a:rPr>
              <a:t>Display the most </a:t>
            </a:r>
            <a:br>
              <a:rPr lang="en-US" altLang="en-US" sz="2400">
                <a:cs typeface="Times New Roman" panose="02020603050405020304" pitchFamily="18" charset="0"/>
              </a:rPr>
            </a:br>
            <a:r>
              <a:rPr lang="en-US" altLang="en-US" sz="2400">
                <a:cs typeface="Times New Roman" panose="02020603050405020304" pitchFamily="18" charset="0"/>
              </a:rPr>
              <a:t>similar </a:t>
            </a:r>
            <a:br>
              <a:rPr lang="en-US" altLang="en-US" sz="2400">
                <a:cs typeface="Times New Roman" panose="02020603050405020304" pitchFamily="18" charset="0"/>
              </a:rPr>
            </a:br>
            <a:r>
              <a:rPr lang="en-US" altLang="en-US" sz="2400">
                <a:cs typeface="Times New Roman" panose="02020603050405020304" pitchFamily="18" charset="0"/>
              </a:rPr>
              <a:t>on the Mac and PC</a:t>
            </a:r>
            <a:br>
              <a:rPr lang="en-US" altLang="en-US" sz="2400">
                <a:cs typeface="Times New Roman" panose="02020603050405020304" pitchFamily="18" charset="0"/>
              </a:rPr>
            </a:br>
            <a:r>
              <a:rPr lang="en-US" altLang="en-US" sz="2400">
                <a:cs typeface="Times New Roman" panose="02020603050405020304" pitchFamily="18" charset="0"/>
              </a:rPr>
              <a:t>platforms</a:t>
            </a:r>
          </a:p>
          <a:p>
            <a:pPr marL="365125" indent="-282575" eaLnBrk="1" hangingPunct="1">
              <a:buFont typeface="Wingdings 2" panose="05020102010507070707" pitchFamily="18" charset="2"/>
              <a:buChar char=""/>
            </a:pPr>
            <a:r>
              <a:rPr lang="en-US" altLang="en-US" sz="2400">
                <a:cs typeface="Times New Roman" panose="02020603050405020304" pitchFamily="18" charset="0"/>
              </a:rPr>
              <a:t>Hex values: </a:t>
            </a:r>
            <a:br>
              <a:rPr lang="en-US" altLang="en-US" sz="2400">
                <a:cs typeface="Times New Roman" panose="02020603050405020304" pitchFamily="18" charset="0"/>
              </a:rPr>
            </a:br>
            <a:r>
              <a:rPr lang="en-US" altLang="en-US" sz="2400">
                <a:cs typeface="Times New Roman" panose="02020603050405020304" pitchFamily="18" charset="0"/>
              </a:rPr>
              <a:t>00, 33, 66, 99, CC, FF</a:t>
            </a:r>
          </a:p>
          <a:p>
            <a:pPr marL="365125" indent="-282575" eaLnBrk="1" hangingPunct="1">
              <a:buFont typeface="Wingdings 2" panose="05020102010507070707" pitchFamily="18" charset="2"/>
              <a:buChar char=""/>
            </a:pPr>
            <a:r>
              <a:rPr lang="en-US" altLang="en-US" sz="2400">
                <a:cs typeface="Times New Roman" panose="02020603050405020304" pitchFamily="18" charset="0"/>
              </a:rPr>
              <a:t>Color Chart </a:t>
            </a:r>
            <a:br>
              <a:rPr lang="en-US" altLang="en-US" sz="3600">
                <a:cs typeface="Times New Roman" panose="02020603050405020304" pitchFamily="18" charset="0"/>
              </a:rPr>
            </a:br>
            <a:r>
              <a:rPr lang="en-US" altLang="en-US" sz="2400">
                <a:cs typeface="Times New Roman" panose="02020603050405020304" pitchFamily="18" charset="0"/>
              </a:rPr>
              <a:t>http://webdevfoundations.net/color</a:t>
            </a:r>
          </a:p>
          <a:p>
            <a:pPr marL="365125" indent="-282575" eaLnBrk="1" hangingPunct="1">
              <a:buFont typeface="Wingdings 2" panose="05020102010507070707" pitchFamily="18" charset="2"/>
              <a:buChar char=""/>
            </a:pPr>
            <a:endParaRPr lang="en-US" altLang="en-US" sz="2400">
              <a:cs typeface="Times New Roman" panose="02020603050405020304" pitchFamily="18" charset="0"/>
            </a:endParaRPr>
          </a:p>
          <a:p>
            <a:pPr marL="365125" indent="-282575" eaLnBrk="1" hangingPunct="1">
              <a:buFont typeface="Wingdings" panose="05000000000000000000" pitchFamily="2" charset="2"/>
              <a:buNone/>
            </a:pPr>
            <a:endParaRPr lang="en-US" altLang="en-US" sz="2800">
              <a:cs typeface="Times New Roman" panose="02020603050405020304" pitchFamily="18" charset="0"/>
            </a:endParaRPr>
          </a:p>
        </p:txBody>
      </p:sp>
      <p:sp>
        <p:nvSpPr>
          <p:cNvPr id="36868" name="Slide Number Placeholder 5">
            <a:extLst>
              <a:ext uri="{FF2B5EF4-FFF2-40B4-BE49-F238E27FC236}">
                <a16:creationId xmlns:a16="http://schemas.microsoft.com/office/drawing/2014/main" id="{75026D84-D26D-4244-9AD2-3F61E678D1B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214B7EAF-18E0-4B36-8F7D-44F1B45B4EDB}" type="slidenum">
              <a:rPr lang="en-US" altLang="en-US" sz="1100">
                <a:solidFill>
                  <a:srgbClr val="4D4D4D"/>
                </a:solidFill>
                <a:latin typeface="Times New Roman" panose="02020603050405020304" pitchFamily="18" charset="0"/>
              </a:rPr>
              <a:pPr>
                <a:spcBef>
                  <a:spcPct val="0"/>
                </a:spcBef>
                <a:buClrTx/>
                <a:buSzTx/>
                <a:buFontTx/>
                <a:buNone/>
              </a:pPr>
              <a:t>14</a:t>
            </a:fld>
            <a:endParaRPr lang="en-US" altLang="en-US" sz="1100">
              <a:solidFill>
                <a:srgbClr val="4D4D4D"/>
              </a:solidFill>
              <a:latin typeface="Times New Roman" panose="02020603050405020304" pitchFamily="18" charset="0"/>
            </a:endParaRPr>
          </a:p>
        </p:txBody>
      </p:sp>
      <p:sp>
        <p:nvSpPr>
          <p:cNvPr id="36869" name="Rectangle 5">
            <a:extLst>
              <a:ext uri="{FF2B5EF4-FFF2-40B4-BE49-F238E27FC236}">
                <a16:creationId xmlns:a16="http://schemas.microsoft.com/office/drawing/2014/main" id="{485E5458-F33F-4A47-A297-9F44964F95DD}"/>
              </a:ext>
            </a:extLst>
          </p:cNvPr>
          <p:cNvSpPr>
            <a:spLocks noChangeArrowheads="1"/>
          </p:cNvSpPr>
          <p:nvPr/>
        </p:nvSpPr>
        <p:spPr bwMode="auto">
          <a:xfrm>
            <a:off x="2276475" y="2971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endParaRPr lang="en-US" altLang="en-US" sz="2400">
              <a:latin typeface="Times New Roman" panose="02020603050405020304" pitchFamily="18" charset="0"/>
            </a:endParaRPr>
          </a:p>
        </p:txBody>
      </p:sp>
      <p:pic>
        <p:nvPicPr>
          <p:cNvPr id="100354" name="Picture 2">
            <a:extLst>
              <a:ext uri="{FF2B5EF4-FFF2-40B4-BE49-F238E27FC236}">
                <a16:creationId xmlns:a16="http://schemas.microsoft.com/office/drawing/2014/main" id="{D7A3A2C6-AF49-454C-ABCB-F9B039C7E329}"/>
              </a:ext>
            </a:extLst>
          </p:cNvPr>
          <p:cNvPicPr>
            <a:picLocks noChangeAspect="1" noChangeArrowheads="1"/>
          </p:cNvPicPr>
          <p:nvPr/>
        </p:nvPicPr>
        <p:blipFill>
          <a:blip r:embed="rId3"/>
          <a:srcRect/>
          <a:stretch>
            <a:fillRect/>
          </a:stretch>
        </p:blipFill>
        <p:spPr bwMode="auto">
          <a:xfrm>
            <a:off x="5257799" y="1295400"/>
            <a:ext cx="3571875" cy="3981797"/>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7FA8250A-069D-477E-BB2B-05CA6CCBB2C2}"/>
              </a:ext>
            </a:extLst>
          </p:cNvPr>
          <p:cNvSpPr>
            <a:spLocks noGrp="1"/>
          </p:cNvSpPr>
          <p:nvPr>
            <p:ph type="title"/>
          </p:nvPr>
        </p:nvSpPr>
        <p:spPr>
          <a:xfrm>
            <a:off x="457200" y="394229"/>
            <a:ext cx="3903133" cy="1143000"/>
          </a:xfrm>
        </p:spPr>
        <p:txBody>
          <a:bodyPr/>
          <a:lstStyle/>
          <a:p>
            <a:pPr eaLnBrk="1" fontAlgn="auto" hangingPunct="1">
              <a:spcAft>
                <a:spcPts val="0"/>
              </a:spcAft>
              <a:defRPr/>
            </a:pPr>
            <a:r>
              <a:rPr lang="en-US" dirty="0">
                <a:solidFill>
                  <a:schemeClr val="tx2">
                    <a:satMod val="130000"/>
                  </a:schemeClr>
                </a:solidFill>
              </a:rPr>
              <a:t>Making Color Choices</a:t>
            </a:r>
          </a:p>
        </p:txBody>
      </p:sp>
      <p:sp>
        <p:nvSpPr>
          <p:cNvPr id="38915" name="Content Placeholder 2">
            <a:extLst>
              <a:ext uri="{FF2B5EF4-FFF2-40B4-BE49-F238E27FC236}">
                <a16:creationId xmlns:a16="http://schemas.microsoft.com/office/drawing/2014/main" id="{FD707315-CB9B-4884-87DC-E14EDC41D98B}"/>
              </a:ext>
            </a:extLst>
          </p:cNvPr>
          <p:cNvSpPr>
            <a:spLocks noGrp="1"/>
          </p:cNvSpPr>
          <p:nvPr>
            <p:ph idx="1"/>
          </p:nvPr>
        </p:nvSpPr>
        <p:spPr>
          <a:xfrm>
            <a:off x="457200" y="2257425"/>
            <a:ext cx="7772400" cy="3733800"/>
          </a:xfrm>
        </p:spPr>
        <p:txBody>
          <a:bodyPr>
            <a:normAutofit/>
          </a:bodyPr>
          <a:lstStyle/>
          <a:p>
            <a:pPr eaLnBrk="1" hangingPunct="1"/>
            <a:r>
              <a:rPr lang="en-US" altLang="en-US" sz="3200" dirty="0"/>
              <a:t>How to choose a color scheme?</a:t>
            </a:r>
          </a:p>
          <a:p>
            <a:pPr lvl="1" eaLnBrk="1" hangingPunct="1"/>
            <a:r>
              <a:rPr lang="en-US" altLang="en-US" sz="2800" dirty="0"/>
              <a:t>Monochromatic</a:t>
            </a:r>
          </a:p>
          <a:p>
            <a:pPr lvl="2" eaLnBrk="1" hangingPunct="1"/>
            <a:r>
              <a:rPr lang="en-US" altLang="en-US" sz="1800" dirty="0"/>
              <a:t>http://meyerweb.com/eric/tools/color-blend</a:t>
            </a:r>
          </a:p>
          <a:p>
            <a:pPr lvl="1" eaLnBrk="1" hangingPunct="1"/>
            <a:r>
              <a:rPr lang="en-US" altLang="en-US" sz="3000" dirty="0"/>
              <a:t>Choose from a photograph or other image</a:t>
            </a:r>
          </a:p>
          <a:p>
            <a:pPr lvl="2" eaLnBrk="1" hangingPunct="1"/>
            <a:r>
              <a:rPr lang="en-US" altLang="en-US" sz="1800" dirty="0"/>
              <a:t>http://www.colr.org</a:t>
            </a:r>
          </a:p>
          <a:p>
            <a:pPr lvl="1" eaLnBrk="1" hangingPunct="1"/>
            <a:r>
              <a:rPr lang="en-US" altLang="en-US" sz="2800" dirty="0"/>
              <a:t>Begin with a favorite color</a:t>
            </a:r>
          </a:p>
          <a:p>
            <a:pPr lvl="2" eaLnBrk="1" hangingPunct="1"/>
            <a:r>
              <a:rPr lang="en-US" altLang="en-US" sz="2400" dirty="0"/>
              <a:t>Use one of the sites below to choose other colors</a:t>
            </a:r>
          </a:p>
          <a:p>
            <a:pPr lvl="3" eaLnBrk="1" hangingPunct="1"/>
            <a:r>
              <a:rPr lang="en-US" altLang="en-US" sz="1800" dirty="0"/>
              <a:t>http://colorsontheweb.com/colorwizard.asp</a:t>
            </a:r>
          </a:p>
          <a:p>
            <a:pPr lvl="3" eaLnBrk="1" hangingPunct="1"/>
            <a:r>
              <a:rPr lang="en-US" altLang="en-US" sz="1800" dirty="0"/>
              <a:t>http://kuler.Adobe.com</a:t>
            </a:r>
          </a:p>
          <a:p>
            <a:pPr lvl="3" eaLnBrk="1" hangingPunct="1"/>
            <a:r>
              <a:rPr lang="en-US" altLang="en-US" sz="1800" dirty="0"/>
              <a:t>http://colorschemedesigner.com/</a:t>
            </a:r>
          </a:p>
          <a:p>
            <a:pPr eaLnBrk="1" hangingPunct="1"/>
            <a:endParaRPr lang="en-US" altLang="en-US" sz="2400" dirty="0"/>
          </a:p>
        </p:txBody>
      </p:sp>
      <p:sp>
        <p:nvSpPr>
          <p:cNvPr id="38917" name="Slide Number Placeholder 1">
            <a:extLst>
              <a:ext uri="{FF2B5EF4-FFF2-40B4-BE49-F238E27FC236}">
                <a16:creationId xmlns:a16="http://schemas.microsoft.com/office/drawing/2014/main" id="{37D828A7-D3A0-4E74-9F7D-26273B9A6EB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3FA59B20-8B51-42B1-8572-007A5A32DD7E}" type="slidenum">
              <a:rPr lang="en-US" altLang="en-US" sz="1100">
                <a:solidFill>
                  <a:srgbClr val="4D4D4D"/>
                </a:solidFill>
                <a:latin typeface="Times New Roman" panose="02020603050405020304" pitchFamily="18" charset="0"/>
              </a:rPr>
              <a:pPr>
                <a:spcBef>
                  <a:spcPct val="0"/>
                </a:spcBef>
                <a:buClrTx/>
                <a:buSzTx/>
                <a:buFontTx/>
                <a:buNone/>
              </a:pPr>
              <a:t>15</a:t>
            </a:fld>
            <a:endParaRPr lang="en-US" altLang="en-US" sz="1100" dirty="0">
              <a:solidFill>
                <a:srgbClr val="4D4D4D"/>
              </a:solidFill>
              <a:latin typeface="Times New Roman" panose="02020603050405020304" pitchFamily="18" charset="0"/>
            </a:endParaRPr>
          </a:p>
        </p:txBody>
      </p:sp>
      <p:pic>
        <p:nvPicPr>
          <p:cNvPr id="101380" name="Picture 4">
            <a:extLst>
              <a:ext uri="{FF2B5EF4-FFF2-40B4-BE49-F238E27FC236}">
                <a16:creationId xmlns:a16="http://schemas.microsoft.com/office/drawing/2014/main" id="{3D97DC83-4B5A-4CC3-945A-8D961DDC6ED6}"/>
              </a:ext>
            </a:extLst>
          </p:cNvPr>
          <p:cNvPicPr>
            <a:picLocks noChangeAspect="1" noChangeArrowheads="1"/>
          </p:cNvPicPr>
          <p:nvPr/>
        </p:nvPicPr>
        <p:blipFill>
          <a:blip r:embed="rId3"/>
          <a:srcRect/>
          <a:stretch>
            <a:fillRect/>
          </a:stretch>
        </p:blipFill>
        <p:spPr bwMode="auto">
          <a:xfrm>
            <a:off x="4360333" y="76200"/>
            <a:ext cx="4476750" cy="2133600"/>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E1161-485A-46FF-A0E8-4A762F6844B5}"/>
              </a:ext>
            </a:extLst>
          </p:cNvPr>
          <p:cNvSpPr>
            <a:spLocks noGrp="1"/>
          </p:cNvSpPr>
          <p:nvPr>
            <p:ph type="title"/>
          </p:nvPr>
        </p:nvSpPr>
        <p:spPr/>
        <p:txBody>
          <a:bodyPr/>
          <a:lstStyle/>
          <a:p>
            <a:pPr>
              <a:defRPr/>
            </a:pPr>
            <a:r>
              <a:rPr lang="en-US" dirty="0"/>
              <a:t>Verify Sufficient Contrast</a:t>
            </a:r>
          </a:p>
        </p:txBody>
      </p:sp>
      <p:sp>
        <p:nvSpPr>
          <p:cNvPr id="40963" name="Content Placeholder 2">
            <a:extLst>
              <a:ext uri="{FF2B5EF4-FFF2-40B4-BE49-F238E27FC236}">
                <a16:creationId xmlns:a16="http://schemas.microsoft.com/office/drawing/2014/main" id="{A7E45AB4-F802-46AD-923F-053FDD607506}"/>
              </a:ext>
            </a:extLst>
          </p:cNvPr>
          <p:cNvSpPr>
            <a:spLocks noGrp="1"/>
          </p:cNvSpPr>
          <p:nvPr>
            <p:ph idx="1"/>
          </p:nvPr>
        </p:nvSpPr>
        <p:spPr/>
        <p:txBody>
          <a:bodyPr>
            <a:normAutofit/>
          </a:bodyPr>
          <a:lstStyle/>
          <a:p>
            <a:r>
              <a:rPr lang="en-US" altLang="en-US" sz="2800" dirty="0"/>
              <a:t>When you choose colors for text and background, </a:t>
            </a:r>
            <a:br>
              <a:rPr lang="en-US" altLang="en-US" sz="2800" dirty="0"/>
            </a:br>
            <a:r>
              <a:rPr lang="en-US" altLang="en-US" sz="2800" dirty="0"/>
              <a:t>sufficient contrast is needed so that the text is easy to read.</a:t>
            </a:r>
          </a:p>
          <a:p>
            <a:r>
              <a:rPr lang="en-US" altLang="en-US" sz="2800" dirty="0"/>
              <a:t>Use one of the following online tools to verify contrast:</a:t>
            </a:r>
          </a:p>
          <a:p>
            <a:pPr lvl="1"/>
            <a:r>
              <a:rPr lang="en-US" altLang="en-US" sz="2000" dirty="0"/>
              <a:t>http://webaim.org/resources/contrastchecker/</a:t>
            </a:r>
          </a:p>
          <a:p>
            <a:pPr lvl="1"/>
            <a:r>
              <a:rPr lang="en-US" altLang="en-US" sz="2000" dirty="0"/>
              <a:t>http://snook.ca/technical/colour_contrast/colour.html</a:t>
            </a:r>
          </a:p>
          <a:p>
            <a:pPr lvl="1"/>
            <a:r>
              <a:rPr lang="en-US" altLang="en-US" sz="2000" dirty="0"/>
              <a:t>http://juicystudio.com/services/luminositycontrastratio.php</a:t>
            </a:r>
          </a:p>
        </p:txBody>
      </p:sp>
      <p:sp>
        <p:nvSpPr>
          <p:cNvPr id="40964" name="Slide Number Placeholder 3">
            <a:extLst>
              <a:ext uri="{FF2B5EF4-FFF2-40B4-BE49-F238E27FC236}">
                <a16:creationId xmlns:a16="http://schemas.microsoft.com/office/drawing/2014/main" id="{3434100C-4265-4C70-BF0E-8A59C52CF17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B619961D-4424-41CF-B76E-7363A5D3509A}" type="slidenum">
              <a:rPr lang="en-US" altLang="en-US" sz="1100">
                <a:solidFill>
                  <a:srgbClr val="4D4D4D"/>
                </a:solidFill>
                <a:latin typeface="Times New Roman" panose="02020603050405020304" pitchFamily="18" charset="0"/>
              </a:rPr>
              <a:pPr>
                <a:spcBef>
                  <a:spcPct val="0"/>
                </a:spcBef>
                <a:buClrTx/>
                <a:buSzTx/>
                <a:buFontTx/>
                <a:buNone/>
              </a:pPr>
              <a:t>16</a:t>
            </a:fld>
            <a:endParaRPr lang="en-US" altLang="en-US" sz="1100">
              <a:solidFill>
                <a:srgbClr val="4D4D4D"/>
              </a:solidFill>
              <a:latin typeface="Times New Roman" panose="02020603050405020304" pitchFamily="18" charset="0"/>
            </a:endParaRPr>
          </a:p>
        </p:txBody>
      </p:sp>
      <p:sp>
        <p:nvSpPr>
          <p:cNvPr id="3" name="Rectangle 2">
            <a:extLst>
              <a:ext uri="{FF2B5EF4-FFF2-40B4-BE49-F238E27FC236}">
                <a16:creationId xmlns:a16="http://schemas.microsoft.com/office/drawing/2014/main" id="{B34FF268-E123-4E80-BC77-AE69DB0BAD91}"/>
              </a:ext>
            </a:extLst>
          </p:cNvPr>
          <p:cNvSpPr/>
          <p:nvPr/>
        </p:nvSpPr>
        <p:spPr>
          <a:xfrm>
            <a:off x="1877483" y="5322561"/>
            <a:ext cx="4572000" cy="646331"/>
          </a:xfrm>
          <a:prstGeom prst="rect">
            <a:avLst/>
          </a:prstGeom>
        </p:spPr>
        <p:txBody>
          <a:bodyPr>
            <a:spAutoFit/>
          </a:bodyPr>
          <a:lstStyle/>
          <a:p>
            <a:r>
              <a:rPr lang="en-US" b="1" i="0" dirty="0">
                <a:solidFill>
                  <a:srgbClr val="FF0000"/>
                </a:solidFill>
                <a:effectLst/>
                <a:latin typeface="Arial" panose="020B0604020202020204" pitchFamily="34" charset="0"/>
              </a:rPr>
              <a:t>Web Content Accessibility Guidelines (WCAG</a:t>
            </a:r>
            <a:r>
              <a:rPr lang="en-US" b="0" i="0" dirty="0">
                <a:solidFill>
                  <a:srgbClr val="FF0000"/>
                </a:solidFill>
                <a:effectLst/>
                <a:latin typeface="Arial" panose="020B0604020202020204" pitchFamily="34" charset="0"/>
              </a:rPr>
              <a:t>) international standard</a:t>
            </a:r>
            <a:endParaRPr lang="en-US" dirty="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80D33-E6C1-4A1D-967C-A70A9FBB7893}"/>
              </a:ext>
            </a:extLst>
          </p:cNvPr>
          <p:cNvSpPr>
            <a:spLocks noGrp="1"/>
          </p:cNvSpPr>
          <p:nvPr>
            <p:ph type="title"/>
          </p:nvPr>
        </p:nvSpPr>
        <p:spPr>
          <a:xfrm>
            <a:off x="685800" y="274638"/>
            <a:ext cx="7772400" cy="563562"/>
          </a:xfrm>
        </p:spPr>
        <p:txBody>
          <a:bodyPr>
            <a:normAutofit/>
          </a:bodyPr>
          <a:lstStyle/>
          <a:p>
            <a:pPr algn="ctr"/>
            <a:r>
              <a:rPr lang="en-US" dirty="0"/>
              <a:t>Inline styles</a:t>
            </a:r>
          </a:p>
        </p:txBody>
      </p:sp>
      <p:sp>
        <p:nvSpPr>
          <p:cNvPr id="3" name="Content Placeholder 2">
            <a:extLst>
              <a:ext uri="{FF2B5EF4-FFF2-40B4-BE49-F238E27FC236}">
                <a16:creationId xmlns:a16="http://schemas.microsoft.com/office/drawing/2014/main" id="{2C59138E-9A12-4EB6-87E7-66E89120525D}"/>
              </a:ext>
            </a:extLst>
          </p:cNvPr>
          <p:cNvSpPr>
            <a:spLocks noGrp="1"/>
          </p:cNvSpPr>
          <p:nvPr>
            <p:ph idx="1"/>
          </p:nvPr>
        </p:nvSpPr>
        <p:spPr>
          <a:xfrm>
            <a:off x="685800" y="914400"/>
            <a:ext cx="7772400" cy="3429000"/>
          </a:xfrm>
        </p:spPr>
        <p:txBody>
          <a:bodyPr/>
          <a:lstStyle/>
          <a:p>
            <a:r>
              <a:rPr lang="en-US" dirty="0"/>
              <a:t>Inline styles refer to the practice of applying CSS (Cascading Style Sheets) directly within an HTML element using the style attribute. </a:t>
            </a:r>
          </a:p>
          <a:p>
            <a:r>
              <a:rPr lang="en-US" dirty="0"/>
              <a:t>This allows you to define styles for a specific element without using an external stylesheet or a &lt;style&gt; block in the &lt;head&gt; of the document.</a:t>
            </a:r>
          </a:p>
          <a:p>
            <a:r>
              <a:rPr lang="en-US" dirty="0"/>
              <a:t>Syntax of Inline Styles</a:t>
            </a:r>
          </a:p>
          <a:p>
            <a:r>
              <a:rPr lang="en-US" dirty="0"/>
              <a:t>Inline styles are added to an HTML element using the style attribute. The value of the style attribute is a series of CSS property-value pairs, separated by semicolons (;).</a:t>
            </a:r>
          </a:p>
          <a:p>
            <a:r>
              <a:rPr lang="en-US" dirty="0"/>
              <a:t>Example:</a:t>
            </a:r>
          </a:p>
        </p:txBody>
      </p:sp>
      <p:sp>
        <p:nvSpPr>
          <p:cNvPr id="4" name="Slide Number Placeholder 3">
            <a:extLst>
              <a:ext uri="{FF2B5EF4-FFF2-40B4-BE49-F238E27FC236}">
                <a16:creationId xmlns:a16="http://schemas.microsoft.com/office/drawing/2014/main" id="{6CAF7DC5-AB86-4317-AF63-12F491632D17}"/>
              </a:ext>
            </a:extLst>
          </p:cNvPr>
          <p:cNvSpPr>
            <a:spLocks noGrp="1"/>
          </p:cNvSpPr>
          <p:nvPr>
            <p:ph type="sldNum" sz="quarter" idx="12"/>
          </p:nvPr>
        </p:nvSpPr>
        <p:spPr/>
        <p:txBody>
          <a:bodyPr/>
          <a:lstStyle/>
          <a:p>
            <a:pPr>
              <a:defRPr/>
            </a:pPr>
            <a:fld id="{0CE5E4B5-5368-4E15-BF47-6B04CC72B0FB}" type="slidenum">
              <a:rPr lang="en-US" altLang="en-US" smtClean="0"/>
              <a:pPr>
                <a:defRPr/>
              </a:pPr>
              <a:t>17</a:t>
            </a:fld>
            <a:endParaRPr lang="en-US" altLang="en-US"/>
          </a:p>
        </p:txBody>
      </p:sp>
      <p:pic>
        <p:nvPicPr>
          <p:cNvPr id="5" name="Picture 4">
            <a:extLst>
              <a:ext uri="{FF2B5EF4-FFF2-40B4-BE49-F238E27FC236}">
                <a16:creationId xmlns:a16="http://schemas.microsoft.com/office/drawing/2014/main" id="{FC1A3ADC-BF50-4658-8998-96E147762F65}"/>
              </a:ext>
            </a:extLst>
          </p:cNvPr>
          <p:cNvPicPr>
            <a:picLocks noChangeAspect="1"/>
          </p:cNvPicPr>
          <p:nvPr/>
        </p:nvPicPr>
        <p:blipFill>
          <a:blip r:embed="rId2"/>
          <a:stretch>
            <a:fillRect/>
          </a:stretch>
        </p:blipFill>
        <p:spPr>
          <a:xfrm>
            <a:off x="152400" y="4541838"/>
            <a:ext cx="8839200" cy="1874837"/>
          </a:xfrm>
          <a:prstGeom prst="rect">
            <a:avLst/>
          </a:prstGeom>
        </p:spPr>
      </p:pic>
    </p:spTree>
    <p:extLst>
      <p:ext uri="{BB962C8B-B14F-4D97-AF65-F5344CB8AC3E}">
        <p14:creationId xmlns:p14="http://schemas.microsoft.com/office/powerpoint/2010/main" val="3028852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50A546D-4A20-462C-A4CC-857B2C813FA5}"/>
              </a:ext>
            </a:extLst>
          </p:cNvPr>
          <p:cNvSpPr>
            <a:spLocks noGrp="1"/>
          </p:cNvSpPr>
          <p:nvPr>
            <p:ph type="sldNum" sz="quarter" idx="12"/>
          </p:nvPr>
        </p:nvSpPr>
        <p:spPr/>
        <p:txBody>
          <a:bodyPr/>
          <a:lstStyle/>
          <a:p>
            <a:pPr>
              <a:defRPr/>
            </a:pPr>
            <a:fld id="{0CE5E4B5-5368-4E15-BF47-6B04CC72B0FB}" type="slidenum">
              <a:rPr lang="en-US" altLang="en-US" smtClean="0"/>
              <a:pPr>
                <a:defRPr/>
              </a:pPr>
              <a:t>18</a:t>
            </a:fld>
            <a:endParaRPr lang="en-US" altLang="en-US"/>
          </a:p>
        </p:txBody>
      </p:sp>
      <p:sp>
        <p:nvSpPr>
          <p:cNvPr id="5" name="Rectangle 4">
            <a:extLst>
              <a:ext uri="{FF2B5EF4-FFF2-40B4-BE49-F238E27FC236}">
                <a16:creationId xmlns:a16="http://schemas.microsoft.com/office/drawing/2014/main" id="{C0C14609-AA0B-44AF-8D33-8AFB078A0F69}"/>
              </a:ext>
            </a:extLst>
          </p:cNvPr>
          <p:cNvSpPr/>
          <p:nvPr/>
        </p:nvSpPr>
        <p:spPr>
          <a:xfrm>
            <a:off x="152400" y="1206301"/>
            <a:ext cx="8534400" cy="5632311"/>
          </a:xfrm>
          <a:prstGeom prst="rect">
            <a:avLst/>
          </a:prstGeom>
        </p:spPr>
        <p:txBody>
          <a:bodyPr wrap="square">
            <a:spAutoFit/>
          </a:bodyPr>
          <a:lstStyle/>
          <a:p>
            <a:r>
              <a:rPr lang="en-US" sz="2400" dirty="0"/>
              <a:t>&lt;html&gt;</a:t>
            </a:r>
          </a:p>
          <a:p>
            <a:r>
              <a:rPr lang="en-US" sz="2400" dirty="0"/>
              <a:t>&lt;div style="background-color: #f4f4f4; padding: 20px; border-radius: 8px;"&gt;</a:t>
            </a:r>
          </a:p>
          <a:p>
            <a:r>
              <a:rPr lang="en-US" sz="2400" dirty="0"/>
              <a:t>    &lt;h1 style="color: #333; font-size: 24px; margin-bottom: 10px;"&gt;</a:t>
            </a:r>
          </a:p>
          <a:p>
            <a:r>
              <a:rPr lang="en-US" sz="2400" dirty="0"/>
              <a:t>        Welcome to My Website</a:t>
            </a:r>
          </a:p>
          <a:p>
            <a:r>
              <a:rPr lang="en-US" sz="2400" dirty="0"/>
              <a:t>    &lt;/h1&gt;</a:t>
            </a:r>
          </a:p>
          <a:p>
            <a:r>
              <a:rPr lang="en-US" sz="2400" dirty="0"/>
              <a:t>    &lt;p style="color: #666; font-size: 16px; line-height: 1.5;"&gt;</a:t>
            </a:r>
          </a:p>
          <a:p>
            <a:r>
              <a:rPr lang="en-US" sz="2400" dirty="0"/>
              <a:t>        This is an example of inline styles in action.</a:t>
            </a:r>
          </a:p>
          <a:p>
            <a:r>
              <a:rPr lang="en-US" sz="2400" dirty="0"/>
              <a:t>    &lt;/p&gt;</a:t>
            </a:r>
          </a:p>
          <a:p>
            <a:r>
              <a:rPr lang="en-US" sz="2400" dirty="0"/>
              <a:t>    &lt;button style="background-color: #007bff; color: #</a:t>
            </a:r>
            <a:r>
              <a:rPr lang="en-US" sz="2400" dirty="0" err="1"/>
              <a:t>fff</a:t>
            </a:r>
            <a:r>
              <a:rPr lang="en-US" sz="2400" dirty="0"/>
              <a:t>; padding: 10px 20px; border: none; border-radius: 4px;"&gt;</a:t>
            </a:r>
          </a:p>
          <a:p>
            <a:r>
              <a:rPr lang="en-US" sz="2400" dirty="0"/>
              <a:t>        Click Me</a:t>
            </a:r>
          </a:p>
          <a:p>
            <a:r>
              <a:rPr lang="en-US" sz="2400" dirty="0"/>
              <a:t>    &lt;/button&gt;</a:t>
            </a:r>
          </a:p>
          <a:p>
            <a:r>
              <a:rPr lang="en-US" sz="2400" dirty="0"/>
              <a:t>&lt;/div&gt;</a:t>
            </a:r>
          </a:p>
          <a:p>
            <a:r>
              <a:rPr lang="en-US" sz="2400" dirty="0"/>
              <a:t>&lt;/html&gt;</a:t>
            </a:r>
          </a:p>
        </p:txBody>
      </p:sp>
      <p:sp>
        <p:nvSpPr>
          <p:cNvPr id="6" name="Rectangle 5">
            <a:extLst>
              <a:ext uri="{FF2B5EF4-FFF2-40B4-BE49-F238E27FC236}">
                <a16:creationId xmlns:a16="http://schemas.microsoft.com/office/drawing/2014/main" id="{10C102C3-6EC5-4C25-AB1F-82CF8323CD66}"/>
              </a:ext>
            </a:extLst>
          </p:cNvPr>
          <p:cNvSpPr/>
          <p:nvPr/>
        </p:nvSpPr>
        <p:spPr>
          <a:xfrm>
            <a:off x="381000" y="304800"/>
            <a:ext cx="8534400" cy="584775"/>
          </a:xfrm>
          <a:prstGeom prst="rect">
            <a:avLst/>
          </a:prstGeom>
        </p:spPr>
        <p:txBody>
          <a:bodyPr wrap="square">
            <a:spAutoFit/>
          </a:bodyPr>
          <a:lstStyle/>
          <a:p>
            <a:r>
              <a:rPr lang="en-US" sz="3200" b="1" i="0" dirty="0">
                <a:solidFill>
                  <a:srgbClr val="FF0000"/>
                </a:solidFill>
                <a:effectLst/>
                <a:latin typeface="Inter"/>
              </a:rPr>
              <a:t>Example of Inline Styles in a Real-World Scenario</a:t>
            </a:r>
          </a:p>
        </p:txBody>
      </p:sp>
    </p:spTree>
    <p:extLst>
      <p:ext uri="{BB962C8B-B14F-4D97-AF65-F5344CB8AC3E}">
        <p14:creationId xmlns:p14="http://schemas.microsoft.com/office/powerpoint/2010/main" val="2706397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a:extLst>
              <a:ext uri="{FF2B5EF4-FFF2-40B4-BE49-F238E27FC236}">
                <a16:creationId xmlns:a16="http://schemas.microsoft.com/office/drawing/2014/main" id="{A7CB7246-DDC7-4298-9E21-DE7EAC49E756}"/>
              </a:ext>
            </a:extLst>
          </p:cNvPr>
          <p:cNvSpPr>
            <a:spLocks noGrp="1" noChangeArrowheads="1"/>
          </p:cNvSpPr>
          <p:nvPr>
            <p:ph type="title"/>
          </p:nvPr>
        </p:nvSpPr>
        <p:spPr>
          <a:xfrm>
            <a:off x="1143000" y="0"/>
            <a:ext cx="7924800" cy="838200"/>
          </a:xfrm>
        </p:spPr>
        <p:txBody>
          <a:bodyPr>
            <a:normAutofit/>
          </a:bodyPr>
          <a:lstStyle/>
          <a:p>
            <a:pPr algn="r" eaLnBrk="1" fontAlgn="auto" hangingPunct="1">
              <a:spcAft>
                <a:spcPts val="0"/>
              </a:spcAft>
              <a:defRPr/>
            </a:pPr>
            <a:r>
              <a:rPr lang="en-US" dirty="0">
                <a:solidFill>
                  <a:schemeClr val="tx2">
                    <a:satMod val="130000"/>
                  </a:schemeClr>
                </a:solidFill>
              </a:rPr>
              <a:t>Configuring Color with Inline CSS</a:t>
            </a:r>
          </a:p>
        </p:txBody>
      </p:sp>
      <p:sp>
        <p:nvSpPr>
          <p:cNvPr id="41987" name="Rectangle 3">
            <a:extLst>
              <a:ext uri="{FF2B5EF4-FFF2-40B4-BE49-F238E27FC236}">
                <a16:creationId xmlns:a16="http://schemas.microsoft.com/office/drawing/2014/main" id="{55A764E5-9084-47CD-AA92-7A57961D7E66}"/>
              </a:ext>
            </a:extLst>
          </p:cNvPr>
          <p:cNvSpPr>
            <a:spLocks noGrp="1" noChangeArrowheads="1"/>
          </p:cNvSpPr>
          <p:nvPr>
            <p:ph idx="1"/>
          </p:nvPr>
        </p:nvSpPr>
        <p:spPr>
          <a:xfrm>
            <a:off x="990600" y="685800"/>
            <a:ext cx="7467600" cy="5334000"/>
          </a:xfrm>
        </p:spPr>
        <p:txBody>
          <a:bodyPr>
            <a:normAutofit/>
          </a:bodyPr>
          <a:lstStyle/>
          <a:p>
            <a:pPr eaLnBrk="1" hangingPunct="1">
              <a:lnSpc>
                <a:spcPct val="90000"/>
              </a:lnSpc>
            </a:pPr>
            <a:r>
              <a:rPr lang="en-US" altLang="en-US" sz="2400" dirty="0"/>
              <a:t>Inline CSS</a:t>
            </a:r>
          </a:p>
          <a:p>
            <a:pPr lvl="1" eaLnBrk="1" hangingPunct="1">
              <a:lnSpc>
                <a:spcPct val="90000"/>
              </a:lnSpc>
            </a:pPr>
            <a:r>
              <a:rPr lang="en-US" altLang="en-US" sz="2000" dirty="0"/>
              <a:t>Configured in the body of the web page </a:t>
            </a:r>
          </a:p>
          <a:p>
            <a:pPr lvl="1" eaLnBrk="1" hangingPunct="1">
              <a:lnSpc>
                <a:spcPct val="90000"/>
              </a:lnSpc>
            </a:pPr>
            <a:r>
              <a:rPr lang="en-US" altLang="en-US" sz="2000" dirty="0"/>
              <a:t>Use the style attribute of an HTML tag</a:t>
            </a:r>
          </a:p>
          <a:p>
            <a:pPr lvl="1" eaLnBrk="1" hangingPunct="1">
              <a:lnSpc>
                <a:spcPct val="90000"/>
              </a:lnSpc>
            </a:pPr>
            <a:r>
              <a:rPr lang="en-US" altLang="en-US" sz="2000" dirty="0"/>
              <a:t>Apply only to the specific element</a:t>
            </a:r>
          </a:p>
          <a:p>
            <a:pPr lvl="1" eaLnBrk="1" hangingPunct="1">
              <a:lnSpc>
                <a:spcPct val="90000"/>
              </a:lnSpc>
            </a:pPr>
            <a:endParaRPr lang="en-US" altLang="en-US" sz="800" dirty="0"/>
          </a:p>
          <a:p>
            <a:pPr eaLnBrk="1" hangingPunct="1"/>
            <a:r>
              <a:rPr lang="en-US" altLang="en-US" sz="2400" dirty="0">
                <a:cs typeface="Arial" panose="020B0604020202020204" pitchFamily="34" charset="0"/>
              </a:rPr>
              <a:t> The Style Attribute</a:t>
            </a:r>
          </a:p>
          <a:p>
            <a:pPr lvl="1" eaLnBrk="1" hangingPunct="1"/>
            <a:r>
              <a:rPr lang="en-US" altLang="en-US" sz="2000" dirty="0">
                <a:cs typeface="Arial" panose="020B0604020202020204" pitchFamily="34" charset="0"/>
              </a:rPr>
              <a:t>Value: one or more style declaration property and value pairs</a:t>
            </a:r>
          </a:p>
          <a:p>
            <a:pPr lvl="1" eaLnBrk="1" hangingPunct="1">
              <a:buFont typeface="Wingdings" panose="05000000000000000000" pitchFamily="2" charset="2"/>
              <a:buNone/>
            </a:pPr>
            <a:endParaRPr lang="en-US" altLang="en-US" sz="2000" dirty="0">
              <a:cs typeface="Arial" panose="020B0604020202020204" pitchFamily="34" charset="0"/>
            </a:endParaRPr>
          </a:p>
          <a:p>
            <a:pPr eaLnBrk="1" hangingPunct="1">
              <a:buFont typeface="Wingdings" panose="05000000000000000000" pitchFamily="2" charset="2"/>
              <a:buNone/>
            </a:pPr>
            <a:endParaRPr lang="en-US" altLang="en-US" dirty="0">
              <a:cs typeface="Times New Roman" panose="02020603050405020304" pitchFamily="18" charset="0"/>
            </a:endParaRPr>
          </a:p>
          <a:p>
            <a:pPr eaLnBrk="1" hangingPunct="1">
              <a:buFont typeface="Wingdings" panose="05000000000000000000" pitchFamily="2" charset="2"/>
              <a:buNone/>
            </a:pPr>
            <a:endParaRPr lang="en-US" altLang="en-US" dirty="0">
              <a:cs typeface="Times New Roman" panose="02020603050405020304" pitchFamily="18" charset="0"/>
            </a:endParaRPr>
          </a:p>
          <a:p>
            <a:pPr eaLnBrk="1" hangingPunct="1">
              <a:buFont typeface="Wingdings" panose="05000000000000000000" pitchFamily="2" charset="2"/>
              <a:buNone/>
            </a:pPr>
            <a:endParaRPr lang="en-US" altLang="en-US" sz="800" dirty="0">
              <a:cs typeface="Times New Roman" panose="02020603050405020304" pitchFamily="18" charset="0"/>
            </a:endParaRPr>
          </a:p>
          <a:p>
            <a:pPr eaLnBrk="1" hangingPunct="1">
              <a:buFont typeface="Wingdings" panose="05000000000000000000" pitchFamily="2" charset="2"/>
              <a:buNone/>
            </a:pPr>
            <a:endParaRPr lang="en-US" altLang="en-US" dirty="0">
              <a:cs typeface="Times New Roman" panose="02020603050405020304" pitchFamily="18" charset="0"/>
            </a:endParaRPr>
          </a:p>
          <a:p>
            <a:pPr eaLnBrk="1" hangingPunct="1">
              <a:buFont typeface="Wingdings" panose="05000000000000000000" pitchFamily="2" charset="2"/>
              <a:buNone/>
            </a:pPr>
            <a:r>
              <a:rPr lang="en-US" altLang="en-US" dirty="0">
                <a:cs typeface="Times New Roman" panose="02020603050405020304" pitchFamily="18" charset="0"/>
              </a:rPr>
              <a:t>Example: configure red color text in an &lt;h1&gt; element:</a:t>
            </a:r>
          </a:p>
          <a:p>
            <a:pPr eaLnBrk="1" hangingPunct="1">
              <a:buFont typeface="Wingdings" panose="05000000000000000000" pitchFamily="2" charset="2"/>
              <a:buNone/>
            </a:pPr>
            <a:r>
              <a:rPr lang="en-US" altLang="en-US" b="1" dirty="0">
                <a:latin typeface="Times New Roman" panose="02020603050405020304" pitchFamily="18" charset="0"/>
                <a:cs typeface="Times New Roman" panose="02020603050405020304" pitchFamily="18" charset="0"/>
              </a:rPr>
              <a:t>&lt;h1 style="color:#ff0000"&gt;Heading text is red&lt;/h1&gt;</a:t>
            </a:r>
            <a:br>
              <a:rPr lang="en-US" altLang="en-US" b="1" dirty="0">
                <a:latin typeface="Times New Roman" panose="02020603050405020304" pitchFamily="18" charset="0"/>
                <a:cs typeface="Times New Roman" panose="02020603050405020304" pitchFamily="18" charset="0"/>
              </a:rPr>
            </a:br>
            <a:endParaRPr lang="en-US" altLang="en-US" sz="2400" dirty="0">
              <a:cs typeface="Times New Roman" panose="02020603050405020304" pitchFamily="18" charset="0"/>
            </a:endParaRPr>
          </a:p>
        </p:txBody>
      </p:sp>
      <p:sp>
        <p:nvSpPr>
          <p:cNvPr id="41988" name="Slide Number Placeholder 5">
            <a:extLst>
              <a:ext uri="{FF2B5EF4-FFF2-40B4-BE49-F238E27FC236}">
                <a16:creationId xmlns:a16="http://schemas.microsoft.com/office/drawing/2014/main" id="{011A5B14-054B-4E35-A58E-7661B185A87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EDBF2D35-4C31-44AA-B721-1726EACD3ABE}" type="slidenum">
              <a:rPr lang="en-US" altLang="en-US" sz="1100">
                <a:solidFill>
                  <a:srgbClr val="4D4D4D"/>
                </a:solidFill>
                <a:latin typeface="Times New Roman" panose="02020603050405020304" pitchFamily="18" charset="0"/>
              </a:rPr>
              <a:pPr>
                <a:spcBef>
                  <a:spcPct val="0"/>
                </a:spcBef>
                <a:buClrTx/>
                <a:buSzTx/>
                <a:buFontTx/>
                <a:buNone/>
              </a:pPr>
              <a:t>19</a:t>
            </a:fld>
            <a:endParaRPr lang="en-US" altLang="en-US" sz="1100">
              <a:solidFill>
                <a:srgbClr val="4D4D4D"/>
              </a:solidFill>
              <a:latin typeface="Times New Roman" panose="02020603050405020304" pitchFamily="18" charset="0"/>
            </a:endParaRPr>
          </a:p>
        </p:txBody>
      </p:sp>
      <p:sp>
        <p:nvSpPr>
          <p:cNvPr id="41989" name="Rectangle 4">
            <a:extLst>
              <a:ext uri="{FF2B5EF4-FFF2-40B4-BE49-F238E27FC236}">
                <a16:creationId xmlns:a16="http://schemas.microsoft.com/office/drawing/2014/main" id="{D6B48C73-1DDC-4439-BF3D-48077909B763}"/>
              </a:ext>
            </a:extLst>
          </p:cNvPr>
          <p:cNvSpPr>
            <a:spLocks noChangeArrowheads="1"/>
          </p:cNvSpPr>
          <p:nvPr/>
        </p:nvSpPr>
        <p:spPr bwMode="auto">
          <a:xfrm>
            <a:off x="3086100" y="11858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endParaRPr lang="en-US" altLang="en-US" sz="2400">
              <a:latin typeface="Times New Roman" panose="02020603050405020304" pitchFamily="18" charset="0"/>
            </a:endParaRPr>
          </a:p>
        </p:txBody>
      </p:sp>
      <p:pic>
        <p:nvPicPr>
          <p:cNvPr id="103426" name="Picture 2">
            <a:extLst>
              <a:ext uri="{FF2B5EF4-FFF2-40B4-BE49-F238E27FC236}">
                <a16:creationId xmlns:a16="http://schemas.microsoft.com/office/drawing/2014/main" id="{1CADFBFA-21F7-46DC-A2F5-33EC4E8D47FD}"/>
              </a:ext>
            </a:extLst>
          </p:cNvPr>
          <p:cNvPicPr>
            <a:picLocks noChangeAspect="1" noChangeArrowheads="1"/>
          </p:cNvPicPr>
          <p:nvPr/>
        </p:nvPicPr>
        <p:blipFill>
          <a:blip r:embed="rId3"/>
          <a:srcRect/>
          <a:stretch>
            <a:fillRect/>
          </a:stretch>
        </p:blipFill>
        <p:spPr bwMode="auto">
          <a:xfrm>
            <a:off x="2438400" y="3245778"/>
            <a:ext cx="2857500" cy="1346033"/>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103427" name="Picture 3">
            <a:extLst>
              <a:ext uri="{FF2B5EF4-FFF2-40B4-BE49-F238E27FC236}">
                <a16:creationId xmlns:a16="http://schemas.microsoft.com/office/drawing/2014/main" id="{F0B5C6BC-A30E-436C-BBD9-3BEFDF2B6118}"/>
              </a:ext>
            </a:extLst>
          </p:cNvPr>
          <p:cNvPicPr>
            <a:picLocks noChangeAspect="1" noChangeArrowheads="1"/>
          </p:cNvPicPr>
          <p:nvPr/>
        </p:nvPicPr>
        <p:blipFill>
          <a:blip r:embed="rId4"/>
          <a:srcRect/>
          <a:stretch>
            <a:fillRect/>
          </a:stretch>
        </p:blipFill>
        <p:spPr bwMode="auto">
          <a:xfrm>
            <a:off x="2432407" y="5519684"/>
            <a:ext cx="2609850" cy="466725"/>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a:extLst>
              <a:ext uri="{FF2B5EF4-FFF2-40B4-BE49-F238E27FC236}">
                <a16:creationId xmlns:a16="http://schemas.microsoft.com/office/drawing/2014/main" id="{4FB19004-7FF5-49C0-ACB2-4670E614811A}"/>
              </a:ext>
            </a:extLst>
          </p:cNvPr>
          <p:cNvSpPr>
            <a:spLocks noGrp="1" noChangeArrowheads="1"/>
          </p:cNvSpPr>
          <p:nvPr>
            <p:ph type="title"/>
          </p:nvPr>
        </p:nvSpPr>
        <p:spPr>
          <a:xfrm>
            <a:off x="1311275" y="0"/>
            <a:ext cx="7756525" cy="838200"/>
          </a:xfrm>
        </p:spPr>
        <p:txBody>
          <a:bodyPr>
            <a:normAutofit/>
          </a:bodyPr>
          <a:lstStyle/>
          <a:p>
            <a:pPr algn="r" eaLnBrk="1" fontAlgn="auto" hangingPunct="1">
              <a:spcAft>
                <a:spcPts val="0"/>
              </a:spcAft>
              <a:defRPr/>
            </a:pPr>
            <a:r>
              <a:rPr lang="en-US" dirty="0">
                <a:solidFill>
                  <a:schemeClr val="tx2">
                    <a:satMod val="130000"/>
                  </a:schemeClr>
                </a:solidFill>
              </a:rPr>
              <a:t>Configuring Color with Inline CSS   </a:t>
            </a:r>
          </a:p>
        </p:txBody>
      </p:sp>
      <p:sp>
        <p:nvSpPr>
          <p:cNvPr id="44035" name="Rectangle 3">
            <a:extLst>
              <a:ext uri="{FF2B5EF4-FFF2-40B4-BE49-F238E27FC236}">
                <a16:creationId xmlns:a16="http://schemas.microsoft.com/office/drawing/2014/main" id="{409934FC-2A80-4806-BD69-B4963DAF0B68}"/>
              </a:ext>
            </a:extLst>
          </p:cNvPr>
          <p:cNvSpPr>
            <a:spLocks noGrp="1" noChangeArrowheads="1"/>
          </p:cNvSpPr>
          <p:nvPr>
            <p:ph idx="1"/>
          </p:nvPr>
        </p:nvSpPr>
        <p:spPr>
          <a:xfrm>
            <a:off x="1600200" y="1219200"/>
            <a:ext cx="7467600" cy="5105400"/>
          </a:xfrm>
        </p:spPr>
        <p:txBody>
          <a:bodyPr/>
          <a:lstStyle/>
          <a:p>
            <a:pPr eaLnBrk="1" hangingPunct="1">
              <a:buFont typeface="Wingdings" panose="05000000000000000000" pitchFamily="2" charset="2"/>
              <a:buNone/>
            </a:pPr>
            <a:r>
              <a:rPr lang="en-US" altLang="en-US" sz="2400" dirty="0">
                <a:cs typeface="Times New Roman" panose="02020603050405020304" pitchFamily="18" charset="0"/>
              </a:rPr>
              <a:t>Example 2:  configure the red text in the heading</a:t>
            </a:r>
          </a:p>
          <a:p>
            <a:pPr eaLnBrk="1" hangingPunct="1">
              <a:buFont typeface="Wingdings" panose="05000000000000000000" pitchFamily="2" charset="2"/>
              <a:buNone/>
            </a:pPr>
            <a:r>
              <a:rPr lang="en-US" altLang="en-US" sz="2400" dirty="0">
                <a:cs typeface="Times New Roman" panose="02020603050405020304" pitchFamily="18" charset="0"/>
              </a:rPr>
              <a:t> 		       configure a gray background in the heading</a:t>
            </a:r>
          </a:p>
          <a:p>
            <a:pPr eaLnBrk="1" hangingPunct="1">
              <a:buFont typeface="Wingdings" panose="05000000000000000000" pitchFamily="2" charset="2"/>
              <a:buNone/>
            </a:pPr>
            <a:endParaRPr lang="en-US" altLang="en-US" sz="2400" dirty="0">
              <a:cs typeface="Times New Roman" panose="02020603050405020304" pitchFamily="18" charset="0"/>
            </a:endParaRPr>
          </a:p>
          <a:p>
            <a:pPr eaLnBrk="1" hangingPunct="1">
              <a:buFont typeface="Wingdings" panose="05000000000000000000" pitchFamily="2" charset="2"/>
              <a:buNone/>
            </a:pPr>
            <a:r>
              <a:rPr lang="en-US" altLang="en-US" sz="2400" dirty="0">
                <a:cs typeface="Times New Roman" panose="02020603050405020304" pitchFamily="18" charset="0"/>
              </a:rPr>
              <a:t>Separate style rule declarations with ;</a:t>
            </a:r>
          </a:p>
          <a:p>
            <a:pPr eaLnBrk="1" hangingPunct="1">
              <a:buFont typeface="Wingdings" panose="05000000000000000000" pitchFamily="2" charset="2"/>
              <a:buNone/>
            </a:pPr>
            <a:endParaRPr lang="en-US" altLang="en-US" sz="2400" dirty="0">
              <a:cs typeface="Times New Roman" panose="02020603050405020304" pitchFamily="18" charset="0"/>
            </a:endParaRPr>
          </a:p>
          <a:p>
            <a:pPr eaLnBrk="1" hangingPunct="1">
              <a:buFont typeface="Wingdings" panose="05000000000000000000" pitchFamily="2" charset="2"/>
              <a:buNone/>
            </a:pPr>
            <a:r>
              <a:rPr lang="en-US" altLang="en-US" b="1" dirty="0">
                <a:latin typeface="Times New Roman" panose="02020603050405020304" pitchFamily="18" charset="0"/>
                <a:cs typeface="Times New Roman" panose="02020603050405020304" pitchFamily="18" charset="0"/>
              </a:rPr>
              <a:t>&lt;h1 style="color:#FF0000;background-color:#</a:t>
            </a:r>
            <a:r>
              <a:rPr lang="en-US" altLang="en-US" b="1" dirty="0" err="1">
                <a:latin typeface="Times New Roman" panose="02020603050405020304" pitchFamily="18" charset="0"/>
                <a:cs typeface="Times New Roman" panose="02020603050405020304" pitchFamily="18" charset="0"/>
              </a:rPr>
              <a:t>cccccc</a:t>
            </a:r>
            <a:r>
              <a:rPr lang="en-US" altLang="en-US" b="1" dirty="0">
                <a:latin typeface="Times New Roman" panose="02020603050405020304" pitchFamily="18" charset="0"/>
                <a:cs typeface="Times New Roman" panose="02020603050405020304" pitchFamily="18" charset="0"/>
              </a:rPr>
              <a:t>"&gt;This is displayed as a red heading with gray background&lt;/h1&gt;</a:t>
            </a:r>
            <a:endParaRPr lang="en-US" altLang="en-US" dirty="0">
              <a:cs typeface="Times New Roman" panose="02020603050405020304" pitchFamily="18" charset="0"/>
            </a:endParaRPr>
          </a:p>
        </p:txBody>
      </p:sp>
      <p:sp>
        <p:nvSpPr>
          <p:cNvPr id="44036" name="Slide Number Placeholder 5">
            <a:extLst>
              <a:ext uri="{FF2B5EF4-FFF2-40B4-BE49-F238E27FC236}">
                <a16:creationId xmlns:a16="http://schemas.microsoft.com/office/drawing/2014/main" id="{0B03CCC5-70D5-4C88-8DCF-7B555C0A50D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6244398D-D698-4C90-AB95-28CA3A05F098}" type="slidenum">
              <a:rPr lang="en-US" altLang="en-US" sz="1100">
                <a:solidFill>
                  <a:srgbClr val="4D4D4D"/>
                </a:solidFill>
                <a:latin typeface="Times New Roman" panose="02020603050405020304" pitchFamily="18" charset="0"/>
              </a:rPr>
              <a:pPr>
                <a:spcBef>
                  <a:spcPct val="0"/>
                </a:spcBef>
                <a:buClrTx/>
                <a:buSzTx/>
                <a:buFontTx/>
                <a:buNone/>
              </a:pPr>
              <a:t>20</a:t>
            </a:fld>
            <a:endParaRPr lang="en-US" altLang="en-US" sz="1100">
              <a:solidFill>
                <a:srgbClr val="4D4D4D"/>
              </a:solidFill>
              <a:latin typeface="Times New Roman" panose="02020603050405020304" pitchFamily="18" charset="0"/>
            </a:endParaRPr>
          </a:p>
        </p:txBody>
      </p:sp>
      <p:sp>
        <p:nvSpPr>
          <p:cNvPr id="44037" name="Rectangle 4">
            <a:extLst>
              <a:ext uri="{FF2B5EF4-FFF2-40B4-BE49-F238E27FC236}">
                <a16:creationId xmlns:a16="http://schemas.microsoft.com/office/drawing/2014/main" id="{A1F12AF1-0D9D-4A4E-9094-9BB6C802C17D}"/>
              </a:ext>
            </a:extLst>
          </p:cNvPr>
          <p:cNvSpPr>
            <a:spLocks noChangeArrowheads="1"/>
          </p:cNvSpPr>
          <p:nvPr/>
        </p:nvSpPr>
        <p:spPr bwMode="auto">
          <a:xfrm>
            <a:off x="3086100" y="11858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endParaRPr lang="en-US" altLang="en-US" sz="2400">
              <a:latin typeface="Times New Roman" panose="02020603050405020304" pitchFamily="18" charset="0"/>
            </a:endParaRPr>
          </a:p>
        </p:txBody>
      </p:sp>
      <p:pic>
        <p:nvPicPr>
          <p:cNvPr id="102402" name="Picture 2">
            <a:extLst>
              <a:ext uri="{FF2B5EF4-FFF2-40B4-BE49-F238E27FC236}">
                <a16:creationId xmlns:a16="http://schemas.microsoft.com/office/drawing/2014/main" id="{B4EBC2FC-28CC-4B28-A5D8-947DD89FF41A}"/>
              </a:ext>
            </a:extLst>
          </p:cNvPr>
          <p:cNvPicPr>
            <a:picLocks noChangeAspect="1" noChangeArrowheads="1"/>
          </p:cNvPicPr>
          <p:nvPr/>
        </p:nvPicPr>
        <p:blipFill>
          <a:blip r:embed="rId3"/>
          <a:srcRect/>
          <a:stretch>
            <a:fillRect/>
          </a:stretch>
        </p:blipFill>
        <p:spPr bwMode="auto">
          <a:xfrm>
            <a:off x="1447800" y="4419600"/>
            <a:ext cx="7570787" cy="476250"/>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a:extLst>
              <a:ext uri="{FF2B5EF4-FFF2-40B4-BE49-F238E27FC236}">
                <a16:creationId xmlns:a16="http://schemas.microsoft.com/office/drawing/2014/main" id="{482FC9F5-A98C-4EEF-A203-B653C9CFC2A7}"/>
              </a:ext>
            </a:extLst>
          </p:cNvPr>
          <p:cNvSpPr>
            <a:spLocks noGrp="1" noChangeArrowheads="1"/>
          </p:cNvSpPr>
          <p:nvPr>
            <p:ph type="title"/>
          </p:nvPr>
        </p:nvSpPr>
        <p:spPr>
          <a:xfrm>
            <a:off x="2438400" y="304800"/>
            <a:ext cx="5470525" cy="609600"/>
          </a:xfrm>
        </p:spPr>
        <p:txBody>
          <a:bodyPr>
            <a:normAutofit fontScale="90000"/>
          </a:bodyPr>
          <a:lstStyle/>
          <a:p>
            <a:pPr algn="r" eaLnBrk="1" fontAlgn="auto" hangingPunct="1">
              <a:spcAft>
                <a:spcPts val="0"/>
              </a:spcAft>
              <a:defRPr/>
            </a:pPr>
            <a:r>
              <a:rPr lang="en-US" sz="3600" b="1" dirty="0"/>
              <a:t>CSS Embedded (Internal) Styles</a:t>
            </a:r>
          </a:p>
        </p:txBody>
      </p:sp>
      <p:sp>
        <p:nvSpPr>
          <p:cNvPr id="46084" name="Slide Number Placeholder 5">
            <a:extLst>
              <a:ext uri="{FF2B5EF4-FFF2-40B4-BE49-F238E27FC236}">
                <a16:creationId xmlns:a16="http://schemas.microsoft.com/office/drawing/2014/main" id="{591ED920-A186-4E0B-AE0B-CCD8E30EDA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8AC08429-7A43-4EC9-AC74-6712B1D2DC58}" type="slidenum">
              <a:rPr lang="en-US" altLang="en-US" sz="1100">
                <a:solidFill>
                  <a:srgbClr val="4D4D4D"/>
                </a:solidFill>
                <a:latin typeface="Times New Roman" panose="02020603050405020304" pitchFamily="18" charset="0"/>
              </a:rPr>
              <a:pPr>
                <a:spcBef>
                  <a:spcPct val="0"/>
                </a:spcBef>
                <a:buClrTx/>
                <a:buSzTx/>
                <a:buFontTx/>
                <a:buNone/>
              </a:pPr>
              <a:t>21</a:t>
            </a:fld>
            <a:endParaRPr lang="en-US" altLang="en-US" sz="1100">
              <a:solidFill>
                <a:srgbClr val="4D4D4D"/>
              </a:solidFill>
              <a:latin typeface="Times New Roman" panose="02020603050405020304" pitchFamily="18" charset="0"/>
            </a:endParaRPr>
          </a:p>
        </p:txBody>
      </p:sp>
      <p:sp>
        <p:nvSpPr>
          <p:cNvPr id="3" name="Content Placeholder 2">
            <a:extLst>
              <a:ext uri="{FF2B5EF4-FFF2-40B4-BE49-F238E27FC236}">
                <a16:creationId xmlns:a16="http://schemas.microsoft.com/office/drawing/2014/main" id="{6DB8DB6B-BAE0-440A-9E4E-F1C36E5EBD45}"/>
              </a:ext>
            </a:extLst>
          </p:cNvPr>
          <p:cNvSpPr>
            <a:spLocks noGrp="1"/>
          </p:cNvSpPr>
          <p:nvPr>
            <p:ph idx="1"/>
          </p:nvPr>
        </p:nvSpPr>
        <p:spPr>
          <a:xfrm>
            <a:off x="762000" y="1253331"/>
            <a:ext cx="7886700" cy="5103020"/>
          </a:xfrm>
        </p:spPr>
        <p:txBody>
          <a:bodyPr>
            <a:normAutofit lnSpcReduction="10000"/>
          </a:bodyPr>
          <a:lstStyle/>
          <a:p>
            <a:pPr marL="457200" indent="-457200" algn="just">
              <a:buFont typeface="+mj-lt"/>
              <a:buAutoNum type="arabicPeriod"/>
            </a:pPr>
            <a:r>
              <a:rPr lang="en-US" sz="2400" dirty="0"/>
              <a:t>An embedded style sheet (also known as an internal style sheet) is a block of CSS code that is placed directly within an HTML document, typically inside the &lt;style&gt; element in the &lt;head&gt; section. </a:t>
            </a:r>
          </a:p>
          <a:p>
            <a:pPr marL="457200" indent="-457200" algn="just">
              <a:buFont typeface="+mj-lt"/>
              <a:buAutoNum type="arabicPeriod"/>
            </a:pPr>
            <a:r>
              <a:rPr lang="en-US" sz="2400" dirty="0"/>
              <a:t>Unlike an external style sheet (which is linked via a separate .</a:t>
            </a:r>
            <a:r>
              <a:rPr lang="en-US" sz="2400" dirty="0" err="1"/>
              <a:t>css</a:t>
            </a:r>
            <a:r>
              <a:rPr lang="en-US" sz="2400" dirty="0"/>
              <a:t> file), an embedded style sheet applies only to the HTML document in which it is defined.</a:t>
            </a:r>
          </a:p>
          <a:p>
            <a:pPr marL="457200" indent="-457200" algn="just">
              <a:buFont typeface="+mj-lt"/>
              <a:buAutoNum type="arabicPeriod"/>
            </a:pPr>
            <a:r>
              <a:rPr lang="en-US" sz="2400" dirty="0"/>
              <a:t>Key Characteristics of Embedded Style Sheets:</a:t>
            </a:r>
          </a:p>
          <a:p>
            <a:pPr marL="800100" lvl="1" indent="-457200" algn="just">
              <a:buFont typeface="+mj-lt"/>
              <a:buAutoNum type="alphaLcParenR"/>
            </a:pPr>
            <a:r>
              <a:rPr lang="en-US" sz="2000" dirty="0"/>
              <a:t>Scope: The styles defined in an embedded style sheet apply only to the current HTML document.</a:t>
            </a:r>
          </a:p>
          <a:p>
            <a:pPr marL="800100" lvl="1" indent="-457200" algn="just">
              <a:buFont typeface="+mj-lt"/>
              <a:buAutoNum type="alphaLcParenR"/>
            </a:pPr>
            <a:r>
              <a:rPr lang="en-US" sz="2000" dirty="0"/>
              <a:t>Placement: It is placed within the &lt;style&gt; tag, which is usually located inside the &lt;head&gt; section of the HTML document.</a:t>
            </a:r>
          </a:p>
          <a:p>
            <a:pPr marL="800100" lvl="1" indent="-457200" algn="just">
              <a:buFont typeface="+mj-lt"/>
              <a:buAutoNum type="alphaLcParenR"/>
            </a:pPr>
            <a:r>
              <a:rPr lang="en-US" sz="2000" dirty="0"/>
              <a:t>Specificity: Embedded styles have higher priority than external styles (unless !important is used in the external styles), but lower priority than inline styles (styles applied directly to an element using the style attribute).</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47D1D3-7D58-4198-9882-D376B8266D76}"/>
              </a:ext>
            </a:extLst>
          </p:cNvPr>
          <p:cNvSpPr>
            <a:spLocks noGrp="1"/>
          </p:cNvSpPr>
          <p:nvPr>
            <p:ph idx="1"/>
          </p:nvPr>
        </p:nvSpPr>
        <p:spPr>
          <a:xfrm>
            <a:off x="304800" y="296333"/>
            <a:ext cx="4343400" cy="5562600"/>
          </a:xfrm>
        </p:spPr>
        <p:txBody>
          <a:bodyPr>
            <a:normAutofit/>
          </a:bodyPr>
          <a:lstStyle/>
          <a:p>
            <a:pPr marL="0" indent="0">
              <a:buNone/>
            </a:pPr>
            <a:r>
              <a:rPr lang="en-US" sz="2000" dirty="0"/>
              <a:t>&lt;!DOCTYPE html&gt;</a:t>
            </a:r>
          </a:p>
          <a:p>
            <a:pPr marL="0" indent="0">
              <a:buNone/>
            </a:pPr>
            <a:r>
              <a:rPr lang="en-US" sz="2000" dirty="0">
                <a:solidFill>
                  <a:srgbClr val="FF0000"/>
                </a:solidFill>
              </a:rPr>
              <a:t>&lt;html </a:t>
            </a:r>
            <a:r>
              <a:rPr lang="en-US" sz="2000" dirty="0" err="1">
                <a:solidFill>
                  <a:srgbClr val="FF0000"/>
                </a:solidFill>
              </a:rPr>
              <a:t>lang</a:t>
            </a:r>
            <a:r>
              <a:rPr lang="en-US" sz="2000" dirty="0">
                <a:solidFill>
                  <a:srgbClr val="FF0000"/>
                </a:solidFill>
              </a:rPr>
              <a:t>="</a:t>
            </a:r>
            <a:r>
              <a:rPr lang="en-US" sz="2000" dirty="0" err="1">
                <a:solidFill>
                  <a:srgbClr val="FF0000"/>
                </a:solidFill>
              </a:rPr>
              <a:t>en</a:t>
            </a:r>
            <a:r>
              <a:rPr lang="en-US" sz="2000" dirty="0">
                <a:solidFill>
                  <a:srgbClr val="FF0000"/>
                </a:solidFill>
              </a:rPr>
              <a:t>"&gt;</a:t>
            </a:r>
          </a:p>
          <a:p>
            <a:pPr marL="0" indent="0">
              <a:buNone/>
            </a:pPr>
            <a:r>
              <a:rPr lang="en-US" sz="2000" dirty="0">
                <a:solidFill>
                  <a:srgbClr val="00B050"/>
                </a:solidFill>
              </a:rPr>
              <a:t>&lt;head&gt;</a:t>
            </a:r>
          </a:p>
          <a:p>
            <a:pPr marL="0" indent="0">
              <a:buNone/>
            </a:pPr>
            <a:r>
              <a:rPr lang="en-US" sz="2000" dirty="0"/>
              <a:t>  &lt;meta charset="UTF-8"&gt;</a:t>
            </a:r>
          </a:p>
          <a:p>
            <a:pPr marL="0" indent="0">
              <a:buNone/>
            </a:pPr>
            <a:r>
              <a:rPr lang="en-US" sz="2000" dirty="0"/>
              <a:t>  &lt;meta name="viewport" content="width=device-width, initial-scale=1.0"&gt;</a:t>
            </a:r>
          </a:p>
          <a:p>
            <a:pPr marL="0" indent="0">
              <a:buNone/>
            </a:pPr>
            <a:r>
              <a:rPr lang="en-US" sz="2000" dirty="0"/>
              <a:t>  &lt;title&gt;Embedded Style Sheet Example&lt;/title&gt;</a:t>
            </a:r>
          </a:p>
          <a:p>
            <a:pPr marL="0" indent="0">
              <a:buNone/>
            </a:pPr>
            <a:r>
              <a:rPr lang="en-US" sz="2000" dirty="0"/>
              <a:t>  </a:t>
            </a:r>
            <a:r>
              <a:rPr lang="en-US" sz="2000" dirty="0">
                <a:solidFill>
                  <a:srgbClr val="00B0F0"/>
                </a:solidFill>
              </a:rPr>
              <a:t>&lt;style&gt;</a:t>
            </a:r>
          </a:p>
          <a:p>
            <a:pPr marL="0" indent="0">
              <a:buNone/>
            </a:pPr>
            <a:r>
              <a:rPr lang="en-US" sz="2000" dirty="0"/>
              <a:t>    /* Embedded CSS goes here */</a:t>
            </a:r>
          </a:p>
          <a:p>
            <a:pPr marL="0" indent="0">
              <a:buNone/>
            </a:pPr>
            <a:r>
              <a:rPr lang="en-US" sz="2000" dirty="0"/>
              <a:t>    body {</a:t>
            </a:r>
          </a:p>
          <a:p>
            <a:pPr marL="0" indent="0">
              <a:buNone/>
            </a:pPr>
            <a:r>
              <a:rPr lang="en-US" sz="2000" dirty="0"/>
              <a:t>      font-family: Arial, sans-serif;</a:t>
            </a:r>
          </a:p>
          <a:p>
            <a:pPr marL="0" indent="0">
              <a:buNone/>
            </a:pPr>
            <a:r>
              <a:rPr lang="en-US" sz="2000" dirty="0"/>
              <a:t>      background-color: #f0f0f0;</a:t>
            </a:r>
          </a:p>
          <a:p>
            <a:pPr marL="0" indent="0">
              <a:buNone/>
            </a:pPr>
            <a:r>
              <a:rPr lang="en-US" sz="2000" dirty="0"/>
              <a:t>    }</a:t>
            </a:r>
          </a:p>
          <a:p>
            <a:pPr marL="0" indent="0">
              <a:buNone/>
            </a:pPr>
            <a:endParaRPr lang="en-US" sz="2000" dirty="0"/>
          </a:p>
        </p:txBody>
      </p:sp>
      <p:sp>
        <p:nvSpPr>
          <p:cNvPr id="4" name="Slide Number Placeholder 3">
            <a:extLst>
              <a:ext uri="{FF2B5EF4-FFF2-40B4-BE49-F238E27FC236}">
                <a16:creationId xmlns:a16="http://schemas.microsoft.com/office/drawing/2014/main" id="{D33D30FC-89AA-4AF9-B564-1682050363E9}"/>
              </a:ext>
            </a:extLst>
          </p:cNvPr>
          <p:cNvSpPr>
            <a:spLocks noGrp="1"/>
          </p:cNvSpPr>
          <p:nvPr>
            <p:ph type="sldNum" sz="quarter" idx="12"/>
          </p:nvPr>
        </p:nvSpPr>
        <p:spPr/>
        <p:txBody>
          <a:bodyPr/>
          <a:lstStyle/>
          <a:p>
            <a:fld id="{BF3EC595-1324-4821-BEA8-C2A5B6BD78B7}" type="slidenum">
              <a:rPr lang="en-US" altLang="en-US" smtClean="0"/>
              <a:pPr/>
              <a:t>22</a:t>
            </a:fld>
            <a:endParaRPr lang="en-US" altLang="en-US"/>
          </a:p>
        </p:txBody>
      </p:sp>
      <p:sp>
        <p:nvSpPr>
          <p:cNvPr id="5" name="Rectangle 4">
            <a:extLst>
              <a:ext uri="{FF2B5EF4-FFF2-40B4-BE49-F238E27FC236}">
                <a16:creationId xmlns:a16="http://schemas.microsoft.com/office/drawing/2014/main" id="{BDC6BEA3-2610-40C3-972E-768698607A33}"/>
              </a:ext>
            </a:extLst>
          </p:cNvPr>
          <p:cNvSpPr/>
          <p:nvPr/>
        </p:nvSpPr>
        <p:spPr>
          <a:xfrm>
            <a:off x="4546600" y="304800"/>
            <a:ext cx="3968750" cy="5697970"/>
          </a:xfrm>
          <a:prstGeom prst="rect">
            <a:avLst/>
          </a:prstGeom>
        </p:spPr>
        <p:txBody>
          <a:bodyPr wrap="square">
            <a:spAutoFit/>
          </a:bodyPr>
          <a:lstStyle/>
          <a:p>
            <a:r>
              <a:rPr lang="en-US" sz="2400" dirty="0"/>
              <a:t> h1 {</a:t>
            </a:r>
          </a:p>
          <a:p>
            <a:r>
              <a:rPr lang="en-US" sz="2400" dirty="0"/>
              <a:t>      color: blue;</a:t>
            </a:r>
          </a:p>
          <a:p>
            <a:r>
              <a:rPr lang="en-US" sz="2400" dirty="0"/>
              <a:t>    }</a:t>
            </a:r>
          </a:p>
          <a:p>
            <a:r>
              <a:rPr lang="en-US" sz="2400" dirty="0"/>
              <a:t>    p {</a:t>
            </a:r>
          </a:p>
          <a:p>
            <a:r>
              <a:rPr lang="en-US" sz="2400" dirty="0"/>
              <a:t>      color: green;</a:t>
            </a:r>
          </a:p>
          <a:p>
            <a:r>
              <a:rPr lang="en-US" sz="2400" dirty="0"/>
              <a:t>    }</a:t>
            </a:r>
          </a:p>
          <a:p>
            <a:r>
              <a:rPr lang="en-US" sz="2400" dirty="0">
                <a:solidFill>
                  <a:srgbClr val="00B0F0"/>
                </a:solidFill>
              </a:rPr>
              <a:t>  &lt;/style&gt;</a:t>
            </a:r>
          </a:p>
          <a:p>
            <a:pPr defTabSz="685800">
              <a:lnSpc>
                <a:spcPct val="90000"/>
              </a:lnSpc>
              <a:spcBef>
                <a:spcPts val="750"/>
              </a:spcBef>
            </a:pPr>
            <a:r>
              <a:rPr lang="en-US" sz="2000" dirty="0">
                <a:solidFill>
                  <a:srgbClr val="00B050"/>
                </a:solidFill>
              </a:rPr>
              <a:t>&lt;/head&gt;</a:t>
            </a:r>
          </a:p>
          <a:p>
            <a:r>
              <a:rPr lang="en-US" sz="2400" dirty="0"/>
              <a:t>&lt;body&gt;</a:t>
            </a:r>
          </a:p>
          <a:p>
            <a:r>
              <a:rPr lang="en-US" sz="2400" dirty="0"/>
              <a:t>  &lt;h1&gt;This is a heading&lt;/h1&gt;</a:t>
            </a:r>
          </a:p>
          <a:p>
            <a:r>
              <a:rPr lang="en-US" sz="2400" dirty="0"/>
              <a:t>  &lt;p&gt;This is a paragraph with styles defined in the embedded style sheet.&lt;/p&gt;</a:t>
            </a:r>
          </a:p>
          <a:p>
            <a:r>
              <a:rPr lang="en-US" sz="2400" dirty="0"/>
              <a:t>&lt;/body&gt;</a:t>
            </a:r>
          </a:p>
          <a:p>
            <a:r>
              <a:rPr lang="en-US" sz="2400" dirty="0">
                <a:solidFill>
                  <a:srgbClr val="FF0000"/>
                </a:solidFill>
              </a:rPr>
              <a:t>&lt;/html&gt;</a:t>
            </a:r>
            <a:endParaRPr lang="en-US" sz="6000" dirty="0">
              <a:solidFill>
                <a:srgbClr val="FF0000"/>
              </a:solidFill>
            </a:endParaRPr>
          </a:p>
        </p:txBody>
      </p:sp>
    </p:spTree>
    <p:extLst>
      <p:ext uri="{BB962C8B-B14F-4D97-AF65-F5344CB8AC3E}">
        <p14:creationId xmlns:p14="http://schemas.microsoft.com/office/powerpoint/2010/main" val="29526821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E4BE63-A57C-478E-9B7A-322B3F738071}"/>
              </a:ext>
            </a:extLst>
          </p:cNvPr>
          <p:cNvSpPr>
            <a:spLocks noGrp="1"/>
          </p:cNvSpPr>
          <p:nvPr>
            <p:ph type="sldNum" sz="quarter" idx="12"/>
          </p:nvPr>
        </p:nvSpPr>
        <p:spPr/>
        <p:txBody>
          <a:bodyPr/>
          <a:lstStyle/>
          <a:p>
            <a:fld id="{3FCB2717-A21F-4D33-952A-75E2A4C3DBAD}" type="slidenum">
              <a:rPr lang="en-US" altLang="en-US" smtClean="0"/>
              <a:pPr/>
              <a:t>23</a:t>
            </a:fld>
            <a:endParaRPr lang="en-US" altLang="en-US"/>
          </a:p>
        </p:txBody>
      </p:sp>
      <p:pic>
        <p:nvPicPr>
          <p:cNvPr id="3" name="Picture 2">
            <a:extLst>
              <a:ext uri="{FF2B5EF4-FFF2-40B4-BE49-F238E27FC236}">
                <a16:creationId xmlns:a16="http://schemas.microsoft.com/office/drawing/2014/main" id="{11386E35-A47B-474E-AD0E-021074C77A2A}"/>
              </a:ext>
            </a:extLst>
          </p:cNvPr>
          <p:cNvPicPr>
            <a:picLocks noChangeAspect="1"/>
          </p:cNvPicPr>
          <p:nvPr/>
        </p:nvPicPr>
        <p:blipFill>
          <a:blip r:embed="rId2"/>
          <a:stretch>
            <a:fillRect/>
          </a:stretch>
        </p:blipFill>
        <p:spPr>
          <a:xfrm>
            <a:off x="1961785" y="2757394"/>
            <a:ext cx="5220429" cy="1343212"/>
          </a:xfrm>
          <a:prstGeom prst="rect">
            <a:avLst/>
          </a:prstGeom>
        </p:spPr>
      </p:pic>
    </p:spTree>
    <p:extLst>
      <p:ext uri="{BB962C8B-B14F-4D97-AF65-F5344CB8AC3E}">
        <p14:creationId xmlns:p14="http://schemas.microsoft.com/office/powerpoint/2010/main" val="29264631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008004F4-A9F8-497B-BC1B-0E1E35BF3A02}"/>
              </a:ext>
            </a:extLst>
          </p:cNvPr>
          <p:cNvSpPr>
            <a:spLocks noGrp="1"/>
          </p:cNvSpPr>
          <p:nvPr>
            <p:ph type="title"/>
          </p:nvPr>
        </p:nvSpPr>
        <p:spPr>
          <a:xfrm>
            <a:off x="1371600" y="38100"/>
            <a:ext cx="7772400" cy="1143000"/>
          </a:xfrm>
        </p:spPr>
        <p:txBody>
          <a:bodyPr/>
          <a:lstStyle/>
          <a:p>
            <a:pPr algn="r" eaLnBrk="1" fontAlgn="auto" hangingPunct="1">
              <a:spcAft>
                <a:spcPts val="0"/>
              </a:spcAft>
              <a:defRPr/>
            </a:pPr>
            <a:r>
              <a:rPr lang="en-US" dirty="0">
                <a:solidFill>
                  <a:schemeClr val="tx2">
                    <a:satMod val="130000"/>
                  </a:schemeClr>
                </a:solidFill>
              </a:rPr>
              <a:t>CSS Embedded Styles</a:t>
            </a:r>
          </a:p>
        </p:txBody>
      </p:sp>
      <p:sp>
        <p:nvSpPr>
          <p:cNvPr id="30723" name="Content Placeholder 2">
            <a:extLst>
              <a:ext uri="{FF2B5EF4-FFF2-40B4-BE49-F238E27FC236}">
                <a16:creationId xmlns:a16="http://schemas.microsoft.com/office/drawing/2014/main" id="{E2D8EF6A-43BB-4FBB-8317-F7C35632547B}"/>
              </a:ext>
            </a:extLst>
          </p:cNvPr>
          <p:cNvSpPr>
            <a:spLocks noGrp="1"/>
          </p:cNvSpPr>
          <p:nvPr>
            <p:ph idx="1"/>
          </p:nvPr>
        </p:nvSpPr>
        <p:spPr>
          <a:xfrm>
            <a:off x="1485900" y="3657600"/>
            <a:ext cx="5981700" cy="2971800"/>
          </a:xfrm>
          <a:solidFill>
            <a:schemeClr val="accent1">
              <a:lumMod val="40000"/>
              <a:lumOff val="60000"/>
            </a:schemeClr>
          </a:solidFill>
          <a:ln>
            <a:solidFill>
              <a:schemeClr val="tx2"/>
            </a:solidFill>
          </a:ln>
        </p:spPr>
        <p:txBody>
          <a:bodyPr rtlCol="0">
            <a:normAutofit lnSpcReduction="10000"/>
          </a:bodyPr>
          <a:lstStyle/>
          <a:p>
            <a:pPr marL="365760" indent="-283464" eaLnBrk="1" fontAlgn="auto" hangingPunct="1">
              <a:spcAft>
                <a:spcPts val="0"/>
              </a:spcAft>
              <a:buFont typeface="Wingdings" pitchFamily="2" charset="2"/>
              <a:buNone/>
              <a:defRPr/>
            </a:pPr>
            <a:r>
              <a:rPr lang="en-US" b="1" dirty="0">
                <a:solidFill>
                  <a:srgbClr val="FF0000"/>
                </a:solidFill>
                <a:latin typeface="Times New Roman" pitchFamily="18" charset="0"/>
                <a:cs typeface="Times New Roman" pitchFamily="18" charset="0"/>
              </a:rPr>
              <a:t>&lt;style&gt;</a:t>
            </a:r>
          </a:p>
          <a:p>
            <a:pPr marL="365760" indent="-283464" eaLnBrk="1" fontAlgn="auto" hangingPunct="1">
              <a:spcAft>
                <a:spcPts val="0"/>
              </a:spcAft>
              <a:buFont typeface="Wingdings" pitchFamily="2" charset="2"/>
              <a:buNone/>
              <a:defRPr/>
            </a:pPr>
            <a:r>
              <a:rPr lang="en-US" b="1" dirty="0">
                <a:solidFill>
                  <a:srgbClr val="FF0000"/>
                </a:solidFill>
                <a:latin typeface="Times New Roman" pitchFamily="18" charset="0"/>
                <a:cs typeface="Times New Roman" pitchFamily="18" charset="0"/>
              </a:rPr>
              <a:t>body { background-color: #E6E6FA;</a:t>
            </a:r>
          </a:p>
          <a:p>
            <a:pPr marL="365760" indent="-283464" eaLnBrk="1" fontAlgn="auto" hangingPunct="1">
              <a:spcAft>
                <a:spcPts val="0"/>
              </a:spcAft>
              <a:buFont typeface="Wingdings" pitchFamily="2" charset="2"/>
              <a:buNone/>
              <a:defRPr/>
            </a:pPr>
            <a:r>
              <a:rPr lang="en-US" b="1" dirty="0">
                <a:solidFill>
                  <a:srgbClr val="FF0000"/>
                </a:solidFill>
                <a:latin typeface="Times New Roman" pitchFamily="18" charset="0"/>
                <a:cs typeface="Times New Roman" pitchFamily="18" charset="0"/>
              </a:rPr>
              <a:t>            color: #191970;}</a:t>
            </a:r>
          </a:p>
          <a:p>
            <a:pPr marL="365760" indent="-283464" eaLnBrk="1" fontAlgn="auto" hangingPunct="1">
              <a:spcAft>
                <a:spcPts val="0"/>
              </a:spcAft>
              <a:buFont typeface="Wingdings" pitchFamily="2" charset="2"/>
              <a:buNone/>
              <a:defRPr/>
            </a:pPr>
            <a:r>
              <a:rPr lang="en-US" b="1" dirty="0">
                <a:solidFill>
                  <a:srgbClr val="FF0000"/>
                </a:solidFill>
                <a:latin typeface="Times New Roman" pitchFamily="18" charset="0"/>
                <a:cs typeface="Times New Roman" pitchFamily="18" charset="0"/>
              </a:rPr>
              <a:t>h1 { background-color: #191970;</a:t>
            </a:r>
          </a:p>
          <a:p>
            <a:pPr marL="365760" indent="-283464" eaLnBrk="1" fontAlgn="auto" hangingPunct="1">
              <a:spcAft>
                <a:spcPts val="0"/>
              </a:spcAft>
              <a:buFont typeface="Wingdings" pitchFamily="2" charset="2"/>
              <a:buNone/>
              <a:defRPr/>
            </a:pPr>
            <a:r>
              <a:rPr lang="en-US" b="1" dirty="0">
                <a:solidFill>
                  <a:srgbClr val="FF0000"/>
                </a:solidFill>
                <a:latin typeface="Times New Roman" pitchFamily="18" charset="0"/>
                <a:cs typeface="Times New Roman" pitchFamily="18" charset="0"/>
              </a:rPr>
              <a:t>            color: #E6E6FA;}</a:t>
            </a:r>
          </a:p>
          <a:p>
            <a:pPr marL="365760" indent="-283464" eaLnBrk="1" fontAlgn="auto" hangingPunct="1">
              <a:spcAft>
                <a:spcPts val="0"/>
              </a:spcAft>
              <a:buFont typeface="Wingdings" pitchFamily="2" charset="2"/>
              <a:buNone/>
              <a:defRPr/>
            </a:pPr>
            <a:r>
              <a:rPr lang="en-US" b="1" dirty="0">
                <a:solidFill>
                  <a:srgbClr val="FF0000"/>
                </a:solidFill>
                <a:latin typeface="Times New Roman" pitchFamily="18" charset="0"/>
                <a:cs typeface="Times New Roman" pitchFamily="18" charset="0"/>
              </a:rPr>
              <a:t>h2 { background-color: #AEAED4;</a:t>
            </a:r>
          </a:p>
          <a:p>
            <a:pPr marL="365760" indent="-283464" eaLnBrk="1" fontAlgn="auto" hangingPunct="1">
              <a:spcAft>
                <a:spcPts val="0"/>
              </a:spcAft>
              <a:buFont typeface="Wingdings" pitchFamily="2" charset="2"/>
              <a:buNone/>
              <a:defRPr/>
            </a:pPr>
            <a:r>
              <a:rPr lang="en-US" b="1" dirty="0">
                <a:solidFill>
                  <a:srgbClr val="FF0000"/>
                </a:solidFill>
                <a:latin typeface="Times New Roman" pitchFamily="18" charset="0"/>
                <a:cs typeface="Times New Roman" pitchFamily="18" charset="0"/>
              </a:rPr>
              <a:t>           color: #191970;}</a:t>
            </a:r>
          </a:p>
          <a:p>
            <a:pPr marL="365760" indent="-283464" eaLnBrk="1" fontAlgn="auto" hangingPunct="1">
              <a:spcAft>
                <a:spcPts val="0"/>
              </a:spcAft>
              <a:buFont typeface="Wingdings" pitchFamily="2" charset="2"/>
              <a:buNone/>
              <a:defRPr/>
            </a:pPr>
            <a:r>
              <a:rPr lang="en-US" b="1" dirty="0">
                <a:solidFill>
                  <a:srgbClr val="FF0000"/>
                </a:solidFill>
                <a:latin typeface="Times New Roman" pitchFamily="18" charset="0"/>
                <a:cs typeface="Times New Roman" pitchFamily="18" charset="0"/>
              </a:rPr>
              <a:t>&lt;/style&gt;</a:t>
            </a:r>
          </a:p>
        </p:txBody>
      </p:sp>
      <p:sp>
        <p:nvSpPr>
          <p:cNvPr id="48134" name="Slide Number Placeholder 1">
            <a:extLst>
              <a:ext uri="{FF2B5EF4-FFF2-40B4-BE49-F238E27FC236}">
                <a16:creationId xmlns:a16="http://schemas.microsoft.com/office/drawing/2014/main" id="{5AD05A45-08CF-45BF-B0EF-3EC52C6E41C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D766CA00-684C-4D6E-9A3E-F8DAF7618231}" type="slidenum">
              <a:rPr lang="en-US" altLang="en-US" sz="1100">
                <a:solidFill>
                  <a:srgbClr val="4D4D4D"/>
                </a:solidFill>
                <a:latin typeface="Times New Roman" panose="02020603050405020304" pitchFamily="18" charset="0"/>
              </a:rPr>
              <a:pPr>
                <a:spcBef>
                  <a:spcPct val="0"/>
                </a:spcBef>
                <a:buClrTx/>
                <a:buSzTx/>
                <a:buFontTx/>
                <a:buNone/>
              </a:pPr>
              <a:t>24</a:t>
            </a:fld>
            <a:endParaRPr lang="en-US" altLang="en-US" sz="1100">
              <a:solidFill>
                <a:srgbClr val="4D4D4D"/>
              </a:solidFill>
              <a:latin typeface="Times New Roman" panose="02020603050405020304" pitchFamily="18" charset="0"/>
            </a:endParaRPr>
          </a:p>
        </p:txBody>
      </p:sp>
      <p:pic>
        <p:nvPicPr>
          <p:cNvPr id="104450" name="Picture 2">
            <a:extLst>
              <a:ext uri="{FF2B5EF4-FFF2-40B4-BE49-F238E27FC236}">
                <a16:creationId xmlns:a16="http://schemas.microsoft.com/office/drawing/2014/main" id="{EF19DD33-17C8-4ECC-A2FE-CF448932B36C}"/>
              </a:ext>
            </a:extLst>
          </p:cNvPr>
          <p:cNvPicPr>
            <a:picLocks noChangeAspect="1" noChangeArrowheads="1"/>
          </p:cNvPicPr>
          <p:nvPr/>
        </p:nvPicPr>
        <p:blipFill>
          <a:blip r:embed="rId3"/>
          <a:srcRect/>
          <a:stretch>
            <a:fillRect/>
          </a:stretch>
        </p:blipFill>
        <p:spPr bwMode="auto">
          <a:xfrm>
            <a:off x="304800" y="904875"/>
            <a:ext cx="4610100" cy="2295525"/>
          </a:xfrm>
          <a:prstGeom prst="rect">
            <a:avLst/>
          </a:prstGeom>
          <a:noFill/>
          <a:ln w="9525">
            <a:solidFill>
              <a:schemeClr val="tx2"/>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5" name="TextBox 4">
            <a:extLst>
              <a:ext uri="{FF2B5EF4-FFF2-40B4-BE49-F238E27FC236}">
                <a16:creationId xmlns:a16="http://schemas.microsoft.com/office/drawing/2014/main" id="{8CE16174-0304-41A0-A676-04DD7FF24BDB}"/>
              </a:ext>
            </a:extLst>
          </p:cNvPr>
          <p:cNvSpPr txBox="1"/>
          <p:nvPr/>
        </p:nvSpPr>
        <p:spPr>
          <a:xfrm>
            <a:off x="5410200" y="1219200"/>
            <a:ext cx="3733800" cy="2554288"/>
          </a:xfrm>
          <a:prstGeom prst="rect">
            <a:avLst/>
          </a:prstGeom>
          <a:noFill/>
        </p:spPr>
        <p:txBody>
          <a:bodyPr>
            <a:spAutoFit/>
          </a:bodyPr>
          <a:lstStyle/>
          <a:p>
            <a:pPr>
              <a:buFont typeface="Arial" pitchFamily="34" charset="0"/>
              <a:buChar char="•"/>
              <a:defRPr/>
            </a:pPr>
            <a:r>
              <a:rPr lang="en-US" sz="2000" dirty="0">
                <a:latin typeface="+mn-lt"/>
              </a:rPr>
              <a:t> The body selector sets the global style rules for the entire page.</a:t>
            </a:r>
            <a:br>
              <a:rPr lang="en-US" sz="2000" dirty="0">
                <a:latin typeface="+mn-lt"/>
              </a:rPr>
            </a:br>
            <a:endParaRPr lang="en-US" sz="2000" dirty="0">
              <a:latin typeface="+mn-lt"/>
            </a:endParaRPr>
          </a:p>
          <a:p>
            <a:pPr>
              <a:buFont typeface="Arial" pitchFamily="34" charset="0"/>
              <a:buChar char="•"/>
              <a:defRPr/>
            </a:pPr>
            <a:r>
              <a:rPr lang="en-US" sz="2000" dirty="0">
                <a:latin typeface="+mn-lt"/>
              </a:rPr>
              <a:t> These global rules are overridden for &lt;h1&gt; and &lt;h2&gt; elements by the h1 and h2 style rules.</a:t>
            </a: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C0931F14-A608-4FF5-8807-9E9E7877E77A}"/>
              </a:ext>
            </a:extLst>
          </p:cNvPr>
          <p:cNvSpPr>
            <a:spLocks noGrp="1"/>
          </p:cNvSpPr>
          <p:nvPr>
            <p:ph type="title"/>
          </p:nvPr>
        </p:nvSpPr>
        <p:spPr/>
        <p:txBody>
          <a:bodyPr/>
          <a:lstStyle/>
          <a:p>
            <a:pPr eaLnBrk="1" fontAlgn="auto" hangingPunct="1">
              <a:spcAft>
                <a:spcPts val="0"/>
              </a:spcAft>
              <a:defRPr/>
            </a:pPr>
            <a:r>
              <a:rPr lang="en-US">
                <a:solidFill>
                  <a:schemeClr val="tx2">
                    <a:satMod val="130000"/>
                  </a:schemeClr>
                </a:solidFill>
              </a:rPr>
              <a:t>Checkpoint 3.1</a:t>
            </a:r>
          </a:p>
        </p:txBody>
      </p:sp>
      <p:sp>
        <p:nvSpPr>
          <p:cNvPr id="3" name="Content Placeholder 2">
            <a:extLst>
              <a:ext uri="{FF2B5EF4-FFF2-40B4-BE49-F238E27FC236}">
                <a16:creationId xmlns:a16="http://schemas.microsoft.com/office/drawing/2014/main" id="{F6190F60-00EA-4CF5-948C-340BFDA127A8}"/>
              </a:ext>
            </a:extLst>
          </p:cNvPr>
          <p:cNvSpPr>
            <a:spLocks noGrp="1"/>
          </p:cNvSpPr>
          <p:nvPr>
            <p:ph idx="1"/>
          </p:nvPr>
        </p:nvSpPr>
        <p:spPr/>
        <p:txBody>
          <a:bodyPr rtlCol="0">
            <a:normAutofit/>
          </a:bodyPr>
          <a:lstStyle/>
          <a:p>
            <a:pPr marL="457200" indent="-457200" eaLnBrk="1" fontAlgn="auto" hangingPunct="1">
              <a:spcAft>
                <a:spcPts val="0"/>
              </a:spcAft>
              <a:buFont typeface="Wingdings" pitchFamily="2" charset="2"/>
              <a:buAutoNum type="arabicPeriod"/>
              <a:defRPr/>
            </a:pPr>
            <a:r>
              <a:rPr lang="en-US" sz="2400" i="1" dirty="0"/>
              <a:t> List three reasons to use CSS on a web page.</a:t>
            </a:r>
          </a:p>
          <a:p>
            <a:pPr marL="457200" indent="-457200" eaLnBrk="1" fontAlgn="auto" hangingPunct="1">
              <a:spcAft>
                <a:spcPts val="0"/>
              </a:spcAft>
              <a:buFont typeface="Wingdings" pitchFamily="2" charset="2"/>
              <a:buAutoNum type="arabicPeriod"/>
              <a:defRPr/>
            </a:pPr>
            <a:endParaRPr lang="en-US" sz="2400" i="1" dirty="0"/>
          </a:p>
          <a:p>
            <a:pPr marL="539496" indent="-457200" eaLnBrk="1" fontAlgn="auto" hangingPunct="1">
              <a:spcAft>
                <a:spcPts val="0"/>
              </a:spcAft>
              <a:buFont typeface="+mj-lt"/>
              <a:buAutoNum type="arabicPeriod"/>
              <a:defRPr/>
            </a:pPr>
            <a:r>
              <a:rPr lang="en-US" sz="2400" i="1" dirty="0"/>
              <a:t>When designing a page that uses colors other than the default colors for text and background, explain why it is a good reason to configure style rules for both text color and background color.</a:t>
            </a:r>
          </a:p>
          <a:p>
            <a:pPr marL="539496" indent="-457200" eaLnBrk="1" fontAlgn="auto" hangingPunct="1">
              <a:spcAft>
                <a:spcPts val="0"/>
              </a:spcAft>
              <a:buFont typeface="+mj-lt"/>
              <a:buAutoNum type="arabicPeriod"/>
              <a:defRPr/>
            </a:pPr>
            <a:endParaRPr lang="en-US" sz="2400" i="1" dirty="0"/>
          </a:p>
          <a:p>
            <a:pPr marL="539496" indent="-457200" eaLnBrk="1" fontAlgn="auto" hangingPunct="1">
              <a:spcAft>
                <a:spcPts val="0"/>
              </a:spcAft>
              <a:buFont typeface="+mj-lt"/>
              <a:buAutoNum type="arabicPeriod"/>
              <a:defRPr/>
            </a:pPr>
            <a:r>
              <a:rPr lang="en-US" sz="2400" i="1" dirty="0"/>
              <a:t>Describe one advantage to using embedded styles instead of inline styles.</a:t>
            </a:r>
          </a:p>
        </p:txBody>
      </p:sp>
      <p:sp>
        <p:nvSpPr>
          <p:cNvPr id="50180" name="Slide Number Placeholder 1">
            <a:extLst>
              <a:ext uri="{FF2B5EF4-FFF2-40B4-BE49-F238E27FC236}">
                <a16:creationId xmlns:a16="http://schemas.microsoft.com/office/drawing/2014/main" id="{98DB392A-B94A-495C-88C9-3562D2A990C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BB722C9A-DC1F-4B9F-839E-38AEBCF21D06}" type="slidenum">
              <a:rPr lang="en-US" altLang="en-US" sz="1100">
                <a:solidFill>
                  <a:srgbClr val="4D4D4D"/>
                </a:solidFill>
                <a:latin typeface="Times New Roman" panose="02020603050405020304" pitchFamily="18" charset="0"/>
              </a:rPr>
              <a:pPr>
                <a:spcBef>
                  <a:spcPct val="0"/>
                </a:spcBef>
                <a:buClrTx/>
                <a:buSzTx/>
                <a:buFontTx/>
                <a:buNone/>
              </a:pPr>
              <a:t>25</a:t>
            </a:fld>
            <a:endParaRPr lang="en-US" altLang="en-US" sz="1100">
              <a:solidFill>
                <a:srgbClr val="4D4D4D"/>
              </a:solidFill>
              <a:latin typeface="Times New Roman" panose="02020603050405020304" pitchFamily="18" charset="0"/>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3ED8658C-090C-45F0-8311-B629889A4421}"/>
              </a:ext>
            </a:extLst>
          </p:cNvPr>
          <p:cNvSpPr>
            <a:spLocks noGrp="1"/>
          </p:cNvSpPr>
          <p:nvPr>
            <p:ph type="title"/>
          </p:nvPr>
        </p:nvSpPr>
        <p:spPr/>
        <p:txBody>
          <a:bodyPr/>
          <a:lstStyle/>
          <a:p>
            <a:pPr algn="r" eaLnBrk="1" fontAlgn="auto" hangingPunct="1">
              <a:spcAft>
                <a:spcPts val="0"/>
              </a:spcAft>
              <a:defRPr/>
            </a:pPr>
            <a:r>
              <a:rPr lang="en-US" dirty="0">
                <a:solidFill>
                  <a:schemeClr val="tx2">
                    <a:satMod val="130000"/>
                  </a:schemeClr>
                </a:solidFill>
              </a:rPr>
              <a:t>Configuring Text with CSS</a:t>
            </a:r>
          </a:p>
        </p:txBody>
      </p:sp>
      <p:sp>
        <p:nvSpPr>
          <p:cNvPr id="52227" name="Content Placeholder 2">
            <a:extLst>
              <a:ext uri="{FF2B5EF4-FFF2-40B4-BE49-F238E27FC236}">
                <a16:creationId xmlns:a16="http://schemas.microsoft.com/office/drawing/2014/main" id="{2CD6A8F3-0EF3-452C-96BE-32A2BA16CEDA}"/>
              </a:ext>
            </a:extLst>
          </p:cNvPr>
          <p:cNvSpPr>
            <a:spLocks noGrp="1"/>
          </p:cNvSpPr>
          <p:nvPr>
            <p:ph idx="1"/>
          </p:nvPr>
        </p:nvSpPr>
        <p:spPr/>
        <p:txBody>
          <a:bodyPr>
            <a:normAutofit/>
          </a:bodyPr>
          <a:lstStyle/>
          <a:p>
            <a:pPr eaLnBrk="1" hangingPunct="1"/>
            <a:r>
              <a:rPr lang="en-US" altLang="en-US" sz="3200"/>
              <a:t>CSS properties for configuring text:</a:t>
            </a:r>
          </a:p>
          <a:p>
            <a:pPr lvl="1" eaLnBrk="1" hangingPunct="1"/>
            <a:r>
              <a:rPr lang="en-US" altLang="en-US" sz="2400"/>
              <a:t>font-weight	</a:t>
            </a:r>
          </a:p>
          <a:p>
            <a:pPr lvl="2" eaLnBrk="1" hangingPunct="1"/>
            <a:r>
              <a:rPr lang="en-US" altLang="en-US" sz="2000"/>
              <a:t>Configures the boldness of text</a:t>
            </a:r>
          </a:p>
          <a:p>
            <a:pPr lvl="1" eaLnBrk="1" hangingPunct="1"/>
            <a:r>
              <a:rPr lang="en-US" altLang="en-US" sz="2400"/>
              <a:t>font-style</a:t>
            </a:r>
          </a:p>
          <a:p>
            <a:pPr lvl="2" eaLnBrk="1" hangingPunct="1"/>
            <a:r>
              <a:rPr lang="en-US" altLang="en-US" sz="2000"/>
              <a:t>Configures text to an italic style</a:t>
            </a:r>
          </a:p>
          <a:p>
            <a:pPr lvl="1" eaLnBrk="1" hangingPunct="1"/>
            <a:r>
              <a:rPr lang="en-US" altLang="en-US" sz="2400"/>
              <a:t>font-size</a:t>
            </a:r>
          </a:p>
          <a:p>
            <a:pPr lvl="2" eaLnBrk="1" hangingPunct="1"/>
            <a:r>
              <a:rPr lang="en-US" altLang="en-US" sz="2000"/>
              <a:t>Configures the size of the text</a:t>
            </a:r>
          </a:p>
          <a:p>
            <a:pPr lvl="1" eaLnBrk="1" hangingPunct="1"/>
            <a:r>
              <a:rPr lang="en-US" altLang="en-US" sz="2400"/>
              <a:t>font-family</a:t>
            </a:r>
          </a:p>
          <a:p>
            <a:pPr lvl="2" eaLnBrk="1" hangingPunct="1"/>
            <a:r>
              <a:rPr lang="en-US" altLang="en-US" sz="2000"/>
              <a:t>Configures the font typeface of the text</a:t>
            </a:r>
          </a:p>
        </p:txBody>
      </p:sp>
      <p:sp>
        <p:nvSpPr>
          <p:cNvPr id="52228" name="Slide Number Placeholder 1">
            <a:extLst>
              <a:ext uri="{FF2B5EF4-FFF2-40B4-BE49-F238E27FC236}">
                <a16:creationId xmlns:a16="http://schemas.microsoft.com/office/drawing/2014/main" id="{2B9AAD4F-9D81-4D70-B08C-F80D95F964C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945455B1-C6B8-4592-ACDC-285F72482D31}" type="slidenum">
              <a:rPr lang="en-US" altLang="en-US" sz="1100">
                <a:solidFill>
                  <a:srgbClr val="4D4D4D"/>
                </a:solidFill>
                <a:latin typeface="Times New Roman" panose="02020603050405020304" pitchFamily="18" charset="0"/>
              </a:rPr>
              <a:pPr>
                <a:spcBef>
                  <a:spcPct val="0"/>
                </a:spcBef>
                <a:buClrTx/>
                <a:buSzTx/>
                <a:buFontTx/>
                <a:buNone/>
              </a:pPr>
              <a:t>26</a:t>
            </a:fld>
            <a:endParaRPr lang="en-US" altLang="en-US" sz="1100">
              <a:solidFill>
                <a:srgbClr val="4D4D4D"/>
              </a:solidFill>
              <a:latin typeface="Times New Roman" panose="02020603050405020304" pitchFamily="18" charset="0"/>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F156E865-BAE6-47CC-B234-3F525D704589}"/>
              </a:ext>
            </a:extLst>
          </p:cNvPr>
          <p:cNvSpPr>
            <a:spLocks noGrp="1"/>
          </p:cNvSpPr>
          <p:nvPr>
            <p:ph type="title"/>
          </p:nvPr>
        </p:nvSpPr>
        <p:spPr>
          <a:xfrm>
            <a:off x="1371600" y="6350"/>
            <a:ext cx="7772400" cy="1143000"/>
          </a:xfrm>
        </p:spPr>
        <p:txBody>
          <a:bodyPr/>
          <a:lstStyle/>
          <a:p>
            <a:pPr algn="r" eaLnBrk="1" fontAlgn="auto" hangingPunct="1">
              <a:spcAft>
                <a:spcPts val="0"/>
              </a:spcAft>
              <a:defRPr/>
            </a:pPr>
            <a:r>
              <a:rPr lang="en-US" dirty="0">
                <a:solidFill>
                  <a:schemeClr val="tx2">
                    <a:satMod val="130000"/>
                  </a:schemeClr>
                </a:solidFill>
              </a:rPr>
              <a:t>The font-size Property</a:t>
            </a:r>
          </a:p>
        </p:txBody>
      </p:sp>
      <p:sp>
        <p:nvSpPr>
          <p:cNvPr id="54275" name="Content Placeholder 2">
            <a:extLst>
              <a:ext uri="{FF2B5EF4-FFF2-40B4-BE49-F238E27FC236}">
                <a16:creationId xmlns:a16="http://schemas.microsoft.com/office/drawing/2014/main" id="{5C2EF849-0B66-41A7-9563-9EB4214B5B80}"/>
              </a:ext>
            </a:extLst>
          </p:cNvPr>
          <p:cNvSpPr>
            <a:spLocks noGrp="1"/>
          </p:cNvSpPr>
          <p:nvPr>
            <p:ph idx="1"/>
          </p:nvPr>
        </p:nvSpPr>
        <p:spPr>
          <a:xfrm>
            <a:off x="304800" y="914400"/>
            <a:ext cx="8077200" cy="685800"/>
          </a:xfrm>
        </p:spPr>
        <p:txBody>
          <a:bodyPr/>
          <a:lstStyle/>
          <a:p>
            <a:pPr marL="80963" indent="0" eaLnBrk="1" hangingPunct="1">
              <a:buFont typeface="Wingdings 3" panose="05040102010807070707" pitchFamily="18" charset="2"/>
              <a:buNone/>
            </a:pPr>
            <a:r>
              <a:rPr lang="en-US" altLang="en-US"/>
              <a:t>Accessibility Recommendation:  </a:t>
            </a:r>
            <a:r>
              <a:rPr lang="en-US" altLang="en-US" sz="1800"/>
              <a:t>Use em or percentage font sizes – these can be easily enlarged in all browsers by users</a:t>
            </a:r>
          </a:p>
        </p:txBody>
      </p:sp>
      <p:sp>
        <p:nvSpPr>
          <p:cNvPr id="54276" name="Slide Number Placeholder 1">
            <a:extLst>
              <a:ext uri="{FF2B5EF4-FFF2-40B4-BE49-F238E27FC236}">
                <a16:creationId xmlns:a16="http://schemas.microsoft.com/office/drawing/2014/main" id="{AF7A2FB3-7C0C-4E7E-96CB-B7256FB0B3E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360E37A9-95D3-4499-A7C5-2877CE7CC7F5}" type="slidenum">
              <a:rPr lang="en-US" altLang="en-US" sz="1100">
                <a:solidFill>
                  <a:srgbClr val="4D4D4D"/>
                </a:solidFill>
                <a:latin typeface="Times New Roman" panose="02020603050405020304" pitchFamily="18" charset="0"/>
              </a:rPr>
              <a:pPr>
                <a:spcBef>
                  <a:spcPct val="0"/>
                </a:spcBef>
                <a:buClrTx/>
                <a:buSzTx/>
                <a:buFontTx/>
                <a:buNone/>
              </a:pPr>
              <a:t>27</a:t>
            </a:fld>
            <a:endParaRPr lang="en-US" altLang="en-US" sz="1100">
              <a:solidFill>
                <a:srgbClr val="4D4D4D"/>
              </a:solidFill>
              <a:latin typeface="Times New Roman" panose="02020603050405020304" pitchFamily="18" charset="0"/>
            </a:endParaRPr>
          </a:p>
        </p:txBody>
      </p:sp>
      <p:pic>
        <p:nvPicPr>
          <p:cNvPr id="54277" name="Picture 2">
            <a:extLst>
              <a:ext uri="{FF2B5EF4-FFF2-40B4-BE49-F238E27FC236}">
                <a16:creationId xmlns:a16="http://schemas.microsoft.com/office/drawing/2014/main" id="{ADB01A66-B2CF-4818-AB74-A6351A6EEC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475" y="1676400"/>
            <a:ext cx="6715125" cy="494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2D7B65EE-D6A7-4DC5-866E-29E28EBDCBA7}"/>
              </a:ext>
            </a:extLst>
          </p:cNvPr>
          <p:cNvSpPr>
            <a:spLocks noGrp="1"/>
          </p:cNvSpPr>
          <p:nvPr>
            <p:ph type="title"/>
          </p:nvPr>
        </p:nvSpPr>
        <p:spPr/>
        <p:txBody>
          <a:bodyPr/>
          <a:lstStyle/>
          <a:p>
            <a:pPr eaLnBrk="1" fontAlgn="auto" hangingPunct="1">
              <a:spcAft>
                <a:spcPts val="0"/>
              </a:spcAft>
              <a:defRPr/>
            </a:pPr>
            <a:r>
              <a:rPr lang="en-US">
                <a:solidFill>
                  <a:schemeClr val="tx2">
                    <a:satMod val="130000"/>
                  </a:schemeClr>
                </a:solidFill>
              </a:rPr>
              <a:t>The font-family Property</a:t>
            </a:r>
          </a:p>
        </p:txBody>
      </p:sp>
      <p:sp>
        <p:nvSpPr>
          <p:cNvPr id="56323" name="Content Placeholder 2">
            <a:extLst>
              <a:ext uri="{FF2B5EF4-FFF2-40B4-BE49-F238E27FC236}">
                <a16:creationId xmlns:a16="http://schemas.microsoft.com/office/drawing/2014/main" id="{45B6FB6C-531D-4227-8AE8-FDA2AD4D19E6}"/>
              </a:ext>
            </a:extLst>
          </p:cNvPr>
          <p:cNvSpPr>
            <a:spLocks noGrp="1"/>
          </p:cNvSpPr>
          <p:nvPr>
            <p:ph idx="1"/>
          </p:nvPr>
        </p:nvSpPr>
        <p:spPr>
          <a:xfrm>
            <a:off x="838200" y="3505200"/>
            <a:ext cx="8077200" cy="2819400"/>
          </a:xfrm>
        </p:spPr>
        <p:txBody>
          <a:bodyPr/>
          <a:lstStyle/>
          <a:p>
            <a:pPr eaLnBrk="1" hangingPunct="1"/>
            <a:r>
              <a:rPr lang="en-US" altLang="en-US" sz="2400"/>
              <a:t>Not everyone has the same fonts installed in their computer</a:t>
            </a:r>
          </a:p>
          <a:p>
            <a:pPr eaLnBrk="1" hangingPunct="1"/>
            <a:r>
              <a:rPr lang="en-US" altLang="en-US" sz="2400"/>
              <a:t>Configure a list of fonts and include a generic family name</a:t>
            </a:r>
          </a:p>
          <a:p>
            <a:pPr eaLnBrk="1" hangingPunct="1"/>
            <a:endParaRPr lang="en-US" altLang="en-US" sz="800"/>
          </a:p>
          <a:p>
            <a:pPr eaLnBrk="1" hangingPunct="1">
              <a:buFont typeface="Wingdings" panose="05000000000000000000" pitchFamily="2" charset="2"/>
              <a:buNone/>
            </a:pPr>
            <a:r>
              <a:rPr lang="en-US" altLang="en-US" b="1">
                <a:latin typeface="Times New Roman" panose="02020603050405020304" pitchFamily="18" charset="0"/>
                <a:cs typeface="Times New Roman" panose="02020603050405020304" pitchFamily="18" charset="0"/>
              </a:rPr>
              <a:t>p { font-family: Arial, Verdana, sans-serif; }</a:t>
            </a:r>
          </a:p>
          <a:p>
            <a:pPr eaLnBrk="1" hangingPunct="1"/>
            <a:endParaRPr lang="en-US" altLang="en-US"/>
          </a:p>
        </p:txBody>
      </p:sp>
      <p:sp>
        <p:nvSpPr>
          <p:cNvPr id="56325" name="Slide Number Placeholder 1">
            <a:extLst>
              <a:ext uri="{FF2B5EF4-FFF2-40B4-BE49-F238E27FC236}">
                <a16:creationId xmlns:a16="http://schemas.microsoft.com/office/drawing/2014/main" id="{DB7D781B-8A94-40C3-ADBB-83BBA5AE902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C4E9289E-F437-4B1C-AB45-33525ACF6B4F}" type="slidenum">
              <a:rPr lang="en-US" altLang="en-US" sz="1100">
                <a:solidFill>
                  <a:srgbClr val="4D4D4D"/>
                </a:solidFill>
                <a:latin typeface="Times New Roman" panose="02020603050405020304" pitchFamily="18" charset="0"/>
              </a:rPr>
              <a:pPr>
                <a:spcBef>
                  <a:spcPct val="0"/>
                </a:spcBef>
                <a:buClrTx/>
                <a:buSzTx/>
                <a:buFontTx/>
                <a:buNone/>
              </a:pPr>
              <a:t>28</a:t>
            </a:fld>
            <a:endParaRPr lang="en-US" altLang="en-US" sz="1100">
              <a:solidFill>
                <a:srgbClr val="4D4D4D"/>
              </a:solidFill>
              <a:latin typeface="Times New Roman" panose="02020603050405020304" pitchFamily="18" charset="0"/>
            </a:endParaRPr>
          </a:p>
        </p:txBody>
      </p:sp>
      <p:pic>
        <p:nvPicPr>
          <p:cNvPr id="106500" name="Picture 4">
            <a:extLst>
              <a:ext uri="{FF2B5EF4-FFF2-40B4-BE49-F238E27FC236}">
                <a16:creationId xmlns:a16="http://schemas.microsoft.com/office/drawing/2014/main" id="{148ED086-ADBE-40C5-AA0A-8025FE118469}"/>
              </a:ext>
            </a:extLst>
          </p:cNvPr>
          <p:cNvPicPr>
            <a:picLocks noChangeAspect="1" noChangeArrowheads="1"/>
          </p:cNvPicPr>
          <p:nvPr/>
        </p:nvPicPr>
        <p:blipFill>
          <a:blip r:embed="rId3"/>
          <a:srcRect/>
          <a:stretch>
            <a:fillRect/>
          </a:stretch>
        </p:blipFill>
        <p:spPr bwMode="auto">
          <a:xfrm>
            <a:off x="838200" y="1219200"/>
            <a:ext cx="7127015" cy="2057400"/>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2" descr="Figure3">
            <a:extLst>
              <a:ext uri="{FF2B5EF4-FFF2-40B4-BE49-F238E27FC236}">
                <a16:creationId xmlns:a16="http://schemas.microsoft.com/office/drawing/2014/main" id="{03C91380-9AC4-4319-B5D2-C381159CED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4722813"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F112B3B1-ADD5-4486-8B27-E5D85AA3305A}"/>
              </a:ext>
            </a:extLst>
          </p:cNvPr>
          <p:cNvSpPr>
            <a:spLocks noGrp="1"/>
          </p:cNvSpPr>
          <p:nvPr>
            <p:ph type="title"/>
          </p:nvPr>
        </p:nvSpPr>
        <p:spPr>
          <a:xfrm>
            <a:off x="4419600" y="76200"/>
            <a:ext cx="4486275" cy="1066800"/>
          </a:xfrm>
        </p:spPr>
        <p:txBody>
          <a:bodyPr>
            <a:normAutofit/>
          </a:bodyPr>
          <a:lstStyle/>
          <a:p>
            <a:pPr algn="r" eaLnBrk="1" fontAlgn="auto" hangingPunct="1">
              <a:spcAft>
                <a:spcPts val="0"/>
              </a:spcAft>
              <a:defRPr/>
            </a:pPr>
            <a:r>
              <a:rPr lang="en-US">
                <a:solidFill>
                  <a:schemeClr val="tx2">
                    <a:satMod val="130000"/>
                  </a:schemeClr>
                </a:solidFill>
              </a:rPr>
              <a:t>Embedded Styles Example</a:t>
            </a:r>
          </a:p>
        </p:txBody>
      </p:sp>
      <p:sp>
        <p:nvSpPr>
          <p:cNvPr id="58373" name="Slide Number Placeholder 1">
            <a:extLst>
              <a:ext uri="{FF2B5EF4-FFF2-40B4-BE49-F238E27FC236}">
                <a16:creationId xmlns:a16="http://schemas.microsoft.com/office/drawing/2014/main" id="{A177387D-445F-4183-8907-01D5BFC0125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190604A9-27D7-46A7-A725-090A753BC49D}" type="slidenum">
              <a:rPr lang="en-US" altLang="en-US" sz="1100">
                <a:solidFill>
                  <a:srgbClr val="4D4D4D"/>
                </a:solidFill>
                <a:latin typeface="Times New Roman" panose="02020603050405020304" pitchFamily="18" charset="0"/>
              </a:rPr>
              <a:pPr>
                <a:spcBef>
                  <a:spcPct val="0"/>
                </a:spcBef>
                <a:buClrTx/>
                <a:buSzTx/>
                <a:buFontTx/>
                <a:buNone/>
              </a:pPr>
              <a:t>29</a:t>
            </a:fld>
            <a:endParaRPr lang="en-US" altLang="en-US" sz="1100">
              <a:solidFill>
                <a:srgbClr val="4D4D4D"/>
              </a:solidFill>
              <a:latin typeface="Times New Roman" panose="02020603050405020304" pitchFamily="18" charset="0"/>
            </a:endParaRPr>
          </a:p>
        </p:txBody>
      </p:sp>
      <p:sp>
        <p:nvSpPr>
          <p:cNvPr id="30724" name="Rectangle 4">
            <a:extLst>
              <a:ext uri="{FF2B5EF4-FFF2-40B4-BE49-F238E27FC236}">
                <a16:creationId xmlns:a16="http://schemas.microsoft.com/office/drawing/2014/main" id="{D0139386-E312-4ACC-8AAA-0DC0330063E6}"/>
              </a:ext>
            </a:extLst>
          </p:cNvPr>
          <p:cNvSpPr>
            <a:spLocks noChangeArrowheads="1"/>
          </p:cNvSpPr>
          <p:nvPr/>
        </p:nvSpPr>
        <p:spPr bwMode="auto">
          <a:xfrm>
            <a:off x="3581400" y="2209800"/>
            <a:ext cx="5562600" cy="3970338"/>
          </a:xfrm>
          <a:prstGeom prst="rect">
            <a:avLst/>
          </a:prstGeom>
          <a:solidFill>
            <a:schemeClr val="tx1"/>
          </a:solidFill>
          <a:ln w="9525">
            <a:solidFill>
              <a:schemeClr val="tx2"/>
            </a:solidFill>
            <a:miter lim="800000"/>
            <a:headEnd/>
            <a:tailEnd/>
          </a:ln>
        </p:spPr>
        <p:txBody>
          <a:bodyPr>
            <a:spAutoFit/>
          </a:bodyPr>
          <a:lstStyle/>
          <a:p>
            <a:pPr>
              <a:defRPr/>
            </a:pPr>
            <a:r>
              <a:rPr lang="en-US" sz="1800" b="1" dirty="0">
                <a:solidFill>
                  <a:schemeClr val="bg2">
                    <a:lumMod val="75000"/>
                  </a:schemeClr>
                </a:solidFill>
              </a:rPr>
              <a:t>&lt;style&gt;</a:t>
            </a:r>
          </a:p>
          <a:p>
            <a:pPr>
              <a:defRPr/>
            </a:pPr>
            <a:r>
              <a:rPr lang="en-US" sz="1800" b="1" dirty="0">
                <a:solidFill>
                  <a:schemeClr val="bg2">
                    <a:lumMod val="75000"/>
                  </a:schemeClr>
                </a:solidFill>
              </a:rPr>
              <a:t>body { background-color: #E6E6FA;</a:t>
            </a:r>
          </a:p>
          <a:p>
            <a:pPr>
              <a:defRPr/>
            </a:pPr>
            <a:r>
              <a:rPr lang="en-US" sz="1800" b="1" dirty="0">
                <a:solidFill>
                  <a:schemeClr val="bg2">
                    <a:lumMod val="75000"/>
                  </a:schemeClr>
                </a:solidFill>
              </a:rPr>
              <a:t>     color: #191970;</a:t>
            </a:r>
          </a:p>
          <a:p>
            <a:pPr>
              <a:defRPr/>
            </a:pPr>
            <a:r>
              <a:rPr lang="en-US" sz="1800" b="1" dirty="0">
                <a:solidFill>
                  <a:schemeClr val="bg2">
                    <a:lumMod val="75000"/>
                  </a:schemeClr>
                </a:solidFill>
              </a:rPr>
              <a:t>     font-family: Arial, Verdana, sans-serif; }</a:t>
            </a:r>
          </a:p>
          <a:p>
            <a:pPr>
              <a:defRPr/>
            </a:pPr>
            <a:r>
              <a:rPr lang="en-US" sz="1800" b="1" dirty="0">
                <a:solidFill>
                  <a:schemeClr val="bg2">
                    <a:lumMod val="75000"/>
                  </a:schemeClr>
                </a:solidFill>
              </a:rPr>
              <a:t>h1 { background-color: #191970;   </a:t>
            </a:r>
          </a:p>
          <a:p>
            <a:pPr>
              <a:defRPr/>
            </a:pPr>
            <a:r>
              <a:rPr lang="en-US" sz="1800" b="1" dirty="0">
                <a:solidFill>
                  <a:schemeClr val="bg2">
                    <a:lumMod val="75000"/>
                  </a:schemeClr>
                </a:solidFill>
              </a:rPr>
              <a:t>     color: #E6E6FA;</a:t>
            </a:r>
          </a:p>
          <a:p>
            <a:pPr>
              <a:defRPr/>
            </a:pPr>
            <a:r>
              <a:rPr lang="en-US" sz="1800" b="1" dirty="0">
                <a:solidFill>
                  <a:schemeClr val="bg2">
                    <a:lumMod val="75000"/>
                  </a:schemeClr>
                </a:solidFill>
              </a:rPr>
              <a:t>     line-height: 200%;</a:t>
            </a:r>
          </a:p>
          <a:p>
            <a:pPr>
              <a:defRPr/>
            </a:pPr>
            <a:r>
              <a:rPr lang="en-US" sz="1800" b="1" dirty="0">
                <a:solidFill>
                  <a:schemeClr val="bg2">
                    <a:lumMod val="75000"/>
                  </a:schemeClr>
                </a:solidFill>
              </a:rPr>
              <a:t>     font-family: Georgia, "Times New Roman", serif; }</a:t>
            </a:r>
          </a:p>
          <a:p>
            <a:pPr>
              <a:defRPr/>
            </a:pPr>
            <a:r>
              <a:rPr lang="en-US" sz="1800" b="1" dirty="0">
                <a:solidFill>
                  <a:schemeClr val="bg2">
                    <a:lumMod val="75000"/>
                  </a:schemeClr>
                </a:solidFill>
              </a:rPr>
              <a:t>h2 { background-color: #AEAED4;</a:t>
            </a:r>
          </a:p>
          <a:p>
            <a:pPr>
              <a:defRPr/>
            </a:pPr>
            <a:r>
              <a:rPr lang="en-US" sz="1800" b="1" dirty="0">
                <a:solidFill>
                  <a:schemeClr val="bg2">
                    <a:lumMod val="75000"/>
                  </a:schemeClr>
                </a:solidFill>
              </a:rPr>
              <a:t>     color: #191970; text-align: center;</a:t>
            </a:r>
          </a:p>
          <a:p>
            <a:pPr>
              <a:defRPr/>
            </a:pPr>
            <a:r>
              <a:rPr lang="en-US" sz="1800" b="1" dirty="0">
                <a:solidFill>
                  <a:schemeClr val="bg2">
                    <a:lumMod val="75000"/>
                  </a:schemeClr>
                </a:solidFill>
              </a:rPr>
              <a:t>     font-family:  Georgia, "Times New Roman", serif; }</a:t>
            </a:r>
          </a:p>
          <a:p>
            <a:pPr>
              <a:defRPr/>
            </a:pPr>
            <a:r>
              <a:rPr lang="en-US" sz="1800" b="1" dirty="0">
                <a:solidFill>
                  <a:schemeClr val="bg2">
                    <a:lumMod val="75000"/>
                  </a:schemeClr>
                </a:solidFill>
              </a:rPr>
              <a:t>p {font-size: .90em; text-indent: 3em; }</a:t>
            </a:r>
          </a:p>
          <a:p>
            <a:pPr>
              <a:defRPr/>
            </a:pPr>
            <a:r>
              <a:rPr lang="en-US" sz="1800" b="1" dirty="0" err="1">
                <a:solidFill>
                  <a:schemeClr val="bg2">
                    <a:lumMod val="75000"/>
                  </a:schemeClr>
                </a:solidFill>
              </a:rPr>
              <a:t>ul</a:t>
            </a:r>
            <a:r>
              <a:rPr lang="en-US" sz="1800" b="1" dirty="0">
                <a:solidFill>
                  <a:schemeClr val="bg2">
                    <a:lumMod val="75000"/>
                  </a:schemeClr>
                </a:solidFill>
              </a:rPr>
              <a:t> {font-weight: bold; }</a:t>
            </a:r>
          </a:p>
          <a:p>
            <a:pPr>
              <a:defRPr/>
            </a:pPr>
            <a:r>
              <a:rPr lang="en-US" sz="1800" b="1" dirty="0">
                <a:solidFill>
                  <a:schemeClr val="bg2">
                    <a:lumMod val="75000"/>
                  </a:schemeClr>
                </a:solidFill>
              </a:rPr>
              <a:t>&lt;/style&gt;</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170AA289-ACBB-4A65-8907-C693E492B9DC}"/>
              </a:ext>
            </a:extLst>
          </p:cNvPr>
          <p:cNvSpPr>
            <a:spLocks noGrp="1"/>
          </p:cNvSpPr>
          <p:nvPr>
            <p:ph type="title"/>
          </p:nvPr>
        </p:nvSpPr>
        <p:spPr>
          <a:xfrm>
            <a:off x="1143000" y="76200"/>
            <a:ext cx="7772400" cy="847725"/>
          </a:xfrm>
        </p:spPr>
        <p:txBody>
          <a:bodyPr>
            <a:normAutofit fontScale="90000"/>
          </a:bodyPr>
          <a:lstStyle/>
          <a:p>
            <a:pPr algn="r" eaLnBrk="1" fontAlgn="auto" hangingPunct="1">
              <a:spcAft>
                <a:spcPts val="0"/>
              </a:spcAft>
              <a:defRPr/>
            </a:pPr>
            <a:r>
              <a:rPr lang="en-US" dirty="0">
                <a:solidFill>
                  <a:schemeClr val="tx2">
                    <a:satMod val="130000"/>
                  </a:schemeClr>
                </a:solidFill>
              </a:rPr>
              <a:t>More CSS TEXT </a:t>
            </a:r>
            <a:br>
              <a:rPr lang="en-US" dirty="0">
                <a:solidFill>
                  <a:schemeClr val="tx2">
                    <a:satMod val="130000"/>
                  </a:schemeClr>
                </a:solidFill>
              </a:rPr>
            </a:br>
            <a:r>
              <a:rPr lang="en-US" dirty="0">
                <a:solidFill>
                  <a:schemeClr val="tx2">
                    <a:satMod val="130000"/>
                  </a:schemeClr>
                </a:solidFill>
              </a:rPr>
              <a:t>Properties</a:t>
            </a:r>
          </a:p>
        </p:txBody>
      </p:sp>
      <p:sp>
        <p:nvSpPr>
          <p:cNvPr id="35843" name="Content Placeholder 2">
            <a:extLst>
              <a:ext uri="{FF2B5EF4-FFF2-40B4-BE49-F238E27FC236}">
                <a16:creationId xmlns:a16="http://schemas.microsoft.com/office/drawing/2014/main" id="{3C1D2694-A65E-4B83-81D5-21A61A7F0F72}"/>
              </a:ext>
            </a:extLst>
          </p:cNvPr>
          <p:cNvSpPr>
            <a:spLocks noGrp="1"/>
          </p:cNvSpPr>
          <p:nvPr>
            <p:ph idx="1"/>
          </p:nvPr>
        </p:nvSpPr>
        <p:spPr>
          <a:xfrm>
            <a:off x="381000" y="228600"/>
            <a:ext cx="8077200" cy="6019800"/>
          </a:xfrm>
        </p:spPr>
        <p:txBody>
          <a:bodyPr>
            <a:normAutofit/>
          </a:bodyPr>
          <a:lstStyle/>
          <a:p>
            <a:pPr lvl="1" eaLnBrk="1" hangingPunct="1">
              <a:defRPr/>
            </a:pPr>
            <a:r>
              <a:rPr lang="en-US" sz="2800" dirty="0"/>
              <a:t>line-height	</a:t>
            </a:r>
          </a:p>
          <a:p>
            <a:pPr lvl="2" eaLnBrk="1" hangingPunct="1">
              <a:defRPr/>
            </a:pPr>
            <a:r>
              <a:rPr lang="en-US" sz="2400" dirty="0"/>
              <a:t>Configures the height of the line of text </a:t>
            </a:r>
            <a:br>
              <a:rPr lang="en-US" sz="2400" dirty="0"/>
            </a:br>
            <a:r>
              <a:rPr lang="en-US" sz="2400" dirty="0"/>
              <a:t>(use the value 200% to appear double-spaced)</a:t>
            </a:r>
          </a:p>
          <a:p>
            <a:pPr lvl="1" eaLnBrk="1" hangingPunct="1">
              <a:defRPr/>
            </a:pPr>
            <a:r>
              <a:rPr lang="en-US" sz="2800" dirty="0"/>
              <a:t>text-align</a:t>
            </a:r>
          </a:p>
          <a:p>
            <a:pPr lvl="2" eaLnBrk="1" hangingPunct="1">
              <a:defRPr/>
            </a:pPr>
            <a:r>
              <a:rPr lang="en-US" sz="2400" dirty="0"/>
              <a:t>Configures alignment of text within a block display element</a:t>
            </a:r>
          </a:p>
          <a:p>
            <a:pPr lvl="1" eaLnBrk="1" hangingPunct="1">
              <a:defRPr/>
            </a:pPr>
            <a:r>
              <a:rPr lang="en-US" sz="2800" dirty="0"/>
              <a:t>text-indent</a:t>
            </a:r>
          </a:p>
          <a:p>
            <a:pPr lvl="2" eaLnBrk="1" hangingPunct="1">
              <a:defRPr/>
            </a:pPr>
            <a:r>
              <a:rPr lang="en-US" sz="2400" dirty="0"/>
              <a:t>Configures the indentation of the first line of text</a:t>
            </a:r>
          </a:p>
          <a:p>
            <a:pPr lvl="1" eaLnBrk="1" hangingPunct="1">
              <a:defRPr/>
            </a:pPr>
            <a:r>
              <a:rPr lang="en-US" sz="2800" dirty="0"/>
              <a:t>text-decoration</a:t>
            </a:r>
          </a:p>
          <a:p>
            <a:pPr lvl="2" eaLnBrk="1" hangingPunct="1">
              <a:defRPr/>
            </a:pPr>
            <a:r>
              <a:rPr lang="en-US" sz="2400" dirty="0"/>
              <a:t>Modifies the appearance of text with an underline, </a:t>
            </a:r>
            <a:r>
              <a:rPr lang="en-US" sz="2400" dirty="0" err="1"/>
              <a:t>overline</a:t>
            </a:r>
            <a:r>
              <a:rPr lang="en-US" sz="2400" dirty="0"/>
              <a:t>, or line-through</a:t>
            </a:r>
          </a:p>
          <a:p>
            <a:pPr lvl="1" eaLnBrk="1" hangingPunct="1">
              <a:defRPr/>
            </a:pPr>
            <a:r>
              <a:rPr lang="en-US" sz="2800" dirty="0"/>
              <a:t>text-transform</a:t>
            </a:r>
          </a:p>
          <a:p>
            <a:pPr lvl="2" eaLnBrk="1" hangingPunct="1">
              <a:defRPr/>
            </a:pPr>
            <a:r>
              <a:rPr lang="en-US" sz="2400" dirty="0"/>
              <a:t>Configures the capitalization of text</a:t>
            </a:r>
          </a:p>
          <a:p>
            <a:pPr lvl="1" eaLnBrk="1" hangingPunct="1">
              <a:defRPr/>
            </a:pPr>
            <a:r>
              <a:rPr lang="en-US" sz="2800" dirty="0"/>
              <a:t>text-shadow</a:t>
            </a:r>
          </a:p>
          <a:p>
            <a:pPr lvl="2" eaLnBrk="1" hangingPunct="1">
              <a:defRPr/>
            </a:pPr>
            <a:r>
              <a:rPr lang="en-US" sz="2400" dirty="0"/>
              <a:t>Configures a drop shadow on text</a:t>
            </a:r>
          </a:p>
          <a:p>
            <a:pPr marL="869950" lvl="2" indent="0" eaLnBrk="1" hangingPunct="1">
              <a:buFont typeface="Wingdings 3" panose="05040102010807070707" pitchFamily="18" charset="2"/>
              <a:buNone/>
              <a:defRPr/>
            </a:pPr>
            <a:endParaRPr lang="en-US" sz="2400" dirty="0"/>
          </a:p>
        </p:txBody>
      </p:sp>
      <p:sp>
        <p:nvSpPr>
          <p:cNvPr id="60420" name="Slide Number Placeholder 1">
            <a:extLst>
              <a:ext uri="{FF2B5EF4-FFF2-40B4-BE49-F238E27FC236}">
                <a16:creationId xmlns:a16="http://schemas.microsoft.com/office/drawing/2014/main" id="{AF967870-E1EF-4FAD-8BA9-6EA139E555C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E6B50701-E73E-485B-98D0-C0B88DDD8BE2}" type="slidenum">
              <a:rPr lang="en-US" altLang="en-US" sz="1100">
                <a:solidFill>
                  <a:srgbClr val="4D4D4D"/>
                </a:solidFill>
                <a:latin typeface="Times New Roman" panose="02020603050405020304" pitchFamily="18" charset="0"/>
              </a:rPr>
              <a:pPr>
                <a:spcBef>
                  <a:spcPct val="0"/>
                </a:spcBef>
                <a:buClrTx/>
                <a:buSzTx/>
                <a:buFontTx/>
                <a:buNone/>
              </a:pPr>
              <a:t>30</a:t>
            </a:fld>
            <a:endParaRPr lang="en-US" altLang="en-US" sz="1100">
              <a:solidFill>
                <a:srgbClr val="4D4D4D"/>
              </a:solidFill>
              <a:latin typeface="Times New Roman" panose="02020603050405020304" pitchFamily="18" charset="0"/>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A743F3-EA60-4ABF-B63F-72341D001D0C}"/>
              </a:ext>
            </a:extLst>
          </p:cNvPr>
          <p:cNvSpPr>
            <a:spLocks noGrp="1"/>
          </p:cNvSpPr>
          <p:nvPr>
            <p:ph type="sldNum" sz="quarter" idx="12"/>
          </p:nvPr>
        </p:nvSpPr>
        <p:spPr/>
        <p:txBody>
          <a:bodyPr/>
          <a:lstStyle/>
          <a:p>
            <a:fld id="{3FCB2717-A21F-4D33-952A-75E2A4C3DBAD}" type="slidenum">
              <a:rPr lang="en-US" altLang="en-US" smtClean="0"/>
              <a:pPr/>
              <a:t>31</a:t>
            </a:fld>
            <a:endParaRPr lang="en-US" altLang="en-US"/>
          </a:p>
        </p:txBody>
      </p:sp>
      <p:sp>
        <p:nvSpPr>
          <p:cNvPr id="3" name="Rectangle 2">
            <a:extLst>
              <a:ext uri="{FF2B5EF4-FFF2-40B4-BE49-F238E27FC236}">
                <a16:creationId xmlns:a16="http://schemas.microsoft.com/office/drawing/2014/main" id="{519C4BC3-1F81-48D3-A972-EE9599FACF19}"/>
              </a:ext>
            </a:extLst>
          </p:cNvPr>
          <p:cNvSpPr/>
          <p:nvPr/>
        </p:nvSpPr>
        <p:spPr>
          <a:xfrm>
            <a:off x="152400" y="381000"/>
            <a:ext cx="8610600" cy="5940088"/>
          </a:xfrm>
          <a:prstGeom prst="rect">
            <a:avLst/>
          </a:prstGeom>
        </p:spPr>
        <p:txBody>
          <a:bodyPr wrap="square">
            <a:spAutoFit/>
          </a:bodyPr>
          <a:lstStyle/>
          <a:p>
            <a:r>
              <a:rPr lang="en-US" sz="2000" b="1" u="sng" dirty="0">
                <a:solidFill>
                  <a:srgbClr val="FF0000"/>
                </a:solidFill>
              </a:rPr>
              <a:t>When to Use Embedded Style Sheets:</a:t>
            </a:r>
          </a:p>
          <a:p>
            <a:pPr marL="342900" indent="-342900">
              <a:buFont typeface="+mj-lt"/>
              <a:buAutoNum type="arabicPeriod"/>
            </a:pPr>
            <a:r>
              <a:rPr lang="en-US" sz="2000" dirty="0"/>
              <a:t>Single-Page Websites: If you're working on a small project or a single-page website, an embedded style sheet can be convenient because it keeps everything in one file.</a:t>
            </a:r>
          </a:p>
          <a:p>
            <a:pPr marL="342900" indent="-342900">
              <a:buFont typeface="+mj-lt"/>
              <a:buAutoNum type="arabicPeriod"/>
            </a:pPr>
            <a:endParaRPr lang="en-US" sz="2000" dirty="0"/>
          </a:p>
          <a:p>
            <a:pPr marL="342900" indent="-342900">
              <a:buFont typeface="+mj-lt"/>
              <a:buAutoNum type="arabicPeriod"/>
            </a:pPr>
            <a:r>
              <a:rPr lang="en-US" sz="2000" dirty="0"/>
              <a:t>Quick Prototyping: For testing or prototyping, embedded styles are faster to implement than linking an external CSS file.</a:t>
            </a:r>
          </a:p>
          <a:p>
            <a:pPr marL="342900" indent="-342900">
              <a:buFont typeface="+mj-lt"/>
              <a:buAutoNum type="arabicPeriod"/>
            </a:pPr>
            <a:endParaRPr lang="en-US" sz="2000" dirty="0"/>
          </a:p>
          <a:p>
            <a:pPr marL="342900" indent="-342900">
              <a:buFont typeface="+mj-lt"/>
              <a:buAutoNum type="arabicPeriod"/>
            </a:pPr>
            <a:r>
              <a:rPr lang="en-US" sz="2000" dirty="0"/>
              <a:t>Page-Specific Styles: If a particular HTML page requires unique styles that aren't used elsewhere, an embedded style sheet can be a good choice.</a:t>
            </a:r>
          </a:p>
          <a:p>
            <a:endParaRPr lang="en-US" sz="2000" dirty="0"/>
          </a:p>
          <a:p>
            <a:r>
              <a:rPr lang="en-US" sz="2000" b="1" u="sng" dirty="0">
                <a:solidFill>
                  <a:srgbClr val="FF0000"/>
                </a:solidFill>
              </a:rPr>
              <a:t>Advantages of Embedded Style Sheets:</a:t>
            </a:r>
          </a:p>
          <a:p>
            <a:pPr marL="342900" indent="-342900">
              <a:buFont typeface="+mj-lt"/>
              <a:buAutoNum type="arabicPeriod"/>
            </a:pPr>
            <a:r>
              <a:rPr lang="en-US" sz="2000" dirty="0"/>
              <a:t>Self-Contained: All styles are contained within the HTML file, making it easier to manage for small projects.</a:t>
            </a:r>
          </a:p>
          <a:p>
            <a:pPr marL="342900" indent="-342900">
              <a:buFont typeface="+mj-lt"/>
              <a:buAutoNum type="arabicPeriod"/>
            </a:pPr>
            <a:endParaRPr lang="en-US" sz="2000" dirty="0"/>
          </a:p>
          <a:p>
            <a:pPr marL="342900" indent="-342900">
              <a:buFont typeface="+mj-lt"/>
              <a:buAutoNum type="arabicPeriod"/>
            </a:pPr>
            <a:r>
              <a:rPr lang="en-US" sz="2000" dirty="0"/>
              <a:t>No Additional HTTP Requests: Unlike external style sheets, embedded styles don't require an additional HTTP request to load a separate file.</a:t>
            </a:r>
          </a:p>
          <a:p>
            <a:pPr marL="342900" indent="-342900">
              <a:buFont typeface="+mj-lt"/>
              <a:buAutoNum type="arabicPeriod"/>
            </a:pPr>
            <a:endParaRPr lang="en-US" sz="2000" dirty="0"/>
          </a:p>
          <a:p>
            <a:pPr marL="342900" indent="-342900">
              <a:buFont typeface="+mj-lt"/>
              <a:buAutoNum type="arabicPeriod"/>
            </a:pPr>
            <a:r>
              <a:rPr lang="en-US" sz="2000" dirty="0"/>
              <a:t>Ease of Use: Quick to implement for small-scale projects or quick fixes.</a:t>
            </a:r>
          </a:p>
        </p:txBody>
      </p:sp>
    </p:spTree>
    <p:extLst>
      <p:ext uri="{BB962C8B-B14F-4D97-AF65-F5344CB8AC3E}">
        <p14:creationId xmlns:p14="http://schemas.microsoft.com/office/powerpoint/2010/main" val="24284494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2851C-5644-4369-AC77-783C9AC40541}"/>
              </a:ext>
            </a:extLst>
          </p:cNvPr>
          <p:cNvSpPr>
            <a:spLocks noGrp="1"/>
          </p:cNvSpPr>
          <p:nvPr>
            <p:ph type="title"/>
          </p:nvPr>
        </p:nvSpPr>
        <p:spPr>
          <a:xfrm>
            <a:off x="628650" y="136524"/>
            <a:ext cx="7886700" cy="906463"/>
          </a:xfrm>
        </p:spPr>
        <p:txBody>
          <a:bodyPr>
            <a:normAutofit/>
          </a:bodyPr>
          <a:lstStyle/>
          <a:p>
            <a:r>
              <a:rPr lang="en-US" sz="5400" b="1" dirty="0">
                <a:solidFill>
                  <a:srgbClr val="FF0000"/>
                </a:solidFill>
              </a:rPr>
              <a:t>CSS selectors</a:t>
            </a:r>
          </a:p>
        </p:txBody>
      </p:sp>
      <p:sp>
        <p:nvSpPr>
          <p:cNvPr id="3" name="Content Placeholder 2">
            <a:extLst>
              <a:ext uri="{FF2B5EF4-FFF2-40B4-BE49-F238E27FC236}">
                <a16:creationId xmlns:a16="http://schemas.microsoft.com/office/drawing/2014/main" id="{E8F3F2AA-97F3-4B2D-8817-695DC8F82A1D}"/>
              </a:ext>
            </a:extLst>
          </p:cNvPr>
          <p:cNvSpPr>
            <a:spLocks noGrp="1"/>
          </p:cNvSpPr>
          <p:nvPr>
            <p:ph idx="1"/>
          </p:nvPr>
        </p:nvSpPr>
        <p:spPr>
          <a:xfrm>
            <a:off x="533400" y="914400"/>
            <a:ext cx="8382000" cy="5334000"/>
          </a:xfrm>
        </p:spPr>
        <p:txBody>
          <a:bodyPr>
            <a:normAutofit/>
          </a:bodyPr>
          <a:lstStyle/>
          <a:p>
            <a:pPr marL="0" indent="0">
              <a:buNone/>
            </a:pPr>
            <a:r>
              <a:rPr lang="en-US" dirty="0"/>
              <a:t>What Are CSS Selectors?</a:t>
            </a:r>
          </a:p>
          <a:p>
            <a:pPr lvl="1"/>
            <a:r>
              <a:rPr lang="en-US" dirty="0"/>
              <a:t>CSS selectors are patterns used to select and style HTML elements </a:t>
            </a:r>
          </a:p>
          <a:p>
            <a:pPr lvl="1"/>
            <a:r>
              <a:rPr lang="en-US" dirty="0"/>
              <a:t>Essential for creating dynamic and responsive web designs.</a:t>
            </a:r>
          </a:p>
          <a:p>
            <a:pPr lvl="1"/>
            <a:r>
              <a:rPr lang="en-US" dirty="0"/>
              <a:t>They are a fundamental part of CSS and allow you to target specific elements or groups of elements to apply styles. </a:t>
            </a:r>
          </a:p>
          <a:p>
            <a:r>
              <a:rPr lang="en-US" dirty="0"/>
              <a:t>Here's a comprehensive overview of the most common and useful CSS selectors:</a:t>
            </a:r>
          </a:p>
          <a:p>
            <a:pPr marL="0" indent="0">
              <a:buNone/>
            </a:pPr>
            <a:r>
              <a:rPr lang="en-US" sz="2600" b="1" u="sng" dirty="0">
                <a:solidFill>
                  <a:srgbClr val="FF0000"/>
                </a:solidFill>
              </a:rPr>
              <a:t>Basic Selectors</a:t>
            </a:r>
          </a:p>
          <a:p>
            <a:pPr marL="800100" lvl="1" indent="-457200">
              <a:buFont typeface="+mj-lt"/>
              <a:buAutoNum type="arabicPeriod"/>
            </a:pPr>
            <a:r>
              <a:rPr lang="en-US" sz="2000" b="1" dirty="0"/>
              <a:t>Element Selector:  Syntax: element	Example: p { color: blue; }</a:t>
            </a:r>
          </a:p>
          <a:p>
            <a:pPr marL="800100" lvl="1" indent="-457200">
              <a:buFont typeface="+mj-lt"/>
              <a:buAutoNum type="arabicPeriod"/>
            </a:pPr>
            <a:endParaRPr lang="en-US" sz="2000" b="1" dirty="0"/>
          </a:p>
          <a:p>
            <a:pPr marL="800100" lvl="1" indent="-457200">
              <a:buFont typeface="+mj-lt"/>
              <a:buAutoNum type="arabicPeriod"/>
            </a:pPr>
            <a:r>
              <a:rPr lang="en-US" sz="2000" b="1" dirty="0"/>
              <a:t>Class Selector:  Syntax: .</a:t>
            </a:r>
            <a:r>
              <a:rPr lang="en-US" sz="2000" b="1" dirty="0" err="1"/>
              <a:t>classname</a:t>
            </a:r>
            <a:r>
              <a:rPr lang="en-US" sz="2000" b="1" dirty="0"/>
              <a:t> 	</a:t>
            </a:r>
          </a:p>
          <a:p>
            <a:pPr marL="342900" lvl="1" indent="0">
              <a:buNone/>
            </a:pPr>
            <a:r>
              <a:rPr lang="en-US" sz="2000" b="1" dirty="0"/>
              <a:t>Example: .highlight { background-color: yellow; }</a:t>
            </a:r>
          </a:p>
          <a:p>
            <a:pPr marL="800100" lvl="1" indent="-457200">
              <a:buFont typeface="+mj-lt"/>
              <a:buAutoNum type="arabicPeriod"/>
            </a:pPr>
            <a:endParaRPr lang="en-US" sz="2000" b="1" dirty="0"/>
          </a:p>
          <a:p>
            <a:pPr marL="800100" lvl="1" indent="-457200">
              <a:buFont typeface="+mj-lt"/>
              <a:buAutoNum type="arabicPeriod"/>
            </a:pPr>
            <a:r>
              <a:rPr lang="en-US" sz="2000" b="1" dirty="0"/>
              <a:t>ID Selector:  Syntax: #</a:t>
            </a:r>
            <a:r>
              <a:rPr lang="en-US" sz="2000" b="1" dirty="0" err="1"/>
              <a:t>idname</a:t>
            </a:r>
            <a:r>
              <a:rPr lang="en-US" sz="2000" b="1" dirty="0"/>
              <a:t>	Example: #header { font-size: 24px; }</a:t>
            </a:r>
          </a:p>
          <a:p>
            <a:pPr marL="800100" lvl="1" indent="-457200">
              <a:buFont typeface="+mj-lt"/>
              <a:buAutoNum type="arabicPeriod"/>
            </a:pPr>
            <a:endParaRPr lang="en-US" sz="2000" b="1" dirty="0"/>
          </a:p>
          <a:p>
            <a:pPr marL="800100" lvl="1" indent="-457200">
              <a:buFont typeface="+mj-lt"/>
              <a:buAutoNum type="arabicPeriod"/>
            </a:pPr>
            <a:r>
              <a:rPr lang="en-US" sz="2000" b="1" dirty="0"/>
              <a:t>Universal Selector: Syntax: *   Example: * { margin: 0; padding: 0; }</a:t>
            </a:r>
          </a:p>
        </p:txBody>
      </p:sp>
      <p:sp>
        <p:nvSpPr>
          <p:cNvPr id="4" name="Slide Number Placeholder 3">
            <a:extLst>
              <a:ext uri="{FF2B5EF4-FFF2-40B4-BE49-F238E27FC236}">
                <a16:creationId xmlns:a16="http://schemas.microsoft.com/office/drawing/2014/main" id="{B752AD7B-DFEF-471C-BBCB-A6ABEC579145}"/>
              </a:ext>
            </a:extLst>
          </p:cNvPr>
          <p:cNvSpPr>
            <a:spLocks noGrp="1"/>
          </p:cNvSpPr>
          <p:nvPr>
            <p:ph type="sldNum" sz="quarter" idx="12"/>
          </p:nvPr>
        </p:nvSpPr>
        <p:spPr/>
        <p:txBody>
          <a:bodyPr/>
          <a:lstStyle/>
          <a:p>
            <a:fld id="{BF3EC595-1324-4821-BEA8-C2A5B6BD78B7}" type="slidenum">
              <a:rPr lang="en-US" altLang="en-US" smtClean="0"/>
              <a:pPr/>
              <a:t>32</a:t>
            </a:fld>
            <a:endParaRPr lang="en-US" altLang="en-US"/>
          </a:p>
        </p:txBody>
      </p:sp>
    </p:spTree>
    <p:extLst>
      <p:ext uri="{BB962C8B-B14F-4D97-AF65-F5344CB8AC3E}">
        <p14:creationId xmlns:p14="http://schemas.microsoft.com/office/powerpoint/2010/main" val="19248078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3A5E66-C86A-462E-8021-A70756010CCE}"/>
              </a:ext>
            </a:extLst>
          </p:cNvPr>
          <p:cNvSpPr>
            <a:spLocks noGrp="1"/>
          </p:cNvSpPr>
          <p:nvPr>
            <p:ph type="sldNum" sz="quarter" idx="12"/>
          </p:nvPr>
        </p:nvSpPr>
        <p:spPr/>
        <p:txBody>
          <a:bodyPr/>
          <a:lstStyle/>
          <a:p>
            <a:fld id="{3FCB2717-A21F-4D33-952A-75E2A4C3DBAD}" type="slidenum">
              <a:rPr lang="en-US" altLang="en-US" smtClean="0"/>
              <a:pPr/>
              <a:t>33</a:t>
            </a:fld>
            <a:endParaRPr lang="en-US" altLang="en-US"/>
          </a:p>
        </p:txBody>
      </p:sp>
      <p:sp>
        <p:nvSpPr>
          <p:cNvPr id="3" name="Rectangle 2">
            <a:extLst>
              <a:ext uri="{FF2B5EF4-FFF2-40B4-BE49-F238E27FC236}">
                <a16:creationId xmlns:a16="http://schemas.microsoft.com/office/drawing/2014/main" id="{19AE98AA-7A86-4059-8104-A738F606BB7A}"/>
              </a:ext>
            </a:extLst>
          </p:cNvPr>
          <p:cNvSpPr/>
          <p:nvPr/>
        </p:nvSpPr>
        <p:spPr>
          <a:xfrm>
            <a:off x="266700" y="136524"/>
            <a:ext cx="8686800" cy="2492990"/>
          </a:xfrm>
          <a:prstGeom prst="rect">
            <a:avLst/>
          </a:prstGeom>
        </p:spPr>
        <p:txBody>
          <a:bodyPr wrap="square">
            <a:spAutoFit/>
          </a:bodyPr>
          <a:lstStyle/>
          <a:p>
            <a:r>
              <a:rPr lang="en-US" b="1" dirty="0">
                <a:solidFill>
                  <a:srgbClr val="FF0000"/>
                </a:solidFill>
              </a:rPr>
              <a:t>2. Attribute Selectors</a:t>
            </a:r>
          </a:p>
          <a:p>
            <a:endParaRPr lang="en-US" sz="1200" dirty="0"/>
          </a:p>
          <a:p>
            <a:r>
              <a:rPr lang="en-US" sz="1400" b="1" dirty="0"/>
              <a:t>Attribute Presence:      Syntax: [attribute]                         Example: [target] { border: 1px solid black; }</a:t>
            </a:r>
          </a:p>
          <a:p>
            <a:endParaRPr lang="en-US" sz="1400" b="1" dirty="0"/>
          </a:p>
          <a:p>
            <a:r>
              <a:rPr lang="en-US" sz="1400" b="1" dirty="0"/>
              <a:t>Attribute Value:            Syntax: [attribute="value"]          Example: [type="submit"] { background-color: green; }</a:t>
            </a:r>
          </a:p>
          <a:p>
            <a:endParaRPr lang="en-US" sz="1400" b="1" dirty="0"/>
          </a:p>
          <a:p>
            <a:r>
              <a:rPr lang="en-US" sz="1400" b="1" dirty="0"/>
              <a:t>Attribute Contains:       Syntax: [attribute*="value"]       Example: [</a:t>
            </a:r>
            <a:r>
              <a:rPr lang="en-US" sz="1400" b="1" dirty="0" err="1"/>
              <a:t>href</a:t>
            </a:r>
            <a:r>
              <a:rPr lang="en-US" sz="1400" b="1" dirty="0"/>
              <a:t>*="example"] { color: red; }</a:t>
            </a:r>
          </a:p>
          <a:p>
            <a:endParaRPr lang="en-US" sz="1400" b="1" dirty="0"/>
          </a:p>
          <a:p>
            <a:r>
              <a:rPr lang="en-US" sz="1400" b="1" dirty="0"/>
              <a:t>Attribute Starts With:  Syntax: [attribute^="value"]        Example: [</a:t>
            </a:r>
            <a:r>
              <a:rPr lang="en-US" sz="1400" b="1" dirty="0" err="1"/>
              <a:t>href</a:t>
            </a:r>
            <a:r>
              <a:rPr lang="en-US" sz="1400" b="1" dirty="0"/>
              <a:t>^="https"] { color: green; }</a:t>
            </a:r>
          </a:p>
          <a:p>
            <a:endParaRPr lang="en-US" sz="1400" b="1" dirty="0"/>
          </a:p>
          <a:p>
            <a:r>
              <a:rPr lang="en-US" sz="1400" b="1" dirty="0"/>
              <a:t>Attribute Ends With:    Syntax: [attribute$="value"]       Example: [</a:t>
            </a:r>
            <a:r>
              <a:rPr lang="en-US" sz="1400" b="1" dirty="0" err="1"/>
              <a:t>href</a:t>
            </a:r>
            <a:r>
              <a:rPr lang="en-US" sz="1400" b="1" dirty="0"/>
              <a:t>$=".pdf"] { color: blue; }</a:t>
            </a:r>
          </a:p>
        </p:txBody>
      </p:sp>
      <p:sp>
        <p:nvSpPr>
          <p:cNvPr id="4" name="Rectangle 3">
            <a:extLst>
              <a:ext uri="{FF2B5EF4-FFF2-40B4-BE49-F238E27FC236}">
                <a16:creationId xmlns:a16="http://schemas.microsoft.com/office/drawing/2014/main" id="{19B7DC11-EBD2-429A-8F00-CECB8BAE10A4}"/>
              </a:ext>
            </a:extLst>
          </p:cNvPr>
          <p:cNvSpPr/>
          <p:nvPr/>
        </p:nvSpPr>
        <p:spPr>
          <a:xfrm>
            <a:off x="266700" y="2769383"/>
            <a:ext cx="8610600" cy="2046714"/>
          </a:xfrm>
          <a:prstGeom prst="rect">
            <a:avLst/>
          </a:prstGeom>
        </p:spPr>
        <p:txBody>
          <a:bodyPr wrap="square">
            <a:spAutoFit/>
          </a:bodyPr>
          <a:lstStyle/>
          <a:p>
            <a:r>
              <a:rPr lang="en-US" b="1" dirty="0">
                <a:solidFill>
                  <a:srgbClr val="FF0000"/>
                </a:solidFill>
              </a:rPr>
              <a:t>3. Combinators</a:t>
            </a:r>
          </a:p>
          <a:p>
            <a:endParaRPr lang="en-US" sz="1100" dirty="0"/>
          </a:p>
          <a:p>
            <a:r>
              <a:rPr lang="en-US" sz="1400" b="1" dirty="0"/>
              <a:t>Descendant Combinator:  Syntax: selector1 selector2            Example: div p { color: red; }</a:t>
            </a:r>
          </a:p>
          <a:p>
            <a:endParaRPr lang="en-US" sz="1400" b="1" dirty="0"/>
          </a:p>
          <a:p>
            <a:r>
              <a:rPr lang="en-US" sz="1400" b="1" dirty="0"/>
              <a:t>Child Combinator:              Syntax: selector1 &gt; selector2        Example: ul &gt; li { list-style-type: square; }</a:t>
            </a:r>
          </a:p>
          <a:p>
            <a:endParaRPr lang="en-US" sz="1400" b="1" dirty="0"/>
          </a:p>
          <a:p>
            <a:r>
              <a:rPr lang="en-US" sz="1400" b="1" dirty="0"/>
              <a:t>Adjacent Sibling Combinator:   Syntax: selector1 + selector2                Example: h1 + p { font-weight: bold; }</a:t>
            </a:r>
          </a:p>
          <a:p>
            <a:endParaRPr lang="en-US" sz="1400" b="1" dirty="0"/>
          </a:p>
          <a:p>
            <a:r>
              <a:rPr lang="en-US" sz="1400" b="1" dirty="0"/>
              <a:t>General Sibling Combinator:        Syntax: selector1 ~ selector2             Example: h1 ~ p { color: blue; }</a:t>
            </a:r>
          </a:p>
        </p:txBody>
      </p:sp>
      <p:sp>
        <p:nvSpPr>
          <p:cNvPr id="5" name="Rectangle 4">
            <a:extLst>
              <a:ext uri="{FF2B5EF4-FFF2-40B4-BE49-F238E27FC236}">
                <a16:creationId xmlns:a16="http://schemas.microsoft.com/office/drawing/2014/main" id="{3C669F62-0E60-4640-8F99-C2659AAAD335}"/>
              </a:ext>
            </a:extLst>
          </p:cNvPr>
          <p:cNvSpPr/>
          <p:nvPr/>
        </p:nvSpPr>
        <p:spPr>
          <a:xfrm>
            <a:off x="266700" y="4922960"/>
            <a:ext cx="8809565" cy="1292662"/>
          </a:xfrm>
          <a:prstGeom prst="rect">
            <a:avLst/>
          </a:prstGeom>
        </p:spPr>
        <p:txBody>
          <a:bodyPr wrap="square">
            <a:spAutoFit/>
          </a:bodyPr>
          <a:lstStyle/>
          <a:p>
            <a:r>
              <a:rPr lang="en-US" b="1" dirty="0">
                <a:solidFill>
                  <a:srgbClr val="FF0000"/>
                </a:solidFill>
              </a:rPr>
              <a:t>4. Pseudo-Classes</a:t>
            </a:r>
          </a:p>
          <a:p>
            <a:endParaRPr lang="en-US" b="1" dirty="0">
              <a:solidFill>
                <a:srgbClr val="FF0000"/>
              </a:solidFill>
            </a:endParaRPr>
          </a:p>
          <a:p>
            <a:r>
              <a:rPr lang="en-US" sz="1400" b="1" dirty="0"/>
              <a:t>State-Based:   	Syntax: selector: pseudo-class      Example: a:hover { color: red; }</a:t>
            </a:r>
          </a:p>
          <a:p>
            <a:endParaRPr lang="en-US" sz="1400" b="1" dirty="0"/>
          </a:p>
          <a:p>
            <a:r>
              <a:rPr lang="en-US" sz="1400" b="1" dirty="0"/>
              <a:t>Position-Based:    	Syntax: selector: pseudo-class      Example: </a:t>
            </a:r>
            <a:r>
              <a:rPr lang="en-US" sz="1400" b="1" dirty="0" err="1"/>
              <a:t>li:first-child</a:t>
            </a:r>
            <a:r>
              <a:rPr lang="en-US" sz="1400" b="1" dirty="0"/>
              <a:t> { font-weight: bold; }</a:t>
            </a:r>
          </a:p>
        </p:txBody>
      </p:sp>
    </p:spTree>
    <p:extLst>
      <p:ext uri="{BB962C8B-B14F-4D97-AF65-F5344CB8AC3E}">
        <p14:creationId xmlns:p14="http://schemas.microsoft.com/office/powerpoint/2010/main" val="12670901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9ED93E-2136-4D44-8CD2-ED5C0BACDB86}"/>
              </a:ext>
            </a:extLst>
          </p:cNvPr>
          <p:cNvSpPr>
            <a:spLocks noGrp="1"/>
          </p:cNvSpPr>
          <p:nvPr>
            <p:ph type="sldNum" sz="quarter" idx="12"/>
          </p:nvPr>
        </p:nvSpPr>
        <p:spPr/>
        <p:txBody>
          <a:bodyPr/>
          <a:lstStyle/>
          <a:p>
            <a:fld id="{3FCB2717-A21F-4D33-952A-75E2A4C3DBAD}" type="slidenum">
              <a:rPr lang="en-US" altLang="en-US" smtClean="0"/>
              <a:pPr/>
              <a:t>34</a:t>
            </a:fld>
            <a:endParaRPr lang="en-US" altLang="en-US"/>
          </a:p>
        </p:txBody>
      </p:sp>
      <p:sp>
        <p:nvSpPr>
          <p:cNvPr id="3" name="Rectangle 2">
            <a:extLst>
              <a:ext uri="{FF2B5EF4-FFF2-40B4-BE49-F238E27FC236}">
                <a16:creationId xmlns:a16="http://schemas.microsoft.com/office/drawing/2014/main" id="{9963EF63-4527-4EE4-A1BE-834D9BC00C14}"/>
              </a:ext>
            </a:extLst>
          </p:cNvPr>
          <p:cNvSpPr/>
          <p:nvPr/>
        </p:nvSpPr>
        <p:spPr>
          <a:xfrm>
            <a:off x="457200" y="600545"/>
            <a:ext cx="8058150" cy="2862322"/>
          </a:xfrm>
          <a:prstGeom prst="rect">
            <a:avLst/>
          </a:prstGeom>
        </p:spPr>
        <p:txBody>
          <a:bodyPr wrap="square">
            <a:spAutoFit/>
          </a:bodyPr>
          <a:lstStyle/>
          <a:p>
            <a:r>
              <a:rPr lang="en-US" dirty="0"/>
              <a:t>Pseudo-Elements</a:t>
            </a:r>
          </a:p>
          <a:p>
            <a:r>
              <a:rPr lang="en-US" dirty="0"/>
              <a:t>Content:</a:t>
            </a:r>
          </a:p>
          <a:p>
            <a:endParaRPr lang="en-US" dirty="0"/>
          </a:p>
          <a:p>
            <a:r>
              <a:rPr lang="en-US" dirty="0"/>
              <a:t>Syntax: selector::pseudo-element</a:t>
            </a:r>
          </a:p>
          <a:p>
            <a:endParaRPr lang="en-US" dirty="0"/>
          </a:p>
          <a:p>
            <a:r>
              <a:rPr lang="en-US" dirty="0"/>
              <a:t>Examples:</a:t>
            </a:r>
          </a:p>
          <a:p>
            <a:endParaRPr lang="en-US" dirty="0"/>
          </a:p>
          <a:p>
            <a:r>
              <a:rPr lang="en-US" dirty="0"/>
              <a:t>p::first-line { font-weight: bold; }</a:t>
            </a:r>
          </a:p>
          <a:p>
            <a:endParaRPr lang="en-US" dirty="0"/>
          </a:p>
          <a:p>
            <a:r>
              <a:rPr lang="en-US" dirty="0"/>
              <a:t>p::before { content: "→ "; }</a:t>
            </a:r>
          </a:p>
        </p:txBody>
      </p:sp>
    </p:spTree>
    <p:extLst>
      <p:ext uri="{BB962C8B-B14F-4D97-AF65-F5344CB8AC3E}">
        <p14:creationId xmlns:p14="http://schemas.microsoft.com/office/powerpoint/2010/main" val="9211767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179FBBB3-06DD-44D9-83CE-3F6CBCAE7E8E}"/>
              </a:ext>
            </a:extLst>
          </p:cNvPr>
          <p:cNvSpPr>
            <a:spLocks noGrp="1"/>
          </p:cNvSpPr>
          <p:nvPr>
            <p:ph type="title"/>
          </p:nvPr>
        </p:nvSpPr>
        <p:spPr>
          <a:xfrm>
            <a:off x="552450" y="457200"/>
            <a:ext cx="7886700" cy="502711"/>
          </a:xfrm>
        </p:spPr>
        <p:txBody>
          <a:bodyPr>
            <a:noAutofit/>
          </a:bodyPr>
          <a:lstStyle/>
          <a:p>
            <a:pPr algn="r" eaLnBrk="1" fontAlgn="auto" hangingPunct="1">
              <a:spcAft>
                <a:spcPts val="0"/>
              </a:spcAft>
              <a:defRPr/>
            </a:pPr>
            <a:r>
              <a:rPr lang="en-US" sz="3600" dirty="0">
                <a:solidFill>
                  <a:schemeClr val="tx2">
                    <a:satMod val="130000"/>
                  </a:schemeClr>
                </a:solidFill>
              </a:rPr>
              <a:t> </a:t>
            </a:r>
            <a:r>
              <a:rPr lang="en-US" sz="4400" b="1" dirty="0">
                <a:solidFill>
                  <a:srgbClr val="00B0F0"/>
                </a:solidFill>
              </a:rPr>
              <a:t>CSS Selectors</a:t>
            </a:r>
            <a:endParaRPr lang="en-US" sz="3600" b="1" dirty="0">
              <a:solidFill>
                <a:srgbClr val="00B0F0"/>
              </a:solidFill>
            </a:endParaRPr>
          </a:p>
        </p:txBody>
      </p:sp>
      <p:sp>
        <p:nvSpPr>
          <p:cNvPr id="62467" name="Content Placeholder 2">
            <a:extLst>
              <a:ext uri="{FF2B5EF4-FFF2-40B4-BE49-F238E27FC236}">
                <a16:creationId xmlns:a16="http://schemas.microsoft.com/office/drawing/2014/main" id="{FF7729A8-43FC-44D4-BDD4-AB3705C97910}"/>
              </a:ext>
            </a:extLst>
          </p:cNvPr>
          <p:cNvSpPr>
            <a:spLocks noGrp="1"/>
          </p:cNvSpPr>
          <p:nvPr>
            <p:ph idx="1"/>
          </p:nvPr>
        </p:nvSpPr>
        <p:spPr>
          <a:xfrm>
            <a:off x="228600" y="1187978"/>
            <a:ext cx="8534400" cy="5257800"/>
          </a:xfrm>
        </p:spPr>
        <p:txBody>
          <a:bodyPr/>
          <a:lstStyle/>
          <a:p>
            <a:pPr eaLnBrk="1" hangingPunct="1">
              <a:buFont typeface="Wingdings" panose="05000000000000000000" pitchFamily="2" charset="2"/>
              <a:buNone/>
            </a:pPr>
            <a:r>
              <a:rPr lang="en-US" altLang="en-US" sz="4000" dirty="0"/>
              <a:t>CSS style rules can be configured for an:</a:t>
            </a:r>
          </a:p>
          <a:p>
            <a:pPr marL="857250" lvl="1" indent="-514350" eaLnBrk="1" hangingPunct="1">
              <a:buFont typeface="+mj-lt"/>
              <a:buAutoNum type="arabicPeriod"/>
            </a:pPr>
            <a:r>
              <a:rPr lang="en-US" altLang="en-US" sz="3200" dirty="0"/>
              <a:t>HTML element selector</a:t>
            </a:r>
          </a:p>
          <a:p>
            <a:pPr marL="857250" lvl="1" indent="-514350" eaLnBrk="1" hangingPunct="1">
              <a:buFont typeface="+mj-lt"/>
              <a:buAutoNum type="arabicPeriod"/>
            </a:pPr>
            <a:r>
              <a:rPr lang="en-US" altLang="en-US" sz="3200" dirty="0"/>
              <a:t>class selector</a:t>
            </a:r>
          </a:p>
          <a:p>
            <a:pPr marL="857250" lvl="1" indent="-514350" eaLnBrk="1" hangingPunct="1">
              <a:buFont typeface="+mj-lt"/>
              <a:buAutoNum type="arabicPeriod"/>
            </a:pPr>
            <a:r>
              <a:rPr lang="en-US" altLang="en-US" sz="3200" dirty="0"/>
              <a:t>id selector</a:t>
            </a:r>
          </a:p>
          <a:p>
            <a:pPr marL="857250" lvl="1" indent="-514350" eaLnBrk="1" hangingPunct="1">
              <a:buFont typeface="+mj-lt"/>
              <a:buAutoNum type="arabicPeriod"/>
            </a:pPr>
            <a:r>
              <a:rPr lang="en-US" altLang="en-US" sz="3200" dirty="0"/>
              <a:t>descendant selector</a:t>
            </a:r>
          </a:p>
        </p:txBody>
      </p:sp>
      <p:sp>
        <p:nvSpPr>
          <p:cNvPr id="62468" name="Slide Number Placeholder 1">
            <a:extLst>
              <a:ext uri="{FF2B5EF4-FFF2-40B4-BE49-F238E27FC236}">
                <a16:creationId xmlns:a16="http://schemas.microsoft.com/office/drawing/2014/main" id="{B3F7703D-DA78-406B-9813-7B18FD19904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81DB9DC8-D3BC-4A88-AE16-C54EB1F84234}" type="slidenum">
              <a:rPr lang="en-US" altLang="en-US" sz="1100">
                <a:solidFill>
                  <a:srgbClr val="4D4D4D"/>
                </a:solidFill>
                <a:latin typeface="Times New Roman" panose="02020603050405020304" pitchFamily="18" charset="0"/>
              </a:rPr>
              <a:pPr>
                <a:spcBef>
                  <a:spcPct val="0"/>
                </a:spcBef>
                <a:buClrTx/>
                <a:buSzTx/>
                <a:buFontTx/>
                <a:buNone/>
              </a:pPr>
              <a:t>35</a:t>
            </a:fld>
            <a:endParaRPr lang="en-US" altLang="en-US" sz="1100">
              <a:solidFill>
                <a:srgbClr val="4D4D4D"/>
              </a:solidFill>
              <a:latin typeface="Times New Roman" panose="02020603050405020304" pitchFamily="18" charset="0"/>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a:extLst>
              <a:ext uri="{FF2B5EF4-FFF2-40B4-BE49-F238E27FC236}">
                <a16:creationId xmlns:a16="http://schemas.microsoft.com/office/drawing/2014/main" id="{C0180B19-8787-4413-9D6E-2BF3793F999C}"/>
              </a:ext>
            </a:extLst>
          </p:cNvPr>
          <p:cNvSpPr>
            <a:spLocks noGrp="1" noChangeArrowheads="1"/>
          </p:cNvSpPr>
          <p:nvPr>
            <p:ph type="title"/>
          </p:nvPr>
        </p:nvSpPr>
        <p:spPr>
          <a:xfrm>
            <a:off x="2438400" y="0"/>
            <a:ext cx="6705600" cy="1143000"/>
          </a:xfrm>
        </p:spPr>
        <p:txBody>
          <a:bodyPr/>
          <a:lstStyle/>
          <a:p>
            <a:pPr algn="r" eaLnBrk="1" fontAlgn="auto" hangingPunct="1">
              <a:spcAft>
                <a:spcPts val="0"/>
              </a:spcAft>
              <a:defRPr/>
            </a:pPr>
            <a:r>
              <a:rPr lang="en-US" dirty="0">
                <a:solidFill>
                  <a:schemeClr val="tx2">
                    <a:satMod val="130000"/>
                  </a:schemeClr>
                </a:solidFill>
              </a:rPr>
              <a:t>Using CSS with “class”</a:t>
            </a:r>
          </a:p>
        </p:txBody>
      </p:sp>
      <p:sp>
        <p:nvSpPr>
          <p:cNvPr id="64515" name="Rectangle 3">
            <a:extLst>
              <a:ext uri="{FF2B5EF4-FFF2-40B4-BE49-F238E27FC236}">
                <a16:creationId xmlns:a16="http://schemas.microsoft.com/office/drawing/2014/main" id="{C582FE2B-BFAA-46A6-B17F-3DE1FEF9E75B}"/>
              </a:ext>
            </a:extLst>
          </p:cNvPr>
          <p:cNvSpPr>
            <a:spLocks noGrp="1" noChangeArrowheads="1"/>
          </p:cNvSpPr>
          <p:nvPr>
            <p:ph idx="1"/>
          </p:nvPr>
        </p:nvSpPr>
        <p:spPr>
          <a:xfrm>
            <a:off x="381000" y="304800"/>
            <a:ext cx="8610600" cy="5105400"/>
          </a:xfrm>
        </p:spPr>
        <p:txBody>
          <a:bodyPr>
            <a:normAutofit/>
          </a:bodyPr>
          <a:lstStyle/>
          <a:p>
            <a:pPr eaLnBrk="1" hangingPunct="1"/>
            <a:r>
              <a:rPr lang="en-US" altLang="en-US" sz="3200"/>
              <a:t>class Selector</a:t>
            </a:r>
          </a:p>
          <a:p>
            <a:pPr lvl="1" eaLnBrk="1" hangingPunct="1"/>
            <a:r>
              <a:rPr lang="en-US" altLang="en-US" sz="2400">
                <a:cs typeface="Arial" panose="020B0604020202020204" pitchFamily="34" charset="0"/>
              </a:rPr>
              <a:t>Apply a CSS</a:t>
            </a:r>
            <a:br>
              <a:rPr lang="en-US" altLang="en-US" sz="2400">
                <a:cs typeface="Arial" panose="020B0604020202020204" pitchFamily="34" charset="0"/>
              </a:rPr>
            </a:br>
            <a:r>
              <a:rPr lang="en-US" altLang="en-US" sz="2400">
                <a:cs typeface="Arial" panose="020B0604020202020204" pitchFamily="34" charset="0"/>
              </a:rPr>
              <a:t>rule to a certain "class" of </a:t>
            </a:r>
            <a:br>
              <a:rPr lang="en-US" altLang="en-US" sz="2400">
                <a:cs typeface="Arial" panose="020B0604020202020204" pitchFamily="34" charset="0"/>
              </a:rPr>
            </a:br>
            <a:r>
              <a:rPr lang="en-US" altLang="en-US" sz="2400">
                <a:cs typeface="Arial" panose="020B0604020202020204" pitchFamily="34" charset="0"/>
              </a:rPr>
              <a:t>elements on a web page</a:t>
            </a:r>
          </a:p>
          <a:p>
            <a:pPr lvl="1" eaLnBrk="1" hangingPunct="1"/>
            <a:r>
              <a:rPr lang="en-US" altLang="en-US" sz="2400">
                <a:cs typeface="Arial" panose="020B0604020202020204" pitchFamily="34" charset="0"/>
              </a:rPr>
              <a:t>Does not associate the </a:t>
            </a:r>
            <a:br>
              <a:rPr lang="en-US" altLang="en-US" sz="2400">
                <a:cs typeface="Arial" panose="020B0604020202020204" pitchFamily="34" charset="0"/>
              </a:rPr>
            </a:br>
            <a:r>
              <a:rPr lang="en-US" altLang="en-US" sz="2400">
                <a:cs typeface="Arial" panose="020B0604020202020204" pitchFamily="34" charset="0"/>
              </a:rPr>
              <a:t>style to a specific HTML element		</a:t>
            </a:r>
          </a:p>
          <a:p>
            <a:pPr eaLnBrk="1" hangingPunct="1"/>
            <a:r>
              <a:rPr lang="en-US" altLang="en-US" sz="2800"/>
              <a:t>Configure with .classname</a:t>
            </a:r>
          </a:p>
          <a:p>
            <a:pPr lvl="1" eaLnBrk="1" hangingPunct="1"/>
            <a:r>
              <a:rPr lang="en-US" altLang="en-US" sz="2400"/>
              <a:t>code CSS to create a class called “new” with red italic text.</a:t>
            </a:r>
          </a:p>
          <a:p>
            <a:pPr eaLnBrk="1" hangingPunct="1"/>
            <a:r>
              <a:rPr lang="en-US" altLang="en-US" sz="2800"/>
              <a:t>Apply the class:</a:t>
            </a:r>
          </a:p>
          <a:p>
            <a:pPr eaLnBrk="1" hangingPunct="1">
              <a:buFontTx/>
              <a:buNone/>
            </a:pPr>
            <a:r>
              <a:rPr lang="en-US" altLang="en-US" sz="2800" b="1">
                <a:latin typeface="Times New Roman" panose="02020603050405020304" pitchFamily="18" charset="0"/>
                <a:cs typeface="Times New Roman" panose="02020603050405020304" pitchFamily="18" charset="0"/>
              </a:rPr>
              <a:t>&lt;p class=“new”&gt;This is text is red and in italics&lt;/p&gt;</a:t>
            </a:r>
          </a:p>
        </p:txBody>
      </p:sp>
      <p:sp>
        <p:nvSpPr>
          <p:cNvPr id="64516" name="Slide Number Placeholder 5">
            <a:extLst>
              <a:ext uri="{FF2B5EF4-FFF2-40B4-BE49-F238E27FC236}">
                <a16:creationId xmlns:a16="http://schemas.microsoft.com/office/drawing/2014/main" id="{38D8F71E-3607-481A-848C-C83E787BF71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B9A4C424-468A-4752-8275-656FF52A9728}" type="slidenum">
              <a:rPr lang="en-US" altLang="en-US" sz="1100">
                <a:solidFill>
                  <a:srgbClr val="4D4D4D"/>
                </a:solidFill>
                <a:latin typeface="Times New Roman" panose="02020603050405020304" pitchFamily="18" charset="0"/>
              </a:rPr>
              <a:pPr>
                <a:spcBef>
                  <a:spcPct val="0"/>
                </a:spcBef>
                <a:buClrTx/>
                <a:buSzTx/>
                <a:buFontTx/>
                <a:buNone/>
              </a:pPr>
              <a:t>36</a:t>
            </a:fld>
            <a:endParaRPr lang="en-US" altLang="en-US" sz="1100">
              <a:solidFill>
                <a:srgbClr val="4D4D4D"/>
              </a:solidFill>
              <a:latin typeface="Times New Roman" panose="02020603050405020304" pitchFamily="18" charset="0"/>
            </a:endParaRPr>
          </a:p>
        </p:txBody>
      </p:sp>
      <p:sp>
        <p:nvSpPr>
          <p:cNvPr id="212996" name="Text Box 4">
            <a:extLst>
              <a:ext uri="{FF2B5EF4-FFF2-40B4-BE49-F238E27FC236}">
                <a16:creationId xmlns:a16="http://schemas.microsoft.com/office/drawing/2014/main" id="{DA1912C3-6EED-4987-8B04-C03F239D9EC8}"/>
              </a:ext>
            </a:extLst>
          </p:cNvPr>
          <p:cNvSpPr txBox="1">
            <a:spLocks noChangeArrowheads="1"/>
          </p:cNvSpPr>
          <p:nvPr/>
        </p:nvSpPr>
        <p:spPr bwMode="auto">
          <a:xfrm>
            <a:off x="5562600" y="1447800"/>
            <a:ext cx="2319096" cy="1477328"/>
          </a:xfrm>
          <a:prstGeom prst="rect">
            <a:avLst/>
          </a:prstGeom>
          <a:solidFill>
            <a:schemeClr val="accent1">
              <a:lumMod val="40000"/>
              <a:lumOff val="60000"/>
            </a:schemeClr>
          </a:solidFill>
          <a:ln w="9525">
            <a:solidFill>
              <a:schemeClr val="accent4"/>
            </a:solidFill>
            <a:miter lim="800000"/>
            <a:headEnd/>
            <a:tailEnd/>
          </a:ln>
          <a:effectLst/>
        </p:spPr>
        <p:txBody>
          <a:bodyPr wrap="none">
            <a:spAutoFit/>
          </a:bodyPr>
          <a:lstStyle/>
          <a:p>
            <a:pPr eaLnBrk="1" hangingPunct="1">
              <a:defRPr/>
            </a:pPr>
            <a:r>
              <a:rPr lang="en-US" b="1" dirty="0">
                <a:solidFill>
                  <a:srgbClr val="FF0000"/>
                </a:solidFill>
                <a:cs typeface="Times New Roman" pitchFamily="18" charset="0"/>
              </a:rPr>
              <a:t>&lt;style&gt;</a:t>
            </a:r>
            <a:endParaRPr lang="en-US" dirty="0">
              <a:solidFill>
                <a:srgbClr val="FF0000"/>
              </a:solidFill>
              <a:cs typeface="Times New Roman" pitchFamily="18" charset="0"/>
            </a:endParaRPr>
          </a:p>
          <a:p>
            <a:pPr eaLnBrk="1" hangingPunct="1">
              <a:defRPr/>
            </a:pPr>
            <a:r>
              <a:rPr lang="en-US" b="1" dirty="0">
                <a:solidFill>
                  <a:srgbClr val="FF0000"/>
                </a:solidFill>
                <a:cs typeface="Times New Roman" pitchFamily="18" charset="0"/>
              </a:rPr>
              <a:t>.new { color: #FF0000;</a:t>
            </a:r>
            <a:endParaRPr lang="en-US" dirty="0">
              <a:solidFill>
                <a:srgbClr val="FF0000"/>
              </a:solidFill>
              <a:cs typeface="Times New Roman" pitchFamily="18" charset="0"/>
            </a:endParaRPr>
          </a:p>
          <a:p>
            <a:pPr eaLnBrk="1" hangingPunct="1">
              <a:defRPr/>
            </a:pPr>
            <a:r>
              <a:rPr lang="en-US" b="1" dirty="0">
                <a:solidFill>
                  <a:srgbClr val="FF0000"/>
                </a:solidFill>
                <a:cs typeface="Times New Roman" pitchFamily="18" charset="0"/>
              </a:rPr>
              <a:t>           font-style: italic;</a:t>
            </a:r>
            <a:endParaRPr lang="en-US" dirty="0">
              <a:solidFill>
                <a:srgbClr val="FF0000"/>
              </a:solidFill>
              <a:cs typeface="Times New Roman" pitchFamily="18" charset="0"/>
            </a:endParaRPr>
          </a:p>
          <a:p>
            <a:pPr eaLnBrk="1" hangingPunct="1">
              <a:defRPr/>
            </a:pPr>
            <a:r>
              <a:rPr lang="en-US" b="1" dirty="0">
                <a:solidFill>
                  <a:srgbClr val="FF0000"/>
                </a:solidFill>
                <a:cs typeface="Times New Roman" pitchFamily="18" charset="0"/>
              </a:rPr>
              <a:t>          }</a:t>
            </a:r>
          </a:p>
          <a:p>
            <a:pPr eaLnBrk="1" hangingPunct="1">
              <a:defRPr/>
            </a:pPr>
            <a:r>
              <a:rPr lang="en-US" b="1" dirty="0">
                <a:solidFill>
                  <a:srgbClr val="FF0000"/>
                </a:solidFill>
                <a:cs typeface="Times New Roman" pitchFamily="18" charset="0"/>
              </a:rPr>
              <a:t>&lt;/style&gt; </a:t>
            </a:r>
          </a:p>
        </p:txBody>
      </p:sp>
      <p:pic>
        <p:nvPicPr>
          <p:cNvPr id="109570" name="Picture 2">
            <a:extLst>
              <a:ext uri="{FF2B5EF4-FFF2-40B4-BE49-F238E27FC236}">
                <a16:creationId xmlns:a16="http://schemas.microsoft.com/office/drawing/2014/main" id="{DBD6ED77-AB02-4C22-9FDB-68EC0A7CC934}"/>
              </a:ext>
            </a:extLst>
          </p:cNvPr>
          <p:cNvPicPr>
            <a:picLocks noChangeAspect="1" noChangeArrowheads="1"/>
          </p:cNvPicPr>
          <p:nvPr/>
        </p:nvPicPr>
        <p:blipFill>
          <a:blip r:embed="rId3"/>
          <a:srcRect/>
          <a:stretch>
            <a:fillRect/>
          </a:stretch>
        </p:blipFill>
        <p:spPr bwMode="auto">
          <a:xfrm>
            <a:off x="2286000" y="5029200"/>
            <a:ext cx="3718817" cy="524015"/>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a:extLst>
              <a:ext uri="{FF2B5EF4-FFF2-40B4-BE49-F238E27FC236}">
                <a16:creationId xmlns:a16="http://schemas.microsoft.com/office/drawing/2014/main" id="{389263B5-3F5D-4860-8335-913805BEF6BD}"/>
              </a:ext>
            </a:extLst>
          </p:cNvPr>
          <p:cNvSpPr>
            <a:spLocks noGrp="1" noChangeArrowheads="1"/>
          </p:cNvSpPr>
          <p:nvPr>
            <p:ph type="title"/>
          </p:nvPr>
        </p:nvSpPr>
        <p:spPr>
          <a:xfrm>
            <a:off x="3648075" y="0"/>
            <a:ext cx="5470525" cy="685800"/>
          </a:xfrm>
        </p:spPr>
        <p:txBody>
          <a:bodyPr>
            <a:normAutofit/>
          </a:bodyPr>
          <a:lstStyle/>
          <a:p>
            <a:pPr algn="r" eaLnBrk="1" fontAlgn="auto" hangingPunct="1">
              <a:spcAft>
                <a:spcPts val="0"/>
              </a:spcAft>
              <a:defRPr/>
            </a:pPr>
            <a:r>
              <a:rPr lang="en-US" dirty="0">
                <a:solidFill>
                  <a:schemeClr val="tx2">
                    <a:satMod val="130000"/>
                  </a:schemeClr>
                </a:solidFill>
              </a:rPr>
              <a:t>Using CSS with “id”</a:t>
            </a:r>
          </a:p>
        </p:txBody>
      </p:sp>
      <p:sp>
        <p:nvSpPr>
          <p:cNvPr id="66563" name="Rectangle 3">
            <a:extLst>
              <a:ext uri="{FF2B5EF4-FFF2-40B4-BE49-F238E27FC236}">
                <a16:creationId xmlns:a16="http://schemas.microsoft.com/office/drawing/2014/main" id="{63948E94-CBC7-4276-8C8A-55620FF268EE}"/>
              </a:ext>
            </a:extLst>
          </p:cNvPr>
          <p:cNvSpPr>
            <a:spLocks noGrp="1" noChangeArrowheads="1"/>
          </p:cNvSpPr>
          <p:nvPr>
            <p:ph idx="1"/>
          </p:nvPr>
        </p:nvSpPr>
        <p:spPr>
          <a:xfrm>
            <a:off x="192088" y="381000"/>
            <a:ext cx="8763000" cy="4724400"/>
          </a:xfrm>
        </p:spPr>
        <p:txBody>
          <a:bodyPr>
            <a:normAutofit/>
          </a:bodyPr>
          <a:lstStyle/>
          <a:p>
            <a:pPr eaLnBrk="1" hangingPunct="1"/>
            <a:r>
              <a:rPr lang="en-US" altLang="en-US" sz="3200"/>
              <a:t>id Selector</a:t>
            </a:r>
          </a:p>
          <a:p>
            <a:pPr lvl="1" eaLnBrk="1" hangingPunct="1"/>
            <a:r>
              <a:rPr lang="en-US" altLang="en-US" sz="2800">
                <a:cs typeface="Arial" panose="020B0604020202020204" pitchFamily="34" charset="0"/>
              </a:rPr>
              <a:t>Apply a CSS</a:t>
            </a:r>
            <a:br>
              <a:rPr lang="en-US" altLang="en-US" sz="2800">
                <a:cs typeface="Arial" panose="020B0604020202020204" pitchFamily="34" charset="0"/>
              </a:rPr>
            </a:br>
            <a:r>
              <a:rPr lang="en-US" altLang="en-US" sz="2800">
                <a:cs typeface="Arial" panose="020B0604020202020204" pitchFamily="34" charset="0"/>
              </a:rPr>
              <a:t>rule to ONE element </a:t>
            </a:r>
            <a:br>
              <a:rPr lang="en-US" altLang="en-US" sz="2800">
                <a:cs typeface="Arial" panose="020B0604020202020204" pitchFamily="34" charset="0"/>
              </a:rPr>
            </a:br>
            <a:r>
              <a:rPr lang="en-US" altLang="en-US" sz="2800">
                <a:cs typeface="Arial" panose="020B0604020202020204" pitchFamily="34" charset="0"/>
              </a:rPr>
              <a:t>on a web page.</a:t>
            </a:r>
          </a:p>
          <a:p>
            <a:pPr eaLnBrk="1" hangingPunct="1"/>
            <a:r>
              <a:rPr lang="en-US" altLang="en-US" sz="3200"/>
              <a:t>Configure with #idname</a:t>
            </a:r>
          </a:p>
          <a:p>
            <a:pPr lvl="1" eaLnBrk="1" hangingPunct="1"/>
            <a:r>
              <a:rPr lang="en-US" altLang="en-US" sz="2000"/>
              <a:t>Code CSS to create an id called “new” </a:t>
            </a:r>
            <a:br>
              <a:rPr lang="en-US" altLang="en-US" sz="2000"/>
            </a:br>
            <a:r>
              <a:rPr lang="en-US" altLang="en-US" sz="2000"/>
              <a:t>with red, large, italic text.</a:t>
            </a:r>
            <a:br>
              <a:rPr lang="en-US" altLang="en-US" sz="2000"/>
            </a:br>
            <a:endParaRPr lang="en-US" altLang="en-US" sz="600"/>
          </a:p>
          <a:p>
            <a:pPr eaLnBrk="1" hangingPunct="1"/>
            <a:r>
              <a:rPr lang="en-US" altLang="en-US" sz="3200"/>
              <a:t>Apply the id:</a:t>
            </a:r>
            <a:br>
              <a:rPr lang="en-US" altLang="en-US" sz="2800"/>
            </a:br>
            <a:endParaRPr lang="en-US" altLang="en-US" sz="1000"/>
          </a:p>
          <a:p>
            <a:pPr eaLnBrk="1" hangingPunct="1">
              <a:buFontTx/>
              <a:buNone/>
            </a:pPr>
            <a:r>
              <a:rPr lang="en-US" altLang="en-US" sz="2800" b="1">
                <a:latin typeface="Times New Roman" panose="02020603050405020304" pitchFamily="18" charset="0"/>
                <a:cs typeface="Times New Roman" panose="02020603050405020304" pitchFamily="18" charset="0"/>
              </a:rPr>
              <a:t>&lt;p id=“new”&gt;This is text is red, large, and in italics&lt;/p&gt;</a:t>
            </a:r>
          </a:p>
        </p:txBody>
      </p:sp>
      <p:sp>
        <p:nvSpPr>
          <p:cNvPr id="66564" name="Slide Number Placeholder 5">
            <a:extLst>
              <a:ext uri="{FF2B5EF4-FFF2-40B4-BE49-F238E27FC236}">
                <a16:creationId xmlns:a16="http://schemas.microsoft.com/office/drawing/2014/main" id="{DA66C35D-B0D8-4A9A-BA7F-3887263B8D7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F6B0B18F-2367-4302-888D-35ECBEA1958A}" type="slidenum">
              <a:rPr lang="en-US" altLang="en-US" sz="1100">
                <a:solidFill>
                  <a:srgbClr val="4D4D4D"/>
                </a:solidFill>
                <a:latin typeface="Times New Roman" panose="02020603050405020304" pitchFamily="18" charset="0"/>
              </a:rPr>
              <a:pPr>
                <a:spcBef>
                  <a:spcPct val="0"/>
                </a:spcBef>
                <a:buClrTx/>
                <a:buSzTx/>
                <a:buFontTx/>
                <a:buNone/>
              </a:pPr>
              <a:t>37</a:t>
            </a:fld>
            <a:endParaRPr lang="en-US" altLang="en-US" sz="1100">
              <a:solidFill>
                <a:srgbClr val="4D4D4D"/>
              </a:solidFill>
              <a:latin typeface="Times New Roman" panose="02020603050405020304" pitchFamily="18" charset="0"/>
            </a:endParaRPr>
          </a:p>
        </p:txBody>
      </p:sp>
      <p:sp>
        <p:nvSpPr>
          <p:cNvPr id="33797" name="Text Box 5">
            <a:extLst>
              <a:ext uri="{FF2B5EF4-FFF2-40B4-BE49-F238E27FC236}">
                <a16:creationId xmlns:a16="http://schemas.microsoft.com/office/drawing/2014/main" id="{AEAB5F89-5674-4853-B4B4-183F05A18872}"/>
              </a:ext>
            </a:extLst>
          </p:cNvPr>
          <p:cNvSpPr txBox="1">
            <a:spLocks noChangeArrowheads="1"/>
          </p:cNvSpPr>
          <p:nvPr/>
        </p:nvSpPr>
        <p:spPr bwMode="auto">
          <a:xfrm>
            <a:off x="5895975" y="1219200"/>
            <a:ext cx="3278188" cy="2308225"/>
          </a:xfrm>
          <a:prstGeom prst="rect">
            <a:avLst/>
          </a:prstGeom>
          <a:solidFill>
            <a:schemeClr val="accent1">
              <a:lumMod val="40000"/>
              <a:lumOff val="60000"/>
            </a:schemeClr>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defRPr/>
            </a:pPr>
            <a:r>
              <a:rPr lang="en-US" b="1" dirty="0">
                <a:solidFill>
                  <a:srgbClr val="FF0000"/>
                </a:solidFill>
                <a:cs typeface="Times New Roman" pitchFamily="18" charset="0"/>
              </a:rPr>
              <a:t>&lt;style&gt;</a:t>
            </a:r>
            <a:endParaRPr lang="en-US" dirty="0">
              <a:solidFill>
                <a:srgbClr val="FF0000"/>
              </a:solidFill>
              <a:cs typeface="Times New Roman" pitchFamily="18" charset="0"/>
            </a:endParaRPr>
          </a:p>
          <a:p>
            <a:pPr eaLnBrk="1" hangingPunct="1">
              <a:defRPr/>
            </a:pPr>
            <a:r>
              <a:rPr lang="en-US" b="1" dirty="0">
                <a:solidFill>
                  <a:srgbClr val="FF0000"/>
                </a:solidFill>
                <a:cs typeface="Times New Roman" pitchFamily="18" charset="0"/>
              </a:rPr>
              <a:t>#new { color: #FF0000;</a:t>
            </a:r>
            <a:endParaRPr lang="en-US" dirty="0">
              <a:solidFill>
                <a:srgbClr val="FF0000"/>
              </a:solidFill>
              <a:cs typeface="Times New Roman" pitchFamily="18" charset="0"/>
            </a:endParaRPr>
          </a:p>
          <a:p>
            <a:pPr eaLnBrk="1" hangingPunct="1">
              <a:defRPr/>
            </a:pPr>
            <a:r>
              <a:rPr lang="en-US" b="1" dirty="0">
                <a:solidFill>
                  <a:srgbClr val="FF0000"/>
                </a:solidFill>
                <a:cs typeface="Times New Roman" pitchFamily="18" charset="0"/>
              </a:rPr>
              <a:t>	font-size:2em;   </a:t>
            </a:r>
          </a:p>
          <a:p>
            <a:pPr eaLnBrk="1" hangingPunct="1">
              <a:defRPr/>
            </a:pPr>
            <a:r>
              <a:rPr lang="en-US" b="1" dirty="0">
                <a:solidFill>
                  <a:srgbClr val="FF0000"/>
                </a:solidFill>
                <a:cs typeface="Times New Roman" pitchFamily="18" charset="0"/>
              </a:rPr>
              <a:t>	font-style: italic;</a:t>
            </a:r>
            <a:endParaRPr lang="en-US" dirty="0">
              <a:solidFill>
                <a:srgbClr val="FF0000"/>
              </a:solidFill>
              <a:cs typeface="Times New Roman" pitchFamily="18" charset="0"/>
            </a:endParaRPr>
          </a:p>
          <a:p>
            <a:pPr eaLnBrk="1" hangingPunct="1">
              <a:defRPr/>
            </a:pPr>
            <a:r>
              <a:rPr lang="en-US" b="1" dirty="0">
                <a:solidFill>
                  <a:srgbClr val="FF0000"/>
                </a:solidFill>
                <a:cs typeface="Times New Roman" pitchFamily="18" charset="0"/>
              </a:rPr>
              <a:t>           }</a:t>
            </a:r>
          </a:p>
          <a:p>
            <a:pPr eaLnBrk="1" hangingPunct="1">
              <a:defRPr/>
            </a:pPr>
            <a:r>
              <a:rPr lang="en-US" b="1" dirty="0">
                <a:solidFill>
                  <a:srgbClr val="FF0000"/>
                </a:solidFill>
                <a:cs typeface="Times New Roman" pitchFamily="18" charset="0"/>
              </a:rPr>
              <a:t>&lt;/style&gt; </a:t>
            </a:r>
          </a:p>
        </p:txBody>
      </p:sp>
      <p:pic>
        <p:nvPicPr>
          <p:cNvPr id="108548" name="Picture 4">
            <a:extLst>
              <a:ext uri="{FF2B5EF4-FFF2-40B4-BE49-F238E27FC236}">
                <a16:creationId xmlns:a16="http://schemas.microsoft.com/office/drawing/2014/main" id="{9F8EEC90-74E5-4E60-8A2E-43F1615EDEEE}"/>
              </a:ext>
            </a:extLst>
          </p:cNvPr>
          <p:cNvPicPr>
            <a:picLocks noChangeAspect="1" noChangeArrowheads="1"/>
          </p:cNvPicPr>
          <p:nvPr/>
        </p:nvPicPr>
        <p:blipFill>
          <a:blip r:embed="rId3"/>
          <a:srcRect/>
          <a:stretch>
            <a:fillRect/>
          </a:stretch>
        </p:blipFill>
        <p:spPr bwMode="auto">
          <a:xfrm>
            <a:off x="1828800" y="5260261"/>
            <a:ext cx="5490709" cy="804863"/>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a:extLst>
              <a:ext uri="{FF2B5EF4-FFF2-40B4-BE49-F238E27FC236}">
                <a16:creationId xmlns:a16="http://schemas.microsoft.com/office/drawing/2014/main" id="{64489D9B-9924-419B-9D7A-4C4FFD7F1FEF}"/>
              </a:ext>
            </a:extLst>
          </p:cNvPr>
          <p:cNvSpPr>
            <a:spLocks noGrp="1" noChangeArrowheads="1"/>
          </p:cNvSpPr>
          <p:nvPr>
            <p:ph type="title"/>
          </p:nvPr>
        </p:nvSpPr>
        <p:spPr>
          <a:xfrm>
            <a:off x="3648075" y="0"/>
            <a:ext cx="5470525" cy="685800"/>
          </a:xfrm>
        </p:spPr>
        <p:txBody>
          <a:bodyPr>
            <a:normAutofit/>
          </a:bodyPr>
          <a:lstStyle/>
          <a:p>
            <a:pPr algn="r" eaLnBrk="1" fontAlgn="auto" hangingPunct="1">
              <a:spcAft>
                <a:spcPts val="0"/>
              </a:spcAft>
              <a:defRPr/>
            </a:pPr>
            <a:r>
              <a:rPr lang="en-US" dirty="0">
                <a:solidFill>
                  <a:schemeClr val="tx2">
                    <a:satMod val="130000"/>
                  </a:schemeClr>
                </a:solidFill>
              </a:rPr>
              <a:t>CSS Descendant Selector</a:t>
            </a:r>
          </a:p>
        </p:txBody>
      </p:sp>
      <p:sp>
        <p:nvSpPr>
          <p:cNvPr id="68611" name="Rectangle 3">
            <a:extLst>
              <a:ext uri="{FF2B5EF4-FFF2-40B4-BE49-F238E27FC236}">
                <a16:creationId xmlns:a16="http://schemas.microsoft.com/office/drawing/2014/main" id="{B0E218E8-50B4-45BB-A5F0-C8337A71D934}"/>
              </a:ext>
            </a:extLst>
          </p:cNvPr>
          <p:cNvSpPr>
            <a:spLocks noGrp="1" noChangeArrowheads="1"/>
          </p:cNvSpPr>
          <p:nvPr>
            <p:ph idx="1"/>
          </p:nvPr>
        </p:nvSpPr>
        <p:spPr>
          <a:xfrm>
            <a:off x="228600" y="685800"/>
            <a:ext cx="8763000" cy="4724400"/>
          </a:xfrm>
        </p:spPr>
        <p:txBody>
          <a:bodyPr>
            <a:normAutofit/>
          </a:bodyPr>
          <a:lstStyle/>
          <a:p>
            <a:pPr eaLnBrk="1" hangingPunct="1"/>
            <a:r>
              <a:rPr lang="en-US" altLang="en-US" sz="3200" dirty="0"/>
              <a:t>Specify an element within the context of its container (parent) element. </a:t>
            </a:r>
          </a:p>
          <a:p>
            <a:pPr eaLnBrk="1" hangingPunct="1"/>
            <a:r>
              <a:rPr lang="en-US" altLang="en-US" sz="3200" dirty="0">
                <a:cs typeface="Arial" panose="020B0604020202020204" pitchFamily="34" charset="0"/>
              </a:rPr>
              <a:t>AKA contextual selector</a:t>
            </a:r>
          </a:p>
          <a:p>
            <a:pPr eaLnBrk="1" hangingPunct="1"/>
            <a:r>
              <a:rPr lang="en-US" altLang="en-US" sz="2800" dirty="0"/>
              <a:t>The example configures a</a:t>
            </a:r>
            <a:br>
              <a:rPr lang="en-US" altLang="en-US" sz="2800" dirty="0"/>
            </a:br>
            <a:r>
              <a:rPr lang="en-US" altLang="en-US" sz="2800" dirty="0"/>
              <a:t>green text color only for </a:t>
            </a:r>
            <a:br>
              <a:rPr lang="en-US" altLang="en-US" sz="2800" dirty="0"/>
            </a:br>
            <a:r>
              <a:rPr lang="en-US" altLang="en-US" sz="2800" dirty="0"/>
              <a:t>p tags located </a:t>
            </a:r>
            <a:r>
              <a:rPr lang="en-US" altLang="en-US" sz="2800" i="1" dirty="0"/>
              <a:t>within </a:t>
            </a:r>
            <a:r>
              <a:rPr lang="en-US" altLang="en-US" sz="2800" dirty="0"/>
              <a:t>an element assigned to the id named “content”</a:t>
            </a:r>
          </a:p>
          <a:p>
            <a:pPr eaLnBrk="1" hangingPunct="1"/>
            <a:r>
              <a:rPr lang="en-US" altLang="en-US" sz="3200" dirty="0"/>
              <a:t>Advantage of contextual selectors:</a:t>
            </a:r>
            <a:br>
              <a:rPr lang="en-US" altLang="en-US" sz="3200" dirty="0"/>
            </a:br>
            <a:r>
              <a:rPr lang="en-US" altLang="en-US" sz="2800" dirty="0"/>
              <a:t>Reduces the number of classes and ids you need to apply in the HTML</a:t>
            </a:r>
            <a:endParaRPr lang="en-US" altLang="en-US" sz="2400" b="1" dirty="0">
              <a:latin typeface="Times New Roman" panose="02020603050405020304" pitchFamily="18" charset="0"/>
              <a:cs typeface="Times New Roman" panose="02020603050405020304" pitchFamily="18" charset="0"/>
            </a:endParaRPr>
          </a:p>
        </p:txBody>
      </p:sp>
      <p:sp>
        <p:nvSpPr>
          <p:cNvPr id="68612" name="Slide Number Placeholder 5">
            <a:extLst>
              <a:ext uri="{FF2B5EF4-FFF2-40B4-BE49-F238E27FC236}">
                <a16:creationId xmlns:a16="http://schemas.microsoft.com/office/drawing/2014/main" id="{D074BED8-BA95-4912-9E74-252434132B7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697988C9-B80C-45D1-BB0C-40B3AB3AE36B}" type="slidenum">
              <a:rPr lang="en-US" altLang="en-US" sz="1100">
                <a:solidFill>
                  <a:srgbClr val="4D4D4D"/>
                </a:solidFill>
                <a:latin typeface="Times New Roman" panose="02020603050405020304" pitchFamily="18" charset="0"/>
              </a:rPr>
              <a:pPr>
                <a:spcBef>
                  <a:spcPct val="0"/>
                </a:spcBef>
                <a:buClrTx/>
                <a:buSzTx/>
                <a:buFontTx/>
                <a:buNone/>
              </a:pPr>
              <a:t>38</a:t>
            </a:fld>
            <a:endParaRPr lang="en-US" altLang="en-US" sz="1100">
              <a:solidFill>
                <a:srgbClr val="4D4D4D"/>
              </a:solidFill>
              <a:latin typeface="Times New Roman" panose="02020603050405020304" pitchFamily="18" charset="0"/>
            </a:endParaRPr>
          </a:p>
        </p:txBody>
      </p:sp>
      <p:sp>
        <p:nvSpPr>
          <p:cNvPr id="33797" name="Text Box 5">
            <a:extLst>
              <a:ext uri="{FF2B5EF4-FFF2-40B4-BE49-F238E27FC236}">
                <a16:creationId xmlns:a16="http://schemas.microsoft.com/office/drawing/2014/main" id="{B371F60D-D5D9-493B-92F1-3A178C946E13}"/>
              </a:ext>
            </a:extLst>
          </p:cNvPr>
          <p:cNvSpPr txBox="1">
            <a:spLocks noChangeArrowheads="1"/>
          </p:cNvSpPr>
          <p:nvPr/>
        </p:nvSpPr>
        <p:spPr bwMode="auto">
          <a:xfrm>
            <a:off x="5715000" y="1295400"/>
            <a:ext cx="2325688" cy="1570038"/>
          </a:xfrm>
          <a:prstGeom prst="rect">
            <a:avLst/>
          </a:prstGeom>
          <a:solidFill>
            <a:schemeClr val="accent1">
              <a:lumMod val="40000"/>
              <a:lumOff val="60000"/>
            </a:schemeClr>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defRPr/>
            </a:pPr>
            <a:r>
              <a:rPr lang="en-US" b="1" dirty="0">
                <a:solidFill>
                  <a:srgbClr val="FF0000"/>
                </a:solidFill>
                <a:cs typeface="Times New Roman" pitchFamily="18" charset="0"/>
              </a:rPr>
              <a:t>&lt;style&gt;</a:t>
            </a:r>
            <a:endParaRPr lang="en-US" dirty="0">
              <a:solidFill>
                <a:srgbClr val="FF0000"/>
              </a:solidFill>
              <a:cs typeface="Times New Roman" pitchFamily="18" charset="0"/>
            </a:endParaRPr>
          </a:p>
          <a:p>
            <a:pPr marL="68580">
              <a:defRPr/>
            </a:pPr>
            <a:r>
              <a:rPr lang="en-US" dirty="0">
                <a:solidFill>
                  <a:srgbClr val="FF0000"/>
                </a:solidFill>
              </a:rPr>
              <a:t>#content p { </a:t>
            </a:r>
            <a:br>
              <a:rPr lang="en-US" dirty="0">
                <a:solidFill>
                  <a:srgbClr val="FF0000"/>
                </a:solidFill>
              </a:rPr>
            </a:br>
            <a:r>
              <a:rPr lang="en-US" dirty="0">
                <a:solidFill>
                  <a:srgbClr val="FF0000"/>
                </a:solidFill>
              </a:rPr>
              <a:t>color: #00ff00; }</a:t>
            </a:r>
          </a:p>
          <a:p>
            <a:pPr eaLnBrk="1" hangingPunct="1">
              <a:defRPr/>
            </a:pPr>
            <a:r>
              <a:rPr lang="en-US" b="1" dirty="0">
                <a:solidFill>
                  <a:srgbClr val="FF0000"/>
                </a:solidFill>
                <a:cs typeface="Times New Roman" pitchFamily="18" charset="0"/>
              </a:rPr>
              <a:t>&lt;/style&gt; </a:t>
            </a: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a:extLst>
              <a:ext uri="{FF2B5EF4-FFF2-40B4-BE49-F238E27FC236}">
                <a16:creationId xmlns:a16="http://schemas.microsoft.com/office/drawing/2014/main" id="{FB723254-3C91-4978-BA85-EF565348277E}"/>
              </a:ext>
            </a:extLst>
          </p:cNvPr>
          <p:cNvSpPr>
            <a:spLocks noGrp="1" noChangeArrowheads="1"/>
          </p:cNvSpPr>
          <p:nvPr>
            <p:ph type="title"/>
          </p:nvPr>
        </p:nvSpPr>
        <p:spPr>
          <a:xfrm>
            <a:off x="3063875" y="304800"/>
            <a:ext cx="5470525" cy="762000"/>
          </a:xfrm>
        </p:spPr>
        <p:txBody>
          <a:bodyPr/>
          <a:lstStyle/>
          <a:p>
            <a:pPr algn="r" eaLnBrk="1" fontAlgn="auto" hangingPunct="1">
              <a:spcAft>
                <a:spcPts val="0"/>
              </a:spcAft>
              <a:defRPr/>
            </a:pPr>
            <a:r>
              <a:rPr lang="en-US" b="1" dirty="0">
                <a:solidFill>
                  <a:schemeClr val="tx2">
                    <a:satMod val="130000"/>
                  </a:schemeClr>
                </a:solidFill>
              </a:rPr>
              <a:t>span element</a:t>
            </a:r>
          </a:p>
        </p:txBody>
      </p:sp>
      <p:sp>
        <p:nvSpPr>
          <p:cNvPr id="70659" name="Rectangle 3">
            <a:extLst>
              <a:ext uri="{FF2B5EF4-FFF2-40B4-BE49-F238E27FC236}">
                <a16:creationId xmlns:a16="http://schemas.microsoft.com/office/drawing/2014/main" id="{762203C4-9257-494F-A4AD-60883FF9BA97}"/>
              </a:ext>
            </a:extLst>
          </p:cNvPr>
          <p:cNvSpPr>
            <a:spLocks noGrp="1" noChangeArrowheads="1"/>
          </p:cNvSpPr>
          <p:nvPr>
            <p:ph idx="1"/>
          </p:nvPr>
        </p:nvSpPr>
        <p:spPr>
          <a:xfrm>
            <a:off x="838200" y="1295400"/>
            <a:ext cx="7467600" cy="4191000"/>
          </a:xfrm>
        </p:spPr>
        <p:txBody>
          <a:bodyPr/>
          <a:lstStyle/>
          <a:p>
            <a:pPr eaLnBrk="1" hangingPunct="1">
              <a:lnSpc>
                <a:spcPct val="90000"/>
              </a:lnSpc>
            </a:pPr>
            <a:r>
              <a:rPr lang="en-US" altLang="en-US" sz="3600">
                <a:cs typeface="Times New Roman" panose="02020603050405020304" pitchFamily="18" charset="0"/>
              </a:rPr>
              <a:t>Purpose: </a:t>
            </a:r>
          </a:p>
          <a:p>
            <a:pPr lvl="1" eaLnBrk="1" hangingPunct="1">
              <a:lnSpc>
                <a:spcPct val="90000"/>
              </a:lnSpc>
            </a:pPr>
            <a:r>
              <a:rPr lang="en-US" altLang="en-US" sz="2800">
                <a:cs typeface="Times New Roman" panose="02020603050405020304" pitchFamily="18" charset="0"/>
              </a:rPr>
              <a:t>configure a specially formatted area displayed in-line with other elements, such as within a paragraph.</a:t>
            </a:r>
          </a:p>
          <a:p>
            <a:pPr lvl="1" eaLnBrk="1" hangingPunct="1">
              <a:lnSpc>
                <a:spcPct val="90000"/>
              </a:lnSpc>
            </a:pPr>
            <a:endParaRPr lang="en-US" altLang="en-US" sz="2800">
              <a:cs typeface="Times New Roman" panose="02020603050405020304" pitchFamily="18" charset="0"/>
            </a:endParaRPr>
          </a:p>
          <a:p>
            <a:pPr eaLnBrk="1" hangingPunct="1">
              <a:lnSpc>
                <a:spcPct val="90000"/>
              </a:lnSpc>
            </a:pPr>
            <a:r>
              <a:rPr lang="en-US" altLang="en-US" sz="3600">
                <a:cs typeface="Times New Roman" panose="02020603050405020304" pitchFamily="18" charset="0"/>
              </a:rPr>
              <a:t>There is no additional empty space above or below a span – it is inline display.</a:t>
            </a:r>
            <a:endParaRPr lang="en-US" altLang="en-US">
              <a:cs typeface="Times New Roman" panose="02020603050405020304" pitchFamily="18" charset="0"/>
            </a:endParaRPr>
          </a:p>
        </p:txBody>
      </p:sp>
      <p:sp>
        <p:nvSpPr>
          <p:cNvPr id="70660" name="Slide Number Placeholder 5">
            <a:extLst>
              <a:ext uri="{FF2B5EF4-FFF2-40B4-BE49-F238E27FC236}">
                <a16:creationId xmlns:a16="http://schemas.microsoft.com/office/drawing/2014/main" id="{2FDA2487-7D10-47E2-A2AE-9193C20DD6B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6D16E45B-2B08-4BB2-A43B-244573FE37CB}" type="slidenum">
              <a:rPr lang="en-US" altLang="en-US" sz="1100">
                <a:solidFill>
                  <a:srgbClr val="4D4D4D"/>
                </a:solidFill>
                <a:latin typeface="Times New Roman" panose="02020603050405020304" pitchFamily="18" charset="0"/>
              </a:rPr>
              <a:pPr>
                <a:spcBef>
                  <a:spcPct val="0"/>
                </a:spcBef>
                <a:buClrTx/>
                <a:buSzTx/>
                <a:buFontTx/>
                <a:buNone/>
              </a:pPr>
              <a:t>39</a:t>
            </a:fld>
            <a:endParaRPr lang="en-US" altLang="en-US" sz="1100">
              <a:solidFill>
                <a:srgbClr val="4D4D4D"/>
              </a:solidFill>
              <a:latin typeface="Times New Roman" panose="02020603050405020304" pitchFamily="18" charset="0"/>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F7F234A-10BD-4536-ABD6-482D081A154F}"/>
              </a:ext>
            </a:extLst>
          </p:cNvPr>
          <p:cNvSpPr/>
          <p:nvPr/>
        </p:nvSpPr>
        <p:spPr bwMode="auto">
          <a:xfrm>
            <a:off x="685800" y="3886200"/>
            <a:ext cx="6705600" cy="914400"/>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a:lstStyle/>
          <a:p>
            <a:pPr>
              <a:defRPr/>
            </a:pPr>
            <a:endParaRPr lang="en-US"/>
          </a:p>
        </p:txBody>
      </p:sp>
      <p:sp>
        <p:nvSpPr>
          <p:cNvPr id="5" name="Rectangle 4">
            <a:extLst>
              <a:ext uri="{FF2B5EF4-FFF2-40B4-BE49-F238E27FC236}">
                <a16:creationId xmlns:a16="http://schemas.microsoft.com/office/drawing/2014/main" id="{C82D45C4-EB3B-4940-B773-917A26ADE2B4}"/>
              </a:ext>
            </a:extLst>
          </p:cNvPr>
          <p:cNvSpPr/>
          <p:nvPr/>
        </p:nvSpPr>
        <p:spPr bwMode="auto">
          <a:xfrm>
            <a:off x="685800" y="1219200"/>
            <a:ext cx="5181600" cy="2133600"/>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a:lstStyle/>
          <a:p>
            <a:pPr>
              <a:defRPr/>
            </a:pPr>
            <a:endParaRPr lang="en-US"/>
          </a:p>
        </p:txBody>
      </p:sp>
      <p:sp>
        <p:nvSpPr>
          <p:cNvPr id="43013" name="Rectangle 2">
            <a:extLst>
              <a:ext uri="{FF2B5EF4-FFF2-40B4-BE49-F238E27FC236}">
                <a16:creationId xmlns:a16="http://schemas.microsoft.com/office/drawing/2014/main" id="{6AF706D2-8F95-4DB6-9C26-0A405519ABAE}"/>
              </a:ext>
            </a:extLst>
          </p:cNvPr>
          <p:cNvSpPr>
            <a:spLocks noGrp="1" noChangeArrowheads="1"/>
          </p:cNvSpPr>
          <p:nvPr>
            <p:ph type="title"/>
          </p:nvPr>
        </p:nvSpPr>
        <p:spPr>
          <a:xfrm>
            <a:off x="1082675" y="3175"/>
            <a:ext cx="8061325" cy="838200"/>
          </a:xfrm>
        </p:spPr>
        <p:txBody>
          <a:bodyPr/>
          <a:lstStyle/>
          <a:p>
            <a:pPr algn="r" eaLnBrk="1" fontAlgn="auto" hangingPunct="1">
              <a:spcAft>
                <a:spcPts val="0"/>
              </a:spcAft>
              <a:defRPr/>
            </a:pPr>
            <a:r>
              <a:rPr lang="en-US" dirty="0">
                <a:solidFill>
                  <a:schemeClr val="tx2">
                    <a:satMod val="130000"/>
                  </a:schemeClr>
                </a:solidFill>
              </a:rPr>
              <a:t>span Element Example </a:t>
            </a:r>
          </a:p>
        </p:txBody>
      </p:sp>
      <p:sp>
        <p:nvSpPr>
          <p:cNvPr id="37893" name="Rectangle 3">
            <a:extLst>
              <a:ext uri="{FF2B5EF4-FFF2-40B4-BE49-F238E27FC236}">
                <a16:creationId xmlns:a16="http://schemas.microsoft.com/office/drawing/2014/main" id="{67A7132E-722F-4D2D-A753-E201D3E3DF5B}"/>
              </a:ext>
            </a:extLst>
          </p:cNvPr>
          <p:cNvSpPr>
            <a:spLocks noGrp="1" noChangeArrowheads="1"/>
          </p:cNvSpPr>
          <p:nvPr>
            <p:ph idx="1"/>
          </p:nvPr>
        </p:nvSpPr>
        <p:spPr>
          <a:xfrm>
            <a:off x="762000" y="685800"/>
            <a:ext cx="7620000" cy="4572000"/>
          </a:xfrm>
        </p:spPr>
        <p:txBody>
          <a:bodyPr rtlCol="0">
            <a:normAutofit/>
          </a:bodyPr>
          <a:lstStyle/>
          <a:p>
            <a:pPr indent="-274320" eaLnBrk="1" fontAlgn="auto" hangingPunct="1">
              <a:lnSpc>
                <a:spcPct val="90000"/>
              </a:lnSpc>
              <a:spcAft>
                <a:spcPts val="0"/>
              </a:spcAft>
              <a:defRPr/>
            </a:pPr>
            <a:r>
              <a:rPr lang="en-US" sz="2400" dirty="0">
                <a:cs typeface="Times New Roman" pitchFamily="18" charset="0"/>
              </a:rPr>
              <a:t>Embedded CSS:</a:t>
            </a:r>
            <a:br>
              <a:rPr lang="en-US" sz="2400" dirty="0">
                <a:cs typeface="Times New Roman" pitchFamily="18" charset="0"/>
              </a:rPr>
            </a:br>
            <a:endParaRPr lang="en-US" sz="600" dirty="0">
              <a:cs typeface="Times New Roman" pitchFamily="18" charset="0"/>
            </a:endParaRPr>
          </a:p>
          <a:p>
            <a:pPr indent="-274320" eaLnBrk="1" fontAlgn="auto" hangingPunct="1">
              <a:lnSpc>
                <a:spcPct val="90000"/>
              </a:lnSpc>
              <a:spcAft>
                <a:spcPts val="0"/>
              </a:spcAft>
              <a:buFont typeface="Wingdings" pitchFamily="2" charset="2"/>
              <a:buNone/>
              <a:defRPr/>
            </a:pPr>
            <a:r>
              <a:rPr lang="en-US" sz="1800" b="1" dirty="0">
                <a:solidFill>
                  <a:srgbClr val="FF0000"/>
                </a:solidFill>
                <a:latin typeface="Times New Roman" pitchFamily="18" charset="0"/>
                <a:cs typeface="Times New Roman" pitchFamily="18" charset="0"/>
              </a:rPr>
              <a:t>&lt;style&gt;</a:t>
            </a:r>
          </a:p>
          <a:p>
            <a:pPr indent="-274320" eaLnBrk="1" fontAlgn="auto" hangingPunct="1">
              <a:spcAft>
                <a:spcPts val="0"/>
              </a:spcAft>
              <a:buFont typeface="Wingdings" pitchFamily="2" charset="2"/>
              <a:buNone/>
              <a:defRPr/>
            </a:pPr>
            <a:r>
              <a:rPr lang="en-US" sz="1800" b="1" dirty="0">
                <a:solidFill>
                  <a:srgbClr val="FF0000"/>
                </a:solidFill>
                <a:latin typeface="Times New Roman" pitchFamily="18" charset="0"/>
                <a:cs typeface="Times New Roman" pitchFamily="18" charset="0"/>
              </a:rPr>
              <a:t>.</a:t>
            </a:r>
            <a:r>
              <a:rPr lang="en-US" sz="1800" b="1" dirty="0" err="1">
                <a:solidFill>
                  <a:srgbClr val="FF0000"/>
                </a:solidFill>
                <a:latin typeface="Times New Roman" pitchFamily="18" charset="0"/>
                <a:cs typeface="Times New Roman" pitchFamily="18" charset="0"/>
              </a:rPr>
              <a:t>companyname</a:t>
            </a:r>
            <a:r>
              <a:rPr lang="en-US" sz="1800" b="1" dirty="0">
                <a:solidFill>
                  <a:srgbClr val="FF0000"/>
                </a:solidFill>
                <a:latin typeface="Times New Roman" pitchFamily="18" charset="0"/>
                <a:cs typeface="Times New Roman" pitchFamily="18" charset="0"/>
              </a:rPr>
              <a:t> { font-weight: bold;</a:t>
            </a:r>
          </a:p>
          <a:p>
            <a:pPr indent="-274320" eaLnBrk="1" fontAlgn="auto" hangingPunct="1">
              <a:spcAft>
                <a:spcPts val="0"/>
              </a:spcAft>
              <a:buFont typeface="Wingdings" pitchFamily="2" charset="2"/>
              <a:buNone/>
              <a:defRPr/>
            </a:pPr>
            <a:r>
              <a:rPr lang="en-US" sz="1800" b="1" dirty="0">
                <a:solidFill>
                  <a:srgbClr val="FF0000"/>
                </a:solidFill>
                <a:latin typeface="Times New Roman" pitchFamily="18" charset="0"/>
                <a:cs typeface="Times New Roman" pitchFamily="18" charset="0"/>
              </a:rPr>
              <a:t>font-family: Georgia, "Times New Roman", serif;</a:t>
            </a:r>
          </a:p>
          <a:p>
            <a:pPr indent="-274320" eaLnBrk="1" fontAlgn="auto" hangingPunct="1">
              <a:spcAft>
                <a:spcPts val="0"/>
              </a:spcAft>
              <a:buFont typeface="Wingdings" pitchFamily="2" charset="2"/>
              <a:buNone/>
              <a:defRPr/>
            </a:pPr>
            <a:r>
              <a:rPr lang="en-US" sz="1800" b="1" dirty="0">
                <a:solidFill>
                  <a:srgbClr val="FF0000"/>
                </a:solidFill>
                <a:latin typeface="Times New Roman" pitchFamily="18" charset="0"/>
                <a:cs typeface="Times New Roman" pitchFamily="18" charset="0"/>
              </a:rPr>
              <a:t>font-size: 1.25em;</a:t>
            </a:r>
          </a:p>
          <a:p>
            <a:pPr indent="-274320" eaLnBrk="1" fontAlgn="auto" hangingPunct="1">
              <a:spcAft>
                <a:spcPts val="0"/>
              </a:spcAft>
              <a:buFont typeface="Wingdings" pitchFamily="2" charset="2"/>
              <a:buNone/>
              <a:defRPr/>
            </a:pPr>
            <a:r>
              <a:rPr lang="en-US" sz="1800" b="1" dirty="0">
                <a:solidFill>
                  <a:srgbClr val="FF0000"/>
                </a:solidFill>
                <a:latin typeface="Times New Roman" pitchFamily="18" charset="0"/>
                <a:cs typeface="Times New Roman" pitchFamily="18" charset="0"/>
              </a:rPr>
              <a:t>}</a:t>
            </a:r>
          </a:p>
          <a:p>
            <a:pPr indent="-274320" eaLnBrk="1" fontAlgn="auto" hangingPunct="1">
              <a:spcAft>
                <a:spcPts val="0"/>
              </a:spcAft>
              <a:buFont typeface="Wingdings" pitchFamily="2" charset="2"/>
              <a:buNone/>
              <a:defRPr/>
            </a:pPr>
            <a:r>
              <a:rPr lang="en-US" sz="1800" b="1" dirty="0">
                <a:solidFill>
                  <a:srgbClr val="FF0000"/>
                </a:solidFill>
                <a:latin typeface="Times New Roman" pitchFamily="18" charset="0"/>
                <a:cs typeface="Times New Roman" pitchFamily="18" charset="0"/>
              </a:rPr>
              <a:t> &lt;/style&gt;</a:t>
            </a:r>
            <a:br>
              <a:rPr lang="en-US" sz="2400" b="1" dirty="0">
                <a:latin typeface="Times New Roman" pitchFamily="18" charset="0"/>
                <a:cs typeface="Times New Roman" pitchFamily="18" charset="0"/>
              </a:rPr>
            </a:br>
            <a:endParaRPr lang="en-US" sz="800" b="1" dirty="0">
              <a:latin typeface="Times New Roman" pitchFamily="18" charset="0"/>
              <a:cs typeface="Times New Roman" pitchFamily="18" charset="0"/>
            </a:endParaRPr>
          </a:p>
          <a:p>
            <a:pPr indent="-274320" eaLnBrk="1" fontAlgn="auto" hangingPunct="1">
              <a:lnSpc>
                <a:spcPct val="90000"/>
              </a:lnSpc>
              <a:spcAft>
                <a:spcPts val="0"/>
              </a:spcAft>
              <a:defRPr/>
            </a:pPr>
            <a:r>
              <a:rPr lang="en-US" sz="2400" dirty="0">
                <a:cs typeface="Times New Roman" pitchFamily="18" charset="0"/>
              </a:rPr>
              <a:t>HTML:</a:t>
            </a:r>
          </a:p>
          <a:p>
            <a:pPr indent="-274320" eaLnBrk="1" fontAlgn="auto" hangingPunct="1">
              <a:lnSpc>
                <a:spcPct val="90000"/>
              </a:lnSpc>
              <a:spcAft>
                <a:spcPts val="0"/>
              </a:spcAft>
              <a:buFont typeface="Wingdings" pitchFamily="2" charset="2"/>
              <a:buNone/>
              <a:defRPr/>
            </a:pPr>
            <a:r>
              <a:rPr lang="en-US" b="1" dirty="0">
                <a:solidFill>
                  <a:srgbClr val="FF0000"/>
                </a:solidFill>
                <a:latin typeface="Times New Roman" pitchFamily="18" charset="0"/>
                <a:cs typeface="Times New Roman" pitchFamily="18" charset="0"/>
              </a:rPr>
              <a:t>&lt;p&gt;Your needs are important to us at &lt;span class=“</a:t>
            </a:r>
            <a:r>
              <a:rPr lang="en-US" b="1" dirty="0" err="1">
                <a:solidFill>
                  <a:srgbClr val="FF0000"/>
                </a:solidFill>
                <a:latin typeface="Times New Roman" pitchFamily="18" charset="0"/>
                <a:cs typeface="Times New Roman" pitchFamily="18" charset="0"/>
              </a:rPr>
              <a:t>companyname</a:t>
            </a:r>
            <a:r>
              <a:rPr lang="en-US" b="1" dirty="0">
                <a:solidFill>
                  <a:srgbClr val="FF0000"/>
                </a:solidFill>
                <a:latin typeface="Times New Roman" pitchFamily="18" charset="0"/>
                <a:cs typeface="Times New Roman" pitchFamily="18" charset="0"/>
              </a:rPr>
              <a:t>"&gt;Acme Web Design&lt;/span&gt;.</a:t>
            </a:r>
            <a:br>
              <a:rPr lang="en-US" b="1" dirty="0">
                <a:solidFill>
                  <a:srgbClr val="FF0000"/>
                </a:solidFill>
                <a:latin typeface="Times New Roman" pitchFamily="18" charset="0"/>
                <a:cs typeface="Times New Roman" pitchFamily="18" charset="0"/>
              </a:rPr>
            </a:br>
            <a:r>
              <a:rPr lang="en-US" b="1" dirty="0">
                <a:solidFill>
                  <a:srgbClr val="FF0000"/>
                </a:solidFill>
                <a:latin typeface="Times New Roman" pitchFamily="18" charset="0"/>
                <a:cs typeface="Times New Roman" pitchFamily="18" charset="0"/>
              </a:rPr>
              <a:t>We will work with you to build your Web site.&lt;/p&gt;</a:t>
            </a:r>
          </a:p>
        </p:txBody>
      </p:sp>
      <p:sp>
        <p:nvSpPr>
          <p:cNvPr id="72710" name="Slide Number Placeholder 5">
            <a:extLst>
              <a:ext uri="{FF2B5EF4-FFF2-40B4-BE49-F238E27FC236}">
                <a16:creationId xmlns:a16="http://schemas.microsoft.com/office/drawing/2014/main" id="{132AA483-036C-4178-8EB6-2E2EA43B34D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9831F6D7-7B22-4EC7-AA5E-0A7ABE1ED40C}" type="slidenum">
              <a:rPr lang="en-US" altLang="en-US" sz="1100">
                <a:solidFill>
                  <a:srgbClr val="4D4D4D"/>
                </a:solidFill>
                <a:latin typeface="Times New Roman" panose="02020603050405020304" pitchFamily="18" charset="0"/>
              </a:rPr>
              <a:pPr>
                <a:spcBef>
                  <a:spcPct val="0"/>
                </a:spcBef>
                <a:buClrTx/>
                <a:buSzTx/>
                <a:buFontTx/>
                <a:buNone/>
              </a:pPr>
              <a:t>40</a:t>
            </a:fld>
            <a:endParaRPr lang="en-US" altLang="en-US" sz="1100">
              <a:solidFill>
                <a:srgbClr val="4D4D4D"/>
              </a:solidFill>
              <a:latin typeface="Times New Roman" panose="02020603050405020304" pitchFamily="18" charset="0"/>
            </a:endParaRPr>
          </a:p>
        </p:txBody>
      </p:sp>
      <p:pic>
        <p:nvPicPr>
          <p:cNvPr id="111618" name="Picture 2">
            <a:extLst>
              <a:ext uri="{FF2B5EF4-FFF2-40B4-BE49-F238E27FC236}">
                <a16:creationId xmlns:a16="http://schemas.microsoft.com/office/drawing/2014/main" id="{A60D305E-62D4-4A06-858F-44E685AB1777}"/>
              </a:ext>
            </a:extLst>
          </p:cNvPr>
          <p:cNvPicPr>
            <a:picLocks noChangeAspect="1" noChangeArrowheads="1"/>
          </p:cNvPicPr>
          <p:nvPr/>
        </p:nvPicPr>
        <p:blipFill>
          <a:blip r:embed="rId3"/>
          <a:srcRect/>
          <a:stretch>
            <a:fillRect/>
          </a:stretch>
        </p:blipFill>
        <p:spPr bwMode="auto">
          <a:xfrm>
            <a:off x="1143000" y="5029200"/>
            <a:ext cx="5419725" cy="1485900"/>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050">
            <a:extLst>
              <a:ext uri="{FF2B5EF4-FFF2-40B4-BE49-F238E27FC236}">
                <a16:creationId xmlns:a16="http://schemas.microsoft.com/office/drawing/2014/main" id="{B739A7E5-1971-44AF-8443-5BAEB30429AD}"/>
              </a:ext>
            </a:extLst>
          </p:cNvPr>
          <p:cNvSpPr>
            <a:spLocks noGrp="1" noChangeArrowheads="1"/>
          </p:cNvSpPr>
          <p:nvPr>
            <p:ph type="title"/>
          </p:nvPr>
        </p:nvSpPr>
        <p:spPr>
          <a:xfrm>
            <a:off x="2597150" y="76200"/>
            <a:ext cx="6308725" cy="1066800"/>
          </a:xfrm>
        </p:spPr>
        <p:txBody>
          <a:bodyPr/>
          <a:lstStyle/>
          <a:p>
            <a:pPr algn="r" eaLnBrk="1" fontAlgn="auto" hangingPunct="1">
              <a:spcAft>
                <a:spcPts val="0"/>
              </a:spcAft>
              <a:defRPr/>
            </a:pPr>
            <a:r>
              <a:rPr lang="en-US" dirty="0">
                <a:solidFill>
                  <a:schemeClr val="tx2">
                    <a:satMod val="130000"/>
                  </a:schemeClr>
                </a:solidFill>
              </a:rPr>
              <a:t>External Style Sheets - 1</a:t>
            </a:r>
          </a:p>
        </p:txBody>
      </p:sp>
      <p:sp>
        <p:nvSpPr>
          <p:cNvPr id="74755" name="Rectangle 2051">
            <a:extLst>
              <a:ext uri="{FF2B5EF4-FFF2-40B4-BE49-F238E27FC236}">
                <a16:creationId xmlns:a16="http://schemas.microsoft.com/office/drawing/2014/main" id="{0BDFCF06-AB0F-49FB-8BE4-CBBDD8605582}"/>
              </a:ext>
            </a:extLst>
          </p:cNvPr>
          <p:cNvSpPr>
            <a:spLocks noGrp="1" noChangeArrowheads="1"/>
          </p:cNvSpPr>
          <p:nvPr>
            <p:ph idx="1"/>
          </p:nvPr>
        </p:nvSpPr>
        <p:spPr>
          <a:xfrm>
            <a:off x="609600" y="1066800"/>
            <a:ext cx="7239000" cy="5257800"/>
          </a:xfrm>
        </p:spPr>
        <p:txBody>
          <a:bodyPr/>
          <a:lstStyle/>
          <a:p>
            <a:pPr eaLnBrk="1" hangingPunct="1"/>
            <a:r>
              <a:rPr lang="en-US" altLang="en-US" sz="3200">
                <a:latin typeface="Arial" panose="020B0604020202020204" pitchFamily="34" charset="0"/>
                <a:cs typeface="Arial" panose="020B0604020202020204" pitchFamily="34" charset="0"/>
              </a:rPr>
              <a:t>CSS style rules are contained in a text file separate from the HTML documents. </a:t>
            </a:r>
          </a:p>
          <a:p>
            <a:pPr eaLnBrk="1" hangingPunct="1">
              <a:buFont typeface="Wingdings" panose="05000000000000000000" pitchFamily="2" charset="2"/>
              <a:buNone/>
            </a:pPr>
            <a:endParaRPr lang="en-US" altLang="en-US" sz="3200">
              <a:latin typeface="Arial" panose="020B0604020202020204" pitchFamily="34" charset="0"/>
              <a:cs typeface="Arial" panose="020B0604020202020204" pitchFamily="34" charset="0"/>
            </a:endParaRPr>
          </a:p>
          <a:p>
            <a:pPr eaLnBrk="1" hangingPunct="1"/>
            <a:r>
              <a:rPr lang="en-US" altLang="en-US" sz="3200">
                <a:latin typeface="Arial" panose="020B0604020202020204" pitchFamily="34" charset="0"/>
                <a:cs typeface="Arial" panose="020B0604020202020204" pitchFamily="34" charset="0"/>
              </a:rPr>
              <a:t>The External Style Sheet text file: </a:t>
            </a:r>
          </a:p>
          <a:p>
            <a:pPr lvl="1" eaLnBrk="1" hangingPunct="1"/>
            <a:r>
              <a:rPr lang="en-US" altLang="en-US" sz="2400">
                <a:latin typeface="Arial" panose="020B0604020202020204" pitchFamily="34" charset="0"/>
                <a:cs typeface="Arial" panose="020B0604020202020204" pitchFamily="34" charset="0"/>
              </a:rPr>
              <a:t>extension ".css" </a:t>
            </a:r>
          </a:p>
          <a:p>
            <a:pPr lvl="1" eaLnBrk="1" hangingPunct="1"/>
            <a:r>
              <a:rPr lang="en-US" altLang="en-US" sz="2400">
                <a:latin typeface="Arial" panose="020B0604020202020204" pitchFamily="34" charset="0"/>
                <a:cs typeface="Arial" panose="020B0604020202020204" pitchFamily="34" charset="0"/>
              </a:rPr>
              <a:t>contains only style rules</a:t>
            </a:r>
          </a:p>
          <a:p>
            <a:pPr lvl="1" eaLnBrk="1" hangingPunct="1"/>
            <a:r>
              <a:rPr lang="en-US" altLang="en-US" sz="2400">
                <a:latin typeface="Arial" panose="020B0604020202020204" pitchFamily="34" charset="0"/>
                <a:cs typeface="Arial" panose="020B0604020202020204" pitchFamily="34" charset="0"/>
              </a:rPr>
              <a:t>does not contain any HTML tags</a:t>
            </a:r>
          </a:p>
          <a:p>
            <a:pPr lvl="1" eaLnBrk="1" hangingPunct="1">
              <a:buFont typeface="Wingdings" panose="05000000000000000000" pitchFamily="2" charset="2"/>
              <a:buNone/>
            </a:pPr>
            <a:endParaRPr lang="en-US" altLang="en-US">
              <a:latin typeface="Arial" panose="020B0604020202020204" pitchFamily="34" charset="0"/>
              <a:cs typeface="Arial" panose="020B0604020202020204" pitchFamily="34" charset="0"/>
            </a:endParaRPr>
          </a:p>
          <a:p>
            <a:pPr eaLnBrk="1" hangingPunct="1">
              <a:buFont typeface="Wingdings" panose="05000000000000000000" pitchFamily="2" charset="2"/>
              <a:buNone/>
            </a:pPr>
            <a:endParaRPr lang="en-US" altLang="en-US"/>
          </a:p>
        </p:txBody>
      </p:sp>
      <p:sp>
        <p:nvSpPr>
          <p:cNvPr id="74756" name="Slide Number Placeholder 5">
            <a:extLst>
              <a:ext uri="{FF2B5EF4-FFF2-40B4-BE49-F238E27FC236}">
                <a16:creationId xmlns:a16="http://schemas.microsoft.com/office/drawing/2014/main" id="{3DBDD2C3-B2F9-41BB-B587-E80840878E6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F6101D01-54BD-45CE-A811-6D464E3AEE4A}" type="slidenum">
              <a:rPr lang="en-US" altLang="en-US" sz="1100">
                <a:solidFill>
                  <a:srgbClr val="4D4D4D"/>
                </a:solidFill>
                <a:latin typeface="Times New Roman" panose="02020603050405020304" pitchFamily="18" charset="0"/>
              </a:rPr>
              <a:pPr>
                <a:spcBef>
                  <a:spcPct val="0"/>
                </a:spcBef>
                <a:buClrTx/>
                <a:buSzTx/>
                <a:buFontTx/>
                <a:buNone/>
              </a:pPr>
              <a:t>41</a:t>
            </a:fld>
            <a:endParaRPr lang="en-US" altLang="en-US" sz="1100">
              <a:solidFill>
                <a:srgbClr val="4D4D4D"/>
              </a:solidFill>
              <a:latin typeface="Times New Roman" panose="02020603050405020304" pitchFamily="18" charset="0"/>
            </a:endParaRP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AutoShape 16">
            <a:extLst>
              <a:ext uri="{FF2B5EF4-FFF2-40B4-BE49-F238E27FC236}">
                <a16:creationId xmlns:a16="http://schemas.microsoft.com/office/drawing/2014/main" id="{F451C3EE-FA61-400F-8804-C524361C0FA2}"/>
              </a:ext>
            </a:extLst>
          </p:cNvPr>
          <p:cNvSpPr>
            <a:spLocks noChangeArrowheads="1"/>
          </p:cNvSpPr>
          <p:nvPr/>
        </p:nvSpPr>
        <p:spPr bwMode="auto">
          <a:xfrm>
            <a:off x="4572000" y="2438400"/>
            <a:ext cx="4343400" cy="4114800"/>
          </a:xfrm>
          <a:prstGeom prst="leftArrowCallout">
            <a:avLst>
              <a:gd name="adj1" fmla="val 25000"/>
              <a:gd name="adj2" fmla="val 25000"/>
              <a:gd name="adj3" fmla="val 19137"/>
              <a:gd name="adj4" fmla="val 66667"/>
            </a:avLst>
          </a:prstGeom>
          <a:solidFill>
            <a:schemeClr val="hlink">
              <a:alpha val="3019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endParaRPr lang="en-US" altLang="en-US" sz="2400">
              <a:solidFill>
                <a:srgbClr val="FF0000"/>
              </a:solidFill>
              <a:latin typeface="Times New Roman" panose="02020603050405020304" pitchFamily="18" charset="0"/>
            </a:endParaRPr>
          </a:p>
        </p:txBody>
      </p:sp>
      <p:sp>
        <p:nvSpPr>
          <p:cNvPr id="243726" name="Text Box 14">
            <a:extLst>
              <a:ext uri="{FF2B5EF4-FFF2-40B4-BE49-F238E27FC236}">
                <a16:creationId xmlns:a16="http://schemas.microsoft.com/office/drawing/2014/main" id="{8B024203-D6E7-456C-A04C-A3AECCFF8A79}"/>
              </a:ext>
            </a:extLst>
          </p:cNvPr>
          <p:cNvSpPr txBox="1">
            <a:spLocks noChangeArrowheads="1"/>
          </p:cNvSpPr>
          <p:nvPr/>
        </p:nvSpPr>
        <p:spPr bwMode="auto">
          <a:xfrm>
            <a:off x="228600" y="3124200"/>
            <a:ext cx="4343400" cy="2246313"/>
          </a:xfrm>
          <a:prstGeom prst="rect">
            <a:avLst/>
          </a:prstGeom>
          <a:solidFill>
            <a:schemeClr val="accent1">
              <a:lumMod val="40000"/>
              <a:lumOff val="60000"/>
            </a:schemeClr>
          </a:solidFill>
          <a:ln w="28575">
            <a:noFill/>
            <a:miter lim="800000"/>
            <a:headEnd/>
            <a:tailEnd/>
          </a:ln>
          <a:effectLst>
            <a:outerShdw blurRad="50800" dist="38100" dir="2700000" algn="tl" rotWithShape="0">
              <a:prstClr val="black">
                <a:alpha val="40000"/>
              </a:prstClr>
            </a:outerShdw>
          </a:effectLst>
        </p:spPr>
        <p:txBody>
          <a:bodyPr>
            <a:spAutoFit/>
          </a:bodyPr>
          <a:lstStyle/>
          <a:p>
            <a:pPr>
              <a:defRPr/>
            </a:pPr>
            <a:r>
              <a:rPr lang="en-US" sz="2000" b="1" dirty="0">
                <a:solidFill>
                  <a:srgbClr val="FF0000"/>
                </a:solidFill>
              </a:rPr>
              <a:t>body {background-color:#E6E6FA;</a:t>
            </a:r>
          </a:p>
          <a:p>
            <a:pPr>
              <a:defRPr/>
            </a:pPr>
            <a:r>
              <a:rPr lang="en-US" sz="2000" b="1" dirty="0">
                <a:solidFill>
                  <a:srgbClr val="FF0000"/>
                </a:solidFill>
              </a:rPr>
              <a:t>          	 color:#000000;</a:t>
            </a:r>
          </a:p>
          <a:p>
            <a:pPr>
              <a:defRPr/>
            </a:pPr>
            <a:r>
              <a:rPr lang="en-US" sz="2000" b="1" dirty="0">
                <a:solidFill>
                  <a:srgbClr val="FF0000"/>
                </a:solidFill>
              </a:rPr>
              <a:t>          	 font-</a:t>
            </a:r>
            <a:r>
              <a:rPr lang="en-US" sz="2000" b="1" dirty="0" err="1">
                <a:solidFill>
                  <a:srgbClr val="FF0000"/>
                </a:solidFill>
              </a:rPr>
              <a:t>family:Arial</a:t>
            </a:r>
            <a:r>
              <a:rPr lang="en-US" sz="2000" b="1" dirty="0">
                <a:solidFill>
                  <a:srgbClr val="FF0000"/>
                </a:solidFill>
              </a:rPr>
              <a:t>, sans-serif;</a:t>
            </a:r>
          </a:p>
          <a:p>
            <a:pPr>
              <a:defRPr/>
            </a:pPr>
            <a:r>
              <a:rPr lang="en-US" sz="2000" b="1" dirty="0">
                <a:solidFill>
                  <a:srgbClr val="FF0000"/>
                </a:solidFill>
              </a:rPr>
              <a:t>          	 font-size:90%; }</a:t>
            </a:r>
          </a:p>
          <a:p>
            <a:pPr>
              <a:defRPr/>
            </a:pPr>
            <a:r>
              <a:rPr lang="en-US" sz="2000" b="1" dirty="0">
                <a:solidFill>
                  <a:srgbClr val="FF0000"/>
                </a:solidFill>
              </a:rPr>
              <a:t>h2 {  color: #003366; }</a:t>
            </a:r>
          </a:p>
          <a:p>
            <a:pPr>
              <a:defRPr/>
            </a:pPr>
            <a:r>
              <a:rPr lang="en-US" sz="2000" b="1" dirty="0">
                <a:solidFill>
                  <a:srgbClr val="FF0000"/>
                </a:solidFill>
              </a:rPr>
              <a:t>.</a:t>
            </a:r>
            <a:r>
              <a:rPr lang="en-US" sz="2000" b="1" dirty="0" err="1">
                <a:solidFill>
                  <a:srgbClr val="FF0000"/>
                </a:solidFill>
              </a:rPr>
              <a:t>nav</a:t>
            </a:r>
            <a:r>
              <a:rPr lang="en-US" sz="2000" b="1" dirty="0">
                <a:solidFill>
                  <a:srgbClr val="FF0000"/>
                </a:solidFill>
              </a:rPr>
              <a:t> { font-size: 16px;</a:t>
            </a:r>
          </a:p>
          <a:p>
            <a:pPr>
              <a:defRPr/>
            </a:pPr>
            <a:r>
              <a:rPr lang="en-US" sz="2000" b="1" dirty="0">
                <a:solidFill>
                  <a:srgbClr val="FF0000"/>
                </a:solidFill>
              </a:rPr>
              <a:t>           font-weight: bold; }</a:t>
            </a:r>
          </a:p>
        </p:txBody>
      </p:sp>
      <p:sp>
        <p:nvSpPr>
          <p:cNvPr id="45061" name="Rectangle 2">
            <a:extLst>
              <a:ext uri="{FF2B5EF4-FFF2-40B4-BE49-F238E27FC236}">
                <a16:creationId xmlns:a16="http://schemas.microsoft.com/office/drawing/2014/main" id="{1D737BDA-96CC-4658-A021-059F5A236D35}"/>
              </a:ext>
            </a:extLst>
          </p:cNvPr>
          <p:cNvSpPr>
            <a:spLocks noGrp="1" noChangeArrowheads="1"/>
          </p:cNvSpPr>
          <p:nvPr>
            <p:ph type="title"/>
          </p:nvPr>
        </p:nvSpPr>
        <p:spPr>
          <a:xfrm>
            <a:off x="2597150" y="76200"/>
            <a:ext cx="6308725" cy="1066800"/>
          </a:xfrm>
        </p:spPr>
        <p:txBody>
          <a:bodyPr/>
          <a:lstStyle/>
          <a:p>
            <a:pPr algn="r" eaLnBrk="1" fontAlgn="auto" hangingPunct="1">
              <a:spcAft>
                <a:spcPts val="0"/>
              </a:spcAft>
              <a:defRPr/>
            </a:pPr>
            <a:r>
              <a:rPr lang="en-US" dirty="0">
                <a:solidFill>
                  <a:schemeClr val="tx2">
                    <a:satMod val="130000"/>
                  </a:schemeClr>
                </a:solidFill>
              </a:rPr>
              <a:t>External Style Sheets - 2</a:t>
            </a:r>
          </a:p>
        </p:txBody>
      </p:sp>
      <p:sp>
        <p:nvSpPr>
          <p:cNvPr id="76805" name="Rectangle 3">
            <a:extLst>
              <a:ext uri="{FF2B5EF4-FFF2-40B4-BE49-F238E27FC236}">
                <a16:creationId xmlns:a16="http://schemas.microsoft.com/office/drawing/2014/main" id="{3AE23550-02CE-47EE-8D2E-C95CFB956CB3}"/>
              </a:ext>
            </a:extLst>
          </p:cNvPr>
          <p:cNvSpPr>
            <a:spLocks noGrp="1" noChangeArrowheads="1"/>
          </p:cNvSpPr>
          <p:nvPr>
            <p:ph idx="1"/>
          </p:nvPr>
        </p:nvSpPr>
        <p:spPr>
          <a:xfrm>
            <a:off x="762000" y="1295400"/>
            <a:ext cx="7239000" cy="5257800"/>
          </a:xfrm>
        </p:spPr>
        <p:txBody>
          <a:bodyPr/>
          <a:lstStyle/>
          <a:p>
            <a:pPr lvl="1" eaLnBrk="1" hangingPunct="1"/>
            <a:r>
              <a:rPr lang="en-US" altLang="en-US" sz="2800" dirty="0">
                <a:latin typeface="Arial" panose="020B0604020202020204" pitchFamily="34" charset="0"/>
                <a:cs typeface="Arial" panose="020B0604020202020204" pitchFamily="34" charset="0"/>
              </a:rPr>
              <a:t>Multiple web pages can associate with the same external style sheet file.</a:t>
            </a:r>
          </a:p>
          <a:p>
            <a:pPr eaLnBrk="1" hangingPunct="1">
              <a:buFont typeface="Wingdings" panose="05000000000000000000" pitchFamily="2" charset="2"/>
              <a:buNone/>
            </a:pPr>
            <a:endParaRPr lang="en-US" altLang="en-US" dirty="0"/>
          </a:p>
        </p:txBody>
      </p:sp>
      <p:sp>
        <p:nvSpPr>
          <p:cNvPr id="76806" name="Slide Number Placeholder 5">
            <a:extLst>
              <a:ext uri="{FF2B5EF4-FFF2-40B4-BE49-F238E27FC236}">
                <a16:creationId xmlns:a16="http://schemas.microsoft.com/office/drawing/2014/main" id="{F95C32EB-E3D4-4364-9441-3E2255E5BAF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4E632CF2-D46B-444C-BB7E-A07B29B03970}" type="slidenum">
              <a:rPr lang="en-US" altLang="en-US" sz="1100">
                <a:solidFill>
                  <a:srgbClr val="4D4D4D"/>
                </a:solidFill>
                <a:latin typeface="Times New Roman" panose="02020603050405020304" pitchFamily="18" charset="0"/>
              </a:rPr>
              <a:pPr>
                <a:spcBef>
                  <a:spcPct val="0"/>
                </a:spcBef>
                <a:buClrTx/>
                <a:buSzTx/>
                <a:buFontTx/>
                <a:buNone/>
              </a:pPr>
              <a:t>42</a:t>
            </a:fld>
            <a:endParaRPr lang="en-US" altLang="en-US" sz="1100">
              <a:solidFill>
                <a:srgbClr val="4D4D4D"/>
              </a:solidFill>
              <a:latin typeface="Times New Roman" panose="02020603050405020304" pitchFamily="18" charset="0"/>
            </a:endParaRPr>
          </a:p>
        </p:txBody>
      </p:sp>
      <p:sp>
        <p:nvSpPr>
          <p:cNvPr id="243723" name="AutoShape 11">
            <a:extLst>
              <a:ext uri="{FF2B5EF4-FFF2-40B4-BE49-F238E27FC236}">
                <a16:creationId xmlns:a16="http://schemas.microsoft.com/office/drawing/2014/main" id="{44C68C41-B85F-4E71-AC4C-3438D2F59F90}"/>
              </a:ext>
            </a:extLst>
          </p:cNvPr>
          <p:cNvSpPr>
            <a:spLocks noChangeArrowheads="1"/>
          </p:cNvSpPr>
          <p:nvPr/>
        </p:nvSpPr>
        <p:spPr bwMode="auto">
          <a:xfrm>
            <a:off x="7391400" y="4894263"/>
            <a:ext cx="1447800" cy="1219200"/>
          </a:xfrm>
          <a:prstGeom prst="roundRect">
            <a:avLst>
              <a:gd name="adj" fmla="val 16667"/>
            </a:avLst>
          </a:prstGeom>
          <a:solidFill>
            <a:srgbClr val="EAEAEA"/>
          </a:solidFill>
          <a:ln w="9525">
            <a:solidFill>
              <a:schemeClr val="accent1">
                <a:lumMod val="50000"/>
              </a:schemeClr>
            </a:solidFill>
            <a:miter lim="800000"/>
            <a:headEnd/>
            <a:tailEnd/>
          </a:ln>
          <a:effectLst>
            <a:outerShdw dist="107763" dir="2700000" algn="ctr" rotWithShape="0">
              <a:schemeClr val="bg2">
                <a:alpha val="50000"/>
              </a:schemeClr>
            </a:outerShdw>
          </a:effectLst>
        </p:spPr>
        <p:txBody>
          <a:bodyPr wrap="none" anchor="ctr"/>
          <a:lstStyle/>
          <a:p>
            <a:pPr algn="ctr">
              <a:defRPr/>
            </a:pPr>
            <a:endParaRPr lang="en-US" sz="1800">
              <a:solidFill>
                <a:srgbClr val="FF0000"/>
              </a:solidFill>
            </a:endParaRPr>
          </a:p>
        </p:txBody>
      </p:sp>
      <p:sp>
        <p:nvSpPr>
          <p:cNvPr id="76808" name="Text Box 13">
            <a:extLst>
              <a:ext uri="{FF2B5EF4-FFF2-40B4-BE49-F238E27FC236}">
                <a16:creationId xmlns:a16="http://schemas.microsoft.com/office/drawing/2014/main" id="{0388BCDC-D99C-4F53-A7F7-D1B2B64F9C86}"/>
              </a:ext>
            </a:extLst>
          </p:cNvPr>
          <p:cNvSpPr txBox="1">
            <a:spLocks noChangeArrowheads="1"/>
          </p:cNvSpPr>
          <p:nvPr/>
        </p:nvSpPr>
        <p:spPr bwMode="auto">
          <a:xfrm>
            <a:off x="1676400" y="2514600"/>
            <a:ext cx="1073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r>
              <a:rPr lang="en-US" altLang="en-US" sz="2400">
                <a:latin typeface="Times New Roman" panose="02020603050405020304" pitchFamily="18" charset="0"/>
              </a:rPr>
              <a:t>site.css</a:t>
            </a:r>
          </a:p>
        </p:txBody>
      </p:sp>
      <p:sp>
        <p:nvSpPr>
          <p:cNvPr id="243718" name="AutoShape 6">
            <a:extLst>
              <a:ext uri="{FF2B5EF4-FFF2-40B4-BE49-F238E27FC236}">
                <a16:creationId xmlns:a16="http://schemas.microsoft.com/office/drawing/2014/main" id="{2A37721F-6955-4795-85EE-14787BBA9968}"/>
              </a:ext>
            </a:extLst>
          </p:cNvPr>
          <p:cNvSpPr>
            <a:spLocks noChangeArrowheads="1"/>
          </p:cNvSpPr>
          <p:nvPr/>
        </p:nvSpPr>
        <p:spPr bwMode="auto">
          <a:xfrm>
            <a:off x="6172200" y="2667000"/>
            <a:ext cx="1447800" cy="1066800"/>
          </a:xfrm>
          <a:prstGeom prst="roundRect">
            <a:avLst>
              <a:gd name="adj" fmla="val 16667"/>
            </a:avLst>
          </a:prstGeom>
          <a:solidFill>
            <a:srgbClr val="EAEAEA"/>
          </a:solidFill>
          <a:ln w="9525">
            <a:solidFill>
              <a:schemeClr val="accent1">
                <a:lumMod val="50000"/>
              </a:schemeClr>
            </a:solidFill>
            <a:miter lim="800000"/>
            <a:headEnd/>
            <a:tailEnd/>
          </a:ln>
          <a:effectLst>
            <a:outerShdw dist="107763" dir="2700000" algn="ctr" rotWithShape="0">
              <a:schemeClr val="bg2">
                <a:alpha val="50000"/>
              </a:schemeClr>
            </a:outerShdw>
          </a:effectLst>
        </p:spPr>
        <p:txBody>
          <a:bodyPr wrap="none" anchor="ctr"/>
          <a:lstStyle/>
          <a:p>
            <a:pPr algn="ctr">
              <a:defRPr/>
            </a:pPr>
            <a:r>
              <a:rPr lang="en-US" dirty="0">
                <a:solidFill>
                  <a:srgbClr val="FF0000"/>
                </a:solidFill>
              </a:rPr>
              <a:t>index.html</a:t>
            </a:r>
          </a:p>
        </p:txBody>
      </p:sp>
      <p:sp>
        <p:nvSpPr>
          <p:cNvPr id="243719" name="AutoShape 7">
            <a:extLst>
              <a:ext uri="{FF2B5EF4-FFF2-40B4-BE49-F238E27FC236}">
                <a16:creationId xmlns:a16="http://schemas.microsoft.com/office/drawing/2014/main" id="{7DBAE03C-9B8B-4ACF-B8FD-4228891356DD}"/>
              </a:ext>
            </a:extLst>
          </p:cNvPr>
          <p:cNvSpPr>
            <a:spLocks noChangeArrowheads="1"/>
          </p:cNvSpPr>
          <p:nvPr/>
        </p:nvSpPr>
        <p:spPr bwMode="auto">
          <a:xfrm>
            <a:off x="6515100" y="3429000"/>
            <a:ext cx="1485900" cy="1066800"/>
          </a:xfrm>
          <a:prstGeom prst="roundRect">
            <a:avLst>
              <a:gd name="adj" fmla="val 16667"/>
            </a:avLst>
          </a:prstGeom>
          <a:solidFill>
            <a:srgbClr val="EAEAEA"/>
          </a:solidFill>
          <a:ln w="9525">
            <a:solidFill>
              <a:schemeClr val="accent1">
                <a:lumMod val="50000"/>
              </a:schemeClr>
            </a:solidFill>
            <a:miter lim="800000"/>
            <a:headEnd/>
            <a:tailEnd/>
          </a:ln>
          <a:effectLst>
            <a:outerShdw dist="107763" dir="2700000" algn="ctr" rotWithShape="0">
              <a:schemeClr val="bg2">
                <a:alpha val="50000"/>
              </a:schemeClr>
            </a:outerShdw>
          </a:effectLst>
        </p:spPr>
        <p:txBody>
          <a:bodyPr wrap="none" anchor="ctr"/>
          <a:lstStyle/>
          <a:p>
            <a:pPr algn="ctr">
              <a:defRPr/>
            </a:pPr>
            <a:r>
              <a:rPr lang="en-US" dirty="0">
                <a:solidFill>
                  <a:srgbClr val="FF0000"/>
                </a:solidFill>
              </a:rPr>
              <a:t>clients.html</a:t>
            </a:r>
          </a:p>
        </p:txBody>
      </p:sp>
      <p:sp>
        <p:nvSpPr>
          <p:cNvPr id="243720" name="AutoShape 8">
            <a:extLst>
              <a:ext uri="{FF2B5EF4-FFF2-40B4-BE49-F238E27FC236}">
                <a16:creationId xmlns:a16="http://schemas.microsoft.com/office/drawing/2014/main" id="{B58DD410-FA88-45C3-BEDC-0B6BD5B68C3F}"/>
              </a:ext>
            </a:extLst>
          </p:cNvPr>
          <p:cNvSpPr>
            <a:spLocks noChangeArrowheads="1"/>
          </p:cNvSpPr>
          <p:nvPr/>
        </p:nvSpPr>
        <p:spPr bwMode="auto">
          <a:xfrm>
            <a:off x="6896100" y="4246563"/>
            <a:ext cx="1503363" cy="1066800"/>
          </a:xfrm>
          <a:prstGeom prst="roundRect">
            <a:avLst>
              <a:gd name="adj" fmla="val 16667"/>
            </a:avLst>
          </a:prstGeom>
          <a:solidFill>
            <a:srgbClr val="EAEAEA"/>
          </a:solidFill>
          <a:ln w="9525">
            <a:solidFill>
              <a:schemeClr val="accent1">
                <a:lumMod val="50000"/>
              </a:schemeClr>
            </a:solidFill>
            <a:miter lim="800000"/>
            <a:headEnd/>
            <a:tailEnd/>
          </a:ln>
          <a:effectLst>
            <a:outerShdw dist="107763" dir="2700000" algn="ctr" rotWithShape="0">
              <a:schemeClr val="bg2">
                <a:alpha val="50000"/>
              </a:schemeClr>
            </a:outerShdw>
          </a:effectLst>
        </p:spPr>
        <p:txBody>
          <a:bodyPr wrap="none" anchor="ctr"/>
          <a:lstStyle/>
          <a:p>
            <a:pPr algn="ctr">
              <a:defRPr/>
            </a:pPr>
            <a:r>
              <a:rPr lang="en-US" dirty="0">
                <a:solidFill>
                  <a:srgbClr val="FF0000"/>
                </a:solidFill>
              </a:rPr>
              <a:t>about.html</a:t>
            </a:r>
          </a:p>
        </p:txBody>
      </p:sp>
      <p:sp>
        <p:nvSpPr>
          <p:cNvPr id="39948" name="Text Box 17">
            <a:extLst>
              <a:ext uri="{FF2B5EF4-FFF2-40B4-BE49-F238E27FC236}">
                <a16:creationId xmlns:a16="http://schemas.microsoft.com/office/drawing/2014/main" id="{C9836912-89E3-4396-AA3F-7AE454F31EF9}"/>
              </a:ext>
            </a:extLst>
          </p:cNvPr>
          <p:cNvSpPr txBox="1">
            <a:spLocks noChangeArrowheads="1"/>
          </p:cNvSpPr>
          <p:nvPr/>
        </p:nvSpPr>
        <p:spPr bwMode="auto">
          <a:xfrm>
            <a:off x="7772400" y="5638800"/>
            <a:ext cx="893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r>
              <a:rPr lang="en-US" dirty="0">
                <a:solidFill>
                  <a:srgbClr val="FF0000"/>
                </a:solidFill>
              </a:rPr>
              <a:t>Etc…</a:t>
            </a: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a:extLst>
              <a:ext uri="{FF2B5EF4-FFF2-40B4-BE49-F238E27FC236}">
                <a16:creationId xmlns:a16="http://schemas.microsoft.com/office/drawing/2014/main" id="{43C70D69-5257-4480-9EAA-35D03CAC7AA2}"/>
              </a:ext>
            </a:extLst>
          </p:cNvPr>
          <p:cNvSpPr>
            <a:spLocks noGrp="1" noChangeArrowheads="1"/>
          </p:cNvSpPr>
          <p:nvPr>
            <p:ph type="title"/>
          </p:nvPr>
        </p:nvSpPr>
        <p:spPr>
          <a:xfrm>
            <a:off x="2597150" y="76200"/>
            <a:ext cx="6308725" cy="1066800"/>
          </a:xfrm>
        </p:spPr>
        <p:txBody>
          <a:bodyPr/>
          <a:lstStyle/>
          <a:p>
            <a:pPr algn="r" eaLnBrk="1" fontAlgn="auto" hangingPunct="1">
              <a:spcAft>
                <a:spcPts val="0"/>
              </a:spcAft>
              <a:defRPr/>
            </a:pPr>
            <a:r>
              <a:rPr lang="en-US" dirty="0">
                <a:solidFill>
                  <a:schemeClr val="tx2">
                    <a:satMod val="130000"/>
                  </a:schemeClr>
                </a:solidFill>
              </a:rPr>
              <a:t>link Element</a:t>
            </a:r>
          </a:p>
        </p:txBody>
      </p:sp>
      <p:sp>
        <p:nvSpPr>
          <p:cNvPr id="78851" name="Rectangle 3">
            <a:extLst>
              <a:ext uri="{FF2B5EF4-FFF2-40B4-BE49-F238E27FC236}">
                <a16:creationId xmlns:a16="http://schemas.microsoft.com/office/drawing/2014/main" id="{440B34F5-5B95-4123-BFC0-776356E165D4}"/>
              </a:ext>
            </a:extLst>
          </p:cNvPr>
          <p:cNvSpPr>
            <a:spLocks noGrp="1" noChangeArrowheads="1"/>
          </p:cNvSpPr>
          <p:nvPr>
            <p:ph idx="1"/>
          </p:nvPr>
        </p:nvSpPr>
        <p:spPr>
          <a:xfrm>
            <a:off x="762000" y="1143000"/>
            <a:ext cx="7239000" cy="5257800"/>
          </a:xfrm>
        </p:spPr>
        <p:txBody>
          <a:bodyPr/>
          <a:lstStyle/>
          <a:p>
            <a:pPr eaLnBrk="1" hangingPunct="1"/>
            <a:r>
              <a:rPr lang="en-US" altLang="en-US" sz="3200" dirty="0">
                <a:latin typeface="Arial" panose="020B0604020202020204" pitchFamily="34" charset="0"/>
                <a:cs typeface="Arial" panose="020B0604020202020204" pitchFamily="34" charset="0"/>
              </a:rPr>
              <a:t>A self-contained tag </a:t>
            </a:r>
          </a:p>
          <a:p>
            <a:pPr eaLnBrk="1" hangingPunct="1"/>
            <a:r>
              <a:rPr lang="en-US" altLang="en-US" sz="3200" dirty="0">
                <a:latin typeface="Arial" panose="020B0604020202020204" pitchFamily="34" charset="0"/>
                <a:cs typeface="Arial" panose="020B0604020202020204" pitchFamily="34" charset="0"/>
              </a:rPr>
              <a:t>Placed in the header section</a:t>
            </a:r>
          </a:p>
          <a:p>
            <a:pPr eaLnBrk="1" hangingPunct="1"/>
            <a:r>
              <a:rPr lang="en-US" altLang="en-US" sz="3200" dirty="0">
                <a:latin typeface="Arial" panose="020B0604020202020204" pitchFamily="34" charset="0"/>
                <a:cs typeface="Arial" panose="020B0604020202020204" pitchFamily="34" charset="0"/>
              </a:rPr>
              <a:t>Purpose: associates the external style sheet file with the web page. </a:t>
            </a:r>
          </a:p>
          <a:p>
            <a:pPr eaLnBrk="1" hangingPunct="1"/>
            <a:r>
              <a:rPr lang="en-US" altLang="en-US" sz="3200" dirty="0">
                <a:latin typeface="Arial" panose="020B0604020202020204" pitchFamily="34" charset="0"/>
                <a:cs typeface="Arial" panose="020B0604020202020204" pitchFamily="34" charset="0"/>
              </a:rPr>
              <a:t>Example:</a:t>
            </a:r>
          </a:p>
          <a:p>
            <a:pPr eaLnBrk="1" hangingPunct="1">
              <a:buFont typeface="Wingdings" panose="05000000000000000000" pitchFamily="2" charset="2"/>
              <a:buNone/>
            </a:pPr>
            <a:endParaRPr lang="en-US" altLang="en-US" dirty="0">
              <a:latin typeface="Courier New" panose="02070309020205020404" pitchFamily="49" charset="0"/>
            </a:endParaRPr>
          </a:p>
        </p:txBody>
      </p:sp>
      <p:sp>
        <p:nvSpPr>
          <p:cNvPr id="78852" name="Slide Number Placeholder 5">
            <a:extLst>
              <a:ext uri="{FF2B5EF4-FFF2-40B4-BE49-F238E27FC236}">
                <a16:creationId xmlns:a16="http://schemas.microsoft.com/office/drawing/2014/main" id="{11CEFDE4-213B-4A2C-B505-22C9D7773A9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EFCD8697-62B3-4FE5-8895-34B5A64F5235}" type="slidenum">
              <a:rPr lang="en-US" altLang="en-US" sz="1100">
                <a:solidFill>
                  <a:srgbClr val="4D4D4D"/>
                </a:solidFill>
                <a:latin typeface="Times New Roman" panose="02020603050405020304" pitchFamily="18" charset="0"/>
              </a:rPr>
              <a:pPr>
                <a:spcBef>
                  <a:spcPct val="0"/>
                </a:spcBef>
                <a:buClrTx/>
                <a:buSzTx/>
                <a:buFontTx/>
                <a:buNone/>
              </a:pPr>
              <a:t>43</a:t>
            </a:fld>
            <a:endParaRPr lang="en-US" altLang="en-US" sz="1100">
              <a:solidFill>
                <a:srgbClr val="4D4D4D"/>
              </a:solidFill>
              <a:latin typeface="Times New Roman" panose="02020603050405020304" pitchFamily="18" charset="0"/>
            </a:endParaRPr>
          </a:p>
        </p:txBody>
      </p:sp>
      <p:sp>
        <p:nvSpPr>
          <p:cNvPr id="78853" name="Rectangle 5">
            <a:extLst>
              <a:ext uri="{FF2B5EF4-FFF2-40B4-BE49-F238E27FC236}">
                <a16:creationId xmlns:a16="http://schemas.microsoft.com/office/drawing/2014/main" id="{A2B9FAAA-2744-4FBC-A0C4-2F8ACC1FFD11}"/>
              </a:ext>
            </a:extLst>
          </p:cNvPr>
          <p:cNvSpPr>
            <a:spLocks noChangeArrowheads="1"/>
          </p:cNvSpPr>
          <p:nvPr/>
        </p:nvSpPr>
        <p:spPr bwMode="auto">
          <a:xfrm>
            <a:off x="990600" y="4343400"/>
            <a:ext cx="7924800" cy="685800"/>
          </a:xfrm>
          <a:prstGeom prst="rect">
            <a:avLst/>
          </a:prstGeom>
          <a:solidFill>
            <a:srgbClr val="EAEAEA"/>
          </a:solidFill>
          <a:ln w="9525">
            <a:solidFill>
              <a:schemeClr val="tx1"/>
            </a:solidFill>
            <a:miter lim="800000"/>
            <a:headEnd/>
            <a:tailEnd/>
          </a:ln>
        </p:spPr>
        <p:txBody>
          <a:bodyPr wrap="none" anchor="ct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966" name="Text Box 4">
            <a:extLst>
              <a:ext uri="{FF2B5EF4-FFF2-40B4-BE49-F238E27FC236}">
                <a16:creationId xmlns:a16="http://schemas.microsoft.com/office/drawing/2014/main" id="{9C5FE86A-2609-4A0F-83E5-52CA1EC8F859}"/>
              </a:ext>
            </a:extLst>
          </p:cNvPr>
          <p:cNvSpPr txBox="1">
            <a:spLocks noChangeArrowheads="1"/>
          </p:cNvSpPr>
          <p:nvPr/>
        </p:nvSpPr>
        <p:spPr bwMode="auto">
          <a:xfrm>
            <a:off x="990600" y="4313238"/>
            <a:ext cx="8001000" cy="830262"/>
          </a:xfrm>
          <a:prstGeom prst="rect">
            <a:avLst/>
          </a:prstGeom>
          <a:solidFill>
            <a:schemeClr val="hlink">
              <a:alpha val="40000"/>
            </a:schemeClr>
          </a:solidFill>
          <a:ln>
            <a:noFill/>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r>
              <a:rPr lang="en-US" b="1" dirty="0">
                <a:solidFill>
                  <a:srgbClr val="FF0000"/>
                </a:solidFill>
              </a:rPr>
              <a:t>&lt;link </a:t>
            </a:r>
            <a:r>
              <a:rPr lang="en-US" b="1" dirty="0" err="1">
                <a:solidFill>
                  <a:srgbClr val="FF0000"/>
                </a:solidFill>
              </a:rPr>
              <a:t>rel</a:t>
            </a:r>
            <a:r>
              <a:rPr lang="en-US" b="1" dirty="0">
                <a:solidFill>
                  <a:srgbClr val="FF0000"/>
                </a:solidFill>
              </a:rPr>
              <a:t>="</a:t>
            </a:r>
            <a:r>
              <a:rPr lang="en-US" b="1" dirty="0" err="1">
                <a:solidFill>
                  <a:srgbClr val="FF0000"/>
                </a:solidFill>
              </a:rPr>
              <a:t>stylesheet</a:t>
            </a:r>
            <a:r>
              <a:rPr lang="en-US" b="1" dirty="0">
                <a:solidFill>
                  <a:srgbClr val="FF0000"/>
                </a:solidFill>
              </a:rPr>
              <a:t>" href="color.css"&gt;</a:t>
            </a:r>
          </a:p>
          <a:p>
            <a:pPr>
              <a:defRPr/>
            </a:pPr>
            <a:endParaRPr lang="en-US" dirty="0">
              <a:solidFill>
                <a:srgbClr val="FF0000"/>
              </a:solidFill>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9B3D815-EFC5-4279-973D-5E7102E9E739}"/>
              </a:ext>
            </a:extLst>
          </p:cNvPr>
          <p:cNvSpPr/>
          <p:nvPr/>
        </p:nvSpPr>
        <p:spPr bwMode="auto">
          <a:xfrm>
            <a:off x="1228725" y="4733925"/>
            <a:ext cx="7000875" cy="609600"/>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a:lstStyle/>
          <a:p>
            <a:pPr>
              <a:defRPr/>
            </a:pPr>
            <a:endParaRPr lang="en-US"/>
          </a:p>
        </p:txBody>
      </p:sp>
      <p:sp>
        <p:nvSpPr>
          <p:cNvPr id="47107" name="Rectangle 2">
            <a:extLst>
              <a:ext uri="{FF2B5EF4-FFF2-40B4-BE49-F238E27FC236}">
                <a16:creationId xmlns:a16="http://schemas.microsoft.com/office/drawing/2014/main" id="{68F1110A-F411-4C9F-B65B-BF3F794D4194}"/>
              </a:ext>
            </a:extLst>
          </p:cNvPr>
          <p:cNvSpPr>
            <a:spLocks noGrp="1" noChangeArrowheads="1"/>
          </p:cNvSpPr>
          <p:nvPr>
            <p:ph type="title"/>
          </p:nvPr>
        </p:nvSpPr>
        <p:spPr>
          <a:xfrm>
            <a:off x="1257300" y="0"/>
            <a:ext cx="7772400" cy="1143000"/>
          </a:xfrm>
        </p:spPr>
        <p:txBody>
          <a:bodyPr/>
          <a:lstStyle/>
          <a:p>
            <a:pPr algn="r" eaLnBrk="1" fontAlgn="auto" hangingPunct="1">
              <a:spcAft>
                <a:spcPts val="0"/>
              </a:spcAft>
              <a:defRPr/>
            </a:pPr>
            <a:r>
              <a:rPr lang="en-US" dirty="0">
                <a:solidFill>
                  <a:schemeClr val="tx2">
                    <a:satMod val="130000"/>
                  </a:schemeClr>
                </a:solidFill>
              </a:rPr>
              <a:t>Using an External Style Sheet</a:t>
            </a:r>
          </a:p>
        </p:txBody>
      </p:sp>
      <p:sp>
        <p:nvSpPr>
          <p:cNvPr id="41988" name="Rectangle 3">
            <a:extLst>
              <a:ext uri="{FF2B5EF4-FFF2-40B4-BE49-F238E27FC236}">
                <a16:creationId xmlns:a16="http://schemas.microsoft.com/office/drawing/2014/main" id="{87C8446C-D451-4705-8F12-FA23263B76C5}"/>
              </a:ext>
            </a:extLst>
          </p:cNvPr>
          <p:cNvSpPr>
            <a:spLocks noGrp="1" noChangeArrowheads="1"/>
          </p:cNvSpPr>
          <p:nvPr>
            <p:ph idx="1"/>
          </p:nvPr>
        </p:nvSpPr>
        <p:spPr>
          <a:xfrm>
            <a:off x="609600" y="3705225"/>
            <a:ext cx="8724900" cy="2057400"/>
          </a:xfrm>
        </p:spPr>
        <p:txBody>
          <a:bodyPr rtlCol="0">
            <a:normAutofit/>
          </a:bodyPr>
          <a:lstStyle/>
          <a:p>
            <a:pPr indent="-274320" eaLnBrk="1" fontAlgn="auto" hangingPunct="1">
              <a:spcAft>
                <a:spcPts val="0"/>
              </a:spcAft>
              <a:buFont typeface="Wingdings" pitchFamily="2" charset="2"/>
              <a:buNone/>
              <a:defRPr/>
            </a:pPr>
            <a:r>
              <a:rPr lang="en-US" sz="2800" dirty="0">
                <a:latin typeface="Arial" pitchFamily="34" charset="0"/>
                <a:cs typeface="Times New Roman" pitchFamily="18" charset="0"/>
              </a:rPr>
              <a:t>To associate the external style sheet called color.css, the HTML code placed in the head section is:</a:t>
            </a:r>
            <a:br>
              <a:rPr lang="en-US" sz="2800" dirty="0">
                <a:latin typeface="Arial" pitchFamily="34" charset="0"/>
                <a:cs typeface="Times New Roman" pitchFamily="18" charset="0"/>
              </a:rPr>
            </a:br>
            <a:br>
              <a:rPr lang="en-US" sz="1200" dirty="0">
                <a:latin typeface="Arial" pitchFamily="34" charset="0"/>
                <a:cs typeface="Times New Roman" pitchFamily="18" charset="0"/>
              </a:rPr>
            </a:br>
            <a:r>
              <a:rPr lang="en-US" sz="1200" dirty="0">
                <a:solidFill>
                  <a:srgbClr val="FF0000"/>
                </a:solidFill>
                <a:latin typeface="Arial" pitchFamily="34" charset="0"/>
                <a:cs typeface="Times New Roman" pitchFamily="18" charset="0"/>
              </a:rPr>
              <a:t>             </a:t>
            </a:r>
            <a:r>
              <a:rPr lang="en-US" sz="2800" b="1" dirty="0">
                <a:solidFill>
                  <a:srgbClr val="FF0000"/>
                </a:solidFill>
                <a:latin typeface="Times New Roman" pitchFamily="18" charset="0"/>
                <a:cs typeface="Times New Roman" pitchFamily="18" charset="0"/>
              </a:rPr>
              <a:t>&lt;link </a:t>
            </a:r>
            <a:r>
              <a:rPr lang="en-US" sz="2800" b="1" dirty="0" err="1">
                <a:solidFill>
                  <a:srgbClr val="FF0000"/>
                </a:solidFill>
                <a:latin typeface="Times New Roman" pitchFamily="18" charset="0"/>
                <a:cs typeface="Times New Roman" pitchFamily="18" charset="0"/>
              </a:rPr>
              <a:t>rel</a:t>
            </a:r>
            <a:r>
              <a:rPr lang="en-US" sz="2800" b="1" dirty="0">
                <a:solidFill>
                  <a:srgbClr val="FF0000"/>
                </a:solidFill>
                <a:latin typeface="Times New Roman" pitchFamily="18" charset="0"/>
                <a:cs typeface="Times New Roman" pitchFamily="18" charset="0"/>
              </a:rPr>
              <a:t>="</a:t>
            </a:r>
            <a:r>
              <a:rPr lang="en-US" sz="2800" b="1" dirty="0" err="1">
                <a:solidFill>
                  <a:srgbClr val="FF0000"/>
                </a:solidFill>
                <a:latin typeface="Times New Roman" pitchFamily="18" charset="0"/>
                <a:cs typeface="Times New Roman" pitchFamily="18" charset="0"/>
              </a:rPr>
              <a:t>stylesheet</a:t>
            </a:r>
            <a:r>
              <a:rPr lang="en-US" sz="2800" b="1" dirty="0">
                <a:solidFill>
                  <a:srgbClr val="FF0000"/>
                </a:solidFill>
                <a:latin typeface="Times New Roman" pitchFamily="18" charset="0"/>
                <a:cs typeface="Times New Roman" pitchFamily="18" charset="0"/>
              </a:rPr>
              <a:t>" href="color.css"&gt;</a:t>
            </a:r>
            <a:r>
              <a:rPr lang="en-US" sz="2800" dirty="0">
                <a:solidFill>
                  <a:srgbClr val="FF0000"/>
                </a:solidFill>
                <a:latin typeface="Arial" pitchFamily="34" charset="0"/>
                <a:cs typeface="Times New Roman" pitchFamily="18" charset="0"/>
              </a:rPr>
              <a:t> </a:t>
            </a:r>
          </a:p>
        </p:txBody>
      </p:sp>
      <p:sp>
        <p:nvSpPr>
          <p:cNvPr id="80906" name="Slide Number Placeholder 1">
            <a:extLst>
              <a:ext uri="{FF2B5EF4-FFF2-40B4-BE49-F238E27FC236}">
                <a16:creationId xmlns:a16="http://schemas.microsoft.com/office/drawing/2014/main" id="{5F86422F-402D-4175-B05C-228DD05D218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B5C2A60B-52EC-41E8-B9DD-805B1716FE27}" type="slidenum">
              <a:rPr lang="en-US" altLang="en-US" sz="1100">
                <a:solidFill>
                  <a:srgbClr val="4D4D4D"/>
                </a:solidFill>
                <a:latin typeface="Times New Roman" panose="02020603050405020304" pitchFamily="18" charset="0"/>
              </a:rPr>
              <a:pPr>
                <a:spcBef>
                  <a:spcPct val="0"/>
                </a:spcBef>
                <a:buClrTx/>
                <a:buSzTx/>
                <a:buFontTx/>
                <a:buNone/>
              </a:pPr>
              <a:t>44</a:t>
            </a:fld>
            <a:endParaRPr lang="en-US" altLang="en-US" sz="1100">
              <a:solidFill>
                <a:srgbClr val="4D4D4D"/>
              </a:solidFill>
              <a:latin typeface="Times New Roman" panose="02020603050405020304" pitchFamily="18" charset="0"/>
            </a:endParaRPr>
          </a:p>
        </p:txBody>
      </p:sp>
      <p:sp>
        <p:nvSpPr>
          <p:cNvPr id="80901" name="Rectangle 5">
            <a:extLst>
              <a:ext uri="{FF2B5EF4-FFF2-40B4-BE49-F238E27FC236}">
                <a16:creationId xmlns:a16="http://schemas.microsoft.com/office/drawing/2014/main" id="{C6E881C1-AFC9-4A3B-8FF9-190CC84C1D24}"/>
              </a:ext>
            </a:extLst>
          </p:cNvPr>
          <p:cNvSpPr>
            <a:spLocks noChangeArrowheads="1"/>
          </p:cNvSpPr>
          <p:nvPr/>
        </p:nvSpPr>
        <p:spPr bwMode="auto">
          <a:xfrm>
            <a:off x="3548063" y="30908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0902" name="Rectangle 7">
            <a:extLst>
              <a:ext uri="{FF2B5EF4-FFF2-40B4-BE49-F238E27FC236}">
                <a16:creationId xmlns:a16="http://schemas.microsoft.com/office/drawing/2014/main" id="{ACAE30E0-D089-4091-B307-83EE4482EC7B}"/>
              </a:ext>
            </a:extLst>
          </p:cNvPr>
          <p:cNvSpPr>
            <a:spLocks noChangeArrowheads="1"/>
          </p:cNvSpPr>
          <p:nvPr/>
        </p:nvSpPr>
        <p:spPr bwMode="auto">
          <a:xfrm>
            <a:off x="1914525" y="2867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164874" name="Rectangle 10">
            <a:extLst>
              <a:ext uri="{FF2B5EF4-FFF2-40B4-BE49-F238E27FC236}">
                <a16:creationId xmlns:a16="http://schemas.microsoft.com/office/drawing/2014/main" id="{2CC68113-DD96-4461-999D-339E76481F61}"/>
              </a:ext>
            </a:extLst>
          </p:cNvPr>
          <p:cNvSpPr>
            <a:spLocks noChangeArrowheads="1"/>
          </p:cNvSpPr>
          <p:nvPr/>
        </p:nvSpPr>
        <p:spPr bwMode="auto">
          <a:xfrm>
            <a:off x="1228725" y="1714500"/>
            <a:ext cx="5257800" cy="1600200"/>
          </a:xfrm>
          <a:prstGeom prst="rect">
            <a:avLst/>
          </a:prstGeom>
          <a:solidFill>
            <a:schemeClr val="accent1">
              <a:lumMod val="40000"/>
              <a:lumOff val="60000"/>
            </a:schemeClr>
          </a:solidFill>
          <a:ln w="9525">
            <a:solidFill>
              <a:schemeClr val="tx1"/>
            </a:solidFill>
            <a:miter lim="800000"/>
            <a:headEnd/>
            <a:tailEnd/>
          </a:ln>
          <a:effectLst/>
        </p:spPr>
        <p:txBody>
          <a:bodyPr wrap="none" anchor="ctr"/>
          <a:lstStyle/>
          <a:p>
            <a:pPr>
              <a:defRPr/>
            </a:pPr>
            <a:endParaRPr lang="en-US"/>
          </a:p>
        </p:txBody>
      </p:sp>
      <p:sp>
        <p:nvSpPr>
          <p:cNvPr id="41992" name="Text Box 8">
            <a:extLst>
              <a:ext uri="{FF2B5EF4-FFF2-40B4-BE49-F238E27FC236}">
                <a16:creationId xmlns:a16="http://schemas.microsoft.com/office/drawing/2014/main" id="{A2BB21C7-E531-472A-B9D1-9F8A408CAB15}"/>
              </a:ext>
            </a:extLst>
          </p:cNvPr>
          <p:cNvSpPr txBox="1">
            <a:spLocks noChangeArrowheads="1"/>
          </p:cNvSpPr>
          <p:nvPr/>
        </p:nvSpPr>
        <p:spPr bwMode="auto">
          <a:xfrm>
            <a:off x="1411288" y="1914525"/>
            <a:ext cx="48926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defRPr/>
            </a:pPr>
            <a:r>
              <a:rPr lang="en-US" b="1" dirty="0">
                <a:solidFill>
                  <a:srgbClr val="FF0000"/>
                </a:solidFill>
                <a:cs typeface="Times New Roman" pitchFamily="18" charset="0"/>
              </a:rPr>
              <a:t>body { background-color: #0000FF;</a:t>
            </a:r>
            <a:endParaRPr lang="en-US" b="1" dirty="0">
              <a:solidFill>
                <a:srgbClr val="FF0000"/>
              </a:solidFill>
              <a:latin typeface="Arial" pitchFamily="34" charset="0"/>
              <a:cs typeface="Times New Roman" pitchFamily="18" charset="0"/>
            </a:endParaRPr>
          </a:p>
          <a:p>
            <a:pPr eaLnBrk="1" hangingPunct="1">
              <a:defRPr/>
            </a:pPr>
            <a:r>
              <a:rPr lang="en-US" b="1" dirty="0">
                <a:solidFill>
                  <a:srgbClr val="FF0000"/>
                </a:solidFill>
                <a:cs typeface="Times New Roman" pitchFamily="18" charset="0"/>
              </a:rPr>
              <a:t>            color: #FFFFFF;</a:t>
            </a:r>
            <a:endParaRPr lang="en-US" b="1" dirty="0">
              <a:solidFill>
                <a:srgbClr val="FF0000"/>
              </a:solidFill>
              <a:latin typeface="Arial" pitchFamily="34" charset="0"/>
              <a:cs typeface="Times New Roman" pitchFamily="18" charset="0"/>
            </a:endParaRPr>
          </a:p>
          <a:p>
            <a:pPr eaLnBrk="1" hangingPunct="1">
              <a:defRPr/>
            </a:pPr>
            <a:r>
              <a:rPr lang="en-US" b="1" dirty="0">
                <a:solidFill>
                  <a:srgbClr val="FF0000"/>
                </a:solidFill>
                <a:cs typeface="Times New Roman" pitchFamily="18" charset="0"/>
              </a:rPr>
              <a:t>}</a:t>
            </a:r>
            <a:endParaRPr lang="en-US" b="1" dirty="0">
              <a:solidFill>
                <a:srgbClr val="FF0000"/>
              </a:solidFill>
              <a:latin typeface="Verdana" pitchFamily="34" charset="0"/>
            </a:endParaRPr>
          </a:p>
        </p:txBody>
      </p:sp>
      <p:sp>
        <p:nvSpPr>
          <p:cNvPr id="80905" name="Text Box 9">
            <a:extLst>
              <a:ext uri="{FF2B5EF4-FFF2-40B4-BE49-F238E27FC236}">
                <a16:creationId xmlns:a16="http://schemas.microsoft.com/office/drawing/2014/main" id="{7C8489BF-248C-42CA-93EE-EE5A17A2FDD5}"/>
              </a:ext>
            </a:extLst>
          </p:cNvPr>
          <p:cNvSpPr txBox="1">
            <a:spLocks noChangeArrowheads="1"/>
          </p:cNvSpPr>
          <p:nvPr/>
        </p:nvSpPr>
        <p:spPr bwMode="auto">
          <a:xfrm>
            <a:off x="1322388" y="1066800"/>
            <a:ext cx="4764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eaLnBrk="1" hangingPunct="1">
              <a:spcBef>
                <a:spcPct val="0"/>
              </a:spcBef>
              <a:buClrTx/>
              <a:buSzTx/>
              <a:buFontTx/>
              <a:buNone/>
            </a:pPr>
            <a:r>
              <a:rPr lang="en-US" altLang="en-US" sz="2400">
                <a:latin typeface="Verdana" panose="020B0604030504040204" pitchFamily="34" charset="0"/>
              </a:rPr>
              <a:t>External Style Sheet color.css</a:t>
            </a: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a:extLst>
              <a:ext uri="{FF2B5EF4-FFF2-40B4-BE49-F238E27FC236}">
                <a16:creationId xmlns:a16="http://schemas.microsoft.com/office/drawing/2014/main" id="{9D41F98A-1ABD-4146-B232-7ED6DC61451A}"/>
              </a:ext>
            </a:extLst>
          </p:cNvPr>
          <p:cNvSpPr>
            <a:spLocks noGrp="1" noChangeArrowheads="1"/>
          </p:cNvSpPr>
          <p:nvPr>
            <p:ph type="title"/>
          </p:nvPr>
        </p:nvSpPr>
        <p:spPr>
          <a:xfrm>
            <a:off x="2209800" y="381000"/>
            <a:ext cx="6400800" cy="769938"/>
          </a:xfrm>
        </p:spPr>
        <p:txBody>
          <a:bodyPr/>
          <a:lstStyle/>
          <a:p>
            <a:pPr eaLnBrk="1" fontAlgn="auto" hangingPunct="1">
              <a:spcAft>
                <a:spcPts val="0"/>
              </a:spcAft>
              <a:defRPr/>
            </a:pPr>
            <a:r>
              <a:rPr lang="en-US">
                <a:solidFill>
                  <a:schemeClr val="tx2">
                    <a:satMod val="130000"/>
                  </a:schemeClr>
                </a:solidFill>
              </a:rPr>
              <a:t>Checkpoint 3.2</a:t>
            </a:r>
          </a:p>
        </p:txBody>
      </p:sp>
      <p:sp>
        <p:nvSpPr>
          <p:cNvPr id="82947" name="Rectangle 3">
            <a:extLst>
              <a:ext uri="{FF2B5EF4-FFF2-40B4-BE49-F238E27FC236}">
                <a16:creationId xmlns:a16="http://schemas.microsoft.com/office/drawing/2014/main" id="{EDD7B4AE-7AA8-4757-8919-B1BFCF31F937}"/>
              </a:ext>
            </a:extLst>
          </p:cNvPr>
          <p:cNvSpPr>
            <a:spLocks noGrp="1" noChangeArrowheads="1"/>
          </p:cNvSpPr>
          <p:nvPr>
            <p:ph idx="1"/>
          </p:nvPr>
        </p:nvSpPr>
        <p:spPr/>
        <p:txBody>
          <a:bodyPr>
            <a:normAutofit/>
          </a:bodyPr>
          <a:lstStyle/>
          <a:p>
            <a:pPr marL="609600" indent="-609600" eaLnBrk="1" hangingPunct="1">
              <a:lnSpc>
                <a:spcPct val="90000"/>
              </a:lnSpc>
              <a:buFont typeface="Wingdings" panose="05000000000000000000" pitchFamily="2" charset="2"/>
              <a:buNone/>
            </a:pPr>
            <a:r>
              <a:rPr lang="en-US" altLang="en-US" sz="2400">
                <a:latin typeface="Frutiger-Italic" charset="0"/>
              </a:rPr>
              <a:t>1.    Describe a reason to use embedded styles. Explain where embedded styles are placed on a web page.</a:t>
            </a:r>
            <a:br>
              <a:rPr lang="en-US" altLang="en-US" sz="2400">
                <a:latin typeface="Frutiger-Italic" charset="0"/>
              </a:rPr>
            </a:br>
            <a:endParaRPr lang="en-US" altLang="en-US" sz="2400">
              <a:latin typeface="Frutiger-Italic" charset="0"/>
            </a:endParaRPr>
          </a:p>
          <a:p>
            <a:pPr marL="609600" indent="-609600" eaLnBrk="1" hangingPunct="1">
              <a:lnSpc>
                <a:spcPct val="90000"/>
              </a:lnSpc>
              <a:buFont typeface="Wingdings" panose="05000000000000000000" pitchFamily="2" charset="2"/>
              <a:buNone/>
            </a:pPr>
            <a:r>
              <a:rPr lang="en-US" altLang="en-US" sz="2400">
                <a:latin typeface="Frutiger-Italic" charset="0"/>
              </a:rPr>
              <a:t>2.    Describe a reason to use external styles. Explain where external styles are placed and how web pages indicate they are using external styles.</a:t>
            </a:r>
          </a:p>
          <a:p>
            <a:pPr marL="609600" indent="-609600" eaLnBrk="1" hangingPunct="1">
              <a:lnSpc>
                <a:spcPct val="90000"/>
              </a:lnSpc>
              <a:buFont typeface="Wingdings" panose="05000000000000000000" pitchFamily="2" charset="2"/>
              <a:buNone/>
            </a:pPr>
            <a:endParaRPr lang="en-US" altLang="en-US" sz="2400">
              <a:latin typeface="Frutiger-Italic" charset="0"/>
            </a:endParaRPr>
          </a:p>
          <a:p>
            <a:pPr marL="609600" indent="-609600" eaLnBrk="1" hangingPunct="1">
              <a:lnSpc>
                <a:spcPct val="90000"/>
              </a:lnSpc>
              <a:buFont typeface="Wingdings" panose="05000000000000000000" pitchFamily="2" charset="2"/>
              <a:buNone/>
            </a:pPr>
            <a:r>
              <a:rPr lang="en-US" altLang="en-US" sz="2400">
                <a:latin typeface="Frutiger-Italic" charset="0"/>
              </a:rPr>
              <a:t>3.    Write the code to configure a web page to use an external style sheet called “mystyles.css”.</a:t>
            </a:r>
          </a:p>
          <a:p>
            <a:pPr marL="609600" indent="-609600" eaLnBrk="1" hangingPunct="1">
              <a:lnSpc>
                <a:spcPct val="90000"/>
              </a:lnSpc>
            </a:pPr>
            <a:endParaRPr lang="en-US" altLang="en-US" sz="2400"/>
          </a:p>
        </p:txBody>
      </p:sp>
      <p:sp>
        <p:nvSpPr>
          <p:cNvPr id="82948" name="Slide Number Placeholder 5">
            <a:extLst>
              <a:ext uri="{FF2B5EF4-FFF2-40B4-BE49-F238E27FC236}">
                <a16:creationId xmlns:a16="http://schemas.microsoft.com/office/drawing/2014/main" id="{F9B37AA1-5A9E-41DE-8EEC-B261F720683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91BBADB2-0741-4AF7-94D9-AB28A37A5E54}" type="slidenum">
              <a:rPr lang="en-US" altLang="en-US" sz="1100">
                <a:solidFill>
                  <a:srgbClr val="4D4D4D"/>
                </a:solidFill>
                <a:latin typeface="Times New Roman" panose="02020603050405020304" pitchFamily="18" charset="0"/>
              </a:rPr>
              <a:pPr>
                <a:spcBef>
                  <a:spcPct val="0"/>
                </a:spcBef>
                <a:buClrTx/>
                <a:buSzTx/>
                <a:buFontTx/>
                <a:buNone/>
              </a:pPr>
              <a:t>45</a:t>
            </a:fld>
            <a:endParaRPr lang="en-US" altLang="en-US" sz="1100">
              <a:solidFill>
                <a:srgbClr val="4D4D4D"/>
              </a:solidFill>
              <a:latin typeface="Times New Roman" panose="02020603050405020304" pitchFamily="18" charset="0"/>
            </a:endParaRP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1901E3E9-7E0C-4262-9973-3F82CAE3F71C}"/>
              </a:ext>
            </a:extLst>
          </p:cNvPr>
          <p:cNvSpPr>
            <a:spLocks noGrp="1"/>
          </p:cNvSpPr>
          <p:nvPr>
            <p:ph type="title"/>
          </p:nvPr>
        </p:nvSpPr>
        <p:spPr>
          <a:xfrm>
            <a:off x="685800" y="76200"/>
            <a:ext cx="7772400" cy="1143000"/>
          </a:xfrm>
        </p:spPr>
        <p:txBody>
          <a:bodyPr>
            <a:normAutofit/>
          </a:bodyPr>
          <a:lstStyle/>
          <a:p>
            <a:pPr algn="r" eaLnBrk="1" fontAlgn="auto" hangingPunct="1">
              <a:spcAft>
                <a:spcPts val="0"/>
              </a:spcAft>
              <a:defRPr/>
            </a:pPr>
            <a:r>
              <a:rPr lang="en-US" dirty="0">
                <a:solidFill>
                  <a:schemeClr val="tx2">
                    <a:satMod val="130000"/>
                  </a:schemeClr>
                </a:solidFill>
              </a:rPr>
              <a:t>Centering Page Content  with CSS</a:t>
            </a:r>
          </a:p>
        </p:txBody>
      </p:sp>
      <p:sp>
        <p:nvSpPr>
          <p:cNvPr id="3" name="Content Placeholder 2">
            <a:extLst>
              <a:ext uri="{FF2B5EF4-FFF2-40B4-BE49-F238E27FC236}">
                <a16:creationId xmlns:a16="http://schemas.microsoft.com/office/drawing/2014/main" id="{707D68D0-D732-4CB3-8307-E012FBFB9CFB}"/>
              </a:ext>
            </a:extLst>
          </p:cNvPr>
          <p:cNvSpPr>
            <a:spLocks noGrp="1"/>
          </p:cNvSpPr>
          <p:nvPr>
            <p:ph idx="1"/>
          </p:nvPr>
        </p:nvSpPr>
        <p:spPr>
          <a:xfrm>
            <a:off x="371475" y="1600200"/>
            <a:ext cx="4419600" cy="1371600"/>
          </a:xfrm>
          <a:solidFill>
            <a:schemeClr val="accent1">
              <a:lumMod val="40000"/>
              <a:lumOff val="60000"/>
            </a:schemeClr>
          </a:solidFill>
          <a:ln w="12700"/>
        </p:spPr>
        <p:txBody>
          <a:bodyPr rtlCol="0">
            <a:normAutofit fontScale="92500"/>
          </a:bodyPr>
          <a:lstStyle/>
          <a:p>
            <a:pPr marL="365760" indent="-283464" eaLnBrk="1" fontAlgn="auto" hangingPunct="1">
              <a:spcAft>
                <a:spcPts val="0"/>
              </a:spcAft>
              <a:buFont typeface="Wingdings" pitchFamily="2" charset="2"/>
              <a:buNone/>
              <a:defRPr/>
            </a:pPr>
            <a:r>
              <a:rPr lang="en-US" sz="2400" b="1" dirty="0">
                <a:solidFill>
                  <a:srgbClr val="FF0000"/>
                </a:solidFill>
                <a:latin typeface="Times New Roman" pitchFamily="18" charset="0"/>
                <a:cs typeface="Times New Roman" pitchFamily="18" charset="0"/>
              </a:rPr>
              <a:t>#container { margin-left: auto;</a:t>
            </a:r>
          </a:p>
          <a:p>
            <a:pPr marL="365760" indent="-283464" eaLnBrk="1" fontAlgn="auto" hangingPunct="1">
              <a:spcAft>
                <a:spcPts val="0"/>
              </a:spcAft>
              <a:buFont typeface="Wingdings" pitchFamily="2" charset="2"/>
              <a:buNone/>
              <a:defRPr/>
            </a:pPr>
            <a:r>
              <a:rPr lang="en-US" sz="2400" b="1" dirty="0">
                <a:solidFill>
                  <a:srgbClr val="FF0000"/>
                </a:solidFill>
                <a:latin typeface="Times New Roman" pitchFamily="18" charset="0"/>
                <a:cs typeface="Times New Roman" pitchFamily="18" charset="0"/>
              </a:rPr>
              <a:t>                      margin-right: auto;</a:t>
            </a:r>
          </a:p>
          <a:p>
            <a:pPr marL="365760" indent="-283464" eaLnBrk="1" fontAlgn="auto" hangingPunct="1">
              <a:spcAft>
                <a:spcPts val="0"/>
              </a:spcAft>
              <a:buFont typeface="Wingdings" pitchFamily="2" charset="2"/>
              <a:buNone/>
              <a:defRPr/>
            </a:pPr>
            <a:r>
              <a:rPr lang="en-US" sz="2400" b="1" dirty="0">
                <a:solidFill>
                  <a:srgbClr val="FF0000"/>
                </a:solidFill>
                <a:latin typeface="Times New Roman" pitchFamily="18" charset="0"/>
                <a:cs typeface="Times New Roman" pitchFamily="18" charset="0"/>
              </a:rPr>
              <a:t>                      width:80%; }</a:t>
            </a:r>
          </a:p>
        </p:txBody>
      </p:sp>
      <p:sp>
        <p:nvSpPr>
          <p:cNvPr id="84996" name="Slide Number Placeholder 1">
            <a:extLst>
              <a:ext uri="{FF2B5EF4-FFF2-40B4-BE49-F238E27FC236}">
                <a16:creationId xmlns:a16="http://schemas.microsoft.com/office/drawing/2014/main" id="{F9B03B6A-15AA-4F5C-9BD0-7DDC7FFF2E5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96C0ABDE-567F-42DD-97D1-E902EFD7E0FF}" type="slidenum">
              <a:rPr lang="en-US" altLang="en-US" sz="1100">
                <a:solidFill>
                  <a:srgbClr val="4D4D4D"/>
                </a:solidFill>
                <a:latin typeface="Times New Roman" panose="02020603050405020304" pitchFamily="18" charset="0"/>
              </a:rPr>
              <a:pPr>
                <a:spcBef>
                  <a:spcPct val="0"/>
                </a:spcBef>
                <a:buClrTx/>
                <a:buSzTx/>
                <a:buFontTx/>
                <a:buNone/>
              </a:pPr>
              <a:t>46</a:t>
            </a:fld>
            <a:endParaRPr lang="en-US" altLang="en-US" sz="1100">
              <a:solidFill>
                <a:srgbClr val="4D4D4D"/>
              </a:solidFill>
              <a:latin typeface="Times New Roman" panose="02020603050405020304" pitchFamily="18" charset="0"/>
            </a:endParaRPr>
          </a:p>
        </p:txBody>
      </p:sp>
      <p:pic>
        <p:nvPicPr>
          <p:cNvPr id="84997" name="Picture 2" descr="Figure3">
            <a:extLst>
              <a:ext uri="{FF2B5EF4-FFF2-40B4-BE49-F238E27FC236}">
                <a16:creationId xmlns:a16="http://schemas.microsoft.com/office/drawing/2014/main" id="{8CAEBA1B-D376-489C-9DDA-573C50BE8C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3200400"/>
            <a:ext cx="3751263" cy="330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3F77C-AA19-4D7F-ACF5-9041F0B38D13}"/>
              </a:ext>
            </a:extLst>
          </p:cNvPr>
          <p:cNvSpPr>
            <a:spLocks noGrp="1"/>
          </p:cNvSpPr>
          <p:nvPr>
            <p:ph type="title"/>
          </p:nvPr>
        </p:nvSpPr>
        <p:spPr>
          <a:xfrm>
            <a:off x="1371600" y="0"/>
            <a:ext cx="7772400" cy="1143000"/>
          </a:xfrm>
        </p:spPr>
        <p:txBody>
          <a:bodyPr/>
          <a:lstStyle/>
          <a:p>
            <a:pPr algn="r" eaLnBrk="1" fontAlgn="auto" hangingPunct="1">
              <a:spcAft>
                <a:spcPts val="0"/>
              </a:spcAft>
              <a:defRPr/>
            </a:pPr>
            <a:r>
              <a:rPr lang="en-US" dirty="0"/>
              <a:t>The “Cascade”</a:t>
            </a:r>
          </a:p>
        </p:txBody>
      </p:sp>
      <p:sp>
        <p:nvSpPr>
          <p:cNvPr id="87043" name="Slide Number Placeholder 3">
            <a:extLst>
              <a:ext uri="{FF2B5EF4-FFF2-40B4-BE49-F238E27FC236}">
                <a16:creationId xmlns:a16="http://schemas.microsoft.com/office/drawing/2014/main" id="{F2BB4C1E-7C62-4C13-BC12-1717CCC969B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7072408F-3ED5-4532-91A5-AE5BC645A4BF}" type="slidenum">
              <a:rPr lang="en-US" altLang="en-US" sz="1100">
                <a:solidFill>
                  <a:srgbClr val="4D4D4D"/>
                </a:solidFill>
                <a:latin typeface="Times New Roman" panose="02020603050405020304" pitchFamily="18" charset="0"/>
              </a:rPr>
              <a:pPr>
                <a:spcBef>
                  <a:spcPct val="0"/>
                </a:spcBef>
                <a:buClrTx/>
                <a:buSzTx/>
                <a:buFontTx/>
                <a:buNone/>
              </a:pPr>
              <a:t>47</a:t>
            </a:fld>
            <a:endParaRPr lang="en-US" altLang="en-US" sz="1100">
              <a:solidFill>
                <a:srgbClr val="4D4D4D"/>
              </a:solidFill>
              <a:latin typeface="Times New Roman" panose="02020603050405020304" pitchFamily="18" charset="0"/>
            </a:endParaRPr>
          </a:p>
        </p:txBody>
      </p:sp>
      <p:pic>
        <p:nvPicPr>
          <p:cNvPr id="87044" name="Picture 2" descr="Figure3">
            <a:extLst>
              <a:ext uri="{FF2B5EF4-FFF2-40B4-BE49-F238E27FC236}">
                <a16:creationId xmlns:a16="http://schemas.microsoft.com/office/drawing/2014/main" id="{E023CA34-83CC-4A54-B5F2-98A88C7785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371600"/>
            <a:ext cx="6402388"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5760FD-E1E7-4096-B5EE-9B6590D4524A}"/>
              </a:ext>
            </a:extLst>
          </p:cNvPr>
          <p:cNvSpPr>
            <a:spLocks noGrp="1"/>
          </p:cNvSpPr>
          <p:nvPr>
            <p:ph type="sldNum" sz="quarter" idx="12"/>
          </p:nvPr>
        </p:nvSpPr>
        <p:spPr/>
        <p:txBody>
          <a:bodyPr/>
          <a:lstStyle/>
          <a:p>
            <a:fld id="{BF3EC595-1324-4821-BEA8-C2A5B6BD78B7}" type="slidenum">
              <a:rPr lang="en-US" altLang="en-US" smtClean="0"/>
              <a:pPr/>
              <a:t>48</a:t>
            </a:fld>
            <a:endParaRPr lang="en-US" altLang="en-US"/>
          </a:p>
        </p:txBody>
      </p:sp>
      <p:sp>
        <p:nvSpPr>
          <p:cNvPr id="5" name="Rectangle 4">
            <a:extLst>
              <a:ext uri="{FF2B5EF4-FFF2-40B4-BE49-F238E27FC236}">
                <a16:creationId xmlns:a16="http://schemas.microsoft.com/office/drawing/2014/main" id="{9F47FF14-A7A2-4B6C-8AF6-679718ADBF59}"/>
              </a:ext>
            </a:extLst>
          </p:cNvPr>
          <p:cNvSpPr/>
          <p:nvPr/>
        </p:nvSpPr>
        <p:spPr>
          <a:xfrm>
            <a:off x="533400" y="685800"/>
            <a:ext cx="8382000" cy="2308324"/>
          </a:xfrm>
          <a:prstGeom prst="rect">
            <a:avLst/>
          </a:prstGeom>
        </p:spPr>
        <p:txBody>
          <a:bodyPr wrap="square">
            <a:spAutoFit/>
          </a:bodyPr>
          <a:lstStyle/>
          <a:p>
            <a:pPr marL="342900" indent="-342900" algn="just">
              <a:buFont typeface="Arial" panose="020B0604020202020204" pitchFamily="34" charset="0"/>
              <a:buChar char="•"/>
            </a:pPr>
            <a:r>
              <a:rPr lang="en-US" dirty="0"/>
              <a:t>When working with CSS (Cascading Style Sheets), understanding the rules that determine which styles are applied when multiple rules conflict is crucial. These rules are often referred to as the "cascade" in CSS. </a:t>
            </a:r>
          </a:p>
          <a:p>
            <a:pPr marL="342900" indent="-342900">
              <a:buFont typeface="Arial" panose="020B0604020202020204" pitchFamily="34" charset="0"/>
              <a:buChar char="•"/>
            </a:pPr>
            <a:r>
              <a:rPr lang="en-US" dirty="0"/>
              <a:t>Here are the key overriding rules for different types of CSS:</a:t>
            </a:r>
          </a:p>
          <a:p>
            <a:r>
              <a:rPr lang="en-US" dirty="0"/>
              <a:t>1. Source Order</a:t>
            </a:r>
          </a:p>
          <a:p>
            <a:r>
              <a:rPr lang="en-US" dirty="0"/>
              <a:t>Rule: If two rules have the same specificity, the one that appears later in the CSS file takes precedence. For Example:</a:t>
            </a:r>
          </a:p>
          <a:p>
            <a:r>
              <a:rPr lang="en-US" dirty="0"/>
              <a:t>p { color: red; }          p { color: blue; } /* This one will be applied */</a:t>
            </a:r>
          </a:p>
        </p:txBody>
      </p:sp>
      <p:sp>
        <p:nvSpPr>
          <p:cNvPr id="6" name="Rectangle 5">
            <a:extLst>
              <a:ext uri="{FF2B5EF4-FFF2-40B4-BE49-F238E27FC236}">
                <a16:creationId xmlns:a16="http://schemas.microsoft.com/office/drawing/2014/main" id="{B4C56583-A86A-4406-A54B-7AF3FC46BE9B}"/>
              </a:ext>
            </a:extLst>
          </p:cNvPr>
          <p:cNvSpPr/>
          <p:nvPr/>
        </p:nvSpPr>
        <p:spPr>
          <a:xfrm>
            <a:off x="1315339" y="76200"/>
            <a:ext cx="6513322" cy="523220"/>
          </a:xfrm>
          <a:prstGeom prst="rect">
            <a:avLst/>
          </a:prstGeom>
        </p:spPr>
        <p:txBody>
          <a:bodyPr wrap="none">
            <a:spAutoFit/>
          </a:bodyPr>
          <a:lstStyle/>
          <a:p>
            <a:r>
              <a:rPr lang="en-US" sz="2800" b="1" u="sng" dirty="0">
                <a:solidFill>
                  <a:srgbClr val="FF0000"/>
                </a:solidFill>
                <a:latin typeface="Inter"/>
              </a:rPr>
              <a:t>O</a:t>
            </a:r>
            <a:r>
              <a:rPr lang="en-US" sz="2800" b="1" i="0" u="sng" dirty="0">
                <a:solidFill>
                  <a:srgbClr val="FF0000"/>
                </a:solidFill>
                <a:effectLst/>
                <a:latin typeface="Inter"/>
              </a:rPr>
              <a:t>verriding Rules for Different </a:t>
            </a:r>
            <a:r>
              <a:rPr lang="en-US" sz="2800" b="1" u="sng" dirty="0">
                <a:solidFill>
                  <a:srgbClr val="FF0000"/>
                </a:solidFill>
                <a:latin typeface="Inter"/>
              </a:rPr>
              <a:t>T</a:t>
            </a:r>
            <a:r>
              <a:rPr lang="en-US" sz="2800" b="1" i="0" u="sng" dirty="0">
                <a:solidFill>
                  <a:srgbClr val="FF0000"/>
                </a:solidFill>
                <a:effectLst/>
                <a:latin typeface="Inter"/>
              </a:rPr>
              <a:t>ypes of CSS</a:t>
            </a:r>
            <a:endParaRPr lang="en-US" sz="2800" b="1" u="sng" dirty="0">
              <a:solidFill>
                <a:srgbClr val="FF0000"/>
              </a:solidFill>
            </a:endParaRPr>
          </a:p>
        </p:txBody>
      </p:sp>
      <p:sp>
        <p:nvSpPr>
          <p:cNvPr id="7" name="Rectangle 6">
            <a:extLst>
              <a:ext uri="{FF2B5EF4-FFF2-40B4-BE49-F238E27FC236}">
                <a16:creationId xmlns:a16="http://schemas.microsoft.com/office/drawing/2014/main" id="{3B10FA22-C948-4A8B-87C7-20FA5A34FCDE}"/>
              </a:ext>
            </a:extLst>
          </p:cNvPr>
          <p:cNvSpPr/>
          <p:nvPr/>
        </p:nvSpPr>
        <p:spPr>
          <a:xfrm>
            <a:off x="581745" y="3080504"/>
            <a:ext cx="8333655" cy="3416320"/>
          </a:xfrm>
          <a:prstGeom prst="rect">
            <a:avLst/>
          </a:prstGeom>
        </p:spPr>
        <p:txBody>
          <a:bodyPr wrap="square">
            <a:spAutoFit/>
          </a:bodyPr>
          <a:lstStyle/>
          <a:p>
            <a:r>
              <a:rPr lang="en-US" dirty="0"/>
              <a:t>2. Specificity</a:t>
            </a:r>
          </a:p>
          <a:p>
            <a:r>
              <a:rPr lang="en-US" dirty="0"/>
              <a:t>Rule: More specific selectors override less specific ones. Specificity is calculated based on the types of selectors used.</a:t>
            </a:r>
          </a:p>
          <a:p>
            <a:r>
              <a:rPr lang="en-US" dirty="0"/>
              <a:t>Specificity Hierarchy (from highest to lowest):</a:t>
            </a:r>
          </a:p>
          <a:p>
            <a:pPr marL="742950" lvl="1" indent="-285750">
              <a:buFont typeface="+mj-lt"/>
              <a:buAutoNum type="romanUcPeriod"/>
            </a:pPr>
            <a:r>
              <a:rPr lang="en-US" dirty="0"/>
              <a:t>Inline styles (e.g., style="color: green;")</a:t>
            </a:r>
          </a:p>
          <a:p>
            <a:pPr marL="742950" lvl="1" indent="-285750">
              <a:buFont typeface="+mj-lt"/>
              <a:buAutoNum type="romanUcPeriod"/>
            </a:pPr>
            <a:r>
              <a:rPr lang="en-US" dirty="0"/>
              <a:t>ID selectors (e.g., #</a:t>
            </a:r>
            <a:r>
              <a:rPr lang="en-US" dirty="0" err="1"/>
              <a:t>myElement</a:t>
            </a:r>
            <a:r>
              <a:rPr lang="en-US" dirty="0"/>
              <a:t>)</a:t>
            </a:r>
          </a:p>
          <a:p>
            <a:pPr marL="742950" lvl="1" indent="-285750">
              <a:buFont typeface="+mj-lt"/>
              <a:buAutoNum type="romanUcPeriod"/>
            </a:pPr>
            <a:r>
              <a:rPr lang="en-US" dirty="0"/>
              <a:t>Class selectors, attribute selectors, and pseudo-classes (e.g., .</a:t>
            </a:r>
            <a:r>
              <a:rPr lang="en-US" dirty="0" err="1"/>
              <a:t>myClass</a:t>
            </a:r>
            <a:r>
              <a:rPr lang="en-US" dirty="0"/>
              <a:t>, [type="text"], :hover)</a:t>
            </a:r>
          </a:p>
          <a:p>
            <a:pPr marL="742950" lvl="1" indent="-285750">
              <a:buFont typeface="+mj-lt"/>
              <a:buAutoNum type="romanUcPeriod"/>
            </a:pPr>
            <a:r>
              <a:rPr lang="en-US" dirty="0"/>
              <a:t>Element selectors and pseudo-elements (e.g., div, ::before)</a:t>
            </a:r>
          </a:p>
          <a:p>
            <a:r>
              <a:rPr lang="en-US" dirty="0"/>
              <a:t>Example:</a:t>
            </a:r>
          </a:p>
          <a:p>
            <a:r>
              <a:rPr lang="en-US" dirty="0"/>
              <a:t>#</a:t>
            </a:r>
            <a:r>
              <a:rPr lang="en-US" dirty="0" err="1"/>
              <a:t>myElement</a:t>
            </a:r>
            <a:r>
              <a:rPr lang="en-US" dirty="0"/>
              <a:t> { color: red; } /* This one will be applied */</a:t>
            </a:r>
          </a:p>
          <a:p>
            <a:r>
              <a:rPr lang="en-US" dirty="0"/>
              <a:t>.</a:t>
            </a:r>
            <a:r>
              <a:rPr lang="en-US" dirty="0" err="1"/>
              <a:t>myClass</a:t>
            </a:r>
            <a:r>
              <a:rPr lang="en-US" dirty="0"/>
              <a:t> { color: blue; }</a:t>
            </a:r>
          </a:p>
        </p:txBody>
      </p:sp>
    </p:spTree>
    <p:extLst>
      <p:ext uri="{BB962C8B-B14F-4D97-AF65-F5344CB8AC3E}">
        <p14:creationId xmlns:p14="http://schemas.microsoft.com/office/powerpoint/2010/main" val="31884260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9B6250-892D-43C9-A44B-0B15B37A6C9F}"/>
              </a:ext>
            </a:extLst>
          </p:cNvPr>
          <p:cNvSpPr>
            <a:spLocks noGrp="1"/>
          </p:cNvSpPr>
          <p:nvPr>
            <p:ph idx="1"/>
          </p:nvPr>
        </p:nvSpPr>
        <p:spPr>
          <a:xfrm>
            <a:off x="457200" y="162403"/>
            <a:ext cx="8058150" cy="6193948"/>
          </a:xfrm>
        </p:spPr>
        <p:txBody>
          <a:bodyPr>
            <a:normAutofit lnSpcReduction="10000"/>
          </a:bodyPr>
          <a:lstStyle/>
          <a:p>
            <a:pPr marL="0" indent="0">
              <a:buNone/>
            </a:pPr>
            <a:r>
              <a:rPr lang="en-US" sz="2400" dirty="0"/>
              <a:t>3. Importance (!important)</a:t>
            </a:r>
          </a:p>
          <a:p>
            <a:pPr marL="0" indent="0">
              <a:buNone/>
            </a:pPr>
            <a:r>
              <a:rPr lang="en-US" sz="2400" dirty="0"/>
              <a:t>Rule: The !important flag overrides all other rules, regardless of specificity or source order.  For Example:</a:t>
            </a:r>
          </a:p>
          <a:p>
            <a:pPr marL="342900" lvl="1" indent="0">
              <a:buNone/>
            </a:pPr>
            <a:r>
              <a:rPr lang="en-US" sz="2400" dirty="0"/>
              <a:t>p { color: red !important; } /* This one will be applied */</a:t>
            </a:r>
          </a:p>
          <a:p>
            <a:pPr marL="342900" lvl="1" indent="0">
              <a:buNone/>
            </a:pPr>
            <a:r>
              <a:rPr lang="en-US" sz="2400" dirty="0"/>
              <a:t>p { color: blue; }</a:t>
            </a:r>
          </a:p>
          <a:p>
            <a:pPr marL="0" indent="0">
              <a:buNone/>
            </a:pPr>
            <a:endParaRPr lang="en-US" sz="2400" dirty="0"/>
          </a:p>
          <a:p>
            <a:pPr marL="0" indent="0">
              <a:buNone/>
            </a:pPr>
            <a:r>
              <a:rPr lang="en-US" sz="2400" dirty="0"/>
              <a:t>4. Inline Styles</a:t>
            </a:r>
          </a:p>
          <a:p>
            <a:pPr marL="0" indent="0">
              <a:buNone/>
            </a:pPr>
            <a:r>
              <a:rPr lang="en-US" sz="2400" dirty="0"/>
              <a:t>Rule: Inline styles (styles applied directly to an HTML element using the style attribute) have higher specificity than external or internal stylesheets, except when !important is used.</a:t>
            </a:r>
          </a:p>
          <a:p>
            <a:pPr marL="342900" lvl="1" indent="0">
              <a:buNone/>
            </a:pPr>
            <a:r>
              <a:rPr lang="en-US" dirty="0"/>
              <a:t>&lt;p style="color: green;"&gt;This text is green.&lt;/p&gt;</a:t>
            </a:r>
          </a:p>
          <a:p>
            <a:pPr marL="342900" lvl="1" indent="0">
              <a:buNone/>
            </a:pPr>
            <a:r>
              <a:rPr lang="en-US" dirty="0"/>
              <a:t>p { color: red; } /* Inline style takes precedence */</a:t>
            </a:r>
          </a:p>
          <a:p>
            <a:pPr marL="0" indent="0">
              <a:buNone/>
            </a:pPr>
            <a:endParaRPr lang="en-US" sz="2400" dirty="0"/>
          </a:p>
          <a:p>
            <a:pPr marL="0" indent="0">
              <a:buNone/>
            </a:pPr>
            <a:r>
              <a:rPr lang="en-US" sz="2400" dirty="0"/>
              <a:t>5. User Agent Styles</a:t>
            </a:r>
          </a:p>
          <a:p>
            <a:pPr marL="0" indent="0">
              <a:buNone/>
            </a:pPr>
            <a:r>
              <a:rPr lang="en-US" sz="2400" dirty="0"/>
              <a:t>Rule: Browser default styles (user agent styles) have the lowest priority and are overridden by any author-defined styles (external, internal, or inline).</a:t>
            </a:r>
          </a:p>
          <a:p>
            <a:pPr marL="342900" lvl="1" indent="0">
              <a:buNone/>
            </a:pPr>
            <a:r>
              <a:rPr lang="en-US" dirty="0"/>
              <a:t>p { color: red; } /* Overrides the browser's default color */</a:t>
            </a:r>
          </a:p>
        </p:txBody>
      </p:sp>
      <p:sp>
        <p:nvSpPr>
          <p:cNvPr id="4" name="Slide Number Placeholder 3">
            <a:extLst>
              <a:ext uri="{FF2B5EF4-FFF2-40B4-BE49-F238E27FC236}">
                <a16:creationId xmlns:a16="http://schemas.microsoft.com/office/drawing/2014/main" id="{3BDF4807-9F40-4523-B848-54BAD1AD6DFF}"/>
              </a:ext>
            </a:extLst>
          </p:cNvPr>
          <p:cNvSpPr>
            <a:spLocks noGrp="1"/>
          </p:cNvSpPr>
          <p:nvPr>
            <p:ph type="sldNum" sz="quarter" idx="12"/>
          </p:nvPr>
        </p:nvSpPr>
        <p:spPr/>
        <p:txBody>
          <a:bodyPr/>
          <a:lstStyle/>
          <a:p>
            <a:fld id="{BF3EC595-1324-4821-BEA8-C2A5B6BD78B7}" type="slidenum">
              <a:rPr lang="en-US" altLang="en-US" smtClean="0"/>
              <a:pPr/>
              <a:t>49</a:t>
            </a:fld>
            <a:endParaRPr lang="en-US" altLang="en-US"/>
          </a:p>
        </p:txBody>
      </p:sp>
    </p:spTree>
    <p:extLst>
      <p:ext uri="{BB962C8B-B14F-4D97-AF65-F5344CB8AC3E}">
        <p14:creationId xmlns:p14="http://schemas.microsoft.com/office/powerpoint/2010/main" val="12154405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DEA44C-BE8A-4215-9AAC-7DBD2902FBC7}"/>
              </a:ext>
            </a:extLst>
          </p:cNvPr>
          <p:cNvSpPr>
            <a:spLocks noGrp="1"/>
          </p:cNvSpPr>
          <p:nvPr>
            <p:ph idx="1"/>
          </p:nvPr>
        </p:nvSpPr>
        <p:spPr>
          <a:xfrm>
            <a:off x="457200" y="184151"/>
            <a:ext cx="8229600" cy="6172200"/>
          </a:xfrm>
        </p:spPr>
        <p:txBody>
          <a:bodyPr>
            <a:normAutofit/>
          </a:bodyPr>
          <a:lstStyle/>
          <a:p>
            <a:pPr marL="0" indent="0">
              <a:buNone/>
            </a:pPr>
            <a:r>
              <a:rPr lang="en-US" sz="1400" dirty="0"/>
              <a:t>6. Inheritance</a:t>
            </a:r>
          </a:p>
          <a:p>
            <a:pPr marL="0" indent="0">
              <a:buNone/>
            </a:pPr>
            <a:r>
              <a:rPr lang="en-US" sz="1400" dirty="0"/>
              <a:t>Rule: Some CSS properties are inherited by child elements from their parent elements. Inherited styles have lower priority than directly applied styles.</a:t>
            </a:r>
          </a:p>
          <a:p>
            <a:pPr marL="0" indent="0">
              <a:buNone/>
            </a:pPr>
            <a:r>
              <a:rPr lang="en-US" sz="1400" dirty="0"/>
              <a:t>body { color: red; }</a:t>
            </a:r>
          </a:p>
          <a:p>
            <a:pPr marL="0" indent="0">
              <a:buNone/>
            </a:pPr>
            <a:r>
              <a:rPr lang="en-US" sz="1400" dirty="0"/>
              <a:t>p { color: blue; } /* This one will be applied to &lt;p&gt; elements */</a:t>
            </a:r>
          </a:p>
          <a:p>
            <a:pPr marL="0" indent="0">
              <a:buNone/>
            </a:pPr>
            <a:endParaRPr lang="en-US" sz="1400" dirty="0"/>
          </a:p>
          <a:p>
            <a:pPr marL="0" indent="0">
              <a:buNone/>
            </a:pPr>
            <a:r>
              <a:rPr lang="en-US" sz="1400" dirty="0"/>
              <a:t>7. Media Queries</a:t>
            </a:r>
          </a:p>
          <a:p>
            <a:pPr marL="0" indent="0">
              <a:buNone/>
            </a:pPr>
            <a:r>
              <a:rPr lang="en-US" sz="1400" dirty="0"/>
              <a:t>Rule: Styles within media queries can override other styles based on the conditions specified (e.g., screen width). The specificity and source order still apply within the media query.</a:t>
            </a:r>
          </a:p>
          <a:p>
            <a:pPr marL="0" indent="0">
              <a:buNone/>
            </a:pPr>
            <a:r>
              <a:rPr lang="en-US" sz="1400" dirty="0"/>
              <a:t>p { color: red; }</a:t>
            </a:r>
          </a:p>
          <a:p>
            <a:pPr marL="0" indent="0">
              <a:buNone/>
            </a:pPr>
            <a:r>
              <a:rPr lang="en-US" sz="1400" dirty="0"/>
              <a:t>@media (max-width: 600px) {</a:t>
            </a:r>
          </a:p>
          <a:p>
            <a:pPr marL="0" indent="0">
              <a:buNone/>
            </a:pPr>
            <a:r>
              <a:rPr lang="en-US" sz="1400" dirty="0"/>
              <a:t>  p { color: blue; } /* This one will be applied on screens narrower than 600px */</a:t>
            </a:r>
          </a:p>
          <a:p>
            <a:pPr marL="0" indent="0">
              <a:buNone/>
            </a:pPr>
            <a:r>
              <a:rPr lang="en-US" sz="1400" dirty="0"/>
              <a:t>}</a:t>
            </a:r>
          </a:p>
          <a:p>
            <a:pPr marL="0" indent="0">
              <a:buNone/>
            </a:pPr>
            <a:endParaRPr lang="en-US" sz="1400" dirty="0"/>
          </a:p>
          <a:p>
            <a:pPr marL="0" indent="0">
              <a:buNone/>
            </a:pPr>
            <a:r>
              <a:rPr lang="en-US" sz="1400" dirty="0"/>
              <a:t>8. Scoped Styles</a:t>
            </a:r>
          </a:p>
          <a:p>
            <a:pPr marL="0" indent="0">
              <a:buNone/>
            </a:pPr>
            <a:r>
              <a:rPr lang="en-US" sz="1400" dirty="0"/>
              <a:t>Rule: In some frameworks or with the use of scoped styles (e.g., in Vue.js), styles are scoped to a specific component and may override global styles within that scope.</a:t>
            </a:r>
          </a:p>
          <a:p>
            <a:pPr marL="0" indent="0">
              <a:buNone/>
            </a:pPr>
            <a:r>
              <a:rPr lang="en-US" sz="1400" dirty="0"/>
              <a:t>&lt;style scoped&gt;</a:t>
            </a:r>
          </a:p>
          <a:p>
            <a:pPr marL="0" indent="0">
              <a:buNone/>
            </a:pPr>
            <a:r>
              <a:rPr lang="en-US" sz="1400" dirty="0"/>
              <a:t>p { color: red; } /* This style is scoped to the component */</a:t>
            </a:r>
          </a:p>
          <a:p>
            <a:pPr marL="0" indent="0">
              <a:buNone/>
            </a:pPr>
            <a:r>
              <a:rPr lang="en-US" sz="1400" dirty="0"/>
              <a:t>&lt;/style&gt;</a:t>
            </a:r>
          </a:p>
          <a:p>
            <a:pPr marL="0" indent="0">
              <a:buNone/>
            </a:pPr>
            <a:endParaRPr lang="en-US" sz="1400" dirty="0"/>
          </a:p>
        </p:txBody>
      </p:sp>
      <p:sp>
        <p:nvSpPr>
          <p:cNvPr id="4" name="Slide Number Placeholder 3">
            <a:extLst>
              <a:ext uri="{FF2B5EF4-FFF2-40B4-BE49-F238E27FC236}">
                <a16:creationId xmlns:a16="http://schemas.microsoft.com/office/drawing/2014/main" id="{B28DC62B-4FFD-43B6-8DFE-E1A24F5F28B6}"/>
              </a:ext>
            </a:extLst>
          </p:cNvPr>
          <p:cNvSpPr>
            <a:spLocks noGrp="1"/>
          </p:cNvSpPr>
          <p:nvPr>
            <p:ph type="sldNum" sz="quarter" idx="12"/>
          </p:nvPr>
        </p:nvSpPr>
        <p:spPr/>
        <p:txBody>
          <a:bodyPr/>
          <a:lstStyle/>
          <a:p>
            <a:fld id="{BF3EC595-1324-4821-BEA8-C2A5B6BD78B7}" type="slidenum">
              <a:rPr lang="en-US" altLang="en-US" smtClean="0"/>
              <a:pPr/>
              <a:t>50</a:t>
            </a:fld>
            <a:endParaRPr lang="en-US" altLang="en-US"/>
          </a:p>
        </p:txBody>
      </p:sp>
    </p:spTree>
    <p:extLst>
      <p:ext uri="{BB962C8B-B14F-4D97-AF65-F5344CB8AC3E}">
        <p14:creationId xmlns:p14="http://schemas.microsoft.com/office/powerpoint/2010/main" val="141244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DAA23F-96E5-4CE8-AC29-8694B37DE506}"/>
              </a:ext>
            </a:extLst>
          </p:cNvPr>
          <p:cNvSpPr>
            <a:spLocks noGrp="1"/>
          </p:cNvSpPr>
          <p:nvPr>
            <p:ph idx="1"/>
          </p:nvPr>
        </p:nvSpPr>
        <p:spPr>
          <a:xfrm>
            <a:off x="342900" y="381000"/>
            <a:ext cx="8458200" cy="5791200"/>
          </a:xfrm>
        </p:spPr>
        <p:txBody>
          <a:bodyPr>
            <a:normAutofit fontScale="92500" lnSpcReduction="10000"/>
          </a:bodyPr>
          <a:lstStyle/>
          <a:p>
            <a:pPr marL="0" indent="0">
              <a:buNone/>
            </a:pPr>
            <a:r>
              <a:rPr lang="en-US" sz="4000" b="1" u="sng" dirty="0">
                <a:solidFill>
                  <a:srgbClr val="FF0000"/>
                </a:solidFill>
              </a:rPr>
              <a:t>Summary of Overriding Rules </a:t>
            </a:r>
          </a:p>
          <a:p>
            <a:pPr marL="0" indent="0">
              <a:buNone/>
            </a:pPr>
            <a:r>
              <a:rPr lang="en-US" sz="4000" b="1" u="sng" dirty="0">
                <a:solidFill>
                  <a:srgbClr val="FF0000"/>
                </a:solidFill>
              </a:rPr>
              <a:t>(from highest to lowest priority):</a:t>
            </a:r>
          </a:p>
          <a:p>
            <a:pPr marL="0" indent="0">
              <a:buNone/>
            </a:pPr>
            <a:endParaRPr lang="en-US" sz="4000" b="1" u="sng" dirty="0">
              <a:solidFill>
                <a:srgbClr val="FF0000"/>
              </a:solidFill>
            </a:endParaRPr>
          </a:p>
          <a:p>
            <a:pPr marL="457200" indent="-457200">
              <a:buFont typeface="+mj-lt"/>
              <a:buAutoNum type="arabicPeriod"/>
            </a:pPr>
            <a:r>
              <a:rPr lang="en-US" sz="3600" dirty="0"/>
              <a:t>!important</a:t>
            </a:r>
          </a:p>
          <a:p>
            <a:pPr marL="457200" indent="-457200">
              <a:buFont typeface="+mj-lt"/>
              <a:buAutoNum type="arabicPeriod"/>
            </a:pPr>
            <a:r>
              <a:rPr lang="en-US" sz="3600" dirty="0"/>
              <a:t>Inline styles</a:t>
            </a:r>
          </a:p>
          <a:p>
            <a:pPr marL="457200" indent="-457200">
              <a:buFont typeface="+mj-lt"/>
              <a:buAutoNum type="arabicPeriod"/>
            </a:pPr>
            <a:r>
              <a:rPr lang="en-US" sz="3600" dirty="0"/>
              <a:t>ID selectors</a:t>
            </a:r>
          </a:p>
          <a:p>
            <a:pPr marL="457200" indent="-457200">
              <a:buFont typeface="+mj-lt"/>
              <a:buAutoNum type="arabicPeriod"/>
            </a:pPr>
            <a:r>
              <a:rPr lang="en-US" sz="3600" dirty="0"/>
              <a:t>Class/attribute/pseudo-class selectors</a:t>
            </a:r>
          </a:p>
          <a:p>
            <a:pPr marL="457200" indent="-457200">
              <a:buFont typeface="+mj-lt"/>
              <a:buAutoNum type="arabicPeriod"/>
            </a:pPr>
            <a:r>
              <a:rPr lang="en-US" sz="3600" dirty="0"/>
              <a:t>Element/pseudo-element selectors</a:t>
            </a:r>
          </a:p>
          <a:p>
            <a:pPr marL="457200" indent="-457200">
              <a:buFont typeface="+mj-lt"/>
              <a:buAutoNum type="arabicPeriod"/>
            </a:pPr>
            <a:r>
              <a:rPr lang="en-US" sz="3600" dirty="0"/>
              <a:t>Source order (later rules override earlier ones)</a:t>
            </a:r>
          </a:p>
          <a:p>
            <a:pPr marL="457200" indent="-457200">
              <a:buFont typeface="+mj-lt"/>
              <a:buAutoNum type="arabicPeriod"/>
            </a:pPr>
            <a:r>
              <a:rPr lang="en-US" sz="3600" dirty="0"/>
              <a:t>Inherited styles</a:t>
            </a:r>
          </a:p>
        </p:txBody>
      </p:sp>
      <p:sp>
        <p:nvSpPr>
          <p:cNvPr id="4" name="Slide Number Placeholder 3">
            <a:extLst>
              <a:ext uri="{FF2B5EF4-FFF2-40B4-BE49-F238E27FC236}">
                <a16:creationId xmlns:a16="http://schemas.microsoft.com/office/drawing/2014/main" id="{BA62FBEC-26AA-4AF8-94CB-6BA77DC8302F}"/>
              </a:ext>
            </a:extLst>
          </p:cNvPr>
          <p:cNvSpPr>
            <a:spLocks noGrp="1"/>
          </p:cNvSpPr>
          <p:nvPr>
            <p:ph type="sldNum" sz="quarter" idx="12"/>
          </p:nvPr>
        </p:nvSpPr>
        <p:spPr/>
        <p:txBody>
          <a:bodyPr/>
          <a:lstStyle/>
          <a:p>
            <a:fld id="{BF3EC595-1324-4821-BEA8-C2A5B6BD78B7}" type="slidenum">
              <a:rPr lang="en-US" altLang="en-US" smtClean="0"/>
              <a:pPr/>
              <a:t>51</a:t>
            </a:fld>
            <a:endParaRPr lang="en-US" altLang="en-US"/>
          </a:p>
        </p:txBody>
      </p:sp>
    </p:spTree>
    <p:extLst>
      <p:ext uri="{BB962C8B-B14F-4D97-AF65-F5344CB8AC3E}">
        <p14:creationId xmlns:p14="http://schemas.microsoft.com/office/powerpoint/2010/main" val="16512419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F281C9DD-A0ED-4562-A016-12194B1D036B}"/>
              </a:ext>
            </a:extLst>
          </p:cNvPr>
          <p:cNvSpPr>
            <a:spLocks noGrp="1"/>
          </p:cNvSpPr>
          <p:nvPr>
            <p:ph type="title"/>
          </p:nvPr>
        </p:nvSpPr>
        <p:spPr/>
        <p:txBody>
          <a:bodyPr/>
          <a:lstStyle/>
          <a:p>
            <a:pPr algn="r" eaLnBrk="1" fontAlgn="auto" hangingPunct="1">
              <a:spcAft>
                <a:spcPts val="0"/>
              </a:spcAft>
              <a:defRPr/>
            </a:pPr>
            <a:r>
              <a:rPr lang="en-US">
                <a:solidFill>
                  <a:schemeClr val="tx2">
                    <a:satMod val="130000"/>
                  </a:schemeClr>
                </a:solidFill>
              </a:rPr>
              <a:t>W3C CSS Validation</a:t>
            </a:r>
          </a:p>
        </p:txBody>
      </p:sp>
      <p:sp>
        <p:nvSpPr>
          <p:cNvPr id="88067" name="Content Placeholder 2">
            <a:extLst>
              <a:ext uri="{FF2B5EF4-FFF2-40B4-BE49-F238E27FC236}">
                <a16:creationId xmlns:a16="http://schemas.microsoft.com/office/drawing/2014/main" id="{838FF983-1512-4610-8431-A37695B296DD}"/>
              </a:ext>
            </a:extLst>
          </p:cNvPr>
          <p:cNvSpPr>
            <a:spLocks noGrp="1"/>
          </p:cNvSpPr>
          <p:nvPr>
            <p:ph idx="1"/>
          </p:nvPr>
        </p:nvSpPr>
        <p:spPr/>
        <p:txBody>
          <a:bodyPr/>
          <a:lstStyle/>
          <a:p>
            <a:pPr eaLnBrk="1" hangingPunct="1"/>
            <a:r>
              <a:rPr lang="en-US" altLang="en-US"/>
              <a:t>http://jigsaw.w3.org/css-validator/</a:t>
            </a:r>
          </a:p>
        </p:txBody>
      </p:sp>
      <p:sp>
        <p:nvSpPr>
          <p:cNvPr id="88068" name="Slide Number Placeholder 1">
            <a:extLst>
              <a:ext uri="{FF2B5EF4-FFF2-40B4-BE49-F238E27FC236}">
                <a16:creationId xmlns:a16="http://schemas.microsoft.com/office/drawing/2014/main" id="{69E53390-52CB-4008-B142-F5DF4026333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C69758CD-6899-4A4B-AA84-93A6493E07EA}" type="slidenum">
              <a:rPr lang="en-US" altLang="en-US" sz="1100">
                <a:solidFill>
                  <a:srgbClr val="4D4D4D"/>
                </a:solidFill>
                <a:latin typeface="Times New Roman" panose="02020603050405020304" pitchFamily="18" charset="0"/>
              </a:rPr>
              <a:pPr>
                <a:spcBef>
                  <a:spcPct val="0"/>
                </a:spcBef>
                <a:buClrTx/>
                <a:buSzTx/>
                <a:buFontTx/>
                <a:buNone/>
              </a:pPr>
              <a:t>52</a:t>
            </a:fld>
            <a:endParaRPr lang="en-US" altLang="en-US" sz="1100">
              <a:solidFill>
                <a:srgbClr val="4D4D4D"/>
              </a:solidFill>
              <a:latin typeface="Times New Roman" panose="02020603050405020304" pitchFamily="18" charset="0"/>
            </a:endParaRPr>
          </a:p>
        </p:txBody>
      </p:sp>
      <p:pic>
        <p:nvPicPr>
          <p:cNvPr id="88069" name="Picture 2">
            <a:extLst>
              <a:ext uri="{FF2B5EF4-FFF2-40B4-BE49-F238E27FC236}">
                <a16:creationId xmlns:a16="http://schemas.microsoft.com/office/drawing/2014/main" id="{27C30837-6BA7-4679-A141-F8402DFEAB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219325"/>
            <a:ext cx="6694488" cy="3273425"/>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7B07D8-AE34-44CF-B802-313199D7C65D}"/>
              </a:ext>
            </a:extLst>
          </p:cNvPr>
          <p:cNvSpPr>
            <a:spLocks noGrp="1"/>
          </p:cNvSpPr>
          <p:nvPr>
            <p:ph idx="1"/>
          </p:nvPr>
        </p:nvSpPr>
        <p:spPr>
          <a:xfrm>
            <a:off x="304800" y="936010"/>
            <a:ext cx="4343400" cy="5498037"/>
          </a:xfrm>
        </p:spPr>
        <p:txBody>
          <a:bodyPr>
            <a:normAutofit fontScale="92500"/>
          </a:bodyPr>
          <a:lstStyle/>
          <a:p>
            <a:pPr marL="0" indent="0">
              <a:buNone/>
            </a:pPr>
            <a:r>
              <a:rPr lang="en-US" b="1" dirty="0">
                <a:solidFill>
                  <a:srgbClr val="FF0000"/>
                </a:solidFill>
              </a:rPr>
              <a:t>1. Use &lt;pre&gt; and Escape Special Characters</a:t>
            </a:r>
          </a:p>
          <a:p>
            <a:pPr marL="457200" indent="-457200">
              <a:buFont typeface="+mj-lt"/>
              <a:buAutoNum type="arabicPeriod"/>
            </a:pPr>
            <a:r>
              <a:rPr lang="en-US" dirty="0"/>
              <a:t>Replace &lt; with &amp;</a:t>
            </a:r>
            <a:r>
              <a:rPr lang="en-US" dirty="0" err="1"/>
              <a:t>lt</a:t>
            </a:r>
            <a:r>
              <a:rPr lang="en-US" dirty="0"/>
              <a:t>; and &gt; with &amp;</a:t>
            </a:r>
            <a:r>
              <a:rPr lang="en-US" dirty="0" err="1"/>
              <a:t>gt</a:t>
            </a:r>
            <a:r>
              <a:rPr lang="en-US" dirty="0"/>
              <a:t>; to escape the HTML tags. </a:t>
            </a:r>
          </a:p>
          <a:p>
            <a:pPr marL="457200" indent="-457200">
              <a:buFont typeface="+mj-lt"/>
              <a:buAutoNum type="arabicPeriod"/>
            </a:pPr>
            <a:r>
              <a:rPr lang="en-US" dirty="0"/>
              <a:t>Wrap the content in &lt;pre&gt; to preserve formatting.</a:t>
            </a:r>
          </a:p>
          <a:p>
            <a:pPr marL="0" indent="0">
              <a:buNone/>
            </a:pPr>
            <a:r>
              <a:rPr lang="en-US" dirty="0"/>
              <a:t>&lt;pre&gt;</a:t>
            </a:r>
          </a:p>
          <a:p>
            <a:pPr marL="0" indent="0">
              <a:buNone/>
            </a:pPr>
            <a:r>
              <a:rPr lang="en-US" dirty="0"/>
              <a:t>&amp;</a:t>
            </a:r>
            <a:r>
              <a:rPr lang="en-US" dirty="0" err="1"/>
              <a:t>lt;html&amp;gt</a:t>
            </a:r>
            <a:r>
              <a:rPr lang="en-US" dirty="0"/>
              <a:t>;</a:t>
            </a:r>
          </a:p>
          <a:p>
            <a:pPr marL="0" indent="0">
              <a:buNone/>
            </a:pPr>
            <a:r>
              <a:rPr lang="en-US" dirty="0"/>
              <a:t>  &amp;</a:t>
            </a:r>
            <a:r>
              <a:rPr lang="en-US" dirty="0" err="1"/>
              <a:t>lt;head&amp;gt</a:t>
            </a:r>
            <a:r>
              <a:rPr lang="en-US" dirty="0"/>
              <a:t>;</a:t>
            </a:r>
          </a:p>
          <a:p>
            <a:pPr marL="0" indent="0">
              <a:buNone/>
            </a:pPr>
            <a:r>
              <a:rPr lang="en-US" dirty="0"/>
              <a:t>    &amp;</a:t>
            </a:r>
            <a:r>
              <a:rPr lang="en-US" dirty="0" err="1"/>
              <a:t>lt;title&amp;gt;Example&amp;lt</a:t>
            </a:r>
            <a:r>
              <a:rPr lang="en-US" dirty="0"/>
              <a:t>;/</a:t>
            </a:r>
            <a:r>
              <a:rPr lang="en-US" dirty="0" err="1"/>
              <a:t>title&amp;gt</a:t>
            </a:r>
            <a:r>
              <a:rPr lang="en-US" dirty="0"/>
              <a:t>;</a:t>
            </a:r>
          </a:p>
          <a:p>
            <a:pPr marL="0" indent="0">
              <a:buNone/>
            </a:pPr>
            <a:r>
              <a:rPr lang="en-US" dirty="0"/>
              <a:t>  &amp;</a:t>
            </a:r>
            <a:r>
              <a:rPr lang="en-US" dirty="0" err="1"/>
              <a:t>lt</a:t>
            </a:r>
            <a:r>
              <a:rPr lang="en-US" dirty="0"/>
              <a:t>;/</a:t>
            </a:r>
            <a:r>
              <a:rPr lang="en-US" dirty="0" err="1"/>
              <a:t>head&amp;gt</a:t>
            </a:r>
            <a:r>
              <a:rPr lang="en-US" dirty="0"/>
              <a:t>;</a:t>
            </a:r>
          </a:p>
          <a:p>
            <a:pPr marL="0" indent="0">
              <a:buNone/>
            </a:pPr>
            <a:r>
              <a:rPr lang="en-US" dirty="0"/>
              <a:t>  &amp;</a:t>
            </a:r>
            <a:r>
              <a:rPr lang="en-US" dirty="0" err="1"/>
              <a:t>lt;body&amp;gt</a:t>
            </a:r>
            <a:r>
              <a:rPr lang="en-US" dirty="0"/>
              <a:t>;</a:t>
            </a:r>
          </a:p>
          <a:p>
            <a:pPr marL="0" indent="0">
              <a:buNone/>
            </a:pPr>
            <a:r>
              <a:rPr lang="en-US" dirty="0"/>
              <a:t>    &amp;</a:t>
            </a:r>
            <a:r>
              <a:rPr lang="en-US" dirty="0" err="1"/>
              <a:t>lt;p&amp;gt;This</a:t>
            </a:r>
            <a:r>
              <a:rPr lang="en-US" dirty="0"/>
              <a:t> is a paragraph.&amp;</a:t>
            </a:r>
            <a:r>
              <a:rPr lang="en-US" dirty="0" err="1"/>
              <a:t>lt</a:t>
            </a:r>
            <a:r>
              <a:rPr lang="en-US" dirty="0"/>
              <a:t>;/</a:t>
            </a:r>
            <a:r>
              <a:rPr lang="en-US" dirty="0" err="1"/>
              <a:t>p&amp;gt</a:t>
            </a:r>
            <a:r>
              <a:rPr lang="en-US" dirty="0"/>
              <a:t>;</a:t>
            </a:r>
          </a:p>
          <a:p>
            <a:pPr marL="0" indent="0">
              <a:buNone/>
            </a:pPr>
            <a:r>
              <a:rPr lang="en-US" dirty="0"/>
              <a:t>  &amp;</a:t>
            </a:r>
            <a:r>
              <a:rPr lang="en-US" dirty="0" err="1"/>
              <a:t>lt</a:t>
            </a:r>
            <a:r>
              <a:rPr lang="en-US" dirty="0"/>
              <a:t>;/</a:t>
            </a:r>
            <a:r>
              <a:rPr lang="en-US" dirty="0" err="1"/>
              <a:t>body&amp;gt</a:t>
            </a:r>
            <a:r>
              <a:rPr lang="en-US" dirty="0"/>
              <a:t>;</a:t>
            </a:r>
          </a:p>
          <a:p>
            <a:pPr marL="0" indent="0">
              <a:buNone/>
            </a:pPr>
            <a:r>
              <a:rPr lang="en-US" dirty="0"/>
              <a:t>&amp;</a:t>
            </a:r>
            <a:r>
              <a:rPr lang="en-US" dirty="0" err="1"/>
              <a:t>lt</a:t>
            </a:r>
            <a:r>
              <a:rPr lang="en-US" dirty="0"/>
              <a:t>;/</a:t>
            </a:r>
            <a:r>
              <a:rPr lang="en-US" dirty="0" err="1"/>
              <a:t>html&amp;gt</a:t>
            </a:r>
            <a:r>
              <a:rPr lang="en-US" dirty="0"/>
              <a:t>;</a:t>
            </a:r>
          </a:p>
          <a:p>
            <a:pPr marL="0" indent="0">
              <a:buNone/>
            </a:pPr>
            <a:r>
              <a:rPr lang="en-US" dirty="0"/>
              <a:t>&lt;/pre&gt;</a:t>
            </a:r>
          </a:p>
        </p:txBody>
      </p:sp>
      <p:sp>
        <p:nvSpPr>
          <p:cNvPr id="4" name="Slide Number Placeholder 3">
            <a:extLst>
              <a:ext uri="{FF2B5EF4-FFF2-40B4-BE49-F238E27FC236}">
                <a16:creationId xmlns:a16="http://schemas.microsoft.com/office/drawing/2014/main" id="{FF1B546D-A9A8-4BC6-93A7-E65B53C3BCD4}"/>
              </a:ext>
            </a:extLst>
          </p:cNvPr>
          <p:cNvSpPr>
            <a:spLocks noGrp="1"/>
          </p:cNvSpPr>
          <p:nvPr>
            <p:ph type="sldNum" sz="quarter" idx="12"/>
          </p:nvPr>
        </p:nvSpPr>
        <p:spPr/>
        <p:txBody>
          <a:bodyPr/>
          <a:lstStyle/>
          <a:p>
            <a:fld id="{BF3EC595-1324-4821-BEA8-C2A5B6BD78B7}" type="slidenum">
              <a:rPr lang="en-US" altLang="en-US" smtClean="0"/>
              <a:pPr/>
              <a:t>53</a:t>
            </a:fld>
            <a:endParaRPr lang="en-US" altLang="en-US"/>
          </a:p>
        </p:txBody>
      </p:sp>
      <p:sp>
        <p:nvSpPr>
          <p:cNvPr id="5" name="Rectangle 4">
            <a:extLst>
              <a:ext uri="{FF2B5EF4-FFF2-40B4-BE49-F238E27FC236}">
                <a16:creationId xmlns:a16="http://schemas.microsoft.com/office/drawing/2014/main" id="{1DB692C6-D861-465A-B014-EF50514FC4A2}"/>
              </a:ext>
            </a:extLst>
          </p:cNvPr>
          <p:cNvSpPr/>
          <p:nvPr/>
        </p:nvSpPr>
        <p:spPr>
          <a:xfrm>
            <a:off x="4953000" y="936010"/>
            <a:ext cx="3733800" cy="4985980"/>
          </a:xfrm>
          <a:prstGeom prst="rect">
            <a:avLst/>
          </a:prstGeom>
        </p:spPr>
        <p:txBody>
          <a:bodyPr wrap="square">
            <a:spAutoFit/>
          </a:bodyPr>
          <a:lstStyle/>
          <a:p>
            <a:r>
              <a:rPr lang="en-US" sz="2000" b="1" dirty="0">
                <a:solidFill>
                  <a:srgbClr val="FF0000"/>
                </a:solidFill>
              </a:rPr>
              <a:t>2. Use &lt;code&gt; and Escape Special Characters</a:t>
            </a:r>
          </a:p>
          <a:p>
            <a:pPr marL="342900" indent="-342900">
              <a:buFont typeface="+mj-lt"/>
              <a:buAutoNum type="arabicPeriod"/>
            </a:pPr>
            <a:r>
              <a:rPr lang="en-US" sz="2000" dirty="0"/>
              <a:t>Similar to the above, but use &lt;code&gt; for semantic markup.</a:t>
            </a:r>
          </a:p>
          <a:p>
            <a:r>
              <a:rPr lang="en-US" sz="2000" dirty="0"/>
              <a:t>&lt;code&gt;</a:t>
            </a:r>
          </a:p>
          <a:p>
            <a:r>
              <a:rPr lang="en-US" sz="2000" dirty="0"/>
              <a:t>&amp;</a:t>
            </a:r>
            <a:r>
              <a:rPr lang="en-US" sz="2000" dirty="0" err="1"/>
              <a:t>lt;html&amp;gt</a:t>
            </a:r>
            <a:r>
              <a:rPr lang="en-US" sz="2000" dirty="0"/>
              <a:t>;</a:t>
            </a:r>
          </a:p>
          <a:p>
            <a:r>
              <a:rPr lang="en-US" sz="2000" dirty="0"/>
              <a:t>  &amp;</a:t>
            </a:r>
            <a:r>
              <a:rPr lang="en-US" sz="2000" dirty="0" err="1"/>
              <a:t>lt;head&amp;gt</a:t>
            </a:r>
            <a:r>
              <a:rPr lang="en-US" sz="2000" dirty="0"/>
              <a:t>;</a:t>
            </a:r>
          </a:p>
          <a:p>
            <a:r>
              <a:rPr lang="en-US" sz="2000" dirty="0"/>
              <a:t>    &amp;</a:t>
            </a:r>
            <a:r>
              <a:rPr lang="en-US" sz="2000" dirty="0" err="1"/>
              <a:t>lt;title&amp;gt;Example&amp;lt</a:t>
            </a:r>
            <a:r>
              <a:rPr lang="en-US" sz="2000" dirty="0"/>
              <a:t>;/</a:t>
            </a:r>
            <a:r>
              <a:rPr lang="en-US" sz="2000" dirty="0" err="1"/>
              <a:t>title&amp;gt</a:t>
            </a:r>
            <a:r>
              <a:rPr lang="en-US" sz="2000" dirty="0"/>
              <a:t>;</a:t>
            </a:r>
          </a:p>
          <a:p>
            <a:r>
              <a:rPr lang="en-US" sz="2000" dirty="0"/>
              <a:t>  &amp;</a:t>
            </a:r>
            <a:r>
              <a:rPr lang="en-US" sz="2000" dirty="0" err="1"/>
              <a:t>lt</a:t>
            </a:r>
            <a:r>
              <a:rPr lang="en-US" sz="2000" dirty="0"/>
              <a:t>;/</a:t>
            </a:r>
            <a:r>
              <a:rPr lang="en-US" sz="2000" dirty="0" err="1"/>
              <a:t>head&amp;gt</a:t>
            </a:r>
            <a:r>
              <a:rPr lang="en-US" sz="2000" dirty="0"/>
              <a:t>;</a:t>
            </a:r>
          </a:p>
          <a:p>
            <a:r>
              <a:rPr lang="en-US" sz="2000" dirty="0"/>
              <a:t>  &amp;</a:t>
            </a:r>
            <a:r>
              <a:rPr lang="en-US" sz="2000" dirty="0" err="1"/>
              <a:t>lt;body&amp;gt</a:t>
            </a:r>
            <a:r>
              <a:rPr lang="en-US" sz="2000" dirty="0"/>
              <a:t>;</a:t>
            </a:r>
          </a:p>
          <a:p>
            <a:r>
              <a:rPr lang="en-US" sz="2000" dirty="0"/>
              <a:t>    &amp;</a:t>
            </a:r>
            <a:r>
              <a:rPr lang="en-US" sz="2000" dirty="0" err="1"/>
              <a:t>lt;p&amp;gt;This</a:t>
            </a:r>
            <a:r>
              <a:rPr lang="en-US" sz="2000" dirty="0"/>
              <a:t> is a paragraph.&amp;</a:t>
            </a:r>
            <a:r>
              <a:rPr lang="en-US" sz="2000" dirty="0" err="1"/>
              <a:t>lt</a:t>
            </a:r>
            <a:r>
              <a:rPr lang="en-US" sz="2000" dirty="0"/>
              <a:t>;/</a:t>
            </a:r>
            <a:r>
              <a:rPr lang="en-US" sz="2000" dirty="0" err="1"/>
              <a:t>p&amp;gt</a:t>
            </a:r>
            <a:r>
              <a:rPr lang="en-US" sz="2000" dirty="0"/>
              <a:t>;</a:t>
            </a:r>
          </a:p>
          <a:p>
            <a:r>
              <a:rPr lang="en-US" sz="2000" dirty="0"/>
              <a:t>  &amp;</a:t>
            </a:r>
            <a:r>
              <a:rPr lang="en-US" sz="2000" dirty="0" err="1"/>
              <a:t>lt</a:t>
            </a:r>
            <a:r>
              <a:rPr lang="en-US" sz="2000" dirty="0"/>
              <a:t>;/</a:t>
            </a:r>
            <a:r>
              <a:rPr lang="en-US" sz="2000" dirty="0" err="1"/>
              <a:t>body&amp;gt</a:t>
            </a:r>
            <a:r>
              <a:rPr lang="en-US" sz="2000" dirty="0"/>
              <a:t>;</a:t>
            </a:r>
          </a:p>
          <a:p>
            <a:r>
              <a:rPr lang="en-US" sz="2000" dirty="0"/>
              <a:t>&amp;</a:t>
            </a:r>
            <a:r>
              <a:rPr lang="en-US" sz="2000" dirty="0" err="1"/>
              <a:t>lt</a:t>
            </a:r>
            <a:r>
              <a:rPr lang="en-US" sz="2000" dirty="0"/>
              <a:t>;/</a:t>
            </a:r>
            <a:r>
              <a:rPr lang="en-US" sz="2000" dirty="0" err="1"/>
              <a:t>html&amp;gt</a:t>
            </a:r>
            <a:r>
              <a:rPr lang="en-US" sz="2000" dirty="0"/>
              <a:t>;</a:t>
            </a:r>
          </a:p>
          <a:p>
            <a:r>
              <a:rPr lang="en-US" sz="2000" dirty="0"/>
              <a:t>&lt;/code&gt;</a:t>
            </a:r>
          </a:p>
        </p:txBody>
      </p:sp>
      <p:sp>
        <p:nvSpPr>
          <p:cNvPr id="6" name="Rectangle 5">
            <a:extLst>
              <a:ext uri="{FF2B5EF4-FFF2-40B4-BE49-F238E27FC236}">
                <a16:creationId xmlns:a16="http://schemas.microsoft.com/office/drawing/2014/main" id="{E8205140-7651-42CF-AF02-B4F082CB68B7}"/>
              </a:ext>
            </a:extLst>
          </p:cNvPr>
          <p:cNvSpPr/>
          <p:nvPr/>
        </p:nvSpPr>
        <p:spPr>
          <a:xfrm>
            <a:off x="533400" y="157383"/>
            <a:ext cx="7981950" cy="646331"/>
          </a:xfrm>
          <a:prstGeom prst="rect">
            <a:avLst/>
          </a:prstGeom>
        </p:spPr>
        <p:txBody>
          <a:bodyPr wrap="square">
            <a:spAutoFit/>
          </a:bodyPr>
          <a:lstStyle/>
          <a:p>
            <a:r>
              <a:rPr lang="en-US" b="1" dirty="0">
                <a:solidFill>
                  <a:srgbClr val="FF0000"/>
                </a:solidFill>
              </a:rPr>
              <a:t>To display HTML tags as plaintext in a web page (so that the tags are visible and not interpreted as HTML), you can use one of the following methods:</a:t>
            </a:r>
          </a:p>
        </p:txBody>
      </p:sp>
    </p:spTree>
    <p:extLst>
      <p:ext uri="{BB962C8B-B14F-4D97-AF65-F5344CB8AC3E}">
        <p14:creationId xmlns:p14="http://schemas.microsoft.com/office/powerpoint/2010/main" val="17841864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BC7BFF-EB77-471F-9360-6DEA5ABE5FF1}"/>
              </a:ext>
            </a:extLst>
          </p:cNvPr>
          <p:cNvSpPr>
            <a:spLocks noGrp="1"/>
          </p:cNvSpPr>
          <p:nvPr>
            <p:ph type="sldNum" sz="quarter" idx="12"/>
          </p:nvPr>
        </p:nvSpPr>
        <p:spPr/>
        <p:txBody>
          <a:bodyPr/>
          <a:lstStyle/>
          <a:p>
            <a:fld id="{3FCB2717-A21F-4D33-952A-75E2A4C3DBAD}" type="slidenum">
              <a:rPr lang="en-US" altLang="en-US" smtClean="0"/>
              <a:pPr/>
              <a:t>54</a:t>
            </a:fld>
            <a:endParaRPr lang="en-US" altLang="en-US"/>
          </a:p>
        </p:txBody>
      </p:sp>
      <p:sp>
        <p:nvSpPr>
          <p:cNvPr id="3" name="Rectangle 2">
            <a:extLst>
              <a:ext uri="{FF2B5EF4-FFF2-40B4-BE49-F238E27FC236}">
                <a16:creationId xmlns:a16="http://schemas.microsoft.com/office/drawing/2014/main" id="{39832A7F-C9E1-42CC-9ED7-FADF10DA3693}"/>
              </a:ext>
            </a:extLst>
          </p:cNvPr>
          <p:cNvSpPr/>
          <p:nvPr/>
        </p:nvSpPr>
        <p:spPr>
          <a:xfrm>
            <a:off x="228600" y="332726"/>
            <a:ext cx="3962400" cy="6247864"/>
          </a:xfrm>
          <a:prstGeom prst="rect">
            <a:avLst/>
          </a:prstGeom>
        </p:spPr>
        <p:txBody>
          <a:bodyPr wrap="square">
            <a:spAutoFit/>
          </a:bodyPr>
          <a:lstStyle/>
          <a:p>
            <a:r>
              <a:rPr lang="en-US" sz="2000" b="1" dirty="0">
                <a:solidFill>
                  <a:srgbClr val="FF0000"/>
                </a:solidFill>
              </a:rPr>
              <a:t>3. Use &lt;</a:t>
            </a:r>
            <a:r>
              <a:rPr lang="en-US" sz="2000" b="1" dirty="0" err="1">
                <a:solidFill>
                  <a:srgbClr val="FF0000"/>
                </a:solidFill>
              </a:rPr>
              <a:t>xmp</a:t>
            </a:r>
            <a:r>
              <a:rPr lang="en-US" sz="2000" b="1" dirty="0">
                <a:solidFill>
                  <a:srgbClr val="FF0000"/>
                </a:solidFill>
              </a:rPr>
              <a:t>&gt; (Deprecated but Works)</a:t>
            </a:r>
          </a:p>
          <a:p>
            <a:pPr marL="457200" indent="-457200">
              <a:buFont typeface="+mj-lt"/>
              <a:buAutoNum type="arabicPeriod"/>
            </a:pPr>
            <a:r>
              <a:rPr lang="en-US" sz="2000" dirty="0"/>
              <a:t>The &lt;</a:t>
            </a:r>
            <a:r>
              <a:rPr lang="en-US" sz="2000" dirty="0" err="1"/>
              <a:t>xmp</a:t>
            </a:r>
            <a:r>
              <a:rPr lang="en-US" sz="2000" dirty="0"/>
              <a:t>&gt; tag was used in older HTML versions to display HTML tags as plaintext. </a:t>
            </a:r>
          </a:p>
          <a:p>
            <a:pPr marL="457200" indent="-457200">
              <a:buFont typeface="+mj-lt"/>
              <a:buAutoNum type="arabicPeriod"/>
            </a:pPr>
            <a:r>
              <a:rPr lang="en-US" sz="2000" dirty="0"/>
              <a:t>It is deprecated but still works in most browsers.</a:t>
            </a:r>
          </a:p>
          <a:p>
            <a:r>
              <a:rPr lang="en-US" sz="2000" dirty="0"/>
              <a:t>&lt;</a:t>
            </a:r>
            <a:r>
              <a:rPr lang="en-US" sz="2000" dirty="0" err="1"/>
              <a:t>xmp</a:t>
            </a:r>
            <a:r>
              <a:rPr lang="en-US" sz="2000" dirty="0"/>
              <a:t>&gt;</a:t>
            </a:r>
          </a:p>
          <a:p>
            <a:r>
              <a:rPr lang="en-US" sz="2000" dirty="0"/>
              <a:t>&lt;html&gt;</a:t>
            </a:r>
          </a:p>
          <a:p>
            <a:r>
              <a:rPr lang="en-US" sz="2000" dirty="0"/>
              <a:t>  &lt;head&gt;</a:t>
            </a:r>
          </a:p>
          <a:p>
            <a:r>
              <a:rPr lang="en-US" sz="2000" dirty="0"/>
              <a:t>    &lt;title&gt;Example&lt;/title&gt;</a:t>
            </a:r>
          </a:p>
          <a:p>
            <a:r>
              <a:rPr lang="en-US" sz="2000" dirty="0"/>
              <a:t>  &lt;/head&gt;</a:t>
            </a:r>
          </a:p>
          <a:p>
            <a:r>
              <a:rPr lang="en-US" sz="2000" dirty="0"/>
              <a:t>  &lt;body&gt;</a:t>
            </a:r>
          </a:p>
          <a:p>
            <a:r>
              <a:rPr lang="en-US" sz="2000" dirty="0"/>
              <a:t>    &lt;p&gt;This is a paragraph.&lt;/p&gt;</a:t>
            </a:r>
          </a:p>
          <a:p>
            <a:r>
              <a:rPr lang="en-US" sz="2000" dirty="0"/>
              <a:t>  &lt;/body&gt;</a:t>
            </a:r>
          </a:p>
          <a:p>
            <a:r>
              <a:rPr lang="en-US" sz="2000" dirty="0"/>
              <a:t>&lt;/html&gt;</a:t>
            </a:r>
          </a:p>
          <a:p>
            <a:r>
              <a:rPr lang="en-US" sz="2000" dirty="0"/>
              <a:t>&lt;/</a:t>
            </a:r>
            <a:r>
              <a:rPr lang="en-US" sz="2000" dirty="0" err="1"/>
              <a:t>xmp</a:t>
            </a:r>
            <a:r>
              <a:rPr lang="en-US" sz="2000" dirty="0"/>
              <a:t>&gt;</a:t>
            </a:r>
          </a:p>
          <a:p>
            <a:r>
              <a:rPr lang="en-US" sz="2000" b="1" dirty="0">
                <a:solidFill>
                  <a:srgbClr val="FF0000"/>
                </a:solidFill>
              </a:rPr>
              <a:t>Note: Avoid using &lt;</a:t>
            </a:r>
            <a:r>
              <a:rPr lang="en-US" sz="2000" b="1" dirty="0" err="1">
                <a:solidFill>
                  <a:srgbClr val="FF0000"/>
                </a:solidFill>
              </a:rPr>
              <a:t>xmp</a:t>
            </a:r>
            <a:r>
              <a:rPr lang="en-US" sz="2000" b="1" dirty="0">
                <a:solidFill>
                  <a:srgbClr val="FF0000"/>
                </a:solidFill>
              </a:rPr>
              <a:t>&gt; in production as it is not part of the HTML5 standard.</a:t>
            </a:r>
          </a:p>
        </p:txBody>
      </p:sp>
      <p:sp>
        <p:nvSpPr>
          <p:cNvPr id="4" name="Rectangle 3">
            <a:extLst>
              <a:ext uri="{FF2B5EF4-FFF2-40B4-BE49-F238E27FC236}">
                <a16:creationId xmlns:a16="http://schemas.microsoft.com/office/drawing/2014/main" id="{31323F13-13CB-4FF0-94A4-4446E6ABE058}"/>
              </a:ext>
            </a:extLst>
          </p:cNvPr>
          <p:cNvSpPr/>
          <p:nvPr/>
        </p:nvSpPr>
        <p:spPr>
          <a:xfrm>
            <a:off x="4267200" y="352604"/>
            <a:ext cx="4248150" cy="5909310"/>
          </a:xfrm>
          <a:prstGeom prst="rect">
            <a:avLst/>
          </a:prstGeom>
        </p:spPr>
        <p:txBody>
          <a:bodyPr wrap="square">
            <a:spAutoFit/>
          </a:bodyPr>
          <a:lstStyle/>
          <a:p>
            <a:r>
              <a:rPr lang="en-US" sz="2000" b="1" dirty="0">
                <a:solidFill>
                  <a:srgbClr val="FF0000"/>
                </a:solidFill>
              </a:rPr>
              <a:t>4. Use JavaScript to Escape HTML</a:t>
            </a:r>
          </a:p>
          <a:p>
            <a:pPr marL="342900" indent="-342900">
              <a:buFont typeface="+mj-lt"/>
              <a:buAutoNum type="arabicPeriod"/>
            </a:pPr>
            <a:r>
              <a:rPr lang="en-US" sz="2000" dirty="0"/>
              <a:t>You can dynamically escape HTML tags using JavaScript.</a:t>
            </a:r>
          </a:p>
          <a:p>
            <a:pPr marL="342900" indent="-342900">
              <a:buFont typeface="+mj-lt"/>
              <a:buAutoNum type="arabicPeriod"/>
            </a:pPr>
            <a:endParaRPr lang="en-US" sz="2000" dirty="0"/>
          </a:p>
          <a:p>
            <a:r>
              <a:rPr lang="en-US" sz="2000" dirty="0"/>
              <a:t>&lt;div id="display-html"&gt;&lt;/div&gt;</a:t>
            </a:r>
          </a:p>
          <a:p>
            <a:r>
              <a:rPr lang="en-US" sz="2000" dirty="0"/>
              <a:t>&lt;script&gt;</a:t>
            </a:r>
          </a:p>
          <a:p>
            <a:r>
              <a:rPr lang="en-US" sz="2000" dirty="0"/>
              <a:t>  const </a:t>
            </a:r>
            <a:r>
              <a:rPr lang="en-US" sz="2000" dirty="0" err="1"/>
              <a:t>htmlContent</a:t>
            </a:r>
            <a:r>
              <a:rPr lang="en-US" sz="2000" dirty="0"/>
              <a:t> = `</a:t>
            </a:r>
          </a:p>
          <a:p>
            <a:r>
              <a:rPr lang="en-US" sz="2000" dirty="0"/>
              <a:t>&lt;html&gt;</a:t>
            </a:r>
          </a:p>
          <a:p>
            <a:r>
              <a:rPr lang="en-US" sz="2000" dirty="0"/>
              <a:t>  &lt;head&gt;</a:t>
            </a:r>
          </a:p>
          <a:p>
            <a:r>
              <a:rPr lang="en-US" sz="2000" dirty="0"/>
              <a:t>    &lt;title&gt;Example&lt;/title&gt;</a:t>
            </a:r>
          </a:p>
          <a:p>
            <a:r>
              <a:rPr lang="en-US" sz="2000" dirty="0"/>
              <a:t>  &lt;/head&gt;</a:t>
            </a:r>
          </a:p>
          <a:p>
            <a:r>
              <a:rPr lang="en-US" sz="2000" dirty="0"/>
              <a:t>  &lt;body&gt;</a:t>
            </a:r>
          </a:p>
          <a:p>
            <a:r>
              <a:rPr lang="en-US" sz="2000" dirty="0"/>
              <a:t>    &lt;p&gt;This is a paragraph.&lt;/p&gt;</a:t>
            </a:r>
          </a:p>
          <a:p>
            <a:r>
              <a:rPr lang="en-US" sz="2000" dirty="0"/>
              <a:t>  &lt;/body&gt;</a:t>
            </a:r>
          </a:p>
          <a:p>
            <a:r>
              <a:rPr lang="en-US" sz="2000" dirty="0"/>
              <a:t>&lt;/html&gt;</a:t>
            </a:r>
          </a:p>
          <a:p>
            <a:r>
              <a:rPr lang="en-US" sz="2000" dirty="0"/>
              <a:t>`;</a:t>
            </a:r>
          </a:p>
          <a:p>
            <a:r>
              <a:rPr lang="en-US" sz="2000" dirty="0"/>
              <a:t>  </a:t>
            </a:r>
            <a:r>
              <a:rPr lang="en-US" sz="2000" dirty="0" err="1"/>
              <a:t>document.getElementById</a:t>
            </a:r>
            <a:r>
              <a:rPr lang="en-US" sz="2000" dirty="0"/>
              <a:t>('display-html').</a:t>
            </a:r>
            <a:r>
              <a:rPr lang="en-US" sz="2000" dirty="0" err="1"/>
              <a:t>textContent</a:t>
            </a:r>
            <a:r>
              <a:rPr lang="en-US" sz="2000" dirty="0"/>
              <a:t> = </a:t>
            </a:r>
            <a:r>
              <a:rPr lang="en-US" sz="2000" dirty="0" err="1"/>
              <a:t>htmlContent</a:t>
            </a:r>
            <a:r>
              <a:rPr lang="en-US" sz="2000" dirty="0"/>
              <a:t>;</a:t>
            </a:r>
          </a:p>
          <a:p>
            <a:r>
              <a:rPr lang="en-US" sz="2000" dirty="0"/>
              <a:t>&lt;/script&gt;</a:t>
            </a:r>
          </a:p>
        </p:txBody>
      </p:sp>
    </p:spTree>
    <p:extLst>
      <p:ext uri="{BB962C8B-B14F-4D97-AF65-F5344CB8AC3E}">
        <p14:creationId xmlns:p14="http://schemas.microsoft.com/office/powerpoint/2010/main" val="17468982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6E061D-26F8-43FF-97D7-9E2B5454E9FD}"/>
              </a:ext>
            </a:extLst>
          </p:cNvPr>
          <p:cNvSpPr>
            <a:spLocks noGrp="1"/>
          </p:cNvSpPr>
          <p:nvPr>
            <p:ph type="sldNum" sz="quarter" idx="12"/>
          </p:nvPr>
        </p:nvSpPr>
        <p:spPr/>
        <p:txBody>
          <a:bodyPr/>
          <a:lstStyle/>
          <a:p>
            <a:fld id="{3FCB2717-A21F-4D33-952A-75E2A4C3DBAD}" type="slidenum">
              <a:rPr lang="en-US" altLang="en-US" smtClean="0"/>
              <a:pPr/>
              <a:t>55</a:t>
            </a:fld>
            <a:endParaRPr lang="en-US" altLang="en-US"/>
          </a:p>
        </p:txBody>
      </p:sp>
      <p:sp>
        <p:nvSpPr>
          <p:cNvPr id="3" name="Rectangle 2">
            <a:extLst>
              <a:ext uri="{FF2B5EF4-FFF2-40B4-BE49-F238E27FC236}">
                <a16:creationId xmlns:a16="http://schemas.microsoft.com/office/drawing/2014/main" id="{2AD43649-CCFF-46D3-B5AC-A447D5CCA562}"/>
              </a:ext>
            </a:extLst>
          </p:cNvPr>
          <p:cNvSpPr/>
          <p:nvPr/>
        </p:nvSpPr>
        <p:spPr>
          <a:xfrm>
            <a:off x="400051" y="474345"/>
            <a:ext cx="4572000" cy="5355312"/>
          </a:xfrm>
          <a:prstGeom prst="rect">
            <a:avLst/>
          </a:prstGeom>
        </p:spPr>
        <p:txBody>
          <a:bodyPr>
            <a:spAutoFit/>
          </a:bodyPr>
          <a:lstStyle/>
          <a:p>
            <a:r>
              <a:rPr lang="en-US" b="1" dirty="0">
                <a:solidFill>
                  <a:srgbClr val="FF0000"/>
                </a:solidFill>
              </a:rPr>
              <a:t>5. Use Server-Side Escaping</a:t>
            </a:r>
          </a:p>
          <a:p>
            <a:pPr marL="342900" indent="-342900">
              <a:buFont typeface="+mj-lt"/>
              <a:buAutoNum type="arabicPeriod"/>
            </a:pPr>
            <a:r>
              <a:rPr lang="en-US" dirty="0"/>
              <a:t>If you're using a server-side language (e.g., PHP, Python, Node.js), you can escape HTML tags before sending them to the client.</a:t>
            </a:r>
          </a:p>
          <a:p>
            <a:r>
              <a:rPr lang="en-US" b="1" u="sng" dirty="0">
                <a:solidFill>
                  <a:srgbClr val="FF0000"/>
                </a:solidFill>
              </a:rPr>
              <a:t>Example in PHP:</a:t>
            </a:r>
          </a:p>
          <a:p>
            <a:r>
              <a:rPr lang="en-US" dirty="0"/>
              <a:t>&lt;?php</a:t>
            </a:r>
          </a:p>
          <a:p>
            <a:r>
              <a:rPr lang="en-US" dirty="0"/>
              <a:t>$</a:t>
            </a:r>
            <a:r>
              <a:rPr lang="en-US" dirty="0" err="1"/>
              <a:t>htmlContent</a:t>
            </a:r>
            <a:r>
              <a:rPr lang="en-US" dirty="0"/>
              <a:t> = '</a:t>
            </a:r>
          </a:p>
          <a:p>
            <a:r>
              <a:rPr lang="en-US" dirty="0"/>
              <a:t>&lt;html&gt;</a:t>
            </a:r>
          </a:p>
          <a:p>
            <a:r>
              <a:rPr lang="en-US" dirty="0"/>
              <a:t>  &lt;head&gt;</a:t>
            </a:r>
          </a:p>
          <a:p>
            <a:r>
              <a:rPr lang="en-US" dirty="0"/>
              <a:t>    &lt;title&gt;Example&lt;/title&gt;</a:t>
            </a:r>
          </a:p>
          <a:p>
            <a:r>
              <a:rPr lang="en-US" dirty="0"/>
              <a:t>  &lt;/head&gt;</a:t>
            </a:r>
          </a:p>
          <a:p>
            <a:r>
              <a:rPr lang="en-US" dirty="0"/>
              <a:t>  &lt;body&gt;</a:t>
            </a:r>
          </a:p>
          <a:p>
            <a:r>
              <a:rPr lang="en-US" dirty="0"/>
              <a:t>    &lt;p&gt;This is a paragraph.&lt;/p&gt;</a:t>
            </a:r>
          </a:p>
          <a:p>
            <a:r>
              <a:rPr lang="en-US" dirty="0"/>
              <a:t>  &lt;/body&gt;</a:t>
            </a:r>
          </a:p>
          <a:p>
            <a:r>
              <a:rPr lang="en-US" dirty="0"/>
              <a:t>&lt;/html&gt;</a:t>
            </a:r>
          </a:p>
          <a:p>
            <a:r>
              <a:rPr lang="en-US" dirty="0"/>
              <a:t>';</a:t>
            </a:r>
          </a:p>
          <a:p>
            <a:r>
              <a:rPr lang="en-US" dirty="0"/>
              <a:t>echo </a:t>
            </a:r>
            <a:r>
              <a:rPr lang="en-US" dirty="0" err="1"/>
              <a:t>htmlspecialchars</a:t>
            </a:r>
            <a:r>
              <a:rPr lang="en-US" dirty="0"/>
              <a:t>($</a:t>
            </a:r>
            <a:r>
              <a:rPr lang="en-US" dirty="0" err="1"/>
              <a:t>htmlContent</a:t>
            </a:r>
            <a:r>
              <a:rPr lang="en-US" dirty="0"/>
              <a:t>);</a:t>
            </a:r>
          </a:p>
          <a:p>
            <a:r>
              <a:rPr lang="en-US" dirty="0"/>
              <a:t>?&gt;</a:t>
            </a:r>
          </a:p>
        </p:txBody>
      </p:sp>
      <p:sp>
        <p:nvSpPr>
          <p:cNvPr id="4" name="Rectangle 3">
            <a:extLst>
              <a:ext uri="{FF2B5EF4-FFF2-40B4-BE49-F238E27FC236}">
                <a16:creationId xmlns:a16="http://schemas.microsoft.com/office/drawing/2014/main" id="{F869433F-E2CB-45E1-89A7-D7799008ECB8}"/>
              </a:ext>
            </a:extLst>
          </p:cNvPr>
          <p:cNvSpPr/>
          <p:nvPr/>
        </p:nvSpPr>
        <p:spPr>
          <a:xfrm>
            <a:off x="5181600" y="381000"/>
            <a:ext cx="3714750" cy="5909310"/>
          </a:xfrm>
          <a:prstGeom prst="rect">
            <a:avLst/>
          </a:prstGeom>
        </p:spPr>
        <p:txBody>
          <a:bodyPr wrap="square">
            <a:spAutoFit/>
          </a:bodyPr>
          <a:lstStyle/>
          <a:p>
            <a:r>
              <a:rPr lang="en-US" b="1" u="sng" dirty="0">
                <a:solidFill>
                  <a:srgbClr val="FF0000"/>
                </a:solidFill>
              </a:rPr>
              <a:t>Example in Python (Flask):</a:t>
            </a:r>
          </a:p>
          <a:p>
            <a:r>
              <a:rPr lang="en-US" dirty="0"/>
              <a:t>from flask import Flask</a:t>
            </a:r>
          </a:p>
          <a:p>
            <a:r>
              <a:rPr lang="en-US" dirty="0"/>
              <a:t>app = Flask(__name__)</a:t>
            </a:r>
          </a:p>
          <a:p>
            <a:endParaRPr lang="en-US" dirty="0"/>
          </a:p>
          <a:p>
            <a:r>
              <a:rPr lang="en-US" dirty="0"/>
              <a:t>@</a:t>
            </a:r>
            <a:r>
              <a:rPr lang="en-US" dirty="0" err="1"/>
              <a:t>app.route</a:t>
            </a:r>
            <a:r>
              <a:rPr lang="en-US" dirty="0"/>
              <a:t>('/')</a:t>
            </a:r>
          </a:p>
          <a:p>
            <a:r>
              <a:rPr lang="en-US" dirty="0"/>
              <a:t>def home():</a:t>
            </a:r>
          </a:p>
          <a:p>
            <a:r>
              <a:rPr lang="en-US" dirty="0"/>
              <a:t>    </a:t>
            </a:r>
            <a:r>
              <a:rPr lang="en-US" dirty="0" err="1"/>
              <a:t>html_content</a:t>
            </a:r>
            <a:r>
              <a:rPr lang="en-US" dirty="0"/>
              <a:t> = '''</a:t>
            </a:r>
          </a:p>
          <a:p>
            <a:r>
              <a:rPr lang="en-US" dirty="0"/>
              <a:t>&lt;html&gt;</a:t>
            </a:r>
          </a:p>
          <a:p>
            <a:r>
              <a:rPr lang="en-US" dirty="0"/>
              <a:t>  &lt;head&gt;</a:t>
            </a:r>
          </a:p>
          <a:p>
            <a:r>
              <a:rPr lang="en-US" dirty="0"/>
              <a:t>    &lt;title&gt;Example&lt;/title&gt;</a:t>
            </a:r>
          </a:p>
          <a:p>
            <a:r>
              <a:rPr lang="en-US" dirty="0"/>
              <a:t>  &lt;/head&gt;</a:t>
            </a:r>
          </a:p>
          <a:p>
            <a:r>
              <a:rPr lang="en-US" dirty="0"/>
              <a:t>  &lt;body&gt;</a:t>
            </a:r>
          </a:p>
          <a:p>
            <a:r>
              <a:rPr lang="en-US" dirty="0"/>
              <a:t>    &lt;p&gt;This is a paragraph.&lt;/p&gt;</a:t>
            </a:r>
          </a:p>
          <a:p>
            <a:r>
              <a:rPr lang="en-US" dirty="0"/>
              <a:t>  &lt;/body&gt;</a:t>
            </a:r>
          </a:p>
          <a:p>
            <a:r>
              <a:rPr lang="en-US" dirty="0"/>
              <a:t>&lt;/html&gt;</a:t>
            </a:r>
          </a:p>
          <a:p>
            <a:r>
              <a:rPr lang="en-US" dirty="0"/>
              <a:t>'''</a:t>
            </a:r>
          </a:p>
          <a:p>
            <a:r>
              <a:rPr lang="en-US" dirty="0"/>
              <a:t>    return f"&lt;pre&gt;{</a:t>
            </a:r>
            <a:r>
              <a:rPr lang="en-US" dirty="0" err="1"/>
              <a:t>html_content</a:t>
            </a:r>
            <a:r>
              <a:rPr lang="en-US" dirty="0"/>
              <a:t>}&lt;/pre&gt;"</a:t>
            </a:r>
          </a:p>
          <a:p>
            <a:endParaRPr lang="en-US" dirty="0"/>
          </a:p>
          <a:p>
            <a:r>
              <a:rPr lang="en-US" dirty="0"/>
              <a:t>if __name__ == '__main__':</a:t>
            </a:r>
          </a:p>
          <a:p>
            <a:r>
              <a:rPr lang="en-US" dirty="0"/>
              <a:t>    </a:t>
            </a:r>
            <a:r>
              <a:rPr lang="en-US" dirty="0" err="1"/>
              <a:t>app.run</a:t>
            </a:r>
            <a:r>
              <a:rPr lang="en-US" dirty="0"/>
              <a:t>()</a:t>
            </a:r>
          </a:p>
        </p:txBody>
      </p:sp>
    </p:spTree>
    <p:extLst>
      <p:ext uri="{BB962C8B-B14F-4D97-AF65-F5344CB8AC3E}">
        <p14:creationId xmlns:p14="http://schemas.microsoft.com/office/powerpoint/2010/main" val="40602451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6DB29A-CB46-428A-B4F5-4CC9D7D958CF}"/>
              </a:ext>
            </a:extLst>
          </p:cNvPr>
          <p:cNvSpPr>
            <a:spLocks noGrp="1"/>
          </p:cNvSpPr>
          <p:nvPr>
            <p:ph type="sldNum" sz="quarter" idx="12"/>
          </p:nvPr>
        </p:nvSpPr>
        <p:spPr/>
        <p:txBody>
          <a:bodyPr/>
          <a:lstStyle/>
          <a:p>
            <a:fld id="{3FCB2717-A21F-4D33-952A-75E2A4C3DBAD}" type="slidenum">
              <a:rPr lang="en-US" altLang="en-US" smtClean="0"/>
              <a:pPr/>
              <a:t>56</a:t>
            </a:fld>
            <a:endParaRPr lang="en-US" altLang="en-US"/>
          </a:p>
        </p:txBody>
      </p:sp>
      <p:sp>
        <p:nvSpPr>
          <p:cNvPr id="3" name="Rectangle 2">
            <a:extLst>
              <a:ext uri="{FF2B5EF4-FFF2-40B4-BE49-F238E27FC236}">
                <a16:creationId xmlns:a16="http://schemas.microsoft.com/office/drawing/2014/main" id="{D239888A-FD8C-46FB-9442-DF10A9BA8F1B}"/>
              </a:ext>
            </a:extLst>
          </p:cNvPr>
          <p:cNvSpPr/>
          <p:nvPr/>
        </p:nvSpPr>
        <p:spPr>
          <a:xfrm>
            <a:off x="838200" y="762000"/>
            <a:ext cx="6248400" cy="4893647"/>
          </a:xfrm>
          <a:prstGeom prst="rect">
            <a:avLst/>
          </a:prstGeom>
        </p:spPr>
        <p:txBody>
          <a:bodyPr wrap="square">
            <a:spAutoFit/>
          </a:bodyPr>
          <a:lstStyle/>
          <a:p>
            <a:r>
              <a:rPr lang="en-US" sz="2400" b="1" dirty="0">
                <a:solidFill>
                  <a:srgbClr val="FF0000"/>
                </a:solidFill>
              </a:rPr>
              <a:t>6. Use a &lt;</a:t>
            </a:r>
            <a:r>
              <a:rPr lang="en-US" sz="2400" b="1" dirty="0" err="1">
                <a:solidFill>
                  <a:srgbClr val="FF0000"/>
                </a:solidFill>
              </a:rPr>
              <a:t>textarea</a:t>
            </a:r>
            <a:r>
              <a:rPr lang="en-US" sz="2400" b="1" dirty="0">
                <a:solidFill>
                  <a:srgbClr val="FF0000"/>
                </a:solidFill>
              </a:rPr>
              <a:t>&gt;</a:t>
            </a:r>
          </a:p>
          <a:p>
            <a:pPr marL="342900" indent="-342900">
              <a:buFont typeface="+mj-lt"/>
              <a:buAutoNum type="arabicPeriod"/>
            </a:pPr>
            <a:r>
              <a:rPr lang="en-US" sz="2400" dirty="0"/>
              <a:t>You can display HTML tags inside a &lt;</a:t>
            </a:r>
            <a:r>
              <a:rPr lang="en-US" sz="2400" dirty="0" err="1"/>
              <a:t>textarea</a:t>
            </a:r>
            <a:r>
              <a:rPr lang="en-US" sz="2400" dirty="0"/>
              <a:t>&gt;, which renders them as plaintext.</a:t>
            </a:r>
          </a:p>
          <a:p>
            <a:r>
              <a:rPr lang="en-US" sz="2400" dirty="0"/>
              <a:t>&lt;</a:t>
            </a:r>
            <a:r>
              <a:rPr lang="en-US" sz="2400" dirty="0" err="1"/>
              <a:t>textarea</a:t>
            </a:r>
            <a:r>
              <a:rPr lang="en-US" sz="2400" dirty="0"/>
              <a:t> rows="10" cols="50" </a:t>
            </a:r>
            <a:r>
              <a:rPr lang="en-US" sz="2400" dirty="0" err="1"/>
              <a:t>readonly</a:t>
            </a:r>
            <a:r>
              <a:rPr lang="en-US" sz="2400" dirty="0"/>
              <a:t>&gt;</a:t>
            </a:r>
          </a:p>
          <a:p>
            <a:r>
              <a:rPr lang="en-US" sz="2400" dirty="0"/>
              <a:t>&lt;html&gt;</a:t>
            </a:r>
          </a:p>
          <a:p>
            <a:r>
              <a:rPr lang="en-US" sz="2400" dirty="0"/>
              <a:t>  &lt;head&gt;</a:t>
            </a:r>
          </a:p>
          <a:p>
            <a:r>
              <a:rPr lang="en-US" sz="2400" dirty="0"/>
              <a:t>    &lt;title&gt;Example&lt;/title&gt;</a:t>
            </a:r>
          </a:p>
          <a:p>
            <a:r>
              <a:rPr lang="en-US" sz="2400" dirty="0"/>
              <a:t>  &lt;/head&gt;</a:t>
            </a:r>
          </a:p>
          <a:p>
            <a:r>
              <a:rPr lang="en-US" sz="2400" dirty="0"/>
              <a:t>  &lt;body&gt;</a:t>
            </a:r>
          </a:p>
          <a:p>
            <a:r>
              <a:rPr lang="en-US" sz="2400" dirty="0"/>
              <a:t>    &lt;p&gt;This is a paragraph.&lt;/p&gt;</a:t>
            </a:r>
          </a:p>
          <a:p>
            <a:r>
              <a:rPr lang="en-US" sz="2400" dirty="0"/>
              <a:t>  &lt;/body&gt;</a:t>
            </a:r>
          </a:p>
          <a:p>
            <a:r>
              <a:rPr lang="en-US" sz="2400" dirty="0"/>
              <a:t>&lt;/html&gt;</a:t>
            </a:r>
          </a:p>
          <a:p>
            <a:r>
              <a:rPr lang="en-US" sz="2400" dirty="0"/>
              <a:t>&lt;/</a:t>
            </a:r>
            <a:r>
              <a:rPr lang="en-US" sz="2400" dirty="0" err="1"/>
              <a:t>textarea</a:t>
            </a:r>
            <a:r>
              <a:rPr lang="en-US" sz="2400" dirty="0"/>
              <a:t>&gt;</a:t>
            </a:r>
          </a:p>
        </p:txBody>
      </p:sp>
    </p:spTree>
    <p:extLst>
      <p:ext uri="{BB962C8B-B14F-4D97-AF65-F5344CB8AC3E}">
        <p14:creationId xmlns:p14="http://schemas.microsoft.com/office/powerpoint/2010/main" val="41310028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825F7B-3636-45D8-8DDA-1F6E4D49BB99}"/>
              </a:ext>
            </a:extLst>
          </p:cNvPr>
          <p:cNvSpPr>
            <a:spLocks noGrp="1"/>
          </p:cNvSpPr>
          <p:nvPr>
            <p:ph type="sldNum" sz="quarter" idx="12"/>
          </p:nvPr>
        </p:nvSpPr>
        <p:spPr/>
        <p:txBody>
          <a:bodyPr/>
          <a:lstStyle/>
          <a:p>
            <a:fld id="{3FCB2717-A21F-4D33-952A-75E2A4C3DBAD}" type="slidenum">
              <a:rPr lang="en-US" altLang="en-US" smtClean="0"/>
              <a:pPr/>
              <a:t>57</a:t>
            </a:fld>
            <a:endParaRPr lang="en-US" altLang="en-US"/>
          </a:p>
        </p:txBody>
      </p:sp>
      <p:sp>
        <p:nvSpPr>
          <p:cNvPr id="3" name="Rectangle 2">
            <a:extLst>
              <a:ext uri="{FF2B5EF4-FFF2-40B4-BE49-F238E27FC236}">
                <a16:creationId xmlns:a16="http://schemas.microsoft.com/office/drawing/2014/main" id="{F340D610-5A08-41A5-9651-89038CC6E7D3}"/>
              </a:ext>
            </a:extLst>
          </p:cNvPr>
          <p:cNvSpPr/>
          <p:nvPr/>
        </p:nvSpPr>
        <p:spPr>
          <a:xfrm>
            <a:off x="76200" y="457200"/>
            <a:ext cx="4343400" cy="5909310"/>
          </a:xfrm>
          <a:prstGeom prst="rect">
            <a:avLst/>
          </a:prstGeom>
        </p:spPr>
        <p:txBody>
          <a:bodyPr wrap="square">
            <a:spAutoFit/>
          </a:bodyPr>
          <a:lstStyle/>
          <a:p>
            <a:r>
              <a:rPr lang="en-US" sz="1400" dirty="0"/>
              <a:t>&lt;!DOCTYPE html&gt;</a:t>
            </a:r>
          </a:p>
          <a:p>
            <a:r>
              <a:rPr lang="en-US" sz="1400" dirty="0"/>
              <a:t>&lt;html </a:t>
            </a:r>
            <a:r>
              <a:rPr lang="en-US" sz="1400" dirty="0" err="1"/>
              <a:t>lang</a:t>
            </a:r>
            <a:r>
              <a:rPr lang="en-US" sz="1400" dirty="0"/>
              <a:t>="</a:t>
            </a:r>
            <a:r>
              <a:rPr lang="en-US" sz="1400" dirty="0" err="1"/>
              <a:t>en</a:t>
            </a:r>
            <a:r>
              <a:rPr lang="en-US" sz="1400" dirty="0"/>
              <a:t>"&gt;</a:t>
            </a:r>
          </a:p>
          <a:p>
            <a:r>
              <a:rPr lang="en-US" sz="1400" dirty="0"/>
              <a:t>&lt;head&gt;</a:t>
            </a:r>
          </a:p>
          <a:p>
            <a:r>
              <a:rPr lang="en-US" sz="1400" dirty="0"/>
              <a:t>  &lt;meta charset="UTF-8"&gt;</a:t>
            </a:r>
          </a:p>
          <a:p>
            <a:r>
              <a:rPr lang="en-US" sz="1400" dirty="0"/>
              <a:t>  &lt;meta name="viewport" content="width=device-width, initial-scale=1.0"&gt;</a:t>
            </a:r>
          </a:p>
          <a:p>
            <a:r>
              <a:rPr lang="en-US" sz="1400" dirty="0"/>
              <a:t>  &lt;title&gt;CSS Demonstration&lt;/title&gt;</a:t>
            </a:r>
          </a:p>
          <a:p>
            <a:r>
              <a:rPr lang="en-US" sz="1400" dirty="0"/>
              <a:t>  &lt;!-- External Style Sheet --&gt;</a:t>
            </a:r>
          </a:p>
          <a:p>
            <a:r>
              <a:rPr lang="en-US" sz="1400" dirty="0"/>
              <a:t>  &lt;link </a:t>
            </a:r>
            <a:r>
              <a:rPr lang="en-US" sz="1400" dirty="0" err="1"/>
              <a:t>rel</a:t>
            </a:r>
            <a:r>
              <a:rPr lang="en-US" sz="1400" dirty="0"/>
              <a:t>="stylesheet" </a:t>
            </a:r>
            <a:r>
              <a:rPr lang="en-US" sz="1400" dirty="0" err="1"/>
              <a:t>href</a:t>
            </a:r>
            <a:r>
              <a:rPr lang="en-US" sz="1400" dirty="0"/>
              <a:t>="styles.css"&gt;</a:t>
            </a:r>
          </a:p>
          <a:p>
            <a:r>
              <a:rPr lang="en-US" sz="1400" dirty="0"/>
              <a:t>  &lt;!-- Embedded Style Sheet --&gt;</a:t>
            </a:r>
          </a:p>
          <a:p>
            <a:r>
              <a:rPr lang="en-US" sz="1400" dirty="0"/>
              <a:t>  &lt;style&gt;</a:t>
            </a:r>
          </a:p>
          <a:p>
            <a:r>
              <a:rPr lang="en-US" sz="1400" dirty="0"/>
              <a:t>    /* Element Selector */</a:t>
            </a:r>
          </a:p>
          <a:p>
            <a:r>
              <a:rPr lang="en-US" sz="1400" dirty="0"/>
              <a:t>    p {</a:t>
            </a:r>
          </a:p>
          <a:p>
            <a:r>
              <a:rPr lang="en-US" sz="1400" dirty="0"/>
              <a:t>      color: blue;</a:t>
            </a:r>
          </a:p>
          <a:p>
            <a:r>
              <a:rPr lang="en-US" sz="1400" dirty="0"/>
              <a:t>    }</a:t>
            </a:r>
          </a:p>
          <a:p>
            <a:endParaRPr lang="en-US" sz="1400" dirty="0"/>
          </a:p>
          <a:p>
            <a:r>
              <a:rPr lang="en-US" sz="1400" dirty="0"/>
              <a:t>    /* Class Selector */</a:t>
            </a:r>
          </a:p>
          <a:p>
            <a:r>
              <a:rPr lang="en-US" sz="1400" dirty="0"/>
              <a:t>    .highlight {</a:t>
            </a:r>
          </a:p>
          <a:p>
            <a:r>
              <a:rPr lang="en-US" sz="1400" dirty="0"/>
              <a:t>      background-color: yellow;</a:t>
            </a:r>
          </a:p>
          <a:p>
            <a:r>
              <a:rPr lang="en-US" sz="1400" dirty="0"/>
              <a:t>    }</a:t>
            </a:r>
          </a:p>
          <a:p>
            <a:endParaRPr lang="en-US" sz="1400" dirty="0"/>
          </a:p>
          <a:p>
            <a:r>
              <a:rPr lang="en-US" sz="1400" dirty="0"/>
              <a:t>    /* ID Selector */</a:t>
            </a:r>
          </a:p>
          <a:p>
            <a:r>
              <a:rPr lang="en-US" sz="1400" dirty="0"/>
              <a:t>    #special {</a:t>
            </a:r>
          </a:p>
          <a:p>
            <a:r>
              <a:rPr lang="en-US" sz="1400" dirty="0"/>
              <a:t>      font-weight: bold;</a:t>
            </a:r>
          </a:p>
          <a:p>
            <a:r>
              <a:rPr lang="en-US" sz="1400" dirty="0"/>
              <a:t>    }</a:t>
            </a:r>
          </a:p>
          <a:p>
            <a:endParaRPr lang="en-US" sz="1400" dirty="0"/>
          </a:p>
          <a:p>
            <a:r>
              <a:rPr lang="en-US" sz="1400" dirty="0"/>
              <a:t>    </a:t>
            </a:r>
          </a:p>
        </p:txBody>
      </p:sp>
      <p:sp>
        <p:nvSpPr>
          <p:cNvPr id="4" name="Rectangle 3">
            <a:extLst>
              <a:ext uri="{FF2B5EF4-FFF2-40B4-BE49-F238E27FC236}">
                <a16:creationId xmlns:a16="http://schemas.microsoft.com/office/drawing/2014/main" id="{633CB551-BEEA-40DC-8343-CA06D68EB87B}"/>
              </a:ext>
            </a:extLst>
          </p:cNvPr>
          <p:cNvSpPr/>
          <p:nvPr/>
        </p:nvSpPr>
        <p:spPr>
          <a:xfrm>
            <a:off x="4561398" y="381279"/>
            <a:ext cx="4343400" cy="6340197"/>
          </a:xfrm>
          <a:prstGeom prst="rect">
            <a:avLst/>
          </a:prstGeom>
        </p:spPr>
        <p:txBody>
          <a:bodyPr wrap="square">
            <a:spAutoFit/>
          </a:bodyPr>
          <a:lstStyle/>
          <a:p>
            <a:r>
              <a:rPr lang="en-US" sz="1400" dirty="0"/>
              <a:t>/* Contextual Selector */</a:t>
            </a:r>
          </a:p>
          <a:p>
            <a:r>
              <a:rPr lang="en-US" sz="1400" dirty="0"/>
              <a:t>    div p {</a:t>
            </a:r>
          </a:p>
          <a:p>
            <a:r>
              <a:rPr lang="en-US" sz="1400" dirty="0"/>
              <a:t>      font-style: italic;</a:t>
            </a:r>
          </a:p>
          <a:p>
            <a:r>
              <a:rPr lang="en-US" sz="1400" dirty="0"/>
              <a:t>    }</a:t>
            </a:r>
          </a:p>
          <a:p>
            <a:endParaRPr lang="en-US" sz="1400" dirty="0"/>
          </a:p>
          <a:p>
            <a:r>
              <a:rPr lang="en-US" sz="1400" dirty="0"/>
              <a:t>    /* !important Rule */</a:t>
            </a:r>
          </a:p>
          <a:p>
            <a:r>
              <a:rPr lang="en-US" sz="1400" dirty="0"/>
              <a:t>    .important-text {</a:t>
            </a:r>
          </a:p>
          <a:p>
            <a:r>
              <a:rPr lang="en-US" sz="1400" dirty="0"/>
              <a:t>      color: red !important;</a:t>
            </a:r>
          </a:p>
          <a:p>
            <a:r>
              <a:rPr lang="en-US" sz="1400" dirty="0"/>
              <a:t>    }</a:t>
            </a:r>
          </a:p>
          <a:p>
            <a:r>
              <a:rPr lang="en-US" sz="1400" dirty="0"/>
              <a:t>	</a:t>
            </a:r>
          </a:p>
          <a:p>
            <a:r>
              <a:rPr lang="en-US" sz="1400" dirty="0"/>
              <a:t>    /* Reset default padding and margin */</a:t>
            </a:r>
          </a:p>
          <a:p>
            <a:r>
              <a:rPr lang="en-US" sz="1400" dirty="0"/>
              <a:t>    </a:t>
            </a:r>
            <a:r>
              <a:rPr lang="en-US" sz="1400" dirty="0" err="1"/>
              <a:t>textarea</a:t>
            </a:r>
            <a:r>
              <a:rPr lang="en-US" sz="1400" dirty="0"/>
              <a:t> {</a:t>
            </a:r>
          </a:p>
          <a:p>
            <a:r>
              <a:rPr lang="en-US" sz="1400" dirty="0"/>
              <a:t>	  </a:t>
            </a:r>
            <a:r>
              <a:rPr lang="en-US" sz="1400" dirty="0" err="1"/>
              <a:t>background-color:lightblue</a:t>
            </a:r>
            <a:r>
              <a:rPr lang="en-US" sz="1400" dirty="0"/>
              <a:t>;</a:t>
            </a:r>
          </a:p>
          <a:p>
            <a:r>
              <a:rPr lang="en-US" sz="1400" dirty="0"/>
              <a:t>	  </a:t>
            </a:r>
            <a:r>
              <a:rPr lang="en-US" sz="1400" dirty="0" err="1"/>
              <a:t>color:red</a:t>
            </a:r>
            <a:r>
              <a:rPr lang="en-US" sz="1400" dirty="0"/>
              <a:t>;</a:t>
            </a:r>
          </a:p>
          <a:p>
            <a:r>
              <a:rPr lang="en-US" sz="1400" dirty="0"/>
              <a:t>	  </a:t>
            </a:r>
            <a:r>
              <a:rPr lang="en-US" sz="1400" dirty="0" err="1"/>
              <a:t>font-weight:bold</a:t>
            </a:r>
            <a:r>
              <a:rPr lang="en-US" sz="1400" dirty="0"/>
              <a:t>;</a:t>
            </a:r>
          </a:p>
          <a:p>
            <a:r>
              <a:rPr lang="en-US" sz="1400" dirty="0"/>
              <a:t>	  font-size:16px;</a:t>
            </a:r>
          </a:p>
          <a:p>
            <a:r>
              <a:rPr lang="en-US" sz="1400" dirty="0"/>
              <a:t>      padding: 0; /* Remove padding */</a:t>
            </a:r>
          </a:p>
          <a:p>
            <a:r>
              <a:rPr lang="en-US" sz="1400" dirty="0"/>
              <a:t>      margin: 0; /* Remove margin */</a:t>
            </a:r>
          </a:p>
          <a:p>
            <a:r>
              <a:rPr lang="en-US" sz="1400" dirty="0"/>
              <a:t>      border: 1px solid #ccc; /* Optional: Add a border for better visibility */</a:t>
            </a:r>
          </a:p>
          <a:p>
            <a:r>
              <a:rPr lang="en-US" sz="1400" dirty="0"/>
              <a:t>      width: 1000px; /* Set a fixed width */</a:t>
            </a:r>
          </a:p>
          <a:p>
            <a:r>
              <a:rPr lang="en-US" sz="1400" dirty="0"/>
              <a:t>      height: 500px; /* Set a fixed height */</a:t>
            </a:r>
          </a:p>
          <a:p>
            <a:r>
              <a:rPr lang="en-US" sz="1400" dirty="0"/>
              <a:t>      white-space: </a:t>
            </a:r>
            <a:r>
              <a:rPr lang="en-US" sz="1400" dirty="0" err="1"/>
              <a:t>nowrap</a:t>
            </a:r>
            <a:r>
              <a:rPr lang="en-US" sz="1400" dirty="0"/>
              <a:t>; /* Prevent text wrapping */</a:t>
            </a:r>
          </a:p>
          <a:p>
            <a:r>
              <a:rPr lang="en-US" sz="1400" dirty="0"/>
              <a:t>      overflow-x: auto; /* Enable horizontal scrollbar */</a:t>
            </a:r>
          </a:p>
          <a:p>
            <a:r>
              <a:rPr lang="en-US" sz="1400" dirty="0"/>
              <a:t>      resize: none; /* Disable resizing (optional) */</a:t>
            </a:r>
          </a:p>
          <a:p>
            <a:r>
              <a:rPr lang="en-US" sz="1400" dirty="0"/>
              <a:t>    }</a:t>
            </a:r>
          </a:p>
          <a:p>
            <a:r>
              <a:rPr lang="en-US" sz="1400" dirty="0"/>
              <a:t> </a:t>
            </a:r>
          </a:p>
          <a:p>
            <a:r>
              <a:rPr lang="en-US" sz="1400" dirty="0"/>
              <a:t>  &lt;/style&gt;</a:t>
            </a:r>
          </a:p>
          <a:p>
            <a:r>
              <a:rPr lang="en-US" sz="1400" dirty="0"/>
              <a:t>&lt;/head&gt;</a:t>
            </a:r>
          </a:p>
        </p:txBody>
      </p:sp>
    </p:spTree>
    <p:extLst>
      <p:ext uri="{BB962C8B-B14F-4D97-AF65-F5344CB8AC3E}">
        <p14:creationId xmlns:p14="http://schemas.microsoft.com/office/powerpoint/2010/main" val="40540863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3902E4-8B81-4126-8E80-9EF357740DED}"/>
              </a:ext>
            </a:extLst>
          </p:cNvPr>
          <p:cNvSpPr>
            <a:spLocks noGrp="1"/>
          </p:cNvSpPr>
          <p:nvPr>
            <p:ph type="sldNum" sz="quarter" idx="12"/>
          </p:nvPr>
        </p:nvSpPr>
        <p:spPr/>
        <p:txBody>
          <a:bodyPr/>
          <a:lstStyle/>
          <a:p>
            <a:fld id="{3FCB2717-A21F-4D33-952A-75E2A4C3DBAD}" type="slidenum">
              <a:rPr lang="en-US" altLang="en-US" smtClean="0"/>
              <a:pPr/>
              <a:t>58</a:t>
            </a:fld>
            <a:endParaRPr lang="en-US" altLang="en-US"/>
          </a:p>
        </p:txBody>
      </p:sp>
      <p:sp>
        <p:nvSpPr>
          <p:cNvPr id="3" name="Rectangle 2">
            <a:extLst>
              <a:ext uri="{FF2B5EF4-FFF2-40B4-BE49-F238E27FC236}">
                <a16:creationId xmlns:a16="http://schemas.microsoft.com/office/drawing/2014/main" id="{B89A48A7-DBB7-47C7-AD81-F63A2FC004A6}"/>
              </a:ext>
            </a:extLst>
          </p:cNvPr>
          <p:cNvSpPr/>
          <p:nvPr/>
        </p:nvSpPr>
        <p:spPr>
          <a:xfrm>
            <a:off x="304800" y="107311"/>
            <a:ext cx="3962400" cy="6355586"/>
          </a:xfrm>
          <a:prstGeom prst="rect">
            <a:avLst/>
          </a:prstGeom>
        </p:spPr>
        <p:txBody>
          <a:bodyPr wrap="square">
            <a:spAutoFit/>
          </a:bodyPr>
          <a:lstStyle/>
          <a:p>
            <a:r>
              <a:rPr lang="en-US" sz="1100" dirty="0"/>
              <a:t>&lt;body&gt;</a:t>
            </a:r>
          </a:p>
          <a:p>
            <a:r>
              <a:rPr lang="en-US" sz="1100" dirty="0"/>
              <a:t>  &lt;h1&gt;CSS Demonstration&lt;/h1&gt;</a:t>
            </a:r>
          </a:p>
          <a:p>
            <a:endParaRPr lang="en-US" sz="1100" dirty="0"/>
          </a:p>
          <a:p>
            <a:r>
              <a:rPr lang="en-US" sz="1100" dirty="0"/>
              <a:t>  &lt;!-- Inline Style --&gt;</a:t>
            </a:r>
          </a:p>
          <a:p>
            <a:r>
              <a:rPr lang="en-US" sz="1100" dirty="0"/>
              <a:t>  &lt;p style="color: green;"&gt;This paragraph has an inline style (green).&lt;/p&gt;</a:t>
            </a:r>
          </a:p>
          <a:p>
            <a:endParaRPr lang="en-US" sz="1100" dirty="0"/>
          </a:p>
          <a:p>
            <a:r>
              <a:rPr lang="en-US" sz="1100" dirty="0"/>
              <a:t>  &lt;!-- Embedded and External Styles --&gt;</a:t>
            </a:r>
          </a:p>
          <a:p>
            <a:r>
              <a:rPr lang="en-US" sz="1100" dirty="0"/>
              <a:t>  &lt;p&gt;This paragraph uses the embedded style (blue).&lt;/p&gt;</a:t>
            </a:r>
          </a:p>
          <a:p>
            <a:r>
              <a:rPr lang="en-US" sz="1100" dirty="0"/>
              <a:t>  &lt;p class="highlight"&gt;This paragraph uses a class selector (yellow background).&lt;/p&gt;</a:t>
            </a:r>
          </a:p>
          <a:p>
            <a:r>
              <a:rPr lang="en-US" sz="1100" dirty="0"/>
              <a:t>  &lt;p id="special"&gt;This paragraph uses an ID selector (bold).&lt;/p&gt;</a:t>
            </a:r>
          </a:p>
          <a:p>
            <a:endParaRPr lang="en-US" sz="1100" dirty="0"/>
          </a:p>
          <a:p>
            <a:r>
              <a:rPr lang="en-US" sz="1100" dirty="0"/>
              <a:t>  &lt;!-- Contextual Selector --&gt;</a:t>
            </a:r>
          </a:p>
          <a:p>
            <a:r>
              <a:rPr lang="en-US" sz="1100" dirty="0"/>
              <a:t>  &lt;div&gt;</a:t>
            </a:r>
          </a:p>
          <a:p>
            <a:r>
              <a:rPr lang="en-US" sz="1100" dirty="0"/>
              <a:t>    &lt;p&gt;This paragraph is inside a div and uses a contextual selector (italic).&lt;/p&gt;</a:t>
            </a:r>
          </a:p>
          <a:p>
            <a:r>
              <a:rPr lang="en-US" sz="1100" dirty="0"/>
              <a:t>  &lt;/div&gt;</a:t>
            </a:r>
          </a:p>
          <a:p>
            <a:endParaRPr lang="en-US" sz="1100" dirty="0"/>
          </a:p>
          <a:p>
            <a:r>
              <a:rPr lang="en-US" sz="1100" dirty="0"/>
              <a:t>  &lt;!-- !important Rule --&gt;</a:t>
            </a:r>
          </a:p>
          <a:p>
            <a:r>
              <a:rPr lang="en-US" sz="1100" dirty="0"/>
              <a:t>  &lt;p class="important-text"&gt;This paragraph uses the !important rule (red).&lt;/p&gt;</a:t>
            </a:r>
          </a:p>
          <a:p>
            <a:endParaRPr lang="en-US" sz="1100" dirty="0"/>
          </a:p>
          <a:p>
            <a:r>
              <a:rPr lang="en-US" sz="1100" dirty="0"/>
              <a:t>  &lt;!-- Cascade Demonstration --&gt;</a:t>
            </a:r>
          </a:p>
          <a:p>
            <a:r>
              <a:rPr lang="en-US" sz="1100" dirty="0"/>
              <a:t>  &lt;p class="cascade-example"&gt;This paragraph demonstrates the cascade.&lt;/p&gt;</a:t>
            </a:r>
          </a:p>
          <a:p>
            <a:r>
              <a:rPr lang="en-US" sz="1100" dirty="0"/>
              <a:t>  </a:t>
            </a:r>
          </a:p>
          <a:p>
            <a:r>
              <a:rPr lang="en-US" sz="1100" dirty="0"/>
              <a:t> &lt;</a:t>
            </a:r>
            <a:r>
              <a:rPr lang="en-US" sz="1100" dirty="0" err="1"/>
              <a:t>textarea</a:t>
            </a:r>
            <a:r>
              <a:rPr lang="en-US" sz="1100" dirty="0"/>
              <a:t> &gt;</a:t>
            </a:r>
          </a:p>
          <a:p>
            <a:r>
              <a:rPr lang="en-US" sz="1100" dirty="0"/>
              <a:t>Explanation of Features</a:t>
            </a:r>
          </a:p>
          <a:p>
            <a:endParaRPr lang="en-US" sz="1100" dirty="0"/>
          </a:p>
          <a:p>
            <a:r>
              <a:rPr lang="en-US" sz="1100" dirty="0"/>
              <a:t>Inline Styles:</a:t>
            </a:r>
          </a:p>
          <a:p>
            <a:r>
              <a:rPr lang="en-US" sz="1100" dirty="0"/>
              <a:t>The first &lt;p&gt; tag uses an inline style (style="color: green;").</a:t>
            </a:r>
          </a:p>
          <a:p>
            <a:endParaRPr lang="en-US" sz="1100" dirty="0"/>
          </a:p>
          <a:p>
            <a:r>
              <a:rPr lang="en-US" sz="1100" dirty="0"/>
              <a:t>Embedded Style Sheets:</a:t>
            </a:r>
          </a:p>
          <a:p>
            <a:r>
              <a:rPr lang="en-US" sz="1100" dirty="0"/>
              <a:t>The &lt;style&gt; block in the &lt;head&gt; section defines styles for &lt;p&gt;, .highlight, #special, and contextual selectors.</a:t>
            </a:r>
          </a:p>
          <a:p>
            <a:endParaRPr lang="en-US" sz="1100" dirty="0"/>
          </a:p>
        </p:txBody>
      </p:sp>
      <p:sp>
        <p:nvSpPr>
          <p:cNvPr id="4" name="Rectangle 3">
            <a:extLst>
              <a:ext uri="{FF2B5EF4-FFF2-40B4-BE49-F238E27FC236}">
                <a16:creationId xmlns:a16="http://schemas.microsoft.com/office/drawing/2014/main" id="{89E46CBB-3805-4F8C-A2C7-DAC1929CAFA0}"/>
              </a:ext>
            </a:extLst>
          </p:cNvPr>
          <p:cNvSpPr/>
          <p:nvPr/>
        </p:nvSpPr>
        <p:spPr>
          <a:xfrm>
            <a:off x="4343400" y="276588"/>
            <a:ext cx="4495800" cy="6186309"/>
          </a:xfrm>
          <a:prstGeom prst="rect">
            <a:avLst/>
          </a:prstGeom>
        </p:spPr>
        <p:txBody>
          <a:bodyPr wrap="square">
            <a:spAutoFit/>
          </a:bodyPr>
          <a:lstStyle/>
          <a:p>
            <a:r>
              <a:rPr lang="en-US" sz="1200" dirty="0"/>
              <a:t>External Style Sheets:</a:t>
            </a:r>
          </a:p>
          <a:p>
            <a:r>
              <a:rPr lang="en-US" sz="1200" dirty="0"/>
              <a:t>The styles.css file is linked in the &lt;head&gt; section and defines styles for .cascade-example and overrides for &lt;p&gt;.</a:t>
            </a:r>
          </a:p>
          <a:p>
            <a:r>
              <a:rPr lang="en-US" sz="1200" dirty="0"/>
              <a:t>Selectors:</a:t>
            </a:r>
          </a:p>
          <a:p>
            <a:endParaRPr lang="en-US" sz="1200" dirty="0"/>
          </a:p>
          <a:p>
            <a:r>
              <a:rPr lang="en-US" sz="1200" dirty="0"/>
              <a:t>Element Selector: p { color: blue; }</a:t>
            </a:r>
          </a:p>
          <a:p>
            <a:endParaRPr lang="en-US" sz="1200" dirty="0"/>
          </a:p>
          <a:p>
            <a:r>
              <a:rPr lang="en-US" sz="1200" dirty="0"/>
              <a:t>Class Selector: .highlight { background-color: yellow; }</a:t>
            </a:r>
          </a:p>
          <a:p>
            <a:endParaRPr lang="en-US" sz="1200" dirty="0"/>
          </a:p>
          <a:p>
            <a:r>
              <a:rPr lang="en-US" sz="1200" dirty="0"/>
              <a:t>ID Selector: #special { font-weight: bold; }</a:t>
            </a:r>
          </a:p>
          <a:p>
            <a:endParaRPr lang="en-US" sz="1200" dirty="0"/>
          </a:p>
          <a:p>
            <a:r>
              <a:rPr lang="en-US" sz="1200" dirty="0"/>
              <a:t>Contextual Selector: div p { font-style: italic; }</a:t>
            </a:r>
          </a:p>
          <a:p>
            <a:endParaRPr lang="en-US" sz="1200" dirty="0"/>
          </a:p>
          <a:p>
            <a:r>
              <a:rPr lang="en-US" sz="1200" dirty="0"/>
              <a:t>!important Rule: .important-text { color: red !important; }</a:t>
            </a:r>
          </a:p>
          <a:p>
            <a:endParaRPr lang="en-US" sz="1200" dirty="0"/>
          </a:p>
          <a:p>
            <a:r>
              <a:rPr lang="en-US" sz="1200" dirty="0"/>
              <a:t>Cascade:</a:t>
            </a:r>
          </a:p>
          <a:p>
            <a:r>
              <a:rPr lang="en-US" sz="1200" dirty="0"/>
              <a:t>The cascade is demonstrated by the order of precedence:</a:t>
            </a:r>
          </a:p>
          <a:p>
            <a:endParaRPr lang="en-US" sz="1200" dirty="0"/>
          </a:p>
          <a:p>
            <a:r>
              <a:rPr lang="en-US" sz="1200" dirty="0"/>
              <a:t>Inline styles (highest priority) are overridden by !important in the external stylesheet.</a:t>
            </a:r>
          </a:p>
          <a:p>
            <a:endParaRPr lang="en-US" sz="1200" dirty="0"/>
          </a:p>
          <a:p>
            <a:r>
              <a:rPr lang="en-US" sz="1200" dirty="0"/>
              <a:t>Embedded styles are overridden by external styles.</a:t>
            </a:r>
          </a:p>
          <a:p>
            <a:endParaRPr lang="en-US" sz="1200" dirty="0"/>
          </a:p>
          <a:p>
            <a:r>
              <a:rPr lang="en-US" sz="1200" dirty="0"/>
              <a:t>Overriding Rules:</a:t>
            </a:r>
          </a:p>
          <a:p>
            <a:endParaRPr lang="en-US" sz="1200" dirty="0"/>
          </a:p>
          <a:p>
            <a:r>
              <a:rPr lang="en-US" sz="1200" dirty="0"/>
              <a:t>The external stylesheet overrides the embedded style for &lt;p&gt; elements.</a:t>
            </a:r>
          </a:p>
          <a:p>
            <a:endParaRPr lang="en-US" sz="1200" dirty="0"/>
          </a:p>
          <a:p>
            <a:r>
              <a:rPr lang="en-US" sz="1200" dirty="0"/>
              <a:t>The !important rule in the external stylesheet overrides the inline style.</a:t>
            </a:r>
          </a:p>
          <a:p>
            <a:r>
              <a:rPr lang="en-US" sz="1200" dirty="0"/>
              <a:t>&lt;/</a:t>
            </a:r>
            <a:r>
              <a:rPr lang="en-US" sz="1200" dirty="0" err="1"/>
              <a:t>textarea</a:t>
            </a:r>
            <a:r>
              <a:rPr lang="en-US" sz="1200" dirty="0"/>
              <a:t>&gt;</a:t>
            </a:r>
          </a:p>
          <a:p>
            <a:r>
              <a:rPr lang="en-US" sz="1200" dirty="0"/>
              <a:t>&lt;/body&gt;</a:t>
            </a:r>
          </a:p>
          <a:p>
            <a:r>
              <a:rPr lang="en-US" sz="1200" dirty="0"/>
              <a:t>&lt;/html&gt;</a:t>
            </a:r>
          </a:p>
        </p:txBody>
      </p:sp>
    </p:spTree>
    <p:extLst>
      <p:ext uri="{BB962C8B-B14F-4D97-AF65-F5344CB8AC3E}">
        <p14:creationId xmlns:p14="http://schemas.microsoft.com/office/powerpoint/2010/main" val="4800569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245B49-DFB9-4B57-A0D7-61878B25A7D5}"/>
              </a:ext>
            </a:extLst>
          </p:cNvPr>
          <p:cNvSpPr>
            <a:spLocks noGrp="1"/>
          </p:cNvSpPr>
          <p:nvPr>
            <p:ph type="sldNum" sz="quarter" idx="12"/>
          </p:nvPr>
        </p:nvSpPr>
        <p:spPr/>
        <p:txBody>
          <a:bodyPr/>
          <a:lstStyle/>
          <a:p>
            <a:fld id="{3FCB2717-A21F-4D33-952A-75E2A4C3DBAD}" type="slidenum">
              <a:rPr lang="en-US" altLang="en-US" smtClean="0"/>
              <a:pPr/>
              <a:t>59</a:t>
            </a:fld>
            <a:endParaRPr lang="en-US" altLang="en-US"/>
          </a:p>
        </p:txBody>
      </p:sp>
      <p:sp>
        <p:nvSpPr>
          <p:cNvPr id="3" name="Rectangle 2">
            <a:extLst>
              <a:ext uri="{FF2B5EF4-FFF2-40B4-BE49-F238E27FC236}">
                <a16:creationId xmlns:a16="http://schemas.microsoft.com/office/drawing/2014/main" id="{A98F1F35-F841-408B-A4C7-F14D25516619}"/>
              </a:ext>
            </a:extLst>
          </p:cNvPr>
          <p:cNvSpPr/>
          <p:nvPr/>
        </p:nvSpPr>
        <p:spPr>
          <a:xfrm>
            <a:off x="609600" y="228600"/>
            <a:ext cx="6477000" cy="6001643"/>
          </a:xfrm>
          <a:prstGeom prst="rect">
            <a:avLst/>
          </a:prstGeom>
        </p:spPr>
        <p:txBody>
          <a:bodyPr wrap="square">
            <a:spAutoFit/>
          </a:bodyPr>
          <a:lstStyle/>
          <a:p>
            <a:r>
              <a:rPr lang="en-US" sz="2400" dirty="0"/>
              <a:t>/* External Style Sheet */</a:t>
            </a:r>
          </a:p>
          <a:p>
            <a:r>
              <a:rPr lang="en-US" sz="2400" dirty="0"/>
              <a:t>.cascade-example {</a:t>
            </a:r>
          </a:p>
          <a:p>
            <a:r>
              <a:rPr lang="en-US" sz="2400" dirty="0"/>
              <a:t>  color: purple;</a:t>
            </a:r>
          </a:p>
          <a:p>
            <a:r>
              <a:rPr lang="en-US" sz="2400" dirty="0"/>
              <a:t>}</a:t>
            </a:r>
          </a:p>
          <a:p>
            <a:endParaRPr lang="en-US" sz="2400" dirty="0"/>
          </a:p>
          <a:p>
            <a:r>
              <a:rPr lang="en-US" sz="2400" dirty="0"/>
              <a:t>/* Overriding Embedded Style */</a:t>
            </a:r>
          </a:p>
          <a:p>
            <a:r>
              <a:rPr lang="en-US" sz="2400" dirty="0"/>
              <a:t>p {</a:t>
            </a:r>
          </a:p>
          <a:p>
            <a:r>
              <a:rPr lang="en-US" sz="2400" dirty="0"/>
              <a:t>  color: orange; /* This will override the embedded style for &lt;p&gt; */</a:t>
            </a:r>
          </a:p>
          <a:p>
            <a:r>
              <a:rPr lang="en-US" sz="2400" dirty="0"/>
              <a:t>}</a:t>
            </a:r>
          </a:p>
          <a:p>
            <a:endParaRPr lang="en-US" sz="2400" dirty="0"/>
          </a:p>
          <a:p>
            <a:r>
              <a:rPr lang="en-US" sz="2400" dirty="0"/>
              <a:t>/* Overriding Inline Style */</a:t>
            </a:r>
          </a:p>
          <a:p>
            <a:r>
              <a:rPr lang="en-US" sz="2400" dirty="0"/>
              <a:t>p[style] {</a:t>
            </a:r>
          </a:p>
          <a:p>
            <a:r>
              <a:rPr lang="en-US" sz="2400" dirty="0"/>
              <a:t>  color: pink !important; /* This will override the inline style */</a:t>
            </a:r>
          </a:p>
          <a:p>
            <a:r>
              <a:rPr lang="en-US" sz="2400" dirty="0"/>
              <a:t>}</a:t>
            </a:r>
          </a:p>
        </p:txBody>
      </p:sp>
    </p:spTree>
    <p:extLst>
      <p:ext uri="{BB962C8B-B14F-4D97-AF65-F5344CB8AC3E}">
        <p14:creationId xmlns:p14="http://schemas.microsoft.com/office/powerpoint/2010/main" val="25388504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a:extLst>
              <a:ext uri="{FF2B5EF4-FFF2-40B4-BE49-F238E27FC236}">
                <a16:creationId xmlns:a16="http://schemas.microsoft.com/office/drawing/2014/main" id="{AFD54931-CCF9-4385-AB42-F96794236C6E}"/>
              </a:ext>
            </a:extLst>
          </p:cNvPr>
          <p:cNvSpPr>
            <a:spLocks noGrp="1" noChangeArrowheads="1"/>
          </p:cNvSpPr>
          <p:nvPr>
            <p:ph type="title"/>
          </p:nvPr>
        </p:nvSpPr>
        <p:spPr>
          <a:xfrm>
            <a:off x="2057400" y="228600"/>
            <a:ext cx="6400800" cy="769938"/>
          </a:xfrm>
        </p:spPr>
        <p:txBody>
          <a:bodyPr/>
          <a:lstStyle/>
          <a:p>
            <a:pPr algn="r" eaLnBrk="1" fontAlgn="auto" hangingPunct="1">
              <a:spcAft>
                <a:spcPts val="0"/>
              </a:spcAft>
              <a:defRPr/>
            </a:pPr>
            <a:r>
              <a:rPr lang="en-US">
                <a:solidFill>
                  <a:schemeClr val="tx2">
                    <a:satMod val="130000"/>
                  </a:schemeClr>
                </a:solidFill>
              </a:rPr>
              <a:t>Summary</a:t>
            </a:r>
          </a:p>
        </p:txBody>
      </p:sp>
      <p:sp>
        <p:nvSpPr>
          <p:cNvPr id="90115" name="Rectangle 3">
            <a:extLst>
              <a:ext uri="{FF2B5EF4-FFF2-40B4-BE49-F238E27FC236}">
                <a16:creationId xmlns:a16="http://schemas.microsoft.com/office/drawing/2014/main" id="{997D4FCE-8685-4E71-BBF3-102C8DC66FFC}"/>
              </a:ext>
            </a:extLst>
          </p:cNvPr>
          <p:cNvSpPr>
            <a:spLocks noGrp="1" noChangeArrowheads="1"/>
          </p:cNvSpPr>
          <p:nvPr>
            <p:ph idx="1"/>
          </p:nvPr>
        </p:nvSpPr>
        <p:spPr>
          <a:xfrm>
            <a:off x="457200" y="1295400"/>
            <a:ext cx="8458200" cy="5334000"/>
          </a:xfrm>
        </p:spPr>
        <p:txBody>
          <a:bodyPr/>
          <a:lstStyle/>
          <a:p>
            <a:pPr eaLnBrk="1" hangingPunct="1">
              <a:lnSpc>
                <a:spcPct val="80000"/>
              </a:lnSpc>
            </a:pPr>
            <a:r>
              <a:rPr lang="en-US" altLang="en-US" sz="2400">
                <a:cs typeface="Times New Roman" panose="02020603050405020304" pitchFamily="18" charset="0"/>
              </a:rPr>
              <a:t>This chapter introduced you to Cascading Style Sheet Rules associated with color and text on web pages. </a:t>
            </a:r>
          </a:p>
          <a:p>
            <a:pPr eaLnBrk="1" hangingPunct="1">
              <a:lnSpc>
                <a:spcPct val="80000"/>
              </a:lnSpc>
            </a:pPr>
            <a:endParaRPr lang="en-US" altLang="en-US" sz="2400">
              <a:cs typeface="Times New Roman" panose="02020603050405020304" pitchFamily="18" charset="0"/>
            </a:endParaRPr>
          </a:p>
          <a:p>
            <a:pPr eaLnBrk="1" hangingPunct="1">
              <a:lnSpc>
                <a:spcPct val="80000"/>
              </a:lnSpc>
            </a:pPr>
            <a:r>
              <a:rPr lang="en-US" altLang="en-US" sz="2400">
                <a:cs typeface="Times New Roman" panose="02020603050405020304" pitchFamily="18" charset="0"/>
              </a:rPr>
              <a:t>You configured inline styles, embedded styles, and external styles.</a:t>
            </a:r>
          </a:p>
          <a:p>
            <a:pPr eaLnBrk="1" hangingPunct="1">
              <a:lnSpc>
                <a:spcPct val="80000"/>
              </a:lnSpc>
            </a:pPr>
            <a:endParaRPr lang="en-US" altLang="en-US" sz="2400">
              <a:cs typeface="Times New Roman" panose="02020603050405020304" pitchFamily="18" charset="0"/>
            </a:endParaRPr>
          </a:p>
          <a:p>
            <a:pPr eaLnBrk="1" hangingPunct="1">
              <a:lnSpc>
                <a:spcPct val="80000"/>
              </a:lnSpc>
            </a:pPr>
            <a:r>
              <a:rPr lang="en-US" altLang="en-US" sz="2400">
                <a:cs typeface="Times New Roman" panose="02020603050405020304" pitchFamily="18" charset="0"/>
              </a:rPr>
              <a:t>You applied CSS style rues to HTML, class, and id selectors.</a:t>
            </a:r>
          </a:p>
          <a:p>
            <a:pPr eaLnBrk="1" hangingPunct="1">
              <a:lnSpc>
                <a:spcPct val="80000"/>
              </a:lnSpc>
            </a:pPr>
            <a:endParaRPr lang="en-US" altLang="en-US" sz="2400">
              <a:cs typeface="Times New Roman" panose="02020603050405020304" pitchFamily="18" charset="0"/>
            </a:endParaRPr>
          </a:p>
          <a:p>
            <a:pPr eaLnBrk="1" hangingPunct="1">
              <a:lnSpc>
                <a:spcPct val="80000"/>
              </a:lnSpc>
            </a:pPr>
            <a:r>
              <a:rPr lang="en-US" altLang="en-US" sz="2400">
                <a:cs typeface="Times New Roman" panose="02020603050405020304" pitchFamily="18" charset="0"/>
              </a:rPr>
              <a:t>You are able to submit your CSS to the W3C CSS Validation test.</a:t>
            </a:r>
          </a:p>
          <a:p>
            <a:pPr eaLnBrk="1" hangingPunct="1">
              <a:lnSpc>
                <a:spcPct val="80000"/>
              </a:lnSpc>
            </a:pPr>
            <a:endParaRPr lang="en-US" altLang="en-US" sz="2400">
              <a:cs typeface="Times New Roman" panose="02020603050405020304" pitchFamily="18" charset="0"/>
            </a:endParaRPr>
          </a:p>
        </p:txBody>
      </p:sp>
      <p:sp>
        <p:nvSpPr>
          <p:cNvPr id="90116" name="Slide Number Placeholder 5">
            <a:extLst>
              <a:ext uri="{FF2B5EF4-FFF2-40B4-BE49-F238E27FC236}">
                <a16:creationId xmlns:a16="http://schemas.microsoft.com/office/drawing/2014/main" id="{6B0D4EB9-CF6E-4DA3-970C-5FC8C9B5404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fld id="{B4261986-7F7A-4C1F-BD62-DB84F8FD4DE3}" type="slidenum">
              <a:rPr lang="en-US" altLang="en-US" sz="1100">
                <a:solidFill>
                  <a:srgbClr val="4D4D4D"/>
                </a:solidFill>
                <a:latin typeface="Times New Roman" panose="02020603050405020304" pitchFamily="18" charset="0"/>
              </a:rPr>
              <a:pPr>
                <a:spcBef>
                  <a:spcPct val="0"/>
                </a:spcBef>
                <a:buClrTx/>
                <a:buSzTx/>
                <a:buFontTx/>
                <a:buNone/>
              </a:pPr>
              <a:t>60</a:t>
            </a:fld>
            <a:endParaRPr lang="en-US" altLang="en-US" sz="1100">
              <a:solidFill>
                <a:srgbClr val="4D4D4D"/>
              </a:solidFill>
              <a:latin typeface="Times New Roman" panose="02020603050405020304" pitchFamily="18" charset="0"/>
            </a:endParaRPr>
          </a:p>
        </p:txBody>
      </p:sp>
      <p:sp>
        <p:nvSpPr>
          <p:cNvPr id="90117" name="Rectangle 4">
            <a:extLst>
              <a:ext uri="{FF2B5EF4-FFF2-40B4-BE49-F238E27FC236}">
                <a16:creationId xmlns:a16="http://schemas.microsoft.com/office/drawing/2014/main" id="{EFC17621-75DC-4318-A165-A2789FDEBF3E}"/>
              </a:ext>
            </a:extLst>
          </p:cNvPr>
          <p:cNvSpPr>
            <a:spLocks noChangeArrowheads="1"/>
          </p:cNvSpPr>
          <p:nvPr/>
        </p:nvSpPr>
        <p:spPr bwMode="auto">
          <a:xfrm>
            <a:off x="3548063" y="30908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90118" name="Rectangle 5">
            <a:extLst>
              <a:ext uri="{FF2B5EF4-FFF2-40B4-BE49-F238E27FC236}">
                <a16:creationId xmlns:a16="http://schemas.microsoft.com/office/drawing/2014/main" id="{27632517-EBFA-4868-B17D-58C83C3D4B91}"/>
              </a:ext>
            </a:extLst>
          </p:cNvPr>
          <p:cNvSpPr>
            <a:spLocks noChangeArrowheads="1"/>
          </p:cNvSpPr>
          <p:nvPr/>
        </p:nvSpPr>
        <p:spPr bwMode="auto">
          <a:xfrm>
            <a:off x="3671888" y="2533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00"/>
              </a:spcBef>
              <a:buClr>
                <a:schemeClr val="accent1"/>
              </a:buClr>
              <a:buSzPct val="85000"/>
              <a:buFont typeface="Wingdings 3" panose="05040102010807070707" pitchFamily="18" charset="2"/>
              <a:buChar char=""/>
              <a:defRPr sz="2000">
                <a:solidFill>
                  <a:schemeClr val="tx1"/>
                </a:solidFill>
                <a:latin typeface="Gill Sans MT" panose="020B0502020104020203" pitchFamily="34" charset="0"/>
              </a:defRPr>
            </a:lvl1pPr>
            <a:lvl2pPr marL="742950" indent="-285750">
              <a:spcBef>
                <a:spcPts val="700"/>
              </a:spcBef>
              <a:buClr>
                <a:schemeClr val="accent1"/>
              </a:buClr>
              <a:buSzPct val="85000"/>
              <a:buFont typeface="Wingdings 3" panose="05040102010807070707" pitchFamily="18" charset="2"/>
              <a:buChar char=""/>
              <a:defRPr sz="1600">
                <a:solidFill>
                  <a:schemeClr val="tx1"/>
                </a:solidFill>
                <a:latin typeface="Gill Sans MT" panose="020B0502020104020203" pitchFamily="34" charset="0"/>
              </a:defRPr>
            </a:lvl2pPr>
            <a:lvl3pPr marL="11430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3pPr>
            <a:lvl4pPr marL="16002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4pPr>
            <a:lvl5pPr marL="2057400" indent="-228600">
              <a:spcBef>
                <a:spcPts val="700"/>
              </a:spcBef>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5pPr>
            <a:lvl6pPr marL="25146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6pPr>
            <a:lvl7pPr marL="29718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7pPr>
            <a:lvl8pPr marL="34290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8pPr>
            <a:lvl9pPr marL="3886200" indent="-228600" eaLnBrk="0" fontAlgn="base" hangingPunct="0">
              <a:spcBef>
                <a:spcPts val="700"/>
              </a:spcBef>
              <a:spcAft>
                <a:spcPct val="0"/>
              </a:spcAft>
              <a:buClr>
                <a:schemeClr val="accent1"/>
              </a:buClr>
              <a:buSzPct val="85000"/>
              <a:buFont typeface="Wingdings 3" panose="05040102010807070707" pitchFamily="18" charset="2"/>
              <a:buChar char=""/>
              <a:defRPr sz="1400">
                <a:solidFill>
                  <a:schemeClr val="tx1"/>
                </a:solidFill>
                <a:latin typeface="Gill Sans MT" panose="020B0502020104020203" pitchFamily="34" charset="0"/>
              </a:defRPr>
            </a:lvl9pPr>
          </a:lstStyle>
          <a:p>
            <a:pPr>
              <a:spcBef>
                <a:spcPct val="0"/>
              </a:spcBef>
              <a:buClrTx/>
              <a:buSzTx/>
              <a:buFontTx/>
              <a:buNone/>
            </a:pPr>
            <a:endParaRPr lang="en-US" altLang="en-US" sz="2400">
              <a:latin typeface="Times New Roman" panose="02020603050405020304" pitchFamily="18" charset="0"/>
            </a:endParaRPr>
          </a:p>
        </p:txBody>
      </p:sp>
    </p:spTree>
  </p:cSld>
  <p:clrMapOvr>
    <a:masterClrMapping/>
  </p:clrMapOvr>
  <p:transition spd="slow"/>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1937</TotalTime>
  <Words>5442</Words>
  <Application>Microsoft Office PowerPoint</Application>
  <PresentationFormat>On-screen Show (4:3)</PresentationFormat>
  <Paragraphs>809</Paragraphs>
  <Slides>60</Slides>
  <Notes>37</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60</vt:i4>
      </vt:variant>
    </vt:vector>
  </HeadingPairs>
  <TitlesOfParts>
    <vt:vector size="73" baseType="lpstr">
      <vt:lpstr>Frutiger-Italic</vt:lpstr>
      <vt:lpstr>Inter</vt:lpstr>
      <vt:lpstr>Arial</vt:lpstr>
      <vt:lpstr>Calibri</vt:lpstr>
      <vt:lpstr>Calibri Light</vt:lpstr>
      <vt:lpstr>Courier New</vt:lpstr>
      <vt:lpstr>Gill Sans MT</vt:lpstr>
      <vt:lpstr>Times New Roman</vt:lpstr>
      <vt:lpstr>Verdana</vt:lpstr>
      <vt:lpstr>Wingdings</vt:lpstr>
      <vt:lpstr>Wingdings 2</vt:lpstr>
      <vt:lpstr>Wingdings 3</vt:lpstr>
      <vt:lpstr>Office Theme</vt:lpstr>
      <vt:lpstr>Web Development &amp; Design Foundations  with  HTML5 8th Edition, Global Edition</vt:lpstr>
      <vt:lpstr>Learning Outcomes</vt:lpstr>
      <vt:lpstr>Overview of Cascading Style Sheets (CSS)</vt:lpstr>
      <vt:lpstr>CSS  Advantages </vt:lpstr>
      <vt:lpstr>What is Typography in Web Design?</vt:lpstr>
      <vt:lpstr>PowerPoint Presentation</vt:lpstr>
      <vt:lpstr>Types of Cascading Style Sheets (1)</vt:lpstr>
      <vt:lpstr>Cascading  Style Sheets</vt:lpstr>
      <vt:lpstr>CSS Syntax</vt:lpstr>
      <vt:lpstr>CSS Syntax Sample</vt:lpstr>
      <vt:lpstr>Common Formatting CSS Properties</vt:lpstr>
      <vt:lpstr>Using Color on Web Pages</vt:lpstr>
      <vt:lpstr>Hexadecimal  Color Values</vt:lpstr>
      <vt:lpstr>Web Color Palette</vt:lpstr>
      <vt:lpstr>Making Color Choices</vt:lpstr>
      <vt:lpstr>Verify Sufficient Contrast</vt:lpstr>
      <vt:lpstr>Inline styles</vt:lpstr>
      <vt:lpstr>PowerPoint Presentation</vt:lpstr>
      <vt:lpstr>Configuring Color with Inline CSS</vt:lpstr>
      <vt:lpstr>Configuring Color with Inline CSS   </vt:lpstr>
      <vt:lpstr>CSS Embedded (Internal) Styles</vt:lpstr>
      <vt:lpstr>PowerPoint Presentation</vt:lpstr>
      <vt:lpstr>PowerPoint Presentation</vt:lpstr>
      <vt:lpstr>CSS Embedded Styles</vt:lpstr>
      <vt:lpstr>Checkpoint 3.1</vt:lpstr>
      <vt:lpstr>Configuring Text with CSS</vt:lpstr>
      <vt:lpstr>The font-size Property</vt:lpstr>
      <vt:lpstr>The font-family Property</vt:lpstr>
      <vt:lpstr>Embedded Styles Example</vt:lpstr>
      <vt:lpstr>More CSS TEXT  Properties</vt:lpstr>
      <vt:lpstr>PowerPoint Presentation</vt:lpstr>
      <vt:lpstr>CSS selectors</vt:lpstr>
      <vt:lpstr>PowerPoint Presentation</vt:lpstr>
      <vt:lpstr>PowerPoint Presentation</vt:lpstr>
      <vt:lpstr> CSS Selectors</vt:lpstr>
      <vt:lpstr>Using CSS with “class”</vt:lpstr>
      <vt:lpstr>Using CSS with “id”</vt:lpstr>
      <vt:lpstr>CSS Descendant Selector</vt:lpstr>
      <vt:lpstr>span element</vt:lpstr>
      <vt:lpstr>span Element Example </vt:lpstr>
      <vt:lpstr>External Style Sheets - 1</vt:lpstr>
      <vt:lpstr>External Style Sheets - 2</vt:lpstr>
      <vt:lpstr>link Element</vt:lpstr>
      <vt:lpstr>Using an External Style Sheet</vt:lpstr>
      <vt:lpstr>Checkpoint 3.2</vt:lpstr>
      <vt:lpstr>Centering Page Content  with CSS</vt:lpstr>
      <vt:lpstr>The “Cascade”</vt:lpstr>
      <vt:lpstr>PowerPoint Presentation</vt:lpstr>
      <vt:lpstr>PowerPoint Presentation</vt:lpstr>
      <vt:lpstr>PowerPoint Presentation</vt:lpstr>
      <vt:lpstr>PowerPoint Presentation</vt:lpstr>
      <vt:lpstr>W3C CSS Validation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Developer &amp; Design Foundations with XHTML</dc:title>
  <dc:subject>Chapter 3</dc:subject>
  <dc:creator>Terry Felke-Morris</dc:creator>
  <cp:lastModifiedBy>Basker George</cp:lastModifiedBy>
  <cp:revision>104</cp:revision>
  <cp:lastPrinted>1601-01-01T00:00:00Z</cp:lastPrinted>
  <dcterms:created xsi:type="dcterms:W3CDTF">2002-01-17T02:49:49Z</dcterms:created>
  <dcterms:modified xsi:type="dcterms:W3CDTF">2025-03-18T06:32:46Z</dcterms:modified>
</cp:coreProperties>
</file>