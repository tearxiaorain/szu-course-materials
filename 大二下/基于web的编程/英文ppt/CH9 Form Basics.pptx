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62" r:id="rId1"/>
  </p:sldMasterIdLst>
  <p:notesMasterIdLst>
    <p:notesMasterId r:id="rId38"/>
  </p:notesMasterIdLst>
  <p:sldIdLst>
    <p:sldId id="256" r:id="rId2"/>
    <p:sldId id="276" r:id="rId3"/>
    <p:sldId id="277" r:id="rId4"/>
    <p:sldId id="278" r:id="rId5"/>
    <p:sldId id="312" r:id="rId6"/>
    <p:sldId id="279" r:id="rId7"/>
    <p:sldId id="280" r:id="rId8"/>
    <p:sldId id="281" r:id="rId9"/>
    <p:sldId id="311" r:id="rId10"/>
    <p:sldId id="310"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6" r:id="rId24"/>
    <p:sldId id="297" r:id="rId25"/>
    <p:sldId id="298" r:id="rId26"/>
    <p:sldId id="299" r:id="rId27"/>
    <p:sldId id="300" r:id="rId28"/>
    <p:sldId id="301" r:id="rId29"/>
    <p:sldId id="302" r:id="rId30"/>
    <p:sldId id="303" r:id="rId31"/>
    <p:sldId id="304" r:id="rId32"/>
    <p:sldId id="305" r:id="rId33"/>
    <p:sldId id="306" r:id="rId34"/>
    <p:sldId id="309" r:id="rId35"/>
    <p:sldId id="307" r:id="rId36"/>
    <p:sldId id="308" r:id="rId37"/>
  </p:sldIdLst>
  <p:sldSz cx="12192000" cy="6858000"/>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0C0C0"/>
    <a:srgbClr val="5F5F5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89" autoAdjust="0"/>
    <p:restoredTop sz="94580" autoAdjust="0"/>
  </p:normalViewPr>
  <p:slideViewPr>
    <p:cSldViewPr>
      <p:cViewPr varScale="1">
        <p:scale>
          <a:sx n="113" d="100"/>
          <a:sy n="113" d="100"/>
        </p:scale>
        <p:origin x="474" y="1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1698" y="-5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0A88D578-8A28-446A-9F36-C0B520C38ABC}"/>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Verdana" pitchFamily="34" charset="0"/>
                <a:cs typeface="+mn-cs"/>
              </a:defRPr>
            </a:lvl1pPr>
          </a:lstStyle>
          <a:p>
            <a:pPr>
              <a:defRPr/>
            </a:pPr>
            <a:endParaRPr lang="en-US"/>
          </a:p>
        </p:txBody>
      </p:sp>
      <p:sp>
        <p:nvSpPr>
          <p:cNvPr id="92163" name="Rectangle 3">
            <a:extLst>
              <a:ext uri="{FF2B5EF4-FFF2-40B4-BE49-F238E27FC236}">
                <a16:creationId xmlns:a16="http://schemas.microsoft.com/office/drawing/2014/main" id="{A48A3A8A-EB29-4610-8FCA-DEBD40EDDC3F}"/>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Verdana" pitchFamily="34" charset="0"/>
                <a:cs typeface="+mn-cs"/>
              </a:defRPr>
            </a:lvl1pPr>
          </a:lstStyle>
          <a:p>
            <a:pPr>
              <a:defRPr/>
            </a:pPr>
            <a:endParaRPr lang="en-US"/>
          </a:p>
        </p:txBody>
      </p:sp>
      <p:sp>
        <p:nvSpPr>
          <p:cNvPr id="3076" name="Rectangle 4">
            <a:extLst>
              <a:ext uri="{FF2B5EF4-FFF2-40B4-BE49-F238E27FC236}">
                <a16:creationId xmlns:a16="http://schemas.microsoft.com/office/drawing/2014/main" id="{1BC61265-6E95-4FB3-98B5-ADA77BD0B917}"/>
              </a:ext>
            </a:extLst>
          </p:cNvPr>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5" name="Rectangle 5">
            <a:extLst>
              <a:ext uri="{FF2B5EF4-FFF2-40B4-BE49-F238E27FC236}">
                <a16:creationId xmlns:a16="http://schemas.microsoft.com/office/drawing/2014/main" id="{613BABF1-030A-4B97-A5C2-6310C09F606E}"/>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166" name="Rectangle 6">
            <a:extLst>
              <a:ext uri="{FF2B5EF4-FFF2-40B4-BE49-F238E27FC236}">
                <a16:creationId xmlns:a16="http://schemas.microsoft.com/office/drawing/2014/main" id="{3CC0883F-97D2-40CC-BDEC-91FC42ED60CA}"/>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Verdana" pitchFamily="34" charset="0"/>
                <a:cs typeface="+mn-cs"/>
              </a:defRPr>
            </a:lvl1pPr>
          </a:lstStyle>
          <a:p>
            <a:pPr>
              <a:defRPr/>
            </a:pPr>
            <a:endParaRPr lang="en-US"/>
          </a:p>
        </p:txBody>
      </p:sp>
      <p:sp>
        <p:nvSpPr>
          <p:cNvPr id="92167" name="Rectangle 7">
            <a:extLst>
              <a:ext uri="{FF2B5EF4-FFF2-40B4-BE49-F238E27FC236}">
                <a16:creationId xmlns:a16="http://schemas.microsoft.com/office/drawing/2014/main" id="{196DC1F7-D705-4332-9DAA-EB0F80333B21}"/>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a:latin typeface="Verdana" panose="020B0604030504040204" pitchFamily="34" charset="0"/>
              </a:defRPr>
            </a:lvl1pPr>
          </a:lstStyle>
          <a:p>
            <a:pPr>
              <a:defRPr/>
            </a:pPr>
            <a:fld id="{CD166E66-C349-4324-99E5-F6671F5DBB5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A0B17D5F-8C51-4980-B939-063ACD37ACF8}"/>
              </a:ext>
            </a:extLst>
          </p:cNvPr>
          <p:cNvSpPr>
            <a:spLocks noGrp="1" noRot="1" noChangeAspect="1" noTextEdit="1"/>
          </p:cNvSpPr>
          <p:nvPr>
            <p:ph type="sldImg"/>
          </p:nvPr>
        </p:nvSpPr>
        <p:spPr>
          <a:xfrm>
            <a:off x="457200" y="720725"/>
            <a:ext cx="6400800" cy="3600450"/>
          </a:xfrm>
          <a:ln/>
        </p:spPr>
      </p:sp>
      <p:sp>
        <p:nvSpPr>
          <p:cNvPr id="5123" name="Notes Placeholder 2">
            <a:extLst>
              <a:ext uri="{FF2B5EF4-FFF2-40B4-BE49-F238E27FC236}">
                <a16:creationId xmlns:a16="http://schemas.microsoft.com/office/drawing/2014/main" id="{66DFB3E0-44AB-4BDE-86E5-6876380EFA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124" name="Slide Number Placeholder 3">
            <a:extLst>
              <a:ext uri="{FF2B5EF4-FFF2-40B4-BE49-F238E27FC236}">
                <a16:creationId xmlns:a16="http://schemas.microsoft.com/office/drawing/2014/main" id="{321B86E4-88D8-403A-B71F-BC7699FC68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FD295F3D-F71C-495C-803F-301E1A40048F}" type="slidenum">
              <a:rPr kumimoji="0" lang="en-US" altLang="en-US" sz="1300" smtClean="0">
                <a:latin typeface="Verdana" panose="020B0604030504040204" pitchFamily="34" charset="0"/>
              </a:rPr>
              <a:pPr>
                <a:spcBef>
                  <a:spcPct val="0"/>
                </a:spcBef>
              </a:pPr>
              <a:t>1</a:t>
            </a:fld>
            <a:endParaRPr kumimoji="0" lang="en-US" altLang="en-US" sz="1300">
              <a:latin typeface="Verdan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56AC86F6-EDE6-4296-9996-1CBE687962B9}"/>
              </a:ext>
            </a:extLst>
          </p:cNvPr>
          <p:cNvSpPr>
            <a:spLocks noGrp="1" noRot="1" noChangeAspect="1" noTextEdit="1"/>
          </p:cNvSpPr>
          <p:nvPr>
            <p:ph type="sldImg"/>
          </p:nvPr>
        </p:nvSpPr>
        <p:spPr>
          <a:xfrm>
            <a:off x="457200" y="720725"/>
            <a:ext cx="6400800" cy="3600450"/>
          </a:xfrm>
          <a:ln/>
        </p:spPr>
      </p:sp>
      <p:sp>
        <p:nvSpPr>
          <p:cNvPr id="7171" name="Notes Placeholder 2">
            <a:extLst>
              <a:ext uri="{FF2B5EF4-FFF2-40B4-BE49-F238E27FC236}">
                <a16:creationId xmlns:a16="http://schemas.microsoft.com/office/drawing/2014/main" id="{52278078-1035-476E-81FB-312CEAFF82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72" name="Slide Number Placeholder 3">
            <a:extLst>
              <a:ext uri="{FF2B5EF4-FFF2-40B4-BE49-F238E27FC236}">
                <a16:creationId xmlns:a16="http://schemas.microsoft.com/office/drawing/2014/main" id="{1BD16CAE-572C-487B-A0CB-F428D9C3167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00F5F13F-157E-46FD-A9E8-9D4BD4766BDF}" type="slidenum">
              <a:rPr kumimoji="0" lang="en-US" altLang="en-US" sz="1300" smtClean="0">
                <a:latin typeface="Verdana" panose="020B0604030504040204" pitchFamily="34" charset="0"/>
              </a:rPr>
              <a:pPr>
                <a:spcBef>
                  <a:spcPct val="0"/>
                </a:spcBef>
              </a:pPr>
              <a:t>2</a:t>
            </a:fld>
            <a:endParaRPr kumimoji="0" lang="en-US" altLang="en-US" sz="1300">
              <a:latin typeface="Verdan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B36450F3-00D5-4C41-8698-0ED4D04B4110}"/>
              </a:ext>
            </a:extLst>
          </p:cNvPr>
          <p:cNvSpPr>
            <a:spLocks noGrp="1" noRot="1" noChangeAspect="1" noTextEdit="1"/>
          </p:cNvSpPr>
          <p:nvPr>
            <p:ph type="sldImg"/>
          </p:nvPr>
        </p:nvSpPr>
        <p:spPr>
          <a:xfrm>
            <a:off x="457200" y="720725"/>
            <a:ext cx="6400800" cy="3600450"/>
          </a:xfrm>
          <a:ln/>
        </p:spPr>
      </p:sp>
      <p:sp>
        <p:nvSpPr>
          <p:cNvPr id="9219" name="Notes Placeholder 2">
            <a:extLst>
              <a:ext uri="{FF2B5EF4-FFF2-40B4-BE49-F238E27FC236}">
                <a16:creationId xmlns:a16="http://schemas.microsoft.com/office/drawing/2014/main" id="{79070CCC-B108-4B87-90A5-9B7A991ACE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a:extLst>
              <a:ext uri="{FF2B5EF4-FFF2-40B4-BE49-F238E27FC236}">
                <a16:creationId xmlns:a16="http://schemas.microsoft.com/office/drawing/2014/main" id="{2148EE91-E107-4113-B276-5AF2B59E7D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561819F6-A4D4-4F1C-A33F-684030F9963B}" type="slidenum">
              <a:rPr kumimoji="0" lang="en-US" altLang="en-US" sz="1300" smtClean="0">
                <a:latin typeface="Verdana" panose="020B0604030504040204" pitchFamily="34" charset="0"/>
              </a:rPr>
              <a:pPr>
                <a:spcBef>
                  <a:spcPct val="0"/>
                </a:spcBef>
              </a:pPr>
              <a:t>3</a:t>
            </a:fld>
            <a:endParaRPr kumimoji="0" lang="en-US" altLang="en-US" sz="1300">
              <a:latin typeface="Verdan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2C241CA1-0DC2-400B-AFF1-43897A9B4F6F}"/>
              </a:ext>
            </a:extLst>
          </p:cNvPr>
          <p:cNvSpPr>
            <a:spLocks noGrp="1" noRot="1" noChangeAspect="1" noTextEdit="1"/>
          </p:cNvSpPr>
          <p:nvPr>
            <p:ph type="sldImg"/>
          </p:nvPr>
        </p:nvSpPr>
        <p:spPr>
          <a:xfrm>
            <a:off x="457200" y="720725"/>
            <a:ext cx="6400800" cy="3600450"/>
          </a:xfrm>
          <a:ln/>
        </p:spPr>
      </p:sp>
      <p:sp>
        <p:nvSpPr>
          <p:cNvPr id="11267" name="Notes Placeholder 2">
            <a:extLst>
              <a:ext uri="{FF2B5EF4-FFF2-40B4-BE49-F238E27FC236}">
                <a16:creationId xmlns:a16="http://schemas.microsoft.com/office/drawing/2014/main" id="{ECCB1B1B-01CD-403C-9518-7E4A8035BB7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a:extLst>
              <a:ext uri="{FF2B5EF4-FFF2-40B4-BE49-F238E27FC236}">
                <a16:creationId xmlns:a16="http://schemas.microsoft.com/office/drawing/2014/main" id="{01E7BA58-8016-4824-888D-1AAC3E9278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D47D6C56-D533-42F5-BAFD-D273B62FA401}" type="slidenum">
              <a:rPr kumimoji="0" lang="en-US" altLang="en-US" sz="1300" smtClean="0">
                <a:latin typeface="Verdana" panose="020B0604030504040204" pitchFamily="34" charset="0"/>
              </a:rPr>
              <a:pPr>
                <a:spcBef>
                  <a:spcPct val="0"/>
                </a:spcBef>
              </a:pPr>
              <a:t>4</a:t>
            </a:fld>
            <a:endParaRPr kumimoji="0" lang="en-US" altLang="en-US" sz="1300">
              <a:latin typeface="Verdan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6B0F491A-0EEE-4236-8DA8-5618F8DE2F80}"/>
              </a:ext>
            </a:extLst>
          </p:cNvPr>
          <p:cNvSpPr>
            <a:spLocks noGrp="1" noRot="1" noChangeAspect="1" noTextEdit="1"/>
          </p:cNvSpPr>
          <p:nvPr>
            <p:ph type="sldImg"/>
          </p:nvPr>
        </p:nvSpPr>
        <p:spPr>
          <a:xfrm>
            <a:off x="457200" y="720725"/>
            <a:ext cx="6400800" cy="3600450"/>
          </a:xfrm>
          <a:ln/>
        </p:spPr>
      </p:sp>
      <p:sp>
        <p:nvSpPr>
          <p:cNvPr id="13315" name="Notes Placeholder 2">
            <a:extLst>
              <a:ext uri="{FF2B5EF4-FFF2-40B4-BE49-F238E27FC236}">
                <a16:creationId xmlns:a16="http://schemas.microsoft.com/office/drawing/2014/main" id="{4966EE73-AF03-4787-B248-9CC6F09A347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316" name="Slide Number Placeholder 3">
            <a:extLst>
              <a:ext uri="{FF2B5EF4-FFF2-40B4-BE49-F238E27FC236}">
                <a16:creationId xmlns:a16="http://schemas.microsoft.com/office/drawing/2014/main" id="{BD42845B-75CD-4909-A57C-6C9D5EC29F3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D56B7D05-44D3-41D3-823B-DFF678EA1944}" type="slidenum">
              <a:rPr kumimoji="0" lang="en-US" altLang="en-US" sz="1300" smtClean="0">
                <a:latin typeface="Verdana" panose="020B0604030504040204" pitchFamily="34" charset="0"/>
              </a:rPr>
              <a:pPr>
                <a:spcBef>
                  <a:spcPct val="0"/>
                </a:spcBef>
              </a:pPr>
              <a:t>6</a:t>
            </a:fld>
            <a:endParaRPr kumimoji="0" lang="en-US" altLang="en-US" sz="1300">
              <a:latin typeface="Verdana" panose="020B060403050404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A526880E-B162-4745-923E-A915EAC4395F}"/>
              </a:ext>
            </a:extLst>
          </p:cNvPr>
          <p:cNvSpPr>
            <a:spLocks noGrp="1" noRot="1" noChangeAspect="1" noTextEdit="1"/>
          </p:cNvSpPr>
          <p:nvPr>
            <p:ph type="sldImg"/>
          </p:nvPr>
        </p:nvSpPr>
        <p:spPr>
          <a:xfrm>
            <a:off x="457200" y="720725"/>
            <a:ext cx="6400800" cy="3600450"/>
          </a:xfrm>
          <a:ln/>
        </p:spPr>
      </p:sp>
      <p:sp>
        <p:nvSpPr>
          <p:cNvPr id="15363" name="Notes Placeholder 2">
            <a:extLst>
              <a:ext uri="{FF2B5EF4-FFF2-40B4-BE49-F238E27FC236}">
                <a16:creationId xmlns:a16="http://schemas.microsoft.com/office/drawing/2014/main" id="{AF8BF4BC-3976-4D4F-8AE4-EBF9717767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5364" name="Slide Number Placeholder 3">
            <a:extLst>
              <a:ext uri="{FF2B5EF4-FFF2-40B4-BE49-F238E27FC236}">
                <a16:creationId xmlns:a16="http://schemas.microsoft.com/office/drawing/2014/main" id="{0E2DD721-F418-486F-9BAF-24632A4942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6664B7F8-654E-423F-8687-E95D5E6998D7}" type="slidenum">
              <a:rPr kumimoji="0" lang="en-US" altLang="en-US" sz="1300" smtClean="0">
                <a:latin typeface="Verdana" panose="020B0604030504040204" pitchFamily="34" charset="0"/>
              </a:rPr>
              <a:pPr>
                <a:spcBef>
                  <a:spcPct val="0"/>
                </a:spcBef>
              </a:pPr>
              <a:t>7</a:t>
            </a:fld>
            <a:endParaRPr kumimoji="0" lang="en-US" altLang="en-US" sz="1300">
              <a:latin typeface="Verdana" panose="020B060403050404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DB41BA41-AB8C-444F-AB3E-C1A633B5CB08}"/>
              </a:ext>
            </a:extLst>
          </p:cNvPr>
          <p:cNvSpPr>
            <a:spLocks noGrp="1" noRot="1" noChangeAspect="1" noTextEdit="1"/>
          </p:cNvSpPr>
          <p:nvPr>
            <p:ph type="sldImg"/>
          </p:nvPr>
        </p:nvSpPr>
        <p:spPr>
          <a:xfrm>
            <a:off x="457200" y="720725"/>
            <a:ext cx="6400800" cy="3600450"/>
          </a:xfrm>
          <a:ln/>
        </p:spPr>
      </p:sp>
      <p:sp>
        <p:nvSpPr>
          <p:cNvPr id="17411" name="Notes Placeholder 2">
            <a:extLst>
              <a:ext uri="{FF2B5EF4-FFF2-40B4-BE49-F238E27FC236}">
                <a16:creationId xmlns:a16="http://schemas.microsoft.com/office/drawing/2014/main" id="{017E579F-02AD-4CF2-873F-CB6C9CEB55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412" name="Slide Number Placeholder 3">
            <a:extLst>
              <a:ext uri="{FF2B5EF4-FFF2-40B4-BE49-F238E27FC236}">
                <a16:creationId xmlns:a16="http://schemas.microsoft.com/office/drawing/2014/main" id="{4713E2D7-EDF7-4FD1-9C85-06A7BEBC1E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73340D99-C48E-45AC-9755-F38212CE6F60}" type="slidenum">
              <a:rPr kumimoji="0" lang="en-US" altLang="en-US" sz="1300" smtClean="0">
                <a:latin typeface="Verdana" panose="020B0604030504040204" pitchFamily="34" charset="0"/>
              </a:rPr>
              <a:pPr>
                <a:spcBef>
                  <a:spcPct val="0"/>
                </a:spcBef>
              </a:pPr>
              <a:t>8</a:t>
            </a:fld>
            <a:endParaRPr kumimoji="0" lang="en-US" altLang="en-US" sz="1300">
              <a:latin typeface="Verdana" panose="020B060403050404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E2BE799-F0D8-481A-B7AB-98A840B37D97}"/>
              </a:ext>
            </a:extLst>
          </p:cNvPr>
          <p:cNvSpPr>
            <a:spLocks noGrp="1" noRot="1" noChangeAspect="1" noTextEdit="1"/>
          </p:cNvSpPr>
          <p:nvPr>
            <p:ph type="sldImg"/>
          </p:nvPr>
        </p:nvSpPr>
        <p:spPr>
          <a:xfrm>
            <a:off x="457200" y="720725"/>
            <a:ext cx="6400800" cy="3600450"/>
          </a:xfrm>
          <a:ln/>
        </p:spPr>
      </p:sp>
      <p:sp>
        <p:nvSpPr>
          <p:cNvPr id="19459" name="Notes Placeholder 2">
            <a:extLst>
              <a:ext uri="{FF2B5EF4-FFF2-40B4-BE49-F238E27FC236}">
                <a16:creationId xmlns:a16="http://schemas.microsoft.com/office/drawing/2014/main" id="{D08ED21F-B52E-4D20-952A-DC188975F4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D43BA5BC-0798-4737-9BBD-C218A9FA74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cs typeface="Arial" panose="020B0604020202020204" pitchFamily="34" charset="0"/>
              </a:defRPr>
            </a:lvl1pPr>
            <a:lvl2pPr marL="742950" indent="-285750" defTabSz="966788">
              <a:defRPr sz="2400">
                <a:solidFill>
                  <a:schemeClr val="tx1"/>
                </a:solidFill>
                <a:latin typeface="Times New Roman" panose="02020603050405020304" pitchFamily="18" charset="0"/>
                <a:cs typeface="Arial" panose="020B0604020202020204" pitchFamily="34" charset="0"/>
              </a:defRPr>
            </a:lvl2pPr>
            <a:lvl3pPr marL="1143000" indent="-228600" defTabSz="966788">
              <a:defRPr sz="2400">
                <a:solidFill>
                  <a:schemeClr val="tx1"/>
                </a:solidFill>
                <a:latin typeface="Times New Roman" panose="02020603050405020304" pitchFamily="18" charset="0"/>
                <a:cs typeface="Arial" panose="020B0604020202020204" pitchFamily="34" charset="0"/>
              </a:defRPr>
            </a:lvl3pPr>
            <a:lvl4pPr marL="1600200" indent="-228600" defTabSz="966788">
              <a:defRPr sz="2400">
                <a:solidFill>
                  <a:schemeClr val="tx1"/>
                </a:solidFill>
                <a:latin typeface="Times New Roman" panose="02020603050405020304" pitchFamily="18" charset="0"/>
                <a:cs typeface="Arial" panose="020B0604020202020204" pitchFamily="34" charset="0"/>
              </a:defRPr>
            </a:lvl4pPr>
            <a:lvl5pPr marL="2057400" indent="-228600" defTabSz="966788">
              <a:defRPr sz="2400">
                <a:solidFill>
                  <a:schemeClr val="tx1"/>
                </a:solidFill>
                <a:latin typeface="Times New Roman" panose="02020603050405020304" pitchFamily="18"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F2217089-2975-4E55-A3F2-A6480F3DF6E3}" type="slidenum">
              <a:rPr lang="en-US" altLang="en-US" sz="1300" smtClean="0">
                <a:latin typeface="Verdana" panose="020B0604030504040204" pitchFamily="34" charset="0"/>
              </a:rPr>
              <a:pPr/>
              <a:t>10</a:t>
            </a:fld>
            <a:endParaRPr lang="en-US" altLang="en-US" sz="1300">
              <a:latin typeface="Verdana" panose="020B060403050404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67791446-4F43-4C65-8004-AD66442AD90B}"/>
              </a:ext>
            </a:extLst>
          </p:cNvPr>
          <p:cNvSpPr>
            <a:spLocks noGrp="1" noRot="1" noChangeAspect="1" noTextEdit="1"/>
          </p:cNvSpPr>
          <p:nvPr>
            <p:ph type="sldImg"/>
          </p:nvPr>
        </p:nvSpPr>
        <p:spPr>
          <a:xfrm>
            <a:off x="457200" y="720725"/>
            <a:ext cx="6400800" cy="3600450"/>
          </a:xfrm>
          <a:ln/>
        </p:spPr>
      </p:sp>
      <p:sp>
        <p:nvSpPr>
          <p:cNvPr id="21507" name="Notes Placeholder 2">
            <a:extLst>
              <a:ext uri="{FF2B5EF4-FFF2-40B4-BE49-F238E27FC236}">
                <a16:creationId xmlns:a16="http://schemas.microsoft.com/office/drawing/2014/main" id="{58306390-00ED-47D2-A229-6BA3DB82E2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1508" name="Slide Number Placeholder 3">
            <a:extLst>
              <a:ext uri="{FF2B5EF4-FFF2-40B4-BE49-F238E27FC236}">
                <a16:creationId xmlns:a16="http://schemas.microsoft.com/office/drawing/2014/main" id="{A3BA6311-A2D8-4B9E-8104-6CDDD0185E2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AE896DC4-D513-49BA-93AD-9ABD9D32D07C}" type="slidenum">
              <a:rPr kumimoji="0" lang="en-US" altLang="en-US" sz="1300" smtClean="0">
                <a:latin typeface="Verdana" panose="020B0604030504040204" pitchFamily="34" charset="0"/>
              </a:rPr>
              <a:pPr>
                <a:spcBef>
                  <a:spcPct val="0"/>
                </a:spcBef>
              </a:pPr>
              <a:t>11</a:t>
            </a:fld>
            <a:endParaRPr kumimoji="0" lang="en-US" altLang="en-US" sz="1300">
              <a:latin typeface="Verdana" panose="020B060403050404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86FE2735-F79B-4517-9B70-DE51A2EB7BB4}"/>
              </a:ext>
            </a:extLst>
          </p:cNvPr>
          <p:cNvSpPr>
            <a:spLocks noGrp="1" noRot="1" noChangeAspect="1" noTextEdit="1"/>
          </p:cNvSpPr>
          <p:nvPr>
            <p:ph type="sldImg"/>
          </p:nvPr>
        </p:nvSpPr>
        <p:spPr>
          <a:xfrm>
            <a:off x="457200" y="720725"/>
            <a:ext cx="6400800" cy="3600450"/>
          </a:xfrm>
          <a:ln/>
        </p:spPr>
      </p:sp>
      <p:sp>
        <p:nvSpPr>
          <p:cNvPr id="23555" name="Notes Placeholder 2">
            <a:extLst>
              <a:ext uri="{FF2B5EF4-FFF2-40B4-BE49-F238E27FC236}">
                <a16:creationId xmlns:a16="http://schemas.microsoft.com/office/drawing/2014/main" id="{440B9B98-398E-4F7B-B4F0-777290AB8E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3556" name="Slide Number Placeholder 3">
            <a:extLst>
              <a:ext uri="{FF2B5EF4-FFF2-40B4-BE49-F238E27FC236}">
                <a16:creationId xmlns:a16="http://schemas.microsoft.com/office/drawing/2014/main" id="{55E64274-0EE4-41A3-A439-5325C3A6CF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1D05745B-785D-4489-8236-AC15EC9548FF}" type="slidenum">
              <a:rPr kumimoji="0" lang="en-US" altLang="en-US" sz="1300" smtClean="0">
                <a:latin typeface="Verdana" panose="020B0604030504040204" pitchFamily="34" charset="0"/>
              </a:rPr>
              <a:pPr>
                <a:spcBef>
                  <a:spcPct val="0"/>
                </a:spcBef>
              </a:pPr>
              <a:t>12</a:t>
            </a:fld>
            <a:endParaRPr kumimoji="0" lang="en-US" altLang="en-US" sz="1300">
              <a:latin typeface="Verdana" panose="020B060403050404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F3C15AA3-6526-43CE-910D-589343092AE5}"/>
              </a:ext>
            </a:extLst>
          </p:cNvPr>
          <p:cNvSpPr>
            <a:spLocks noGrp="1" noRot="1" noChangeAspect="1" noTextEdit="1"/>
          </p:cNvSpPr>
          <p:nvPr>
            <p:ph type="sldImg"/>
          </p:nvPr>
        </p:nvSpPr>
        <p:spPr>
          <a:xfrm>
            <a:off x="457200" y="720725"/>
            <a:ext cx="6400800" cy="3600450"/>
          </a:xfrm>
          <a:ln/>
        </p:spPr>
      </p:sp>
      <p:sp>
        <p:nvSpPr>
          <p:cNvPr id="25603" name="Notes Placeholder 2">
            <a:extLst>
              <a:ext uri="{FF2B5EF4-FFF2-40B4-BE49-F238E27FC236}">
                <a16:creationId xmlns:a16="http://schemas.microsoft.com/office/drawing/2014/main" id="{F8A296D3-3C10-438F-9EEA-714D3662F8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5604" name="Slide Number Placeholder 3">
            <a:extLst>
              <a:ext uri="{FF2B5EF4-FFF2-40B4-BE49-F238E27FC236}">
                <a16:creationId xmlns:a16="http://schemas.microsoft.com/office/drawing/2014/main" id="{798A7081-8463-474F-92A8-87F3B4ADD7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4B7A07D3-3038-49DB-B27B-7F0A1BB525A7}" type="slidenum">
              <a:rPr kumimoji="0" lang="en-US" altLang="en-US" sz="1300" smtClean="0">
                <a:latin typeface="Verdana" panose="020B0604030504040204" pitchFamily="34" charset="0"/>
              </a:rPr>
              <a:pPr>
                <a:spcBef>
                  <a:spcPct val="0"/>
                </a:spcBef>
              </a:pPr>
              <a:t>13</a:t>
            </a:fld>
            <a:endParaRPr kumimoji="0" lang="en-US" altLang="en-US" sz="1300">
              <a:latin typeface="Verdana" panose="020B060403050404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768EDC97-CF87-4D76-A0FB-CCB1663345A8}"/>
              </a:ext>
            </a:extLst>
          </p:cNvPr>
          <p:cNvSpPr>
            <a:spLocks noGrp="1" noRot="1" noChangeAspect="1" noTextEdit="1"/>
          </p:cNvSpPr>
          <p:nvPr>
            <p:ph type="sldImg"/>
          </p:nvPr>
        </p:nvSpPr>
        <p:spPr>
          <a:xfrm>
            <a:off x="457200" y="720725"/>
            <a:ext cx="6400800" cy="3600450"/>
          </a:xfrm>
          <a:ln/>
        </p:spPr>
      </p:sp>
      <p:sp>
        <p:nvSpPr>
          <p:cNvPr id="27651" name="Notes Placeholder 2">
            <a:extLst>
              <a:ext uri="{FF2B5EF4-FFF2-40B4-BE49-F238E27FC236}">
                <a16:creationId xmlns:a16="http://schemas.microsoft.com/office/drawing/2014/main" id="{FC4FE078-1598-4202-89B1-36141DCA48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7652" name="Slide Number Placeholder 3">
            <a:extLst>
              <a:ext uri="{FF2B5EF4-FFF2-40B4-BE49-F238E27FC236}">
                <a16:creationId xmlns:a16="http://schemas.microsoft.com/office/drawing/2014/main" id="{C1692BDD-816D-4A3D-80EA-9D450A6499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D2EFD0A9-B96A-49E8-AE2A-AC2FE6AD0D04}" type="slidenum">
              <a:rPr kumimoji="0" lang="en-US" altLang="en-US" sz="1300" smtClean="0">
                <a:latin typeface="Verdana" panose="020B0604030504040204" pitchFamily="34" charset="0"/>
              </a:rPr>
              <a:pPr>
                <a:spcBef>
                  <a:spcPct val="0"/>
                </a:spcBef>
              </a:pPr>
              <a:t>14</a:t>
            </a:fld>
            <a:endParaRPr kumimoji="0" lang="en-US" altLang="en-US" sz="1300">
              <a:latin typeface="Verdana" panose="020B060403050404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2087FF00-762C-4B34-934E-9D557E89949B}"/>
              </a:ext>
            </a:extLst>
          </p:cNvPr>
          <p:cNvSpPr>
            <a:spLocks noGrp="1" noRot="1" noChangeAspect="1" noTextEdit="1"/>
          </p:cNvSpPr>
          <p:nvPr>
            <p:ph type="sldImg"/>
          </p:nvPr>
        </p:nvSpPr>
        <p:spPr>
          <a:xfrm>
            <a:off x="457200" y="720725"/>
            <a:ext cx="6400800" cy="3600450"/>
          </a:xfrm>
          <a:ln/>
        </p:spPr>
      </p:sp>
      <p:sp>
        <p:nvSpPr>
          <p:cNvPr id="29699" name="Notes Placeholder 2">
            <a:extLst>
              <a:ext uri="{FF2B5EF4-FFF2-40B4-BE49-F238E27FC236}">
                <a16:creationId xmlns:a16="http://schemas.microsoft.com/office/drawing/2014/main" id="{8ABA9E13-D823-4D2F-88AB-FF204B380A0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9700" name="Slide Number Placeholder 3">
            <a:extLst>
              <a:ext uri="{FF2B5EF4-FFF2-40B4-BE49-F238E27FC236}">
                <a16:creationId xmlns:a16="http://schemas.microsoft.com/office/drawing/2014/main" id="{30B0FCA8-5784-41E5-B3CD-D4945AA8B98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F9C3290B-4CE9-4F44-953B-D0D22FD3D344}" type="slidenum">
              <a:rPr kumimoji="0" lang="en-US" altLang="en-US" sz="1300" smtClean="0">
                <a:latin typeface="Verdana" panose="020B0604030504040204" pitchFamily="34" charset="0"/>
              </a:rPr>
              <a:pPr>
                <a:spcBef>
                  <a:spcPct val="0"/>
                </a:spcBef>
              </a:pPr>
              <a:t>15</a:t>
            </a:fld>
            <a:endParaRPr kumimoji="0" lang="en-US" altLang="en-US" sz="1300">
              <a:latin typeface="Verdana" panose="020B060403050404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E3916179-9835-4EB7-8290-DDFC490DFA31}"/>
              </a:ext>
            </a:extLst>
          </p:cNvPr>
          <p:cNvSpPr>
            <a:spLocks noGrp="1" noRot="1" noChangeAspect="1" noTextEdit="1"/>
          </p:cNvSpPr>
          <p:nvPr>
            <p:ph type="sldImg"/>
          </p:nvPr>
        </p:nvSpPr>
        <p:spPr>
          <a:xfrm>
            <a:off x="457200" y="720725"/>
            <a:ext cx="6400800" cy="3600450"/>
          </a:xfrm>
          <a:ln/>
        </p:spPr>
      </p:sp>
      <p:sp>
        <p:nvSpPr>
          <p:cNvPr id="31747" name="Notes Placeholder 2">
            <a:extLst>
              <a:ext uri="{FF2B5EF4-FFF2-40B4-BE49-F238E27FC236}">
                <a16:creationId xmlns:a16="http://schemas.microsoft.com/office/drawing/2014/main" id="{159E581D-F155-44D6-BECF-F0AAC66335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1748" name="Slide Number Placeholder 3">
            <a:extLst>
              <a:ext uri="{FF2B5EF4-FFF2-40B4-BE49-F238E27FC236}">
                <a16:creationId xmlns:a16="http://schemas.microsoft.com/office/drawing/2014/main" id="{AE9E655D-AB71-4939-A22E-73478FC3E3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D7828D98-43E7-4C9D-AC34-82EF0F13BF69}" type="slidenum">
              <a:rPr kumimoji="0" lang="en-US" altLang="en-US" sz="1300" smtClean="0">
                <a:latin typeface="Verdana" panose="020B0604030504040204" pitchFamily="34" charset="0"/>
              </a:rPr>
              <a:pPr>
                <a:spcBef>
                  <a:spcPct val="0"/>
                </a:spcBef>
              </a:pPr>
              <a:t>16</a:t>
            </a:fld>
            <a:endParaRPr kumimoji="0" lang="en-US" altLang="en-US" sz="1300">
              <a:latin typeface="Verdana" panose="020B060403050404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B4D5F08F-B0D7-4F18-8AB5-BC74842EE6C9}"/>
              </a:ext>
            </a:extLst>
          </p:cNvPr>
          <p:cNvSpPr>
            <a:spLocks noGrp="1" noRot="1" noChangeAspect="1" noTextEdit="1"/>
          </p:cNvSpPr>
          <p:nvPr>
            <p:ph type="sldImg"/>
          </p:nvPr>
        </p:nvSpPr>
        <p:spPr>
          <a:xfrm>
            <a:off x="457200" y="720725"/>
            <a:ext cx="6400800" cy="3600450"/>
          </a:xfrm>
          <a:ln/>
        </p:spPr>
      </p:sp>
      <p:sp>
        <p:nvSpPr>
          <p:cNvPr id="33795" name="Notes Placeholder 2">
            <a:extLst>
              <a:ext uri="{FF2B5EF4-FFF2-40B4-BE49-F238E27FC236}">
                <a16:creationId xmlns:a16="http://schemas.microsoft.com/office/drawing/2014/main" id="{1DC61268-76FC-41E5-86E9-57911A1A39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3796" name="Slide Number Placeholder 3">
            <a:extLst>
              <a:ext uri="{FF2B5EF4-FFF2-40B4-BE49-F238E27FC236}">
                <a16:creationId xmlns:a16="http://schemas.microsoft.com/office/drawing/2014/main" id="{ED6D9747-9DBF-4E73-9AAE-A5C4C66016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997D9392-C10C-4475-9F84-27F61483D7EA}" type="slidenum">
              <a:rPr kumimoji="0" lang="en-US" altLang="en-US" sz="1300" smtClean="0">
                <a:latin typeface="Verdana" panose="020B0604030504040204" pitchFamily="34" charset="0"/>
              </a:rPr>
              <a:pPr>
                <a:spcBef>
                  <a:spcPct val="0"/>
                </a:spcBef>
              </a:pPr>
              <a:t>17</a:t>
            </a:fld>
            <a:endParaRPr kumimoji="0" lang="en-US" altLang="en-US" sz="1300">
              <a:latin typeface="Verdana" panose="020B060403050404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E485D5A7-B770-467E-8CFA-A9C2E9333204}"/>
              </a:ext>
            </a:extLst>
          </p:cNvPr>
          <p:cNvSpPr>
            <a:spLocks noGrp="1" noRot="1" noChangeAspect="1" noTextEdit="1"/>
          </p:cNvSpPr>
          <p:nvPr>
            <p:ph type="sldImg"/>
          </p:nvPr>
        </p:nvSpPr>
        <p:spPr>
          <a:xfrm>
            <a:off x="457200" y="720725"/>
            <a:ext cx="6400800" cy="3600450"/>
          </a:xfrm>
          <a:ln/>
        </p:spPr>
      </p:sp>
      <p:sp>
        <p:nvSpPr>
          <p:cNvPr id="35843" name="Notes Placeholder 2">
            <a:extLst>
              <a:ext uri="{FF2B5EF4-FFF2-40B4-BE49-F238E27FC236}">
                <a16:creationId xmlns:a16="http://schemas.microsoft.com/office/drawing/2014/main" id="{71AA6E2E-FC00-4300-A440-ADD79F4B2C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5844" name="Slide Number Placeholder 3">
            <a:extLst>
              <a:ext uri="{FF2B5EF4-FFF2-40B4-BE49-F238E27FC236}">
                <a16:creationId xmlns:a16="http://schemas.microsoft.com/office/drawing/2014/main" id="{AE4B9A09-B513-4C4C-86A4-CCE0882C0A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4372186F-DA49-4F6D-A23C-B41829007B6F}" type="slidenum">
              <a:rPr kumimoji="0" lang="en-US" altLang="en-US" sz="1300" smtClean="0">
                <a:latin typeface="Verdana" panose="020B0604030504040204" pitchFamily="34" charset="0"/>
              </a:rPr>
              <a:pPr>
                <a:spcBef>
                  <a:spcPct val="0"/>
                </a:spcBef>
              </a:pPr>
              <a:t>18</a:t>
            </a:fld>
            <a:endParaRPr kumimoji="0" lang="en-US" altLang="en-US" sz="1300">
              <a:latin typeface="Verdana" panose="020B060403050404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132F171-019A-47A8-855E-3A7A1701A7B5}"/>
              </a:ext>
            </a:extLst>
          </p:cNvPr>
          <p:cNvSpPr>
            <a:spLocks noGrp="1" noRot="1" noChangeAspect="1" noTextEdit="1"/>
          </p:cNvSpPr>
          <p:nvPr>
            <p:ph type="sldImg"/>
          </p:nvPr>
        </p:nvSpPr>
        <p:spPr>
          <a:xfrm>
            <a:off x="457200" y="720725"/>
            <a:ext cx="6400800" cy="3600450"/>
          </a:xfrm>
          <a:ln/>
        </p:spPr>
      </p:sp>
      <p:sp>
        <p:nvSpPr>
          <p:cNvPr id="37891" name="Notes Placeholder 2">
            <a:extLst>
              <a:ext uri="{FF2B5EF4-FFF2-40B4-BE49-F238E27FC236}">
                <a16:creationId xmlns:a16="http://schemas.microsoft.com/office/drawing/2014/main" id="{361A37B8-096E-4050-92FB-1EFA45FEC2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7892" name="Slide Number Placeholder 3">
            <a:extLst>
              <a:ext uri="{FF2B5EF4-FFF2-40B4-BE49-F238E27FC236}">
                <a16:creationId xmlns:a16="http://schemas.microsoft.com/office/drawing/2014/main" id="{B3764DA8-6E55-4077-993E-4237721231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8084AFE3-0332-4834-94DE-2C6EE79987AD}" type="slidenum">
              <a:rPr kumimoji="0" lang="en-US" altLang="en-US" sz="1300" smtClean="0">
                <a:latin typeface="Verdana" panose="020B0604030504040204" pitchFamily="34" charset="0"/>
              </a:rPr>
              <a:pPr>
                <a:spcBef>
                  <a:spcPct val="0"/>
                </a:spcBef>
              </a:pPr>
              <a:t>19</a:t>
            </a:fld>
            <a:endParaRPr kumimoji="0" lang="en-US" altLang="en-US" sz="1300">
              <a:latin typeface="Verdana" panose="020B060403050404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38AEE637-AD21-4515-9563-7DC48AF5B50D}"/>
              </a:ext>
            </a:extLst>
          </p:cNvPr>
          <p:cNvSpPr>
            <a:spLocks noGrp="1" noRot="1" noChangeAspect="1" noTextEdit="1"/>
          </p:cNvSpPr>
          <p:nvPr>
            <p:ph type="sldImg"/>
          </p:nvPr>
        </p:nvSpPr>
        <p:spPr>
          <a:xfrm>
            <a:off x="457200" y="720725"/>
            <a:ext cx="6400800" cy="3600450"/>
          </a:xfrm>
          <a:ln/>
        </p:spPr>
      </p:sp>
      <p:sp>
        <p:nvSpPr>
          <p:cNvPr id="39939" name="Notes Placeholder 2">
            <a:extLst>
              <a:ext uri="{FF2B5EF4-FFF2-40B4-BE49-F238E27FC236}">
                <a16:creationId xmlns:a16="http://schemas.microsoft.com/office/drawing/2014/main" id="{C7E3E0B7-B09C-462F-9D5D-6FA393FFC6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9940" name="Slide Number Placeholder 3">
            <a:extLst>
              <a:ext uri="{FF2B5EF4-FFF2-40B4-BE49-F238E27FC236}">
                <a16:creationId xmlns:a16="http://schemas.microsoft.com/office/drawing/2014/main" id="{2FB391A0-D2A5-4B07-ABBC-6364BB801B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7D669A37-0312-401F-9B37-2C18835EABA7}" type="slidenum">
              <a:rPr kumimoji="0" lang="en-US" altLang="en-US" sz="1300" smtClean="0">
                <a:latin typeface="Verdana" panose="020B0604030504040204" pitchFamily="34" charset="0"/>
              </a:rPr>
              <a:pPr>
                <a:spcBef>
                  <a:spcPct val="0"/>
                </a:spcBef>
              </a:pPr>
              <a:t>20</a:t>
            </a:fld>
            <a:endParaRPr kumimoji="0" lang="en-US" altLang="en-US" sz="1300">
              <a:latin typeface="Verdana" panose="020B060403050404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0224A0AC-F60B-41E2-ACF2-CE1DFCD77AEC}"/>
              </a:ext>
            </a:extLst>
          </p:cNvPr>
          <p:cNvSpPr>
            <a:spLocks noGrp="1" noRot="1" noChangeAspect="1" noTextEdit="1"/>
          </p:cNvSpPr>
          <p:nvPr>
            <p:ph type="sldImg"/>
          </p:nvPr>
        </p:nvSpPr>
        <p:spPr>
          <a:xfrm>
            <a:off x="457200" y="720725"/>
            <a:ext cx="6400800" cy="3600450"/>
          </a:xfrm>
          <a:ln/>
        </p:spPr>
      </p:sp>
      <p:sp>
        <p:nvSpPr>
          <p:cNvPr id="41987" name="Notes Placeholder 2">
            <a:extLst>
              <a:ext uri="{FF2B5EF4-FFF2-40B4-BE49-F238E27FC236}">
                <a16:creationId xmlns:a16="http://schemas.microsoft.com/office/drawing/2014/main" id="{C683C909-18D0-421F-BDDC-2E2A0DC1AA3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1988" name="Slide Number Placeholder 3">
            <a:extLst>
              <a:ext uri="{FF2B5EF4-FFF2-40B4-BE49-F238E27FC236}">
                <a16:creationId xmlns:a16="http://schemas.microsoft.com/office/drawing/2014/main" id="{3B1F88D1-CEEF-4C30-8163-A5BD49E6D05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E9015EE9-F8B5-4F89-8673-2CF35E06C6A4}" type="slidenum">
              <a:rPr kumimoji="0" lang="en-US" altLang="en-US" sz="1300" smtClean="0">
                <a:latin typeface="Verdana" panose="020B0604030504040204" pitchFamily="34" charset="0"/>
              </a:rPr>
              <a:pPr>
                <a:spcBef>
                  <a:spcPct val="0"/>
                </a:spcBef>
              </a:pPr>
              <a:t>21</a:t>
            </a:fld>
            <a:endParaRPr kumimoji="0" lang="en-US" altLang="en-US" sz="1300">
              <a:latin typeface="Verdana" panose="020B060403050404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C7BD5D36-DCAE-4F2D-8167-A45C21D19F8F}"/>
              </a:ext>
            </a:extLst>
          </p:cNvPr>
          <p:cNvSpPr>
            <a:spLocks noGrp="1" noRot="1" noChangeAspect="1" noTextEdit="1"/>
          </p:cNvSpPr>
          <p:nvPr>
            <p:ph type="sldImg"/>
          </p:nvPr>
        </p:nvSpPr>
        <p:spPr>
          <a:xfrm>
            <a:off x="457200" y="720725"/>
            <a:ext cx="6400800" cy="3600450"/>
          </a:xfrm>
          <a:ln/>
        </p:spPr>
      </p:sp>
      <p:sp>
        <p:nvSpPr>
          <p:cNvPr id="44035" name="Notes Placeholder 2">
            <a:extLst>
              <a:ext uri="{FF2B5EF4-FFF2-40B4-BE49-F238E27FC236}">
                <a16:creationId xmlns:a16="http://schemas.microsoft.com/office/drawing/2014/main" id="{D73C4502-26D4-4BF1-A017-6F559788E2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4036" name="Slide Number Placeholder 3">
            <a:extLst>
              <a:ext uri="{FF2B5EF4-FFF2-40B4-BE49-F238E27FC236}">
                <a16:creationId xmlns:a16="http://schemas.microsoft.com/office/drawing/2014/main" id="{03202E32-0C82-4D46-B7AF-F189BD976F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D9F2C05B-A6AA-4C74-9A11-155526A35095}" type="slidenum">
              <a:rPr kumimoji="0" lang="en-US" altLang="en-US" sz="1300" smtClean="0">
                <a:latin typeface="Verdana" panose="020B0604030504040204" pitchFamily="34" charset="0"/>
              </a:rPr>
              <a:pPr>
                <a:spcBef>
                  <a:spcPct val="0"/>
                </a:spcBef>
              </a:pPr>
              <a:t>22</a:t>
            </a:fld>
            <a:endParaRPr kumimoji="0" lang="en-US" altLang="en-US" sz="1300">
              <a:latin typeface="Verdana" panose="020B060403050404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3368BE46-44B6-4712-B47A-992CD262D558}"/>
              </a:ext>
            </a:extLst>
          </p:cNvPr>
          <p:cNvSpPr>
            <a:spLocks noGrp="1" noRot="1" noChangeAspect="1" noTextEdit="1"/>
          </p:cNvSpPr>
          <p:nvPr>
            <p:ph type="sldImg"/>
          </p:nvPr>
        </p:nvSpPr>
        <p:spPr>
          <a:xfrm>
            <a:off x="457200" y="720725"/>
            <a:ext cx="6400800" cy="3600450"/>
          </a:xfrm>
          <a:ln/>
        </p:spPr>
      </p:sp>
      <p:sp>
        <p:nvSpPr>
          <p:cNvPr id="46083" name="Notes Placeholder 2">
            <a:extLst>
              <a:ext uri="{FF2B5EF4-FFF2-40B4-BE49-F238E27FC236}">
                <a16:creationId xmlns:a16="http://schemas.microsoft.com/office/drawing/2014/main" id="{73CC9797-5B7C-43EF-9A2F-3E477A4400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6084" name="Slide Number Placeholder 3">
            <a:extLst>
              <a:ext uri="{FF2B5EF4-FFF2-40B4-BE49-F238E27FC236}">
                <a16:creationId xmlns:a16="http://schemas.microsoft.com/office/drawing/2014/main" id="{1FE13B59-8990-4890-99A7-CB975AE311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2631AD86-0843-4D5D-BAB9-91751B675820}" type="slidenum">
              <a:rPr kumimoji="0" lang="en-US" altLang="en-US" sz="1300" smtClean="0">
                <a:latin typeface="Verdana" panose="020B0604030504040204" pitchFamily="34" charset="0"/>
              </a:rPr>
              <a:pPr>
                <a:spcBef>
                  <a:spcPct val="0"/>
                </a:spcBef>
              </a:pPr>
              <a:t>23</a:t>
            </a:fld>
            <a:endParaRPr kumimoji="0" lang="en-US" altLang="en-US" sz="1300">
              <a:latin typeface="Verdana" panose="020B060403050404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16D06166-B07F-45D6-91DD-0780CE56D9A5}"/>
              </a:ext>
            </a:extLst>
          </p:cNvPr>
          <p:cNvSpPr>
            <a:spLocks noGrp="1" noRot="1" noChangeAspect="1" noTextEdit="1"/>
          </p:cNvSpPr>
          <p:nvPr>
            <p:ph type="sldImg"/>
          </p:nvPr>
        </p:nvSpPr>
        <p:spPr>
          <a:xfrm>
            <a:off x="457200" y="720725"/>
            <a:ext cx="6400800" cy="3600450"/>
          </a:xfrm>
          <a:ln/>
        </p:spPr>
      </p:sp>
      <p:sp>
        <p:nvSpPr>
          <p:cNvPr id="48131" name="Notes Placeholder 2">
            <a:extLst>
              <a:ext uri="{FF2B5EF4-FFF2-40B4-BE49-F238E27FC236}">
                <a16:creationId xmlns:a16="http://schemas.microsoft.com/office/drawing/2014/main" id="{06ED13C8-9C32-4C81-9972-A53FADFAD7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8132" name="Slide Number Placeholder 3">
            <a:extLst>
              <a:ext uri="{FF2B5EF4-FFF2-40B4-BE49-F238E27FC236}">
                <a16:creationId xmlns:a16="http://schemas.microsoft.com/office/drawing/2014/main" id="{9ED7FF32-0CF7-40BE-84C4-F3F3A62563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1C1DF6B0-5744-43EF-9FE2-AAF0EBEB441C}" type="slidenum">
              <a:rPr kumimoji="0" lang="en-US" altLang="en-US" sz="1300" smtClean="0">
                <a:latin typeface="Verdana" panose="020B0604030504040204" pitchFamily="34" charset="0"/>
              </a:rPr>
              <a:pPr>
                <a:spcBef>
                  <a:spcPct val="0"/>
                </a:spcBef>
              </a:pPr>
              <a:t>24</a:t>
            </a:fld>
            <a:endParaRPr kumimoji="0" lang="en-US" altLang="en-US" sz="1300">
              <a:latin typeface="Verdana" panose="020B060403050404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4CD0AF9A-1B98-4AA7-A390-E76141685EC9}"/>
              </a:ext>
            </a:extLst>
          </p:cNvPr>
          <p:cNvSpPr>
            <a:spLocks noGrp="1" noRot="1" noChangeAspect="1" noTextEdit="1"/>
          </p:cNvSpPr>
          <p:nvPr>
            <p:ph type="sldImg"/>
          </p:nvPr>
        </p:nvSpPr>
        <p:spPr>
          <a:xfrm>
            <a:off x="457200" y="720725"/>
            <a:ext cx="6400800" cy="3600450"/>
          </a:xfrm>
          <a:ln/>
        </p:spPr>
      </p:sp>
      <p:sp>
        <p:nvSpPr>
          <p:cNvPr id="50179" name="Notes Placeholder 2">
            <a:extLst>
              <a:ext uri="{FF2B5EF4-FFF2-40B4-BE49-F238E27FC236}">
                <a16:creationId xmlns:a16="http://schemas.microsoft.com/office/drawing/2014/main" id="{011E2E4F-F484-4E12-96D8-B68FE78256A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0180" name="Slide Number Placeholder 3">
            <a:extLst>
              <a:ext uri="{FF2B5EF4-FFF2-40B4-BE49-F238E27FC236}">
                <a16:creationId xmlns:a16="http://schemas.microsoft.com/office/drawing/2014/main" id="{468D94D7-F1F5-4188-98DF-D7273A394E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280897B8-E32D-46BD-B3DE-8F989BBCB1C4}" type="slidenum">
              <a:rPr kumimoji="0" lang="en-US" altLang="en-US" sz="1300" smtClean="0">
                <a:latin typeface="Verdana" panose="020B0604030504040204" pitchFamily="34" charset="0"/>
              </a:rPr>
              <a:pPr>
                <a:spcBef>
                  <a:spcPct val="0"/>
                </a:spcBef>
              </a:pPr>
              <a:t>25</a:t>
            </a:fld>
            <a:endParaRPr kumimoji="0" lang="en-US" altLang="en-US" sz="1300">
              <a:latin typeface="Verdana" panose="020B060403050404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9B336206-468E-4E66-849A-C88B1C9035AE}"/>
              </a:ext>
            </a:extLst>
          </p:cNvPr>
          <p:cNvSpPr>
            <a:spLocks noGrp="1" noRot="1" noChangeAspect="1" noTextEdit="1"/>
          </p:cNvSpPr>
          <p:nvPr>
            <p:ph type="sldImg"/>
          </p:nvPr>
        </p:nvSpPr>
        <p:spPr>
          <a:xfrm>
            <a:off x="457200" y="720725"/>
            <a:ext cx="6400800" cy="3600450"/>
          </a:xfrm>
          <a:ln/>
        </p:spPr>
      </p:sp>
      <p:sp>
        <p:nvSpPr>
          <p:cNvPr id="52227" name="Notes Placeholder 2">
            <a:extLst>
              <a:ext uri="{FF2B5EF4-FFF2-40B4-BE49-F238E27FC236}">
                <a16:creationId xmlns:a16="http://schemas.microsoft.com/office/drawing/2014/main" id="{F0440F74-D5C6-4A41-B5D4-574FA66967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2228" name="Slide Number Placeholder 3">
            <a:extLst>
              <a:ext uri="{FF2B5EF4-FFF2-40B4-BE49-F238E27FC236}">
                <a16:creationId xmlns:a16="http://schemas.microsoft.com/office/drawing/2014/main" id="{281676A2-F4D0-4E3C-A51C-5173D66141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7CC28321-16E9-411E-B32E-D0F6D270E9F2}" type="slidenum">
              <a:rPr kumimoji="0" lang="en-US" altLang="en-US" sz="1300" smtClean="0">
                <a:latin typeface="Verdana" panose="020B0604030504040204" pitchFamily="34" charset="0"/>
              </a:rPr>
              <a:pPr>
                <a:spcBef>
                  <a:spcPct val="0"/>
                </a:spcBef>
              </a:pPr>
              <a:t>26</a:t>
            </a:fld>
            <a:endParaRPr kumimoji="0" lang="en-US" altLang="en-US" sz="1300">
              <a:latin typeface="Verdana" panose="020B060403050404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61C28186-0B33-4E9F-A981-14BA3E7F7C65}"/>
              </a:ext>
            </a:extLst>
          </p:cNvPr>
          <p:cNvSpPr>
            <a:spLocks noGrp="1" noRot="1" noChangeAspect="1" noTextEdit="1"/>
          </p:cNvSpPr>
          <p:nvPr>
            <p:ph type="sldImg"/>
          </p:nvPr>
        </p:nvSpPr>
        <p:spPr>
          <a:xfrm>
            <a:off x="457200" y="720725"/>
            <a:ext cx="6400800" cy="3600450"/>
          </a:xfrm>
          <a:ln/>
        </p:spPr>
      </p:sp>
      <p:sp>
        <p:nvSpPr>
          <p:cNvPr id="54275" name="Notes Placeholder 2">
            <a:extLst>
              <a:ext uri="{FF2B5EF4-FFF2-40B4-BE49-F238E27FC236}">
                <a16:creationId xmlns:a16="http://schemas.microsoft.com/office/drawing/2014/main" id="{8A5A61E5-8111-4F25-A025-ACA900E0F7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4276" name="Slide Number Placeholder 3">
            <a:extLst>
              <a:ext uri="{FF2B5EF4-FFF2-40B4-BE49-F238E27FC236}">
                <a16:creationId xmlns:a16="http://schemas.microsoft.com/office/drawing/2014/main" id="{E0AD4906-A2C0-4798-AD0C-56CE11A41E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E1039EEB-CEC5-4D5B-817A-E109FBF738DF}" type="slidenum">
              <a:rPr kumimoji="0" lang="en-US" altLang="en-US" sz="1300" smtClean="0">
                <a:latin typeface="Verdana" panose="020B0604030504040204" pitchFamily="34" charset="0"/>
              </a:rPr>
              <a:pPr>
                <a:spcBef>
                  <a:spcPct val="0"/>
                </a:spcBef>
              </a:pPr>
              <a:t>27</a:t>
            </a:fld>
            <a:endParaRPr kumimoji="0" lang="en-US" altLang="en-US" sz="1300">
              <a:latin typeface="Verdana" panose="020B060403050404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7C58B754-DBFE-4D51-9061-1082D5A4CD64}"/>
              </a:ext>
            </a:extLst>
          </p:cNvPr>
          <p:cNvSpPr>
            <a:spLocks noGrp="1" noRot="1" noChangeAspect="1" noTextEdit="1"/>
          </p:cNvSpPr>
          <p:nvPr>
            <p:ph type="sldImg"/>
          </p:nvPr>
        </p:nvSpPr>
        <p:spPr>
          <a:xfrm>
            <a:off x="457200" y="720725"/>
            <a:ext cx="6400800" cy="3600450"/>
          </a:xfrm>
          <a:ln/>
        </p:spPr>
      </p:sp>
      <p:sp>
        <p:nvSpPr>
          <p:cNvPr id="56323" name="Notes Placeholder 2">
            <a:extLst>
              <a:ext uri="{FF2B5EF4-FFF2-40B4-BE49-F238E27FC236}">
                <a16:creationId xmlns:a16="http://schemas.microsoft.com/office/drawing/2014/main" id="{1B4C18CF-1F16-4183-B65D-3F383C99B2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6324" name="Slide Number Placeholder 3">
            <a:extLst>
              <a:ext uri="{FF2B5EF4-FFF2-40B4-BE49-F238E27FC236}">
                <a16:creationId xmlns:a16="http://schemas.microsoft.com/office/drawing/2014/main" id="{1456E597-F91F-4E8E-86D1-EB9743C564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D5017BC3-38DF-495B-88E7-37FDCED672D3}" type="slidenum">
              <a:rPr kumimoji="0" lang="en-US" altLang="en-US" sz="1300" smtClean="0">
                <a:latin typeface="Verdana" panose="020B0604030504040204" pitchFamily="34" charset="0"/>
              </a:rPr>
              <a:pPr>
                <a:spcBef>
                  <a:spcPct val="0"/>
                </a:spcBef>
              </a:pPr>
              <a:t>28</a:t>
            </a:fld>
            <a:endParaRPr kumimoji="0" lang="en-US" altLang="en-US" sz="1300">
              <a:latin typeface="Verdana" panose="020B060403050404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74E94075-D049-4244-BC34-B55AB41CAC1A}"/>
              </a:ext>
            </a:extLst>
          </p:cNvPr>
          <p:cNvSpPr>
            <a:spLocks noGrp="1" noRot="1" noChangeAspect="1" noTextEdit="1"/>
          </p:cNvSpPr>
          <p:nvPr>
            <p:ph type="sldImg"/>
          </p:nvPr>
        </p:nvSpPr>
        <p:spPr>
          <a:xfrm>
            <a:off x="457200" y="720725"/>
            <a:ext cx="6400800" cy="3600450"/>
          </a:xfrm>
          <a:ln/>
        </p:spPr>
      </p:sp>
      <p:sp>
        <p:nvSpPr>
          <p:cNvPr id="58371" name="Notes Placeholder 2">
            <a:extLst>
              <a:ext uri="{FF2B5EF4-FFF2-40B4-BE49-F238E27FC236}">
                <a16:creationId xmlns:a16="http://schemas.microsoft.com/office/drawing/2014/main" id="{4FAF007F-6C34-4684-92F0-F9BD71AB26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8372" name="Slide Number Placeholder 3">
            <a:extLst>
              <a:ext uri="{FF2B5EF4-FFF2-40B4-BE49-F238E27FC236}">
                <a16:creationId xmlns:a16="http://schemas.microsoft.com/office/drawing/2014/main" id="{1990926C-6F7C-4481-91D3-22E3146842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34204C5F-F659-40EF-A505-0C3498C8F4C4}" type="slidenum">
              <a:rPr kumimoji="0" lang="en-US" altLang="en-US" sz="1300" smtClean="0">
                <a:latin typeface="Verdana" panose="020B0604030504040204" pitchFamily="34" charset="0"/>
              </a:rPr>
              <a:pPr>
                <a:spcBef>
                  <a:spcPct val="0"/>
                </a:spcBef>
              </a:pPr>
              <a:t>29</a:t>
            </a:fld>
            <a:endParaRPr kumimoji="0" lang="en-US" altLang="en-US" sz="1300">
              <a:latin typeface="Verdana" panose="020B060403050404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ADE0AE78-841C-48D6-8A26-A54D59678662}"/>
              </a:ext>
            </a:extLst>
          </p:cNvPr>
          <p:cNvSpPr>
            <a:spLocks noGrp="1" noRot="1" noChangeAspect="1" noTextEdit="1"/>
          </p:cNvSpPr>
          <p:nvPr>
            <p:ph type="sldImg"/>
          </p:nvPr>
        </p:nvSpPr>
        <p:spPr>
          <a:xfrm>
            <a:off x="457200" y="720725"/>
            <a:ext cx="6400800" cy="3600450"/>
          </a:xfrm>
          <a:ln/>
        </p:spPr>
      </p:sp>
      <p:sp>
        <p:nvSpPr>
          <p:cNvPr id="60419" name="Notes Placeholder 2">
            <a:extLst>
              <a:ext uri="{FF2B5EF4-FFF2-40B4-BE49-F238E27FC236}">
                <a16:creationId xmlns:a16="http://schemas.microsoft.com/office/drawing/2014/main" id="{AEA8320A-6EC0-463B-AA46-399E14B46C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0420" name="Slide Number Placeholder 3">
            <a:extLst>
              <a:ext uri="{FF2B5EF4-FFF2-40B4-BE49-F238E27FC236}">
                <a16:creationId xmlns:a16="http://schemas.microsoft.com/office/drawing/2014/main" id="{D3CDDADC-FFE3-41E1-90A4-7205C2D8ED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B03BF52A-7F2E-480C-850A-E9FC53E64789}" type="slidenum">
              <a:rPr kumimoji="0" lang="en-US" altLang="en-US" sz="1300" smtClean="0">
                <a:latin typeface="Verdana" panose="020B0604030504040204" pitchFamily="34" charset="0"/>
              </a:rPr>
              <a:pPr>
                <a:spcBef>
                  <a:spcPct val="0"/>
                </a:spcBef>
              </a:pPr>
              <a:t>30</a:t>
            </a:fld>
            <a:endParaRPr kumimoji="0" lang="en-US" altLang="en-US" sz="1300">
              <a:latin typeface="Verdana" panose="020B060403050404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357077CC-D14A-437C-92AF-EFAF3E737305}"/>
              </a:ext>
            </a:extLst>
          </p:cNvPr>
          <p:cNvSpPr>
            <a:spLocks noGrp="1" noRot="1" noChangeAspect="1" noTextEdit="1"/>
          </p:cNvSpPr>
          <p:nvPr>
            <p:ph type="sldImg"/>
          </p:nvPr>
        </p:nvSpPr>
        <p:spPr>
          <a:xfrm>
            <a:off x="457200" y="720725"/>
            <a:ext cx="6400800" cy="3600450"/>
          </a:xfrm>
          <a:ln/>
        </p:spPr>
      </p:sp>
      <p:sp>
        <p:nvSpPr>
          <p:cNvPr id="62467" name="Notes Placeholder 2">
            <a:extLst>
              <a:ext uri="{FF2B5EF4-FFF2-40B4-BE49-F238E27FC236}">
                <a16:creationId xmlns:a16="http://schemas.microsoft.com/office/drawing/2014/main" id="{A849713F-4465-40CE-8065-C04FC1CE80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2468" name="Slide Number Placeholder 3">
            <a:extLst>
              <a:ext uri="{FF2B5EF4-FFF2-40B4-BE49-F238E27FC236}">
                <a16:creationId xmlns:a16="http://schemas.microsoft.com/office/drawing/2014/main" id="{D14738DC-B7AF-46F4-A6DA-B50CD3CF283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72988618-25F6-4135-905E-7983C3263D97}" type="slidenum">
              <a:rPr kumimoji="0" lang="en-US" altLang="en-US" sz="1300" smtClean="0">
                <a:latin typeface="Verdana" panose="020B0604030504040204" pitchFamily="34" charset="0"/>
              </a:rPr>
              <a:pPr>
                <a:spcBef>
                  <a:spcPct val="0"/>
                </a:spcBef>
              </a:pPr>
              <a:t>31</a:t>
            </a:fld>
            <a:endParaRPr kumimoji="0" lang="en-US" altLang="en-US" sz="1300">
              <a:latin typeface="Verdana" panose="020B060403050404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AF523635-8112-4F6F-A523-2EEBC67E4E76}"/>
              </a:ext>
            </a:extLst>
          </p:cNvPr>
          <p:cNvSpPr>
            <a:spLocks noGrp="1" noRot="1" noChangeAspect="1" noTextEdit="1"/>
          </p:cNvSpPr>
          <p:nvPr>
            <p:ph type="sldImg"/>
          </p:nvPr>
        </p:nvSpPr>
        <p:spPr>
          <a:xfrm>
            <a:off x="457200" y="720725"/>
            <a:ext cx="6400800" cy="3600450"/>
          </a:xfrm>
          <a:ln/>
        </p:spPr>
      </p:sp>
      <p:sp>
        <p:nvSpPr>
          <p:cNvPr id="64515" name="Notes Placeholder 2">
            <a:extLst>
              <a:ext uri="{FF2B5EF4-FFF2-40B4-BE49-F238E27FC236}">
                <a16:creationId xmlns:a16="http://schemas.microsoft.com/office/drawing/2014/main" id="{0E1F41D1-A3F9-4DC4-A730-F55C8CAE0E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4516" name="Slide Number Placeholder 3">
            <a:extLst>
              <a:ext uri="{FF2B5EF4-FFF2-40B4-BE49-F238E27FC236}">
                <a16:creationId xmlns:a16="http://schemas.microsoft.com/office/drawing/2014/main" id="{B5102F0A-A6E3-4272-942C-DC2737F947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8E5F148B-A02F-4609-A9D3-BB07E055F134}" type="slidenum">
              <a:rPr kumimoji="0" lang="en-US" altLang="en-US" sz="1300" smtClean="0">
                <a:latin typeface="Verdana" panose="020B0604030504040204" pitchFamily="34" charset="0"/>
              </a:rPr>
              <a:pPr>
                <a:spcBef>
                  <a:spcPct val="0"/>
                </a:spcBef>
              </a:pPr>
              <a:t>32</a:t>
            </a:fld>
            <a:endParaRPr kumimoji="0" lang="en-US" altLang="en-US" sz="1300">
              <a:latin typeface="Verdana" panose="020B060403050404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CCE2A305-066B-427F-9C88-E040C607579E}"/>
              </a:ext>
            </a:extLst>
          </p:cNvPr>
          <p:cNvSpPr>
            <a:spLocks noGrp="1" noRot="1" noChangeAspect="1" noTextEdit="1"/>
          </p:cNvSpPr>
          <p:nvPr>
            <p:ph type="sldImg"/>
          </p:nvPr>
        </p:nvSpPr>
        <p:spPr>
          <a:xfrm>
            <a:off x="457200" y="720725"/>
            <a:ext cx="6400800" cy="3600450"/>
          </a:xfrm>
          <a:ln/>
        </p:spPr>
      </p:sp>
      <p:sp>
        <p:nvSpPr>
          <p:cNvPr id="66563" name="Notes Placeholder 2">
            <a:extLst>
              <a:ext uri="{FF2B5EF4-FFF2-40B4-BE49-F238E27FC236}">
                <a16:creationId xmlns:a16="http://schemas.microsoft.com/office/drawing/2014/main" id="{40639955-FFF3-409C-82B2-C06A37D8B91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6564" name="Slide Number Placeholder 3">
            <a:extLst>
              <a:ext uri="{FF2B5EF4-FFF2-40B4-BE49-F238E27FC236}">
                <a16:creationId xmlns:a16="http://schemas.microsoft.com/office/drawing/2014/main" id="{6ACCC0AF-3BC1-4890-B72F-A7E85CF74F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770338FF-DB4D-4AFA-82AD-6C84AA79F481}" type="slidenum">
              <a:rPr kumimoji="0" lang="en-US" altLang="en-US" sz="1300" smtClean="0">
                <a:latin typeface="Verdana" panose="020B0604030504040204" pitchFamily="34" charset="0"/>
              </a:rPr>
              <a:pPr>
                <a:spcBef>
                  <a:spcPct val="0"/>
                </a:spcBef>
              </a:pPr>
              <a:t>33</a:t>
            </a:fld>
            <a:endParaRPr kumimoji="0" lang="en-US" altLang="en-US" sz="1300">
              <a:latin typeface="Verdana" panose="020B060403050404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0040FB60-DC01-4E90-8395-B72E358894E2}"/>
              </a:ext>
            </a:extLst>
          </p:cNvPr>
          <p:cNvSpPr>
            <a:spLocks noGrp="1" noRot="1" noChangeAspect="1" noTextEdit="1"/>
          </p:cNvSpPr>
          <p:nvPr>
            <p:ph type="sldImg"/>
          </p:nvPr>
        </p:nvSpPr>
        <p:spPr>
          <a:xfrm>
            <a:off x="457200" y="720725"/>
            <a:ext cx="6400800" cy="3600450"/>
          </a:xfrm>
          <a:ln/>
        </p:spPr>
      </p:sp>
      <p:sp>
        <p:nvSpPr>
          <p:cNvPr id="70659" name="Notes Placeholder 2">
            <a:extLst>
              <a:ext uri="{FF2B5EF4-FFF2-40B4-BE49-F238E27FC236}">
                <a16:creationId xmlns:a16="http://schemas.microsoft.com/office/drawing/2014/main" id="{2EBA4A70-B109-4991-B003-49700DA282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0660" name="Slide Number Placeholder 3">
            <a:extLst>
              <a:ext uri="{FF2B5EF4-FFF2-40B4-BE49-F238E27FC236}">
                <a16:creationId xmlns:a16="http://schemas.microsoft.com/office/drawing/2014/main" id="{F59AA41D-5833-44D9-9E27-15A25BE51A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kumimoji="1" sz="1200">
                <a:solidFill>
                  <a:schemeClr val="tx1"/>
                </a:solidFill>
                <a:latin typeface="Arial" panose="020B0604020202020204" pitchFamily="34" charset="0"/>
              </a:defRPr>
            </a:lvl1pPr>
            <a:lvl2pPr marL="742950" indent="-285750" defTabSz="966788">
              <a:spcBef>
                <a:spcPct val="30000"/>
              </a:spcBef>
              <a:defRPr kumimoji="1" sz="1200">
                <a:solidFill>
                  <a:schemeClr val="tx1"/>
                </a:solidFill>
                <a:latin typeface="Arial" panose="020B0604020202020204" pitchFamily="34" charset="0"/>
              </a:defRPr>
            </a:lvl2pPr>
            <a:lvl3pPr marL="1143000" indent="-228600" defTabSz="966788">
              <a:spcBef>
                <a:spcPct val="30000"/>
              </a:spcBef>
              <a:defRPr kumimoji="1" sz="1200">
                <a:solidFill>
                  <a:schemeClr val="tx1"/>
                </a:solidFill>
                <a:latin typeface="Arial" panose="020B0604020202020204" pitchFamily="34" charset="0"/>
              </a:defRPr>
            </a:lvl3pPr>
            <a:lvl4pPr marL="1600200" indent="-228600" defTabSz="966788">
              <a:spcBef>
                <a:spcPct val="30000"/>
              </a:spcBef>
              <a:defRPr kumimoji="1" sz="1200">
                <a:solidFill>
                  <a:schemeClr val="tx1"/>
                </a:solidFill>
                <a:latin typeface="Arial" panose="020B0604020202020204" pitchFamily="34" charset="0"/>
              </a:defRPr>
            </a:lvl4pPr>
            <a:lvl5pPr marL="2057400" indent="-228600" defTabSz="966788">
              <a:spcBef>
                <a:spcPct val="30000"/>
              </a:spcBef>
              <a:defRPr kumimoji="1"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4C14A498-1F33-4272-80DD-B5A4AE06F74B}" type="slidenum">
              <a:rPr kumimoji="0" lang="en-US" altLang="en-US" sz="1300" smtClean="0">
                <a:latin typeface="Verdana" panose="020B0604030504040204" pitchFamily="34" charset="0"/>
              </a:rPr>
              <a:pPr>
                <a:spcBef>
                  <a:spcPct val="0"/>
                </a:spcBef>
              </a:pPr>
              <a:t>36</a:t>
            </a:fld>
            <a:endParaRPr kumimoji="0" lang="en-US" altLang="en-US" sz="1300">
              <a:latin typeface="Verdan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194650"/>
          </a:xfrm>
        </p:spPr>
        <p:txBody>
          <a:bodyPr wrap="none" anchor="t"/>
          <a:lstStyle>
            <a:lvl1pPr algn="r">
              <a:defRPr sz="72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829879"/>
            <a:ext cx="9144000" cy="618523"/>
          </a:xfrm>
        </p:spPr>
        <p:txBody>
          <a:bodyPr anchor="b"/>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8E3AB78-F340-4248-BE2C-D1A916F203CC}"/>
              </a:ext>
            </a:extLst>
          </p:cNvPr>
          <p:cNvSpPr>
            <a:spLocks noGrp="1"/>
          </p:cNvSpPr>
          <p:nvPr>
            <p:ph type="dt" sz="half" idx="10"/>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EA1C0C5-3F94-4955-A2B6-E5A4FBD7764E}"/>
              </a:ext>
            </a:extLst>
          </p:cNvPr>
          <p:cNvSpPr>
            <a:spLocks noGrp="1"/>
          </p:cNvSpPr>
          <p:nvPr>
            <p:ph type="sldNum" sz="quarter" idx="11"/>
          </p:nvPr>
        </p:nvSpPr>
        <p:spPr/>
        <p:txBody>
          <a:bodyPr/>
          <a:lstStyle>
            <a:lvl1pPr>
              <a:defRPr/>
            </a:lvl1pPr>
          </a:lstStyle>
          <a:p>
            <a:pPr>
              <a:defRPr/>
            </a:pPr>
            <a:fld id="{633FAB75-4148-4D79-B299-8AA3B2188BFE}" type="slidenum">
              <a:rPr lang="en-US" altLang="en-US"/>
              <a:pPr>
                <a:defRPr/>
              </a:pPr>
              <a:t>‹#›</a:t>
            </a:fld>
            <a:endParaRPr lang="en-US" altLang="en-US"/>
          </a:p>
        </p:txBody>
      </p:sp>
      <p:sp>
        <p:nvSpPr>
          <p:cNvPr id="6" name="Footer Placeholder 1">
            <a:extLst>
              <a:ext uri="{FF2B5EF4-FFF2-40B4-BE49-F238E27FC236}">
                <a16:creationId xmlns:a16="http://schemas.microsoft.com/office/drawing/2014/main" id="{428EE26F-9890-4810-8C3E-EDC100DF4927}"/>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15685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122CF39-450D-43AE-90FC-2666DB8047AA}"/>
              </a:ext>
            </a:extLst>
          </p:cNvPr>
          <p:cNvSpPr>
            <a:spLocks noGrp="1"/>
          </p:cNvSpPr>
          <p:nvPr>
            <p:ph type="dt" sz="half" idx="10"/>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F59D41F-75E4-4D44-8FDF-D65B497994D1}"/>
              </a:ext>
            </a:extLst>
          </p:cNvPr>
          <p:cNvSpPr>
            <a:spLocks noGrp="1"/>
          </p:cNvSpPr>
          <p:nvPr>
            <p:ph type="sldNum" sz="quarter" idx="11"/>
          </p:nvPr>
        </p:nvSpPr>
        <p:spPr/>
        <p:txBody>
          <a:bodyPr/>
          <a:lstStyle>
            <a:lvl1pPr>
              <a:defRPr/>
            </a:lvl1pPr>
          </a:lstStyle>
          <a:p>
            <a:pPr>
              <a:defRPr/>
            </a:pPr>
            <a:fld id="{20F6469E-F6C2-4372-98EF-CC320DD721B7}" type="slidenum">
              <a:rPr lang="en-US" altLang="en-US"/>
              <a:pPr>
                <a:defRPr/>
              </a:pPr>
              <a:t>‹#›</a:t>
            </a:fld>
            <a:endParaRPr lang="en-US" altLang="en-US"/>
          </a:p>
        </p:txBody>
      </p:sp>
      <p:sp>
        <p:nvSpPr>
          <p:cNvPr id="6" name="Footer Placeholder 1">
            <a:extLst>
              <a:ext uri="{FF2B5EF4-FFF2-40B4-BE49-F238E27FC236}">
                <a16:creationId xmlns:a16="http://schemas.microsoft.com/office/drawing/2014/main" id="{99E740C1-D698-42B9-AA64-D721C1FF1FDC}"/>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814846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194650"/>
          </a:xfrm>
        </p:spPr>
        <p:txBody>
          <a:bodyPr wrap="none" anchor="t"/>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829878"/>
            <a:ext cx="9144000" cy="617822"/>
          </a:xfrm>
        </p:spPr>
        <p:txBody>
          <a:bodyPr anchor="b"/>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147DC519-973A-4F63-854B-A832B3BB924D}"/>
              </a:ext>
            </a:extLst>
          </p:cNvPr>
          <p:cNvSpPr>
            <a:spLocks noGrp="1"/>
          </p:cNvSpPr>
          <p:nvPr>
            <p:ph type="dt" sz="half" idx="10"/>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0FAFAFD-E533-462C-8065-E4CA64B03E7A}"/>
              </a:ext>
            </a:extLst>
          </p:cNvPr>
          <p:cNvSpPr>
            <a:spLocks noGrp="1"/>
          </p:cNvSpPr>
          <p:nvPr>
            <p:ph type="sldNum" sz="quarter" idx="11"/>
          </p:nvPr>
        </p:nvSpPr>
        <p:spPr/>
        <p:txBody>
          <a:bodyPr/>
          <a:lstStyle>
            <a:lvl1pPr>
              <a:defRPr/>
            </a:lvl1pPr>
          </a:lstStyle>
          <a:p>
            <a:pPr>
              <a:defRPr/>
            </a:pPr>
            <a:fld id="{EDF66321-8F62-416F-ACD7-90376AB3B3D2}" type="slidenum">
              <a:rPr lang="en-US" altLang="en-US"/>
              <a:pPr>
                <a:defRPr/>
              </a:pPr>
              <a:t>‹#›</a:t>
            </a:fld>
            <a:endParaRPr lang="en-US" altLang="en-US"/>
          </a:p>
        </p:txBody>
      </p:sp>
      <p:sp>
        <p:nvSpPr>
          <p:cNvPr id="6" name="Footer Placeholder 1">
            <a:extLst>
              <a:ext uri="{FF2B5EF4-FFF2-40B4-BE49-F238E27FC236}">
                <a16:creationId xmlns:a16="http://schemas.microsoft.com/office/drawing/2014/main" id="{BFB2727F-71E2-4AD3-8212-50D3EF77222C}"/>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3475460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039027C1-01CB-4F0E-B8AB-966AEAD564DE}"/>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9637A7C-A801-44BD-8265-19C352364F9D}"/>
              </a:ext>
            </a:extLst>
          </p:cNvPr>
          <p:cNvSpPr>
            <a:spLocks noGrp="1"/>
          </p:cNvSpPr>
          <p:nvPr>
            <p:ph type="sldNum" sz="quarter" idx="11"/>
          </p:nvPr>
        </p:nvSpPr>
        <p:spPr/>
        <p:txBody>
          <a:bodyPr/>
          <a:lstStyle>
            <a:lvl1pPr>
              <a:defRPr/>
            </a:lvl1pPr>
          </a:lstStyle>
          <a:p>
            <a:pPr>
              <a:defRPr/>
            </a:pPr>
            <a:fld id="{DACBA16F-5486-404A-80AE-428A522DEC27}" type="slidenum">
              <a:rPr lang="en-US" altLang="en-US"/>
              <a:pPr>
                <a:defRPr/>
              </a:pPr>
              <a:t>‹#›</a:t>
            </a:fld>
            <a:endParaRPr lang="en-US" altLang="en-US"/>
          </a:p>
        </p:txBody>
      </p:sp>
      <p:sp>
        <p:nvSpPr>
          <p:cNvPr id="7" name="Footer Placeholder 1">
            <a:extLst>
              <a:ext uri="{FF2B5EF4-FFF2-40B4-BE49-F238E27FC236}">
                <a16:creationId xmlns:a16="http://schemas.microsoft.com/office/drawing/2014/main" id="{5A3B254B-C835-4D67-9C00-E0C93A369846}"/>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19779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1" y="1681163"/>
            <a:ext cx="5035548" cy="823912"/>
          </a:xfrm>
        </p:spPr>
        <p:txBody>
          <a:bodyPr anchor="b"/>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lvl="0"/>
            <a:r>
              <a:rPr lang="en-US"/>
              <a:t>Click to edit Master text styles</a:t>
            </a:r>
          </a:p>
        </p:txBody>
      </p:sp>
      <p:sp>
        <p:nvSpPr>
          <p:cNvPr id="6" name="Content Placeholder 5"/>
          <p:cNvSpPr>
            <a:spLocks noGrp="1"/>
          </p:cNvSpPr>
          <p:nvPr>
            <p:ph sz="quarter" idx="4"/>
          </p:nvPr>
        </p:nvSpPr>
        <p:spPr>
          <a:xfrm>
            <a:off x="6319841"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7B2F8C3D-984F-43EE-971E-9E224BD104DA}"/>
              </a:ext>
            </a:extLst>
          </p:cNvPr>
          <p:cNvSpPr>
            <a:spLocks noGrp="1"/>
          </p:cNvSpPr>
          <p:nvPr>
            <p:ph type="dt" sz="half" idx="10"/>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87304729-6908-4A24-89C6-F4CC0539137E}"/>
              </a:ext>
            </a:extLst>
          </p:cNvPr>
          <p:cNvSpPr>
            <a:spLocks noGrp="1"/>
          </p:cNvSpPr>
          <p:nvPr>
            <p:ph type="sldNum" sz="quarter" idx="11"/>
          </p:nvPr>
        </p:nvSpPr>
        <p:spPr/>
        <p:txBody>
          <a:bodyPr/>
          <a:lstStyle>
            <a:lvl1pPr>
              <a:defRPr/>
            </a:lvl1pPr>
          </a:lstStyle>
          <a:p>
            <a:pPr>
              <a:defRPr/>
            </a:pPr>
            <a:fld id="{C88C2ED6-4874-44DA-AD7E-430372223FCD}" type="slidenum">
              <a:rPr lang="en-US" altLang="en-US"/>
              <a:pPr>
                <a:defRPr/>
              </a:pPr>
              <a:t>‹#›</a:t>
            </a:fld>
            <a:endParaRPr lang="en-US" altLang="en-US"/>
          </a:p>
        </p:txBody>
      </p:sp>
      <p:sp>
        <p:nvSpPr>
          <p:cNvPr id="9" name="Footer Placeholder 1">
            <a:extLst>
              <a:ext uri="{FF2B5EF4-FFF2-40B4-BE49-F238E27FC236}">
                <a16:creationId xmlns:a16="http://schemas.microsoft.com/office/drawing/2014/main" id="{1D841BDB-6DE7-4C1B-A64D-0E0C235DFC65}"/>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586174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9EE1E7D-D88F-4AE8-A25B-1ECC5F7494B5}"/>
              </a:ext>
            </a:extLst>
          </p:cNvPr>
          <p:cNvSpPr>
            <a:spLocks noGrp="1"/>
          </p:cNvSpPr>
          <p:nvPr>
            <p:ph type="dt" sz="half" idx="10"/>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DAF8A1F-338E-4A4A-A1C4-0354E4CA8361}"/>
              </a:ext>
            </a:extLst>
          </p:cNvPr>
          <p:cNvSpPr>
            <a:spLocks noGrp="1"/>
          </p:cNvSpPr>
          <p:nvPr>
            <p:ph type="sldNum" sz="quarter" idx="11"/>
          </p:nvPr>
        </p:nvSpPr>
        <p:spPr/>
        <p:txBody>
          <a:bodyPr/>
          <a:lstStyle>
            <a:lvl1pPr>
              <a:defRPr/>
            </a:lvl1pPr>
          </a:lstStyle>
          <a:p>
            <a:pPr>
              <a:defRPr/>
            </a:pPr>
            <a:fld id="{1FE75A87-AC69-4203-93DA-56B666A41BDE}" type="slidenum">
              <a:rPr lang="en-US" altLang="en-US"/>
              <a:pPr>
                <a:defRPr/>
              </a:pPr>
              <a:t>‹#›</a:t>
            </a:fld>
            <a:endParaRPr lang="en-US" altLang="en-US"/>
          </a:p>
        </p:txBody>
      </p:sp>
      <p:sp>
        <p:nvSpPr>
          <p:cNvPr id="5" name="Footer Placeholder 1">
            <a:extLst>
              <a:ext uri="{FF2B5EF4-FFF2-40B4-BE49-F238E27FC236}">
                <a16:creationId xmlns:a16="http://schemas.microsoft.com/office/drawing/2014/main" id="{A43851AA-45C3-4A8A-A583-D37D17C5B61A}"/>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1190542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C033FFA-7BB0-4115-BB55-B64F82D8DF33}"/>
              </a:ext>
            </a:extLst>
          </p:cNvPr>
          <p:cNvSpPr>
            <a:spLocks noGrp="1"/>
          </p:cNvSpPr>
          <p:nvPr>
            <p:ph type="dt" sz="half" idx="10"/>
          </p:nvPr>
        </p:nvSpPr>
        <p:spPr/>
        <p:txBody>
          <a:bodyPr/>
          <a:lstStyle>
            <a:lvl1pPr>
              <a:defRPr/>
            </a:lvl1pPr>
          </a:lstStyle>
          <a:p>
            <a:pPr>
              <a:defRPr/>
            </a:pPr>
            <a:endParaRPr lang="en-US"/>
          </a:p>
        </p:txBody>
      </p:sp>
      <p:sp>
        <p:nvSpPr>
          <p:cNvPr id="3" name="Slide Number Placeholder 5">
            <a:extLst>
              <a:ext uri="{FF2B5EF4-FFF2-40B4-BE49-F238E27FC236}">
                <a16:creationId xmlns:a16="http://schemas.microsoft.com/office/drawing/2014/main" id="{8C9DC264-9CF1-40F6-AADE-9D10A4E381CF}"/>
              </a:ext>
            </a:extLst>
          </p:cNvPr>
          <p:cNvSpPr>
            <a:spLocks noGrp="1"/>
          </p:cNvSpPr>
          <p:nvPr>
            <p:ph type="sldNum" sz="quarter" idx="11"/>
          </p:nvPr>
        </p:nvSpPr>
        <p:spPr/>
        <p:txBody>
          <a:bodyPr/>
          <a:lstStyle>
            <a:lvl1pPr>
              <a:defRPr/>
            </a:lvl1pPr>
          </a:lstStyle>
          <a:p>
            <a:pPr>
              <a:defRPr/>
            </a:pPr>
            <a:fld id="{051C3D32-0D90-41AE-BE4A-6DC169C4C723}" type="slidenum">
              <a:rPr lang="en-US" altLang="en-US"/>
              <a:pPr>
                <a:defRPr/>
              </a:pPr>
              <a:t>‹#›</a:t>
            </a:fld>
            <a:endParaRPr lang="en-US" altLang="en-US"/>
          </a:p>
        </p:txBody>
      </p:sp>
      <p:sp>
        <p:nvSpPr>
          <p:cNvPr id="4" name="Footer Placeholder 1">
            <a:extLst>
              <a:ext uri="{FF2B5EF4-FFF2-40B4-BE49-F238E27FC236}">
                <a16:creationId xmlns:a16="http://schemas.microsoft.com/office/drawing/2014/main" id="{FE2A6143-087D-4217-A283-1B3E9D2D7E45}"/>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978274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1" y="2057400"/>
            <a:ext cx="3652025" cy="3811588"/>
          </a:xfrm>
        </p:spPr>
        <p:txBody>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019A2399-96A0-4EB4-8499-5F3227D047DF}"/>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D7BDAFB-05C4-407C-B873-E16BE6A35842}"/>
              </a:ext>
            </a:extLst>
          </p:cNvPr>
          <p:cNvSpPr>
            <a:spLocks noGrp="1"/>
          </p:cNvSpPr>
          <p:nvPr>
            <p:ph type="sldNum" sz="quarter" idx="11"/>
          </p:nvPr>
        </p:nvSpPr>
        <p:spPr/>
        <p:txBody>
          <a:bodyPr/>
          <a:lstStyle>
            <a:lvl1pPr>
              <a:defRPr/>
            </a:lvl1pPr>
          </a:lstStyle>
          <a:p>
            <a:pPr>
              <a:defRPr/>
            </a:pPr>
            <a:fld id="{E024F14D-A5FC-4E34-883C-DFFDD32BA3BE}" type="slidenum">
              <a:rPr lang="en-US" altLang="en-US"/>
              <a:pPr>
                <a:defRPr/>
              </a:pPr>
              <a:t>‹#›</a:t>
            </a:fld>
            <a:endParaRPr lang="en-US" altLang="en-US"/>
          </a:p>
        </p:txBody>
      </p:sp>
      <p:sp>
        <p:nvSpPr>
          <p:cNvPr id="7" name="Footer Placeholder 1">
            <a:extLst>
              <a:ext uri="{FF2B5EF4-FFF2-40B4-BE49-F238E27FC236}">
                <a16:creationId xmlns:a16="http://schemas.microsoft.com/office/drawing/2014/main" id="{7711AFDC-769C-4E05-AC81-7FE188523F04}"/>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319643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20001" y="2057400"/>
            <a:ext cx="3652025" cy="3811588"/>
          </a:xfrm>
        </p:spPr>
        <p:txBody>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4077E5D6-2348-4790-9E11-D80209C33AF5}"/>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CE006A4-8365-4EC2-9347-7AB9A75252B0}"/>
              </a:ext>
            </a:extLst>
          </p:cNvPr>
          <p:cNvSpPr>
            <a:spLocks noGrp="1"/>
          </p:cNvSpPr>
          <p:nvPr>
            <p:ph type="sldNum" sz="quarter" idx="11"/>
          </p:nvPr>
        </p:nvSpPr>
        <p:spPr/>
        <p:txBody>
          <a:bodyPr/>
          <a:lstStyle>
            <a:lvl1pPr>
              <a:defRPr/>
            </a:lvl1pPr>
          </a:lstStyle>
          <a:p>
            <a:pPr>
              <a:defRPr/>
            </a:pPr>
            <a:fld id="{0F00FB7E-860C-41B9-99B6-5511D5B67F31}" type="slidenum">
              <a:rPr lang="en-US" altLang="en-US"/>
              <a:pPr>
                <a:defRPr/>
              </a:pPr>
              <a:t>‹#›</a:t>
            </a:fld>
            <a:endParaRPr lang="en-US" altLang="en-US"/>
          </a:p>
        </p:txBody>
      </p:sp>
      <p:sp>
        <p:nvSpPr>
          <p:cNvPr id="7" name="Footer Placeholder 1">
            <a:extLst>
              <a:ext uri="{FF2B5EF4-FFF2-40B4-BE49-F238E27FC236}">
                <a16:creationId xmlns:a16="http://schemas.microsoft.com/office/drawing/2014/main" id="{C412A436-801E-4EFB-97C0-2166A0337B0D}"/>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741375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2"/>
            <a:ext cx="10515600" cy="819355"/>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7"/>
            <a:ext cx="105156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9" y="5186516"/>
            <a:ext cx="10514012"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3344FB36-96F7-4A62-BF55-F7DE01FAECE1}"/>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623125-7710-4F68-A75B-F17ABB007E9C}"/>
              </a:ext>
            </a:extLst>
          </p:cNvPr>
          <p:cNvSpPr>
            <a:spLocks noGrp="1"/>
          </p:cNvSpPr>
          <p:nvPr>
            <p:ph type="sldNum" sz="quarter" idx="11"/>
          </p:nvPr>
        </p:nvSpPr>
        <p:spPr/>
        <p:txBody>
          <a:bodyPr/>
          <a:lstStyle>
            <a:lvl1pPr>
              <a:defRPr/>
            </a:lvl1pPr>
          </a:lstStyle>
          <a:p>
            <a:pPr>
              <a:defRPr/>
            </a:pPr>
            <a:fld id="{4C8BA5EB-F898-4902-8F41-2ADC70E4277A}" type="slidenum">
              <a:rPr lang="en-US" altLang="en-US"/>
              <a:pPr>
                <a:defRPr/>
              </a:pPr>
              <a:t>‹#›</a:t>
            </a:fld>
            <a:endParaRPr lang="en-US" altLang="en-US"/>
          </a:p>
        </p:txBody>
      </p:sp>
      <p:sp>
        <p:nvSpPr>
          <p:cNvPr id="7" name="Footer Placeholder 1">
            <a:extLst>
              <a:ext uri="{FF2B5EF4-FFF2-40B4-BE49-F238E27FC236}">
                <a16:creationId xmlns:a16="http://schemas.microsoft.com/office/drawing/2014/main" id="{07EFCA23-DEF1-4726-B44C-6C556908CC91}"/>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3413440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839789" y="4489399"/>
            <a:ext cx="10514012"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59406480-C855-42E1-8452-EC901D931727}"/>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84D735F-F4D3-43B7-9C89-5D88E392268E}"/>
              </a:ext>
            </a:extLst>
          </p:cNvPr>
          <p:cNvSpPr>
            <a:spLocks noGrp="1"/>
          </p:cNvSpPr>
          <p:nvPr>
            <p:ph type="sldNum" sz="quarter" idx="11"/>
          </p:nvPr>
        </p:nvSpPr>
        <p:spPr/>
        <p:txBody>
          <a:bodyPr/>
          <a:lstStyle>
            <a:lvl1pPr>
              <a:defRPr/>
            </a:lvl1pPr>
          </a:lstStyle>
          <a:p>
            <a:pPr>
              <a:defRPr/>
            </a:pPr>
            <a:fld id="{E3360186-9D44-449C-A9B3-FF11ADC7E5CE}" type="slidenum">
              <a:rPr lang="en-US" altLang="en-US"/>
              <a:pPr>
                <a:defRPr/>
              </a:pPr>
              <a:t>‹#›</a:t>
            </a:fld>
            <a:endParaRPr lang="en-US" altLang="en-US"/>
          </a:p>
        </p:txBody>
      </p:sp>
      <p:sp>
        <p:nvSpPr>
          <p:cNvPr id="7" name="Footer Placeholder 1">
            <a:extLst>
              <a:ext uri="{FF2B5EF4-FFF2-40B4-BE49-F238E27FC236}">
                <a16:creationId xmlns:a16="http://schemas.microsoft.com/office/drawing/2014/main" id="{763B4889-502B-4921-BA13-B71FA17F6E24}"/>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8823494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1B4CB7-A238-4202-93CD-5225629B6BDC}"/>
              </a:ext>
            </a:extLst>
          </p:cNvPr>
          <p:cNvSpPr txBox="1"/>
          <p:nvPr/>
        </p:nvSpPr>
        <p:spPr>
          <a:xfrm>
            <a:off x="1111251" y="787400"/>
            <a:ext cx="609600" cy="584200"/>
          </a:xfrm>
          <a:prstGeom prst="rect">
            <a:avLst/>
          </a:prstGeom>
        </p:spPr>
        <p:txBody>
          <a:bodyPr lIns="68580" tIns="34290" rIns="68580" bIns="34290"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eaLnBrk="1" hangingPunct="1">
              <a:defRPr/>
            </a:pPr>
            <a:r>
              <a:rPr lang="en-US" sz="6000" dirty="0">
                <a:effectLst/>
              </a:rPr>
              <a:t>“</a:t>
            </a:r>
          </a:p>
        </p:txBody>
      </p:sp>
      <p:sp>
        <p:nvSpPr>
          <p:cNvPr id="6" name="TextBox 5">
            <a:extLst>
              <a:ext uri="{FF2B5EF4-FFF2-40B4-BE49-F238E27FC236}">
                <a16:creationId xmlns:a16="http://schemas.microsoft.com/office/drawing/2014/main" id="{339EE80F-E4BB-44F1-ABF6-B3A643B432FF}"/>
              </a:ext>
            </a:extLst>
          </p:cNvPr>
          <p:cNvSpPr txBox="1"/>
          <p:nvPr/>
        </p:nvSpPr>
        <p:spPr>
          <a:xfrm>
            <a:off x="10437284" y="2743200"/>
            <a:ext cx="609600" cy="584200"/>
          </a:xfrm>
          <a:prstGeom prst="rect">
            <a:avLst/>
          </a:prstGeom>
        </p:spPr>
        <p:txBody>
          <a:bodyPr lIns="68580" tIns="34290" rIns="68580" bIns="34290"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eaLnBrk="1" hangingPunct="1">
              <a:defRPr/>
            </a:pPr>
            <a:r>
              <a:rPr lang="en-US" sz="6000" dirty="0">
                <a:effectLst/>
              </a:rPr>
              <a:t>”</a:t>
            </a:r>
          </a:p>
        </p:txBody>
      </p:sp>
      <p:sp>
        <p:nvSpPr>
          <p:cNvPr id="2" name="Title 1"/>
          <p:cNvSpPr>
            <a:spLocks noGrp="1"/>
          </p:cNvSpPr>
          <p:nvPr>
            <p:ph type="title"/>
          </p:nvPr>
        </p:nvSpPr>
        <p:spPr>
          <a:xfrm>
            <a:off x="1446212" y="365125"/>
            <a:ext cx="9302752" cy="2992904"/>
          </a:xfrm>
        </p:spPr>
        <p:txBody>
          <a:bodyPr/>
          <a:lstStyle>
            <a:lvl1pPr>
              <a:defRPr sz="3300"/>
            </a:lvl1pPr>
          </a:lstStyle>
          <a:p>
            <a:r>
              <a:rPr lang="en-US"/>
              <a:t>Click to edit Master title style</a:t>
            </a:r>
            <a:endParaRPr lang="en-US" dirty="0"/>
          </a:p>
        </p:txBody>
      </p:sp>
      <p:sp>
        <p:nvSpPr>
          <p:cNvPr id="12" name="Text Placeholder 3"/>
          <p:cNvSpPr>
            <a:spLocks noGrp="1"/>
          </p:cNvSpPr>
          <p:nvPr>
            <p:ph type="body" sz="half" idx="13"/>
          </p:nvPr>
        </p:nvSpPr>
        <p:spPr>
          <a:xfrm>
            <a:off x="1720645" y="3365557"/>
            <a:ext cx="8752299" cy="548968"/>
          </a:xfrm>
        </p:spPr>
        <p:txBody>
          <a:bodyPr anchor="t"/>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Date Placeholder 4">
            <a:extLst>
              <a:ext uri="{FF2B5EF4-FFF2-40B4-BE49-F238E27FC236}">
                <a16:creationId xmlns:a16="http://schemas.microsoft.com/office/drawing/2014/main" id="{6BF4EF00-1D92-4B36-B29E-A2E394FB57B4}"/>
              </a:ext>
            </a:extLst>
          </p:cNvPr>
          <p:cNvSpPr>
            <a:spLocks noGrp="1"/>
          </p:cNvSpPr>
          <p:nvPr>
            <p:ph type="dt" sz="half" idx="14"/>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C2884B67-0499-4B5C-8E3E-7E5110ECD38D}"/>
              </a:ext>
            </a:extLst>
          </p:cNvPr>
          <p:cNvSpPr>
            <a:spLocks noGrp="1"/>
          </p:cNvSpPr>
          <p:nvPr>
            <p:ph type="sldNum" sz="quarter" idx="15"/>
          </p:nvPr>
        </p:nvSpPr>
        <p:spPr/>
        <p:txBody>
          <a:bodyPr/>
          <a:lstStyle>
            <a:lvl1pPr>
              <a:defRPr/>
            </a:lvl1pPr>
          </a:lstStyle>
          <a:p>
            <a:pPr>
              <a:defRPr/>
            </a:pPr>
            <a:fld id="{507726AE-38E1-4A0D-A708-B2B9EA2550C4}" type="slidenum">
              <a:rPr lang="en-US" altLang="en-US"/>
              <a:pPr>
                <a:defRPr/>
              </a:pPr>
              <a:t>‹#›</a:t>
            </a:fld>
            <a:endParaRPr lang="en-US" altLang="en-US"/>
          </a:p>
        </p:txBody>
      </p:sp>
      <p:sp>
        <p:nvSpPr>
          <p:cNvPr id="9" name="Footer Placeholder 1">
            <a:extLst>
              <a:ext uri="{FF2B5EF4-FFF2-40B4-BE49-F238E27FC236}">
                <a16:creationId xmlns:a16="http://schemas.microsoft.com/office/drawing/2014/main" id="{4CC2D944-3E71-41FB-AF1B-064C44C609C9}"/>
              </a:ext>
            </a:extLst>
          </p:cNvPr>
          <p:cNvSpPr>
            <a:spLocks noGrp="1"/>
          </p:cNvSpPr>
          <p:nvPr>
            <p:ph type="ftr" sz="quarter" idx="16"/>
          </p:nvPr>
        </p:nvSpPr>
        <p:spPr/>
        <p:txBody>
          <a:bodyPr/>
          <a:lstStyle>
            <a:lvl1pPr>
              <a:defRPr sz="12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defRPr/>
            </a:pPr>
            <a:r>
              <a:rPr lang="en-US" altLang="en-US"/>
              <a:t>Copyright © 2016 Pearson Education, Inc., Hoboken NJ</a:t>
            </a:r>
          </a:p>
        </p:txBody>
      </p:sp>
    </p:spTree>
    <p:extLst>
      <p:ext uri="{BB962C8B-B14F-4D97-AF65-F5344CB8AC3E}">
        <p14:creationId xmlns:p14="http://schemas.microsoft.com/office/powerpoint/2010/main" val="1392578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9"/>
            <a:ext cx="10515600" cy="2511835"/>
          </a:xfrm>
        </p:spPr>
        <p:txBody>
          <a:bodyPr anchor="b"/>
          <a:lstStyle>
            <a:lvl1pPr>
              <a:defRPr sz="4050"/>
            </a:lvl1pPr>
          </a:lstStyle>
          <a:p>
            <a:r>
              <a:rPr lang="en-US"/>
              <a:t>Click to edit Master title style</a:t>
            </a:r>
            <a:endParaRPr lang="en-US" dirty="0"/>
          </a:p>
        </p:txBody>
      </p:sp>
      <p:sp>
        <p:nvSpPr>
          <p:cNvPr id="4" name="Text Placeholder 3"/>
          <p:cNvSpPr>
            <a:spLocks noGrp="1"/>
          </p:cNvSpPr>
          <p:nvPr>
            <p:ph type="body" sz="half" idx="2"/>
          </p:nvPr>
        </p:nvSpPr>
        <p:spPr>
          <a:xfrm>
            <a:off x="839789" y="4850581"/>
            <a:ext cx="10514012"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1D03A8C9-FB46-428A-BE34-0BC378ED9913}"/>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5099254-2C5A-43BB-BD99-43B28096DEE9}"/>
              </a:ext>
            </a:extLst>
          </p:cNvPr>
          <p:cNvSpPr>
            <a:spLocks noGrp="1"/>
          </p:cNvSpPr>
          <p:nvPr>
            <p:ph type="sldNum" sz="quarter" idx="11"/>
          </p:nvPr>
        </p:nvSpPr>
        <p:spPr/>
        <p:txBody>
          <a:bodyPr/>
          <a:lstStyle>
            <a:lvl1pPr>
              <a:defRPr/>
            </a:lvl1pPr>
          </a:lstStyle>
          <a:p>
            <a:pPr>
              <a:defRPr/>
            </a:pPr>
            <a:fld id="{8545FFA8-FBF3-4D0A-A789-A5A82D052EFD}" type="slidenum">
              <a:rPr lang="en-US" altLang="en-US"/>
              <a:pPr>
                <a:defRPr/>
              </a:pPr>
              <a:t>‹#›</a:t>
            </a:fld>
            <a:endParaRPr lang="en-US" altLang="en-US"/>
          </a:p>
        </p:txBody>
      </p:sp>
      <p:sp>
        <p:nvSpPr>
          <p:cNvPr id="7" name="Footer Placeholder 1">
            <a:extLst>
              <a:ext uri="{FF2B5EF4-FFF2-40B4-BE49-F238E27FC236}">
                <a16:creationId xmlns:a16="http://schemas.microsoft.com/office/drawing/2014/main" id="{9C9FF562-8F42-473B-8A83-2AF9A9746D29}"/>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526517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7"/>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1" y="1885950"/>
            <a:ext cx="2946867"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1" cy="3589338"/>
          </a:xfrm>
        </p:spPr>
        <p:txBody>
          <a:bodyPr anchor="t"/>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4587996" y="1885950"/>
            <a:ext cx="2936241" cy="576262"/>
          </a:xfrm>
        </p:spPr>
        <p:txBody>
          <a:bodyPr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lvl="0"/>
            <a:r>
              <a:rPr lang="en-US"/>
              <a:t>Click to edit Master text styles</a:t>
            </a:r>
          </a:p>
        </p:txBody>
      </p:sp>
      <p:sp>
        <p:nvSpPr>
          <p:cNvPr id="10" name="Text Placeholder 3"/>
          <p:cNvSpPr>
            <a:spLocks noGrp="1"/>
          </p:cNvSpPr>
          <p:nvPr>
            <p:ph type="body" sz="half" idx="16"/>
          </p:nvPr>
        </p:nvSpPr>
        <p:spPr>
          <a:xfrm>
            <a:off x="4577441" y="2571750"/>
            <a:ext cx="2946795" cy="3589338"/>
          </a:xfrm>
        </p:spPr>
        <p:txBody>
          <a:bodyPr anchor="t"/>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7829037" y="1885950"/>
            <a:ext cx="2932113" cy="576262"/>
          </a:xfrm>
        </p:spPr>
        <p:txBody>
          <a:bodyPr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lvl="0"/>
            <a:r>
              <a:rPr lang="en-US"/>
              <a:t>Click to edit Master text styles</a:t>
            </a:r>
          </a:p>
        </p:txBody>
      </p:sp>
      <p:sp>
        <p:nvSpPr>
          <p:cNvPr id="12" name="Text Placeholder 3"/>
          <p:cNvSpPr>
            <a:spLocks noGrp="1"/>
          </p:cNvSpPr>
          <p:nvPr>
            <p:ph type="body" sz="half" idx="17"/>
          </p:nvPr>
        </p:nvSpPr>
        <p:spPr>
          <a:xfrm>
            <a:off x="7829037" y="2571750"/>
            <a:ext cx="2932113" cy="3589338"/>
          </a:xfrm>
        </p:spPr>
        <p:txBody>
          <a:bodyPr anchor="t"/>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3" name="Date Placeholder 3">
            <a:extLst>
              <a:ext uri="{FF2B5EF4-FFF2-40B4-BE49-F238E27FC236}">
                <a16:creationId xmlns:a16="http://schemas.microsoft.com/office/drawing/2014/main" id="{0535B3CE-744D-4674-A429-A32563C86D0D}"/>
              </a:ext>
            </a:extLst>
          </p:cNvPr>
          <p:cNvSpPr>
            <a:spLocks noGrp="1"/>
          </p:cNvSpPr>
          <p:nvPr>
            <p:ph type="dt" sz="half" idx="18"/>
          </p:nvPr>
        </p:nvSpPr>
        <p:spPr/>
        <p:txBody>
          <a:bodyPr/>
          <a:lstStyle>
            <a:lvl1pPr>
              <a:defRPr/>
            </a:lvl1pPr>
          </a:lstStyle>
          <a:p>
            <a:pPr>
              <a:defRPr/>
            </a:pPr>
            <a:endParaRPr lang="en-US"/>
          </a:p>
        </p:txBody>
      </p:sp>
      <p:sp>
        <p:nvSpPr>
          <p:cNvPr id="14" name="Slide Number Placeholder 5">
            <a:extLst>
              <a:ext uri="{FF2B5EF4-FFF2-40B4-BE49-F238E27FC236}">
                <a16:creationId xmlns:a16="http://schemas.microsoft.com/office/drawing/2014/main" id="{E9C67B18-EA37-4061-BFB2-E1E383B6F126}"/>
              </a:ext>
            </a:extLst>
          </p:cNvPr>
          <p:cNvSpPr>
            <a:spLocks noGrp="1"/>
          </p:cNvSpPr>
          <p:nvPr>
            <p:ph type="sldNum" sz="quarter" idx="19"/>
          </p:nvPr>
        </p:nvSpPr>
        <p:spPr/>
        <p:txBody>
          <a:bodyPr/>
          <a:lstStyle>
            <a:lvl1pPr>
              <a:defRPr/>
            </a:lvl1pPr>
          </a:lstStyle>
          <a:p>
            <a:pPr>
              <a:defRPr/>
            </a:pPr>
            <a:fld id="{B5EB2BCF-6FE7-4ED4-B3F5-6A2619FA8B2A}" type="slidenum">
              <a:rPr lang="en-US" altLang="en-US"/>
              <a:pPr>
                <a:defRPr/>
              </a:pPr>
              <a:t>‹#›</a:t>
            </a:fld>
            <a:endParaRPr lang="en-US" altLang="en-US"/>
          </a:p>
        </p:txBody>
      </p:sp>
      <p:sp>
        <p:nvSpPr>
          <p:cNvPr id="16" name="Footer Placeholder 1">
            <a:extLst>
              <a:ext uri="{FF2B5EF4-FFF2-40B4-BE49-F238E27FC236}">
                <a16:creationId xmlns:a16="http://schemas.microsoft.com/office/drawing/2014/main" id="{BE29B841-CE90-4801-864C-85F21A89233A}"/>
              </a:ext>
            </a:extLst>
          </p:cNvPr>
          <p:cNvSpPr>
            <a:spLocks noGrp="1"/>
          </p:cNvSpPr>
          <p:nvPr>
            <p:ph type="ftr" sz="quarter" idx="20"/>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165000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7"/>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1"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1" cy="1524000"/>
          </a:xfrm>
          <a:prstGeom prst="roundRect">
            <a:avLst>
              <a:gd name="adj" fmla="val 1858"/>
            </a:avLst>
          </a:prstGeom>
          <a:effectLst>
            <a:outerShdw blurRad="50800" dist="50800" dir="5400000" algn="tl" rotWithShape="0">
              <a:srgbClr val="000000">
                <a:alpha val="43000"/>
              </a:srgbClr>
            </a:outerShdw>
          </a:effectLst>
        </p:spPr>
        <p:txBody>
          <a:bodyPr anchor="t"/>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noProof="0"/>
              <a:t>Click icon to add picture</a:t>
            </a:r>
            <a:endParaRPr lang="en-US" noProof="0" dirty="0"/>
          </a:p>
        </p:txBody>
      </p:sp>
      <p:sp>
        <p:nvSpPr>
          <p:cNvPr id="21" name="Text Placeholder 3"/>
          <p:cNvSpPr>
            <a:spLocks noGrp="1"/>
          </p:cNvSpPr>
          <p:nvPr>
            <p:ph type="body" sz="half" idx="18"/>
          </p:nvPr>
        </p:nvSpPr>
        <p:spPr>
          <a:xfrm>
            <a:off x="1332085" y="4873767"/>
            <a:ext cx="2940051" cy="659189"/>
          </a:xfrm>
        </p:spPr>
        <p:txBody>
          <a:bodyPr anchor="t"/>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4568998" y="4297503"/>
            <a:ext cx="293052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noProof="0"/>
              <a:t>Click icon to add picture</a:t>
            </a:r>
            <a:endParaRPr lang="en-US" noProof="0" dirty="0"/>
          </a:p>
        </p:txBody>
      </p:sp>
      <p:sp>
        <p:nvSpPr>
          <p:cNvPr id="24" name="Text Placeholder 3"/>
          <p:cNvSpPr>
            <a:spLocks noGrp="1"/>
          </p:cNvSpPr>
          <p:nvPr>
            <p:ph type="body" sz="half" idx="19"/>
          </p:nvPr>
        </p:nvSpPr>
        <p:spPr>
          <a:xfrm>
            <a:off x="4567645" y="4873766"/>
            <a:ext cx="2934407" cy="659189"/>
          </a:xfrm>
        </p:spPr>
        <p:txBody>
          <a:bodyPr anchor="t"/>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7804324" y="4297503"/>
            <a:ext cx="2932113"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7804322"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noProof="0"/>
              <a:t>Click icon to add picture</a:t>
            </a:r>
            <a:endParaRPr lang="en-US" noProof="0" dirty="0"/>
          </a:p>
        </p:txBody>
      </p:sp>
      <p:sp>
        <p:nvSpPr>
          <p:cNvPr id="27" name="Text Placeholder 3"/>
          <p:cNvSpPr>
            <a:spLocks noGrp="1"/>
          </p:cNvSpPr>
          <p:nvPr>
            <p:ph type="body" sz="half" idx="20"/>
          </p:nvPr>
        </p:nvSpPr>
        <p:spPr>
          <a:xfrm>
            <a:off x="7804198" y="4873764"/>
            <a:ext cx="2935997" cy="659189"/>
          </a:xfrm>
        </p:spPr>
        <p:txBody>
          <a:bodyPr anchor="t"/>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Date Placeholder 3">
            <a:extLst>
              <a:ext uri="{FF2B5EF4-FFF2-40B4-BE49-F238E27FC236}">
                <a16:creationId xmlns:a16="http://schemas.microsoft.com/office/drawing/2014/main" id="{7E0F2876-8F27-46B5-A031-565B1C526943}"/>
              </a:ext>
            </a:extLst>
          </p:cNvPr>
          <p:cNvSpPr>
            <a:spLocks noGrp="1"/>
          </p:cNvSpPr>
          <p:nvPr>
            <p:ph type="dt" sz="half" idx="23"/>
          </p:nvPr>
        </p:nvSpPr>
        <p:spPr/>
        <p:txBody>
          <a:bodyPr/>
          <a:lstStyle>
            <a:lvl1pPr>
              <a:defRPr/>
            </a:lvl1pPr>
          </a:lstStyle>
          <a:p>
            <a:pPr>
              <a:defRPr/>
            </a:pPr>
            <a:endParaRPr lang="en-US"/>
          </a:p>
        </p:txBody>
      </p:sp>
      <p:sp>
        <p:nvSpPr>
          <p:cNvPr id="13" name="Slide Number Placeholder 5">
            <a:extLst>
              <a:ext uri="{FF2B5EF4-FFF2-40B4-BE49-F238E27FC236}">
                <a16:creationId xmlns:a16="http://schemas.microsoft.com/office/drawing/2014/main" id="{BF81E660-AAB3-4808-BEA7-7751F9E398E0}"/>
              </a:ext>
            </a:extLst>
          </p:cNvPr>
          <p:cNvSpPr>
            <a:spLocks noGrp="1"/>
          </p:cNvSpPr>
          <p:nvPr>
            <p:ph type="sldNum" sz="quarter" idx="24"/>
          </p:nvPr>
        </p:nvSpPr>
        <p:spPr/>
        <p:txBody>
          <a:bodyPr/>
          <a:lstStyle>
            <a:lvl1pPr>
              <a:defRPr/>
            </a:lvl1pPr>
          </a:lstStyle>
          <a:p>
            <a:pPr>
              <a:defRPr/>
            </a:pPr>
            <a:fld id="{B32C33D0-3E80-46C0-9E51-1408D6C99049}" type="slidenum">
              <a:rPr lang="en-US" altLang="en-US"/>
              <a:pPr>
                <a:defRPr/>
              </a:pPr>
              <a:t>‹#›</a:t>
            </a:fld>
            <a:endParaRPr lang="en-US" altLang="en-US"/>
          </a:p>
        </p:txBody>
      </p:sp>
      <p:sp>
        <p:nvSpPr>
          <p:cNvPr id="14" name="Footer Placeholder 1">
            <a:extLst>
              <a:ext uri="{FF2B5EF4-FFF2-40B4-BE49-F238E27FC236}">
                <a16:creationId xmlns:a16="http://schemas.microsoft.com/office/drawing/2014/main" id="{B9AF32E2-DE07-4ACB-A0C0-9C7DA4EC375D}"/>
              </a:ext>
            </a:extLst>
          </p:cNvPr>
          <p:cNvSpPr>
            <a:spLocks noGrp="1"/>
          </p:cNvSpPr>
          <p:nvPr>
            <p:ph type="ftr" sz="quarter" idx="25"/>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549276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74793A4-E0AB-4FC2-B739-73AA783481CD}"/>
              </a:ext>
            </a:extLst>
          </p:cNvPr>
          <p:cNvSpPr>
            <a:spLocks noGrp="1"/>
          </p:cNvSpPr>
          <p:nvPr>
            <p:ph type="dt" sz="half" idx="10"/>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CC16CCF-5F1C-4273-91EC-6C585DAF65BA}"/>
              </a:ext>
            </a:extLst>
          </p:cNvPr>
          <p:cNvSpPr>
            <a:spLocks noGrp="1"/>
          </p:cNvSpPr>
          <p:nvPr>
            <p:ph type="sldNum" sz="quarter" idx="11"/>
          </p:nvPr>
        </p:nvSpPr>
        <p:spPr/>
        <p:txBody>
          <a:bodyPr/>
          <a:lstStyle>
            <a:lvl1pPr>
              <a:defRPr/>
            </a:lvl1pPr>
          </a:lstStyle>
          <a:p>
            <a:pPr>
              <a:defRPr/>
            </a:pPr>
            <a:fld id="{BA7CD37E-4D77-41FB-A545-3D229902E25B}" type="slidenum">
              <a:rPr lang="en-US" altLang="en-US"/>
              <a:pPr>
                <a:defRPr/>
              </a:pPr>
              <a:t>‹#›</a:t>
            </a:fld>
            <a:endParaRPr lang="en-US" altLang="en-US"/>
          </a:p>
        </p:txBody>
      </p:sp>
      <p:sp>
        <p:nvSpPr>
          <p:cNvPr id="6" name="Footer Placeholder 1">
            <a:extLst>
              <a:ext uri="{FF2B5EF4-FFF2-40B4-BE49-F238E27FC236}">
                <a16:creationId xmlns:a16="http://schemas.microsoft.com/office/drawing/2014/main" id="{EE468239-D471-4A4F-B684-6FDD1AA67D1C}"/>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3544304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3B3F06B-B63A-4962-91EF-954F3FD6EA03}"/>
              </a:ext>
            </a:extLst>
          </p:cNvPr>
          <p:cNvSpPr>
            <a:spLocks noGrp="1"/>
          </p:cNvSpPr>
          <p:nvPr>
            <p:ph type="dt" sz="half" idx="10"/>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6497A89-879B-4FF8-8000-FAC7C49F83E6}"/>
              </a:ext>
            </a:extLst>
          </p:cNvPr>
          <p:cNvSpPr>
            <a:spLocks noGrp="1"/>
          </p:cNvSpPr>
          <p:nvPr>
            <p:ph type="sldNum" sz="quarter" idx="11"/>
          </p:nvPr>
        </p:nvSpPr>
        <p:spPr/>
        <p:txBody>
          <a:bodyPr/>
          <a:lstStyle>
            <a:lvl1pPr>
              <a:defRPr/>
            </a:lvl1pPr>
          </a:lstStyle>
          <a:p>
            <a:pPr>
              <a:defRPr/>
            </a:pPr>
            <a:fld id="{80C5B571-846D-49B1-905E-141451B8B3E9}" type="slidenum">
              <a:rPr lang="en-US" altLang="en-US"/>
              <a:pPr>
                <a:defRPr/>
              </a:pPr>
              <a:t>‹#›</a:t>
            </a:fld>
            <a:endParaRPr lang="en-US" altLang="en-US"/>
          </a:p>
        </p:txBody>
      </p:sp>
      <p:sp>
        <p:nvSpPr>
          <p:cNvPr id="6" name="Footer Placeholder 1">
            <a:extLst>
              <a:ext uri="{FF2B5EF4-FFF2-40B4-BE49-F238E27FC236}">
                <a16:creationId xmlns:a16="http://schemas.microsoft.com/office/drawing/2014/main" id="{18FA062D-41D2-46A9-A8F5-54DD21CD6FD9}"/>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33478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D79ED7B-AADF-4765-B3CF-F50AEBE2F8A3}"/>
              </a:ext>
            </a:extLst>
          </p:cNvPr>
          <p:cNvSpPr>
            <a:spLocks noGrp="1"/>
          </p:cNvSpPr>
          <p:nvPr>
            <p:ph type="dt" sz="half" idx="10"/>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D377B29-8072-49D0-BC02-028F01548511}"/>
              </a:ext>
            </a:extLst>
          </p:cNvPr>
          <p:cNvSpPr>
            <a:spLocks noGrp="1"/>
          </p:cNvSpPr>
          <p:nvPr>
            <p:ph type="sldNum" sz="quarter" idx="11"/>
          </p:nvPr>
        </p:nvSpPr>
        <p:spPr/>
        <p:txBody>
          <a:bodyPr/>
          <a:lstStyle>
            <a:lvl1pPr>
              <a:defRPr/>
            </a:lvl1pPr>
          </a:lstStyle>
          <a:p>
            <a:pPr>
              <a:defRPr/>
            </a:pPr>
            <a:fld id="{714E153C-F4A9-40FE-B400-D0A61297F146}" type="slidenum">
              <a:rPr lang="en-US" altLang="en-US"/>
              <a:pPr>
                <a:defRPr/>
              </a:pPr>
              <a:t>‹#›</a:t>
            </a:fld>
            <a:endParaRPr lang="en-US" altLang="en-US"/>
          </a:p>
        </p:txBody>
      </p:sp>
      <p:sp>
        <p:nvSpPr>
          <p:cNvPr id="5" name="Footer Placeholder 1">
            <a:extLst>
              <a:ext uri="{FF2B5EF4-FFF2-40B4-BE49-F238E27FC236}">
                <a16:creationId xmlns:a16="http://schemas.microsoft.com/office/drawing/2014/main" id="{3EC80D5D-2463-45B9-99FE-031A0C62DD8F}"/>
              </a:ext>
            </a:extLst>
          </p:cNvPr>
          <p:cNvSpPr>
            <a:spLocks noGrp="1"/>
          </p:cNvSpPr>
          <p:nvPr>
            <p:ph type="ftr" sz="quarter" idx="12"/>
          </p:nvPr>
        </p:nvSpPr>
        <p:spPr/>
        <p:txBody>
          <a:bodyPr/>
          <a:lstStyle>
            <a:lvl1pPr>
              <a:defRPr/>
            </a:lvl1pPr>
          </a:lstStyle>
          <a:p>
            <a:pPr>
              <a:defRPr/>
            </a:pPr>
            <a:r>
              <a:rPr lang="en-US" altLang="en-US"/>
              <a:t>Copyright © 2016 Pearson Education, Inc., Hoboken NJ</a:t>
            </a:r>
          </a:p>
        </p:txBody>
      </p:sp>
    </p:spTree>
    <p:extLst>
      <p:ext uri="{BB962C8B-B14F-4D97-AF65-F5344CB8AC3E}">
        <p14:creationId xmlns:p14="http://schemas.microsoft.com/office/powerpoint/2010/main" val="144290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0"/>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1541C4-2476-43FD-82C6-8249529B4C2E}"/>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0BE96CD-CD36-47C9-AD4A-D7F30774FFE8}"/>
              </a:ext>
            </a:extLst>
          </p:cNvPr>
          <p:cNvSpPr>
            <a:spLocks noGrp="1"/>
          </p:cNvSpPr>
          <p:nvPr>
            <p:ph type="body" idx="1"/>
          </p:nvPr>
        </p:nvSpPr>
        <p:spPr>
          <a:xfrm>
            <a:off x="1119717" y="1825625"/>
            <a:ext cx="10234083"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DBD9A7-B493-4EFD-8F7B-157D77C7BFD4}"/>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hangingPunct="1">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endParaRPr lang="en-US"/>
          </a:p>
        </p:txBody>
      </p:sp>
      <p:sp>
        <p:nvSpPr>
          <p:cNvPr id="6" name="Slide Number Placeholder 5">
            <a:extLst>
              <a:ext uri="{FF2B5EF4-FFF2-40B4-BE49-F238E27FC236}">
                <a16:creationId xmlns:a16="http://schemas.microsoft.com/office/drawing/2014/main" id="{039A6318-851E-43D5-9914-1AE103A020BA}"/>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eaLnBrk="1" hangingPunct="1">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fld id="{837F0E5C-08AC-4DC3-AF91-DBE789953E30}" type="slidenum">
              <a:rPr lang="en-US" altLang="en-US"/>
              <a:pPr>
                <a:defRPr/>
              </a:pPr>
              <a:t>‹#›</a:t>
            </a:fld>
            <a:endParaRPr lang="en-US" altLang="en-US"/>
          </a:p>
        </p:txBody>
      </p:sp>
      <p:sp>
        <p:nvSpPr>
          <p:cNvPr id="7" name="Footer Placeholder 1">
            <a:extLst>
              <a:ext uri="{FF2B5EF4-FFF2-40B4-BE49-F238E27FC236}">
                <a16:creationId xmlns:a16="http://schemas.microsoft.com/office/drawing/2014/main" id="{65FDD42D-9DE1-42EA-A31B-01860462648D}"/>
              </a:ext>
            </a:extLst>
          </p:cNvPr>
          <p:cNvSpPr>
            <a:spLocks noGrp="1"/>
          </p:cNvSpPr>
          <p:nvPr>
            <p:ph type="ftr" sz="quarter" idx="3"/>
          </p:nvPr>
        </p:nvSpPr>
        <p:spPr bwMode="auto">
          <a:xfrm>
            <a:off x="3581400" y="6356351"/>
            <a:ext cx="5029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defRPr/>
            </a:pPr>
            <a:r>
              <a:rPr lang="en-US" altLang="en-US"/>
              <a:t>Copyright © 2016 Pearson Education, Inc., Hoboken NJ</a:t>
            </a:r>
          </a:p>
        </p:txBody>
      </p:sp>
    </p:spTree>
  </p:cSld>
  <p:clrMap bg1="dk1" tx1="lt1" bg2="dk2" tx2="lt2" accent1="accent1" accent2="accent2" accent3="accent3" accent4="accent4" accent5="accent5" accent6="accent6" hlink="hlink" folHlink="folHlink"/>
  <p:sldLayoutIdLst>
    <p:sldLayoutId id="2147484621" r:id="rId1"/>
    <p:sldLayoutId id="2147484622" r:id="rId2"/>
    <p:sldLayoutId id="2147484623" r:id="rId3"/>
    <p:sldLayoutId id="2147484624" r:id="rId4"/>
    <p:sldLayoutId id="2147484625" r:id="rId5"/>
    <p:sldLayoutId id="2147484626" r:id="rId6"/>
    <p:sldLayoutId id="2147484627" r:id="rId7"/>
    <p:sldLayoutId id="2147484628" r:id="rId8"/>
    <p:sldLayoutId id="2147484629" r:id="rId9"/>
    <p:sldLayoutId id="2147484630" r:id="rId10"/>
    <p:sldLayoutId id="2147484631" r:id="rId11"/>
    <p:sldLayoutId id="2147484638" r:id="rId12"/>
    <p:sldLayoutId id="2147484632" r:id="rId13"/>
    <p:sldLayoutId id="2147484633" r:id="rId14"/>
    <p:sldLayoutId id="2147484634" r:id="rId15"/>
    <p:sldLayoutId id="2147484635" r:id="rId16"/>
    <p:sldLayoutId id="2147484636" r:id="rId17"/>
    <p:sldLayoutId id="2147484637" r:id="rId18"/>
  </p:sldLayoutIdLst>
  <p:hf hdr="0" dt="0"/>
  <p:txStyles>
    <p:titleStyle>
      <a:lvl1pPr algn="l" defTabSz="685800" rtl="0" eaLnBrk="0" fontAlgn="base" hangingPunct="0">
        <a:lnSpc>
          <a:spcPct val="90000"/>
        </a:lnSpc>
        <a:spcBef>
          <a:spcPct val="0"/>
        </a:spcBef>
        <a:spcAft>
          <a:spcPct val="0"/>
        </a:spcAft>
        <a:defRPr sz="440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vl2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2pPr>
      <a:lvl3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3pPr>
      <a:lvl4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4pPr>
      <a:lvl5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5pPr>
      <a:lvl6pPr marL="457200" algn="l" defTabSz="685800" rtl="0" fontAlgn="base">
        <a:lnSpc>
          <a:spcPct val="90000"/>
        </a:lnSpc>
        <a:spcBef>
          <a:spcPct val="0"/>
        </a:spcBef>
        <a:spcAft>
          <a:spcPct val="0"/>
        </a:spcAft>
        <a:defRPr sz="4400">
          <a:solidFill>
            <a:schemeClr val="tx1"/>
          </a:solidFill>
          <a:latin typeface="Corbel" panose="020B0503020204020204" pitchFamily="34" charset="0"/>
        </a:defRPr>
      </a:lvl6pPr>
      <a:lvl7pPr marL="914400" algn="l" defTabSz="685800" rtl="0" fontAlgn="base">
        <a:lnSpc>
          <a:spcPct val="90000"/>
        </a:lnSpc>
        <a:spcBef>
          <a:spcPct val="0"/>
        </a:spcBef>
        <a:spcAft>
          <a:spcPct val="0"/>
        </a:spcAft>
        <a:defRPr sz="4400">
          <a:solidFill>
            <a:schemeClr val="tx1"/>
          </a:solidFill>
          <a:latin typeface="Corbel" panose="020B0503020204020204" pitchFamily="34" charset="0"/>
        </a:defRPr>
      </a:lvl7pPr>
      <a:lvl8pPr marL="1371600" algn="l" defTabSz="685800" rtl="0" fontAlgn="base">
        <a:lnSpc>
          <a:spcPct val="90000"/>
        </a:lnSpc>
        <a:spcBef>
          <a:spcPct val="0"/>
        </a:spcBef>
        <a:spcAft>
          <a:spcPct val="0"/>
        </a:spcAft>
        <a:defRPr sz="4400">
          <a:solidFill>
            <a:schemeClr val="tx1"/>
          </a:solidFill>
          <a:latin typeface="Corbel" panose="020B0503020204020204" pitchFamily="34" charset="0"/>
        </a:defRPr>
      </a:lvl8pPr>
      <a:lvl9pPr marL="1828800" algn="l" defTabSz="685800" rtl="0" fontAlgn="base">
        <a:lnSpc>
          <a:spcPct val="90000"/>
        </a:lnSpc>
        <a:spcBef>
          <a:spcPct val="0"/>
        </a:spcBef>
        <a:spcAft>
          <a:spcPct val="0"/>
        </a:spcAft>
        <a:defRPr sz="4400">
          <a:solidFill>
            <a:schemeClr val="tx1"/>
          </a:solidFill>
          <a:latin typeface="Corbel" panose="020B050302020402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054F6913-BB0F-4F50-99C3-6643E9A2DE44}"/>
              </a:ext>
            </a:extLst>
          </p:cNvPr>
          <p:cNvSpPr>
            <a:spLocks noGrp="1" noChangeArrowheads="1"/>
          </p:cNvSpPr>
          <p:nvPr>
            <p:ph type="ctrTitle"/>
          </p:nvPr>
        </p:nvSpPr>
        <p:spPr>
          <a:xfrm>
            <a:off x="1546225" y="685800"/>
            <a:ext cx="6324600" cy="1447800"/>
          </a:xfrm>
          <a:extLst/>
        </p:spPr>
        <p:txBody>
          <a:bodyPr>
            <a:noAutofit/>
          </a:bodyPr>
          <a:lstStyle/>
          <a:p>
            <a:pPr marL="484632" eaLnBrk="1" fontAlgn="auto" hangingPunct="1">
              <a:spcAft>
                <a:spcPts val="0"/>
              </a:spcAft>
              <a:defRPr/>
            </a:pPr>
            <a:r>
              <a:rPr sz="8000">
                <a:solidFill>
                  <a:schemeClr val="tx2">
                    <a:satMod val="130000"/>
                  </a:schemeClr>
                </a:solidFill>
              </a:rPr>
              <a:t>Basics of </a:t>
            </a:r>
            <a:br>
              <a:rPr sz="8000">
                <a:solidFill>
                  <a:schemeClr val="tx2">
                    <a:satMod val="130000"/>
                  </a:schemeClr>
                </a:solidFill>
              </a:rPr>
            </a:br>
            <a:r>
              <a:rPr sz="8000">
                <a:solidFill>
                  <a:schemeClr val="tx2">
                    <a:satMod val="130000"/>
                  </a:schemeClr>
                </a:solidFill>
              </a:rPr>
              <a:t>Web Design</a:t>
            </a:r>
          </a:p>
        </p:txBody>
      </p:sp>
      <p:sp>
        <p:nvSpPr>
          <p:cNvPr id="3076" name="Rectangle 3">
            <a:extLst>
              <a:ext uri="{FF2B5EF4-FFF2-40B4-BE49-F238E27FC236}">
                <a16:creationId xmlns:a16="http://schemas.microsoft.com/office/drawing/2014/main" id="{A85B512F-9460-4563-9D8D-F3E7933B96C4}"/>
              </a:ext>
            </a:extLst>
          </p:cNvPr>
          <p:cNvSpPr>
            <a:spLocks noGrp="1" noChangeArrowheads="1"/>
          </p:cNvSpPr>
          <p:nvPr>
            <p:ph type="subTitle" idx="1"/>
          </p:nvPr>
        </p:nvSpPr>
        <p:spPr>
          <a:xfrm>
            <a:off x="3048000" y="3429000"/>
            <a:ext cx="4648200" cy="1981200"/>
          </a:xfrm>
          <a:ln>
            <a:miter lim="800000"/>
            <a:headEnd/>
            <a:tailEnd/>
          </a:ln>
          <a:extLst/>
        </p:spPr>
        <p:txBody>
          <a:bodyPr/>
          <a:lstStyle/>
          <a:p>
            <a:pPr eaLnBrk="1" fontAlgn="auto" hangingPunct="1">
              <a:spcAft>
                <a:spcPts val="0"/>
              </a:spcAft>
              <a:defRPr/>
            </a:pPr>
            <a:r>
              <a:rPr lang="en-US" dirty="0">
                <a:cs typeface="Arial" pitchFamily="34" charset="0"/>
              </a:rPr>
              <a:t>Chapter 10</a:t>
            </a:r>
            <a:br>
              <a:rPr lang="en-US" dirty="0">
                <a:cs typeface="Arial" pitchFamily="34" charset="0"/>
              </a:rPr>
            </a:br>
            <a:r>
              <a:rPr lang="en-US" dirty="0">
                <a:cs typeface="Arial" pitchFamily="34" charset="0"/>
              </a:rPr>
              <a:t>Form Basics</a:t>
            </a:r>
            <a:br>
              <a:rPr lang="en-US" dirty="0">
                <a:cs typeface="Arial" pitchFamily="34" charset="0"/>
              </a:rPr>
            </a:br>
            <a:r>
              <a:rPr lang="en-US" dirty="0">
                <a:cs typeface="Arial" pitchFamily="34" charset="0"/>
              </a:rPr>
              <a:t>Key Concepts</a:t>
            </a:r>
          </a:p>
          <a:p>
            <a:pPr eaLnBrk="1" fontAlgn="auto" hangingPunct="1">
              <a:spcAft>
                <a:spcPts val="0"/>
              </a:spcAft>
              <a:defRPr/>
            </a:pPr>
            <a:endParaRPr lang="en-US" dirty="0"/>
          </a:p>
          <a:p>
            <a:pPr eaLnBrk="1" fontAlgn="auto" hangingPunct="1">
              <a:spcAft>
                <a:spcPts val="0"/>
              </a:spcAft>
              <a:defRPr/>
            </a:pPr>
            <a:endParaRPr lang="en-US" dirty="0"/>
          </a:p>
        </p:txBody>
      </p:sp>
      <p:sp>
        <p:nvSpPr>
          <p:cNvPr id="4100" name="Rectangle 6">
            <a:extLst>
              <a:ext uri="{FF2B5EF4-FFF2-40B4-BE49-F238E27FC236}">
                <a16:creationId xmlns:a16="http://schemas.microsoft.com/office/drawing/2014/main" id="{99B0791F-D9F5-4E2B-9D3B-3310EFA8E54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CF4671E6-3EC4-4AC4-8B44-9221D045C348}" type="slidenum">
              <a:rPr lang="en-US" altLang="en-US" sz="1300">
                <a:solidFill>
                  <a:srgbClr val="FFFFFF"/>
                </a:solidFill>
              </a:rPr>
              <a:pPr/>
              <a:t>1</a:t>
            </a:fld>
            <a:endParaRPr lang="en-US" altLang="en-US" sz="1300">
              <a:solidFill>
                <a:srgbClr val="FFFFFF"/>
              </a:solidFill>
            </a:endParaRPr>
          </a:p>
        </p:txBody>
      </p:sp>
      <p:sp>
        <p:nvSpPr>
          <p:cNvPr id="4101" name="Footer Placeholder 1">
            <a:extLst>
              <a:ext uri="{FF2B5EF4-FFF2-40B4-BE49-F238E27FC236}">
                <a16:creationId xmlns:a16="http://schemas.microsoft.com/office/drawing/2014/main" id="{64A8540C-906B-4B19-AE43-B0AA17D7BA6A}"/>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2B0A5180-7133-4E2F-834E-BEA896D348CC}"/>
              </a:ext>
            </a:extLst>
          </p:cNvPr>
          <p:cNvSpPr>
            <a:spLocks noGrp="1" noChangeArrowheads="1"/>
          </p:cNvSpPr>
          <p:nvPr>
            <p:ph type="title"/>
          </p:nvPr>
        </p:nvSpPr>
        <p:spPr/>
        <p:txBody>
          <a:bodyPr/>
          <a:lstStyle/>
          <a:p>
            <a:pPr algn="r" eaLnBrk="1" fontAlgn="auto" hangingPunct="1">
              <a:spcAft>
                <a:spcPts val="0"/>
              </a:spcAft>
              <a:defRPr/>
            </a:pPr>
            <a:r>
              <a:rPr lang="en-US">
                <a:solidFill>
                  <a:schemeClr val="tx2">
                    <a:satMod val="130000"/>
                  </a:schemeClr>
                </a:solidFill>
              </a:rPr>
              <a:t>Learning  Outcomes</a:t>
            </a:r>
          </a:p>
        </p:txBody>
      </p:sp>
      <p:sp>
        <p:nvSpPr>
          <p:cNvPr id="14340" name="Rectangle 3">
            <a:extLst>
              <a:ext uri="{FF2B5EF4-FFF2-40B4-BE49-F238E27FC236}">
                <a16:creationId xmlns:a16="http://schemas.microsoft.com/office/drawing/2014/main" id="{6FF80889-D924-49CC-B4E7-1AF843E7F307}"/>
              </a:ext>
            </a:extLst>
          </p:cNvPr>
          <p:cNvSpPr>
            <a:spLocks noGrp="1" noChangeArrowheads="1"/>
          </p:cNvSpPr>
          <p:nvPr>
            <p:ph idx="1"/>
          </p:nvPr>
        </p:nvSpPr>
        <p:spPr>
          <a:xfrm>
            <a:off x="1905000" y="1371600"/>
            <a:ext cx="8642350" cy="4191000"/>
          </a:xfrm>
        </p:spPr>
        <p:txBody>
          <a:bodyPr>
            <a:normAutofit fontScale="85000" lnSpcReduction="20000"/>
          </a:bodyPr>
          <a:lstStyle/>
          <a:p>
            <a:pPr marL="365760" indent="-283464" eaLnBrk="1" fontAlgn="auto" hangingPunct="1">
              <a:spcAft>
                <a:spcPts val="0"/>
              </a:spcAft>
              <a:buNone/>
              <a:defRPr/>
            </a:pPr>
            <a:endParaRPr lang="en-US" sz="2800" dirty="0">
              <a:cs typeface="Times New Roman" pitchFamily="18" charset="0"/>
            </a:endParaRPr>
          </a:p>
          <a:p>
            <a:pPr eaLnBrk="1" fontAlgn="auto" hangingPunct="1">
              <a:spcAft>
                <a:spcPts val="0"/>
              </a:spcAft>
              <a:defRPr/>
            </a:pPr>
            <a:r>
              <a:rPr lang="en-US" sz="3200" dirty="0"/>
              <a:t>Describe common uses of forms on web pages</a:t>
            </a:r>
          </a:p>
          <a:p>
            <a:pPr eaLnBrk="1" fontAlgn="auto" hangingPunct="1">
              <a:spcAft>
                <a:spcPts val="0"/>
              </a:spcAft>
              <a:defRPr/>
            </a:pPr>
            <a:r>
              <a:rPr lang="en-US" sz="3200" dirty="0"/>
              <a:t>Create forms on web pages using the form, input, </a:t>
            </a:r>
            <a:r>
              <a:rPr lang="en-US" sz="3200" dirty="0" err="1"/>
              <a:t>textarea</a:t>
            </a:r>
            <a:r>
              <a:rPr lang="en-US" sz="3200" dirty="0"/>
              <a:t>, and select elements</a:t>
            </a:r>
          </a:p>
          <a:p>
            <a:pPr eaLnBrk="1" fontAlgn="auto" hangingPunct="1">
              <a:spcAft>
                <a:spcPts val="0"/>
              </a:spcAft>
              <a:defRPr/>
            </a:pPr>
            <a:r>
              <a:rPr lang="en-US" sz="3200" dirty="0"/>
              <a:t>Associate form controls and groups using label, </a:t>
            </a:r>
            <a:r>
              <a:rPr lang="en-US" sz="3200" dirty="0" err="1"/>
              <a:t>fieldset</a:t>
            </a:r>
            <a:r>
              <a:rPr lang="en-US" sz="3200" dirty="0"/>
              <a:t>, and legend elements</a:t>
            </a:r>
          </a:p>
          <a:p>
            <a:pPr eaLnBrk="1" fontAlgn="auto" hangingPunct="1">
              <a:spcAft>
                <a:spcPts val="0"/>
              </a:spcAft>
              <a:defRPr/>
            </a:pPr>
            <a:r>
              <a:rPr lang="en-US" sz="3200" dirty="0"/>
              <a:t>Use CSS to style a form</a:t>
            </a:r>
          </a:p>
          <a:p>
            <a:pPr eaLnBrk="1" fontAlgn="auto" hangingPunct="1">
              <a:spcAft>
                <a:spcPts val="0"/>
              </a:spcAft>
              <a:defRPr/>
            </a:pPr>
            <a:r>
              <a:rPr lang="en-US" sz="3200" dirty="0"/>
              <a:t>Describe the features and common uses of server-side processing</a:t>
            </a:r>
          </a:p>
          <a:p>
            <a:pPr eaLnBrk="1" fontAlgn="auto" hangingPunct="1">
              <a:spcAft>
                <a:spcPts val="0"/>
              </a:spcAft>
              <a:defRPr/>
            </a:pPr>
            <a:r>
              <a:rPr lang="en-US" sz="3200" dirty="0"/>
              <a:t>Invoke server-side processing to handle form data</a:t>
            </a:r>
          </a:p>
          <a:p>
            <a:pPr eaLnBrk="1" fontAlgn="auto" hangingPunct="1">
              <a:spcAft>
                <a:spcPts val="0"/>
              </a:spcAft>
              <a:defRPr/>
            </a:pPr>
            <a:r>
              <a:rPr lang="en-US" sz="3200" dirty="0"/>
              <a:t>Configure new HTML5 form controls and attributes</a:t>
            </a:r>
          </a:p>
        </p:txBody>
      </p:sp>
      <p:sp>
        <p:nvSpPr>
          <p:cNvPr id="6148" name="Slide Number Placeholder 5">
            <a:extLst>
              <a:ext uri="{FF2B5EF4-FFF2-40B4-BE49-F238E27FC236}">
                <a16:creationId xmlns:a16="http://schemas.microsoft.com/office/drawing/2014/main" id="{14D4DFF5-DD68-4871-80DA-8DBD0A332C1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2B7AFEF4-6846-4997-8D90-7C540764578D}" type="slidenum">
              <a:rPr lang="en-US" altLang="en-US" sz="1200"/>
              <a:pPr/>
              <a:t>2</a:t>
            </a:fld>
            <a:endParaRPr lang="en-US" altLang="en-US" sz="1200"/>
          </a:p>
        </p:txBody>
      </p:sp>
      <p:sp>
        <p:nvSpPr>
          <p:cNvPr id="6149" name="Footer Placeholder 1">
            <a:extLst>
              <a:ext uri="{FF2B5EF4-FFF2-40B4-BE49-F238E27FC236}">
                <a16:creationId xmlns:a16="http://schemas.microsoft.com/office/drawing/2014/main" id="{70954848-1CAB-4C22-B572-4B67A3DE9BC5}"/>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336BD03A-8167-4061-B577-2739BA4C90F3}"/>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Overview of Forms</a:t>
            </a:r>
          </a:p>
        </p:txBody>
      </p:sp>
      <p:sp>
        <p:nvSpPr>
          <p:cNvPr id="9219" name="Rectangle 3">
            <a:extLst>
              <a:ext uri="{FF2B5EF4-FFF2-40B4-BE49-F238E27FC236}">
                <a16:creationId xmlns:a16="http://schemas.microsoft.com/office/drawing/2014/main" id="{451CB053-2880-4B8B-9B41-6A7EFA55E8FC}"/>
              </a:ext>
            </a:extLst>
          </p:cNvPr>
          <p:cNvSpPr>
            <a:spLocks noGrp="1" noChangeArrowheads="1"/>
          </p:cNvSpPr>
          <p:nvPr>
            <p:ph idx="1"/>
          </p:nvPr>
        </p:nvSpPr>
        <p:spPr>
          <a:xfrm>
            <a:off x="457200" y="1676400"/>
            <a:ext cx="11506200" cy="4191000"/>
          </a:xfrm>
        </p:spPr>
        <p:txBody>
          <a:bodyPr/>
          <a:lstStyle/>
          <a:p>
            <a:pPr eaLnBrk="1" fontAlgn="auto" hangingPunct="1">
              <a:spcAft>
                <a:spcPts val="0"/>
              </a:spcAft>
              <a:defRPr/>
            </a:pPr>
            <a:r>
              <a:rPr lang="en-US" altLang="en-US" sz="2800" dirty="0">
                <a:cs typeface="Times New Roman" panose="02020603050405020304" pitchFamily="18" charset="0"/>
              </a:rPr>
              <a:t>Forms are used all over the Web to </a:t>
            </a:r>
          </a:p>
          <a:p>
            <a:pPr lvl="1" eaLnBrk="1" fontAlgn="auto" hangingPunct="1">
              <a:spcAft>
                <a:spcPts val="0"/>
              </a:spcAft>
              <a:defRPr/>
            </a:pPr>
            <a:r>
              <a:rPr lang="en-US" altLang="en-US" sz="2400" dirty="0">
                <a:cs typeface="Times New Roman" panose="02020603050405020304" pitchFamily="18" charset="0"/>
              </a:rPr>
              <a:t>Accept information</a:t>
            </a:r>
          </a:p>
          <a:p>
            <a:pPr lvl="1" eaLnBrk="1" fontAlgn="auto" hangingPunct="1">
              <a:spcAft>
                <a:spcPts val="0"/>
              </a:spcAft>
              <a:defRPr/>
            </a:pPr>
            <a:r>
              <a:rPr lang="en-US" altLang="en-US" sz="2400" dirty="0">
                <a:cs typeface="Times New Roman" panose="02020603050405020304" pitchFamily="18" charset="0"/>
              </a:rPr>
              <a:t>Provide interactivity</a:t>
            </a:r>
            <a:br>
              <a:rPr lang="en-US" altLang="en-US" sz="2400" dirty="0">
                <a:cs typeface="Times New Roman" panose="02020603050405020304" pitchFamily="18" charset="0"/>
              </a:rPr>
            </a:br>
            <a:endParaRPr lang="en-US" altLang="en-US" sz="2400" dirty="0">
              <a:cs typeface="Times New Roman" panose="02020603050405020304" pitchFamily="18" charset="0"/>
            </a:endParaRPr>
          </a:p>
          <a:p>
            <a:pPr lvl="1" eaLnBrk="1" fontAlgn="auto" hangingPunct="1">
              <a:spcAft>
                <a:spcPts val="0"/>
              </a:spcAft>
              <a:defRPr/>
            </a:pPr>
            <a:endParaRPr lang="en-US" altLang="en-US" sz="2400" dirty="0">
              <a:cs typeface="Times New Roman" panose="02020603050405020304" pitchFamily="18" charset="0"/>
            </a:endParaRPr>
          </a:p>
          <a:p>
            <a:pPr lvl="1" eaLnBrk="1" fontAlgn="auto" hangingPunct="1">
              <a:spcAft>
                <a:spcPts val="0"/>
              </a:spcAft>
              <a:defRPr/>
            </a:pPr>
            <a:endParaRPr lang="en-US" altLang="en-US" sz="2400" dirty="0">
              <a:cs typeface="Times New Roman" panose="02020603050405020304" pitchFamily="18" charset="0"/>
            </a:endParaRPr>
          </a:p>
          <a:p>
            <a:pPr eaLnBrk="1" fontAlgn="auto" hangingPunct="1">
              <a:spcAft>
                <a:spcPts val="0"/>
              </a:spcAft>
              <a:defRPr/>
            </a:pPr>
            <a:r>
              <a:rPr lang="en-US" altLang="en-US" sz="2800" dirty="0">
                <a:cs typeface="Times New Roman" panose="02020603050405020304" pitchFamily="18" charset="0"/>
              </a:rPr>
              <a:t>Types of forms:</a:t>
            </a:r>
          </a:p>
          <a:p>
            <a:pPr lvl="1" eaLnBrk="1" fontAlgn="auto" hangingPunct="1">
              <a:spcAft>
                <a:spcPts val="0"/>
              </a:spcAft>
              <a:defRPr/>
            </a:pPr>
            <a:r>
              <a:rPr lang="en-US" altLang="en-US" sz="2400" dirty="0">
                <a:cs typeface="Times New Roman" panose="02020603050405020304" pitchFamily="18" charset="0"/>
              </a:rPr>
              <a:t>Search form, Order form, Newsletter sign-up form, Survey form,  Add to Cart form, and so on…</a:t>
            </a:r>
          </a:p>
        </p:txBody>
      </p:sp>
      <p:sp>
        <p:nvSpPr>
          <p:cNvPr id="8196" name="Slide Number Placeholder 5">
            <a:extLst>
              <a:ext uri="{FF2B5EF4-FFF2-40B4-BE49-F238E27FC236}">
                <a16:creationId xmlns:a16="http://schemas.microsoft.com/office/drawing/2014/main" id="{6EAE2ADD-0119-4EBF-83B5-8458A98C9E1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0743D79C-8B00-4990-B913-11ABD1A8A64A}" type="slidenum">
              <a:rPr lang="en-US" altLang="en-US" sz="1200"/>
              <a:pPr/>
              <a:t>3</a:t>
            </a:fld>
            <a:endParaRPr lang="en-US" altLang="en-US" sz="1200"/>
          </a:p>
        </p:txBody>
      </p:sp>
      <p:pic>
        <p:nvPicPr>
          <p:cNvPr id="8197" name="Picture 6">
            <a:extLst>
              <a:ext uri="{FF2B5EF4-FFF2-40B4-BE49-F238E27FC236}">
                <a16:creationId xmlns:a16="http://schemas.microsoft.com/office/drawing/2014/main" id="{D00F91C4-6E4C-4F88-99E0-095A0C0ECC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1" y="3200400"/>
            <a:ext cx="56102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Footer Placeholder 1">
            <a:extLst>
              <a:ext uri="{FF2B5EF4-FFF2-40B4-BE49-F238E27FC236}">
                <a16:creationId xmlns:a16="http://schemas.microsoft.com/office/drawing/2014/main" id="{126683D2-B65E-4DBC-B786-B1E4876417E8}"/>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A760E5BB-3F06-4B68-9EB9-B7C34D8FD69B}"/>
              </a:ext>
            </a:extLst>
          </p:cNvPr>
          <p:cNvSpPr>
            <a:spLocks noGrp="1" noChangeArrowheads="1"/>
          </p:cNvSpPr>
          <p:nvPr>
            <p:ph type="title"/>
          </p:nvPr>
        </p:nvSpPr>
        <p:spPr>
          <a:xfrm>
            <a:off x="1524001" y="192088"/>
            <a:ext cx="9034463" cy="874712"/>
          </a:xfrm>
        </p:spPr>
        <p:txBody>
          <a:bodyPr/>
          <a:lstStyle/>
          <a:p>
            <a:pPr algn="r" eaLnBrk="1" fontAlgn="auto" hangingPunct="1">
              <a:spcAft>
                <a:spcPts val="0"/>
              </a:spcAft>
              <a:defRPr/>
            </a:pPr>
            <a:r>
              <a:rPr lang="en-US">
                <a:solidFill>
                  <a:schemeClr val="tx2">
                    <a:satMod val="130000"/>
                  </a:schemeClr>
                </a:solidFill>
              </a:rPr>
              <a:t>Two Components of Using Forms</a:t>
            </a:r>
          </a:p>
        </p:txBody>
      </p:sp>
      <p:sp>
        <p:nvSpPr>
          <p:cNvPr id="16388" name="Rectangle 3">
            <a:extLst>
              <a:ext uri="{FF2B5EF4-FFF2-40B4-BE49-F238E27FC236}">
                <a16:creationId xmlns:a16="http://schemas.microsoft.com/office/drawing/2014/main" id="{195B5215-2A52-4038-9B02-E66EB281CFF2}"/>
              </a:ext>
            </a:extLst>
          </p:cNvPr>
          <p:cNvSpPr>
            <a:spLocks noGrp="1" noChangeArrowheads="1"/>
          </p:cNvSpPr>
          <p:nvPr>
            <p:ph idx="1"/>
          </p:nvPr>
        </p:nvSpPr>
        <p:spPr>
          <a:xfrm>
            <a:off x="642937" y="1752600"/>
            <a:ext cx="10939463" cy="4191000"/>
          </a:xfrm>
        </p:spPr>
        <p:txBody>
          <a:bodyPr>
            <a:normAutofit/>
          </a:bodyPr>
          <a:lstStyle/>
          <a:p>
            <a:pPr marL="514350" indent="-514350" eaLnBrk="1" fontAlgn="auto" hangingPunct="1">
              <a:spcAft>
                <a:spcPts val="0"/>
              </a:spcAft>
              <a:buNone/>
              <a:defRPr/>
            </a:pPr>
            <a:r>
              <a:rPr lang="en-US" sz="2800" dirty="0">
                <a:cs typeface="Times New Roman" pitchFamily="18" charset="0"/>
              </a:rPr>
              <a:t>1.  The web page form</a:t>
            </a:r>
          </a:p>
          <a:p>
            <a:pPr marL="914400" lvl="1" indent="-514350" eaLnBrk="1" fontAlgn="auto" hangingPunct="1">
              <a:spcAft>
                <a:spcPts val="0"/>
              </a:spcAft>
              <a:buNone/>
              <a:defRPr/>
            </a:pPr>
            <a:r>
              <a:rPr lang="en-US" sz="2400" dirty="0">
                <a:cs typeface="Times New Roman" pitchFamily="18" charset="0"/>
              </a:rPr>
              <a:t>  An HTML element that contains and organizes </a:t>
            </a:r>
            <a:r>
              <a:rPr lang="en-US" sz="2400" b="1" dirty="0">
                <a:cs typeface="Times New Roman" pitchFamily="18" charset="0"/>
              </a:rPr>
              <a:t>form controls </a:t>
            </a:r>
            <a:r>
              <a:rPr lang="en-US" sz="2400" dirty="0">
                <a:cs typeface="Times New Roman" pitchFamily="18" charset="0"/>
              </a:rPr>
              <a:t>such as </a:t>
            </a:r>
            <a:r>
              <a:rPr lang="en-US" sz="700" dirty="0">
                <a:cs typeface="Times New Roman" pitchFamily="18" charset="0"/>
              </a:rPr>
              <a:t> </a:t>
            </a:r>
            <a:r>
              <a:rPr lang="en-US" sz="2400" dirty="0">
                <a:cs typeface="Times New Roman" pitchFamily="18" charset="0"/>
              </a:rPr>
              <a:t>text boxes,  check boxes,   and buttons  that can accept information from website visitors. </a:t>
            </a:r>
          </a:p>
          <a:p>
            <a:pPr marL="914400" lvl="1" indent="-514350" eaLnBrk="1" fontAlgn="auto" hangingPunct="1">
              <a:spcAft>
                <a:spcPts val="0"/>
              </a:spcAft>
              <a:buNone/>
              <a:defRPr/>
            </a:pPr>
            <a:endParaRPr lang="en-US" sz="800" dirty="0">
              <a:cs typeface="Times New Roman" pitchFamily="18" charset="0"/>
            </a:endParaRPr>
          </a:p>
          <a:p>
            <a:pPr marL="365760" indent="-283464" eaLnBrk="1" fontAlgn="auto" hangingPunct="1">
              <a:spcAft>
                <a:spcPts val="0"/>
              </a:spcAft>
              <a:buNone/>
              <a:defRPr/>
            </a:pPr>
            <a:r>
              <a:rPr lang="en-US" sz="2800" dirty="0">
                <a:cs typeface="Times New Roman" pitchFamily="18" charset="0"/>
              </a:rPr>
              <a:t>and </a:t>
            </a:r>
            <a:br>
              <a:rPr lang="en-US" sz="800" dirty="0">
                <a:cs typeface="Times New Roman" pitchFamily="18" charset="0"/>
              </a:rPr>
            </a:br>
            <a:endParaRPr lang="en-US" sz="800" dirty="0">
              <a:cs typeface="Times New Roman" pitchFamily="18" charset="0"/>
            </a:endParaRPr>
          </a:p>
          <a:p>
            <a:pPr marL="365760" indent="-283464" eaLnBrk="1" fontAlgn="auto" hangingPunct="1">
              <a:spcAft>
                <a:spcPts val="0"/>
              </a:spcAft>
              <a:buNone/>
              <a:defRPr/>
            </a:pPr>
            <a:r>
              <a:rPr lang="en-US" sz="2800" dirty="0">
                <a:cs typeface="Times New Roman" pitchFamily="18" charset="0"/>
              </a:rPr>
              <a:t>2.  The server-side processing</a:t>
            </a:r>
            <a:br>
              <a:rPr lang="en-US" sz="800" dirty="0">
                <a:cs typeface="Times New Roman" pitchFamily="18" charset="0"/>
              </a:rPr>
            </a:br>
            <a:endParaRPr lang="en-US" sz="800" dirty="0">
              <a:cs typeface="Times New Roman" pitchFamily="18" charset="0"/>
            </a:endParaRPr>
          </a:p>
          <a:p>
            <a:pPr marL="640080" lvl="1" indent="-237744" eaLnBrk="1" fontAlgn="auto" hangingPunct="1">
              <a:spcAft>
                <a:spcPts val="0"/>
              </a:spcAft>
              <a:buNone/>
              <a:defRPr/>
            </a:pPr>
            <a:r>
              <a:rPr lang="en-US" sz="800" dirty="0">
                <a:cs typeface="Times New Roman" pitchFamily="18" charset="0"/>
              </a:rPr>
              <a:t>	</a:t>
            </a:r>
            <a:r>
              <a:rPr lang="en-US" sz="2400" dirty="0">
                <a:cs typeface="Times New Roman" pitchFamily="18" charset="0"/>
              </a:rPr>
              <a:t>Server-side processing works with the form data and sends e-mail, writes to a text file, updates a database, or performs some other type of processing on the server.</a:t>
            </a:r>
          </a:p>
        </p:txBody>
      </p:sp>
      <p:sp>
        <p:nvSpPr>
          <p:cNvPr id="10244" name="Slide Number Placeholder 5">
            <a:extLst>
              <a:ext uri="{FF2B5EF4-FFF2-40B4-BE49-F238E27FC236}">
                <a16:creationId xmlns:a16="http://schemas.microsoft.com/office/drawing/2014/main" id="{9AFE0561-48AB-4FFE-96DF-8B2C406FB73A}"/>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391E8067-487C-41CF-81D2-6A104D210248}" type="slidenum">
              <a:rPr lang="en-US" altLang="en-US" sz="1200"/>
              <a:pPr/>
              <a:t>4</a:t>
            </a:fld>
            <a:endParaRPr lang="en-US" altLang="en-US" sz="1200"/>
          </a:p>
        </p:txBody>
      </p:sp>
      <p:sp>
        <p:nvSpPr>
          <p:cNvPr id="10245" name="Footer Placeholder 1">
            <a:extLst>
              <a:ext uri="{FF2B5EF4-FFF2-40B4-BE49-F238E27FC236}">
                <a16:creationId xmlns:a16="http://schemas.microsoft.com/office/drawing/2014/main" id="{9D4EB36A-F5E4-4D19-9DC4-43A951BFDFB5}"/>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D81EA8-5C76-4FDD-AA1B-C285447FA1B1}"/>
              </a:ext>
            </a:extLst>
          </p:cNvPr>
          <p:cNvSpPr>
            <a:spLocks noGrp="1"/>
          </p:cNvSpPr>
          <p:nvPr>
            <p:ph type="sldNum" sz="quarter" idx="11"/>
          </p:nvPr>
        </p:nvSpPr>
        <p:spPr/>
        <p:txBody>
          <a:bodyPr/>
          <a:lstStyle/>
          <a:p>
            <a:pPr>
              <a:defRPr/>
            </a:pPr>
            <a:fld id="{051C3D32-0D90-41AE-BE4A-6DC169C4C723}" type="slidenum">
              <a:rPr lang="en-US" altLang="en-US" smtClean="0"/>
              <a:pPr>
                <a:defRPr/>
              </a:pPr>
              <a:t>5</a:t>
            </a:fld>
            <a:endParaRPr lang="en-US" altLang="en-US"/>
          </a:p>
        </p:txBody>
      </p:sp>
      <p:sp>
        <p:nvSpPr>
          <p:cNvPr id="3" name="Footer Placeholder 2">
            <a:extLst>
              <a:ext uri="{FF2B5EF4-FFF2-40B4-BE49-F238E27FC236}">
                <a16:creationId xmlns:a16="http://schemas.microsoft.com/office/drawing/2014/main" id="{10E13E71-765F-45B5-9A98-F871B7CC167B}"/>
              </a:ext>
            </a:extLst>
          </p:cNvPr>
          <p:cNvSpPr>
            <a:spLocks noGrp="1"/>
          </p:cNvSpPr>
          <p:nvPr>
            <p:ph type="ftr" sz="quarter" idx="12"/>
          </p:nvPr>
        </p:nvSpPr>
        <p:spPr/>
        <p:txBody>
          <a:bodyPr/>
          <a:lstStyle/>
          <a:p>
            <a:pPr>
              <a:defRPr/>
            </a:pPr>
            <a:r>
              <a:rPr lang="en-US" altLang="en-US"/>
              <a:t>Copyright © 2016 Pearson Education, Inc., Hoboken NJ</a:t>
            </a:r>
          </a:p>
        </p:txBody>
      </p:sp>
      <p:sp>
        <p:nvSpPr>
          <p:cNvPr id="4" name="Rectangle 3">
            <a:extLst>
              <a:ext uri="{FF2B5EF4-FFF2-40B4-BE49-F238E27FC236}">
                <a16:creationId xmlns:a16="http://schemas.microsoft.com/office/drawing/2014/main" id="{BF4D7969-B519-466B-9E28-1A29A5AA01AB}"/>
              </a:ext>
            </a:extLst>
          </p:cNvPr>
          <p:cNvSpPr/>
          <p:nvPr/>
        </p:nvSpPr>
        <p:spPr>
          <a:xfrm>
            <a:off x="304800" y="1219200"/>
            <a:ext cx="7086600" cy="5262979"/>
          </a:xfrm>
          <a:prstGeom prst="rect">
            <a:avLst/>
          </a:prstGeom>
        </p:spPr>
        <p:txBody>
          <a:bodyPr wrap="square">
            <a:spAutoFit/>
          </a:bodyPr>
          <a:lstStyle/>
          <a:p>
            <a:r>
              <a:rPr lang="en-US" dirty="0"/>
              <a:t>Basic Form Structure</a:t>
            </a:r>
          </a:p>
          <a:p>
            <a:endParaRPr lang="en-US" dirty="0"/>
          </a:p>
          <a:p>
            <a:r>
              <a:rPr lang="en-US" dirty="0"/>
              <a:t>&lt;form action="/submit" method="post"&gt;</a:t>
            </a:r>
          </a:p>
          <a:p>
            <a:r>
              <a:rPr lang="en-US" dirty="0"/>
              <a:t>  &lt;!-- Form elements go here --&gt;</a:t>
            </a:r>
          </a:p>
          <a:p>
            <a:r>
              <a:rPr lang="en-US" dirty="0"/>
              <a:t>  &lt;button type="submit"&gt;Submit&lt;/button&gt;</a:t>
            </a:r>
          </a:p>
          <a:p>
            <a:r>
              <a:rPr lang="en-US" dirty="0"/>
              <a:t>&lt;/form&gt;</a:t>
            </a:r>
          </a:p>
          <a:p>
            <a:endParaRPr lang="en-US" dirty="0"/>
          </a:p>
          <a:p>
            <a:r>
              <a:rPr lang="en-US" dirty="0"/>
              <a:t>Key Attributes:</a:t>
            </a:r>
          </a:p>
          <a:p>
            <a:pPr marL="457200" indent="-457200">
              <a:buFont typeface="+mj-lt"/>
              <a:buAutoNum type="arabicPeriod"/>
            </a:pPr>
            <a:r>
              <a:rPr lang="en-US" dirty="0"/>
              <a:t>action: URL where form data is sent</a:t>
            </a:r>
          </a:p>
          <a:p>
            <a:pPr marL="457200" indent="-457200">
              <a:buFont typeface="+mj-lt"/>
              <a:buAutoNum type="arabicPeriod"/>
            </a:pPr>
            <a:endParaRPr lang="en-US" dirty="0"/>
          </a:p>
          <a:p>
            <a:pPr marL="457200" indent="-457200">
              <a:buFont typeface="+mj-lt"/>
              <a:buAutoNum type="arabicPeriod"/>
            </a:pPr>
            <a:r>
              <a:rPr lang="en-US" dirty="0"/>
              <a:t>method: HTTP method (GET or POST)</a:t>
            </a:r>
          </a:p>
          <a:p>
            <a:pPr marL="457200" indent="-457200">
              <a:buFont typeface="+mj-lt"/>
              <a:buAutoNum type="arabicPeriod"/>
            </a:pPr>
            <a:endParaRPr lang="en-US" dirty="0"/>
          </a:p>
          <a:p>
            <a:pPr marL="457200" indent="-457200">
              <a:buFont typeface="+mj-lt"/>
              <a:buAutoNum type="arabicPeriod"/>
            </a:pPr>
            <a:r>
              <a:rPr lang="en-US" dirty="0" err="1"/>
              <a:t>enctype</a:t>
            </a:r>
            <a:r>
              <a:rPr lang="en-US" dirty="0"/>
              <a:t>: Encoding type for file uploads (multipart/form-data)</a:t>
            </a:r>
          </a:p>
        </p:txBody>
      </p:sp>
      <p:sp>
        <p:nvSpPr>
          <p:cNvPr id="6" name="Rectangle 2">
            <a:extLst>
              <a:ext uri="{FF2B5EF4-FFF2-40B4-BE49-F238E27FC236}">
                <a16:creationId xmlns:a16="http://schemas.microsoft.com/office/drawing/2014/main" id="{D921531F-CEE7-4C3A-A7B2-C0552242EF24}"/>
              </a:ext>
            </a:extLst>
          </p:cNvPr>
          <p:cNvSpPr txBox="1">
            <a:spLocks noChangeArrowheads="1"/>
          </p:cNvSpPr>
          <p:nvPr/>
        </p:nvSpPr>
        <p:spPr>
          <a:xfrm>
            <a:off x="2057400" y="304800"/>
            <a:ext cx="8229600" cy="685800"/>
          </a:xfrm>
          <a:prstGeom prst="rect">
            <a:avLst/>
          </a:prstGeom>
        </p:spPr>
        <p:txBody>
          <a:bodyPr>
            <a:normAutofit fontScale="97500"/>
          </a:bodyPr>
          <a:lstStyle>
            <a:lvl1pPr algn="l" defTabSz="685800" rtl="0" eaLnBrk="0" fontAlgn="base" hangingPunct="0">
              <a:lnSpc>
                <a:spcPct val="90000"/>
              </a:lnSpc>
              <a:spcBef>
                <a:spcPct val="0"/>
              </a:spcBef>
              <a:spcAft>
                <a:spcPct val="0"/>
              </a:spcAft>
              <a:defRPr sz="440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vl2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2pPr>
            <a:lvl3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3pPr>
            <a:lvl4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4pPr>
            <a:lvl5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5pPr>
            <a:lvl6pPr marL="457200" algn="l" defTabSz="685800" rtl="0" fontAlgn="base">
              <a:lnSpc>
                <a:spcPct val="90000"/>
              </a:lnSpc>
              <a:spcBef>
                <a:spcPct val="0"/>
              </a:spcBef>
              <a:spcAft>
                <a:spcPct val="0"/>
              </a:spcAft>
              <a:defRPr sz="4400">
                <a:solidFill>
                  <a:schemeClr val="tx1"/>
                </a:solidFill>
                <a:latin typeface="Corbel" panose="020B0503020204020204" pitchFamily="34" charset="0"/>
              </a:defRPr>
            </a:lvl6pPr>
            <a:lvl7pPr marL="914400" algn="l" defTabSz="685800" rtl="0" fontAlgn="base">
              <a:lnSpc>
                <a:spcPct val="90000"/>
              </a:lnSpc>
              <a:spcBef>
                <a:spcPct val="0"/>
              </a:spcBef>
              <a:spcAft>
                <a:spcPct val="0"/>
              </a:spcAft>
              <a:defRPr sz="4400">
                <a:solidFill>
                  <a:schemeClr val="tx1"/>
                </a:solidFill>
                <a:latin typeface="Corbel" panose="020B0503020204020204" pitchFamily="34" charset="0"/>
              </a:defRPr>
            </a:lvl7pPr>
            <a:lvl8pPr marL="1371600" algn="l" defTabSz="685800" rtl="0" fontAlgn="base">
              <a:lnSpc>
                <a:spcPct val="90000"/>
              </a:lnSpc>
              <a:spcBef>
                <a:spcPct val="0"/>
              </a:spcBef>
              <a:spcAft>
                <a:spcPct val="0"/>
              </a:spcAft>
              <a:defRPr sz="4400">
                <a:solidFill>
                  <a:schemeClr val="tx1"/>
                </a:solidFill>
                <a:latin typeface="Corbel" panose="020B0503020204020204" pitchFamily="34" charset="0"/>
              </a:defRPr>
            </a:lvl8pPr>
            <a:lvl9pPr marL="1828800" algn="l" defTabSz="685800"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solidFill>
                  <a:schemeClr val="tx2">
                    <a:satMod val="130000"/>
                  </a:schemeClr>
                </a:solidFill>
              </a:rPr>
              <a:t>HTML Using Forms</a:t>
            </a:r>
            <a:endParaRPr lang="en-US" dirty="0">
              <a:solidFill>
                <a:schemeClr val="tx2">
                  <a:satMod val="130000"/>
                </a:schemeClr>
              </a:solidFill>
            </a:endParaRPr>
          </a:p>
        </p:txBody>
      </p:sp>
      <p:sp>
        <p:nvSpPr>
          <p:cNvPr id="7" name="Rectangle 6">
            <a:extLst>
              <a:ext uri="{FF2B5EF4-FFF2-40B4-BE49-F238E27FC236}">
                <a16:creationId xmlns:a16="http://schemas.microsoft.com/office/drawing/2014/main" id="{D1771B2A-C2C2-47B2-ACBB-B3EBA9F6DCC8}"/>
              </a:ext>
            </a:extLst>
          </p:cNvPr>
          <p:cNvSpPr/>
          <p:nvPr/>
        </p:nvSpPr>
        <p:spPr>
          <a:xfrm>
            <a:off x="6324600" y="2087067"/>
            <a:ext cx="4953000" cy="4154984"/>
          </a:xfrm>
          <a:prstGeom prst="rect">
            <a:avLst/>
          </a:prstGeom>
        </p:spPr>
        <p:txBody>
          <a:bodyPr wrap="square">
            <a:spAutoFit/>
          </a:bodyPr>
          <a:lstStyle/>
          <a:p>
            <a:r>
              <a:rPr lang="en-US" dirty="0"/>
              <a:t>Form Controls</a:t>
            </a:r>
          </a:p>
          <a:p>
            <a:r>
              <a:rPr lang="en-US" dirty="0"/>
              <a:t>1. Input Elements</a:t>
            </a:r>
          </a:p>
          <a:p>
            <a:endParaRPr lang="en-US" dirty="0"/>
          </a:p>
          <a:p>
            <a:r>
              <a:rPr lang="en-US" dirty="0"/>
              <a:t>&lt;input type="text" name="username" placeholder="Enter username"&gt;</a:t>
            </a:r>
          </a:p>
          <a:p>
            <a:endParaRPr lang="en-US" dirty="0"/>
          </a:p>
          <a:p>
            <a:r>
              <a:rPr lang="en-US" dirty="0"/>
              <a:t>Common input types:</a:t>
            </a:r>
          </a:p>
          <a:p>
            <a:r>
              <a:rPr lang="en-US" dirty="0"/>
              <a:t>text, password, email, </a:t>
            </a:r>
            <a:r>
              <a:rPr lang="en-US" dirty="0" err="1"/>
              <a:t>tel</a:t>
            </a:r>
            <a:r>
              <a:rPr lang="en-US" dirty="0"/>
              <a:t>, </a:t>
            </a:r>
            <a:r>
              <a:rPr lang="en-US" dirty="0" err="1"/>
              <a:t>url</a:t>
            </a:r>
            <a:r>
              <a:rPr lang="en-US" dirty="0"/>
              <a:t>, number, range, date, time, datetime-local, color, file, search, checkbox, radio, submit, reset, button</a:t>
            </a:r>
          </a:p>
        </p:txBody>
      </p:sp>
    </p:spTree>
    <p:extLst>
      <p:ext uri="{BB962C8B-B14F-4D97-AF65-F5344CB8AC3E}">
        <p14:creationId xmlns:p14="http://schemas.microsoft.com/office/powerpoint/2010/main" val="3213817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E84EAA34-906E-43E5-BF37-7AF2B241FC4C}"/>
              </a:ext>
            </a:extLst>
          </p:cNvPr>
          <p:cNvSpPr>
            <a:spLocks noGrp="1" noChangeArrowheads="1"/>
          </p:cNvSpPr>
          <p:nvPr>
            <p:ph type="title"/>
          </p:nvPr>
        </p:nvSpPr>
        <p:spPr>
          <a:xfrm>
            <a:off x="2057400" y="304800"/>
            <a:ext cx="8229600" cy="685800"/>
          </a:xfrm>
        </p:spPr>
        <p:txBody>
          <a:bodyPr>
            <a:normAutofit fontScale="90000"/>
          </a:bodyPr>
          <a:lstStyle/>
          <a:p>
            <a:pPr algn="ctr" eaLnBrk="1" fontAlgn="auto" hangingPunct="1">
              <a:spcAft>
                <a:spcPts val="0"/>
              </a:spcAft>
              <a:defRPr/>
            </a:pPr>
            <a:r>
              <a:rPr lang="en-US" dirty="0">
                <a:solidFill>
                  <a:schemeClr val="tx2">
                    <a:satMod val="130000"/>
                  </a:schemeClr>
                </a:solidFill>
              </a:rPr>
              <a:t>HTML Using Forms</a:t>
            </a:r>
          </a:p>
        </p:txBody>
      </p:sp>
      <p:sp>
        <p:nvSpPr>
          <p:cNvPr id="11267" name="Rectangle 3">
            <a:extLst>
              <a:ext uri="{FF2B5EF4-FFF2-40B4-BE49-F238E27FC236}">
                <a16:creationId xmlns:a16="http://schemas.microsoft.com/office/drawing/2014/main" id="{D6C77DDB-DF89-4F01-9AEF-653E9C6D83C7}"/>
              </a:ext>
            </a:extLst>
          </p:cNvPr>
          <p:cNvSpPr>
            <a:spLocks noGrp="1" noChangeArrowheads="1"/>
          </p:cNvSpPr>
          <p:nvPr>
            <p:ph idx="1"/>
          </p:nvPr>
        </p:nvSpPr>
        <p:spPr>
          <a:xfrm>
            <a:off x="342900" y="838200"/>
            <a:ext cx="11506200" cy="5410200"/>
          </a:xfrm>
        </p:spPr>
        <p:txBody>
          <a:bodyPr>
            <a:normAutofit/>
          </a:bodyPr>
          <a:lstStyle/>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&lt;form&gt; </a:t>
            </a:r>
            <a:r>
              <a:rPr lang="en-US" altLang="en-US" dirty="0"/>
              <a:t>tag</a:t>
            </a:r>
          </a:p>
          <a:p>
            <a:pPr lvl="1" eaLnBrk="1" fontAlgn="auto" hangingPunct="1">
              <a:spcAft>
                <a:spcPts val="0"/>
              </a:spcAft>
              <a:defRPr/>
            </a:pPr>
            <a:r>
              <a:rPr lang="en-US" altLang="en-US" dirty="0"/>
              <a:t>Contains the form elements on a web page</a:t>
            </a:r>
          </a:p>
          <a:p>
            <a:pPr lvl="1" eaLnBrk="1" fontAlgn="auto" hangingPunct="1">
              <a:spcAft>
                <a:spcPts val="0"/>
              </a:spcAft>
              <a:defRPr/>
            </a:pPr>
            <a:r>
              <a:rPr lang="en-US" altLang="en-US" dirty="0"/>
              <a:t>Container tag 	</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&lt;input&gt; </a:t>
            </a:r>
            <a:r>
              <a:rPr lang="en-US" altLang="en-US" dirty="0"/>
              <a:t>tag</a:t>
            </a:r>
          </a:p>
          <a:p>
            <a:pPr lvl="1" eaLnBrk="1" fontAlgn="auto" hangingPunct="1">
              <a:spcAft>
                <a:spcPts val="0"/>
              </a:spcAft>
              <a:defRPr/>
            </a:pPr>
            <a:r>
              <a:rPr lang="en-US" altLang="en-US" dirty="0"/>
              <a:t>Configures a variety of form elements including text boxes, radio buttons, check boxes, and buttons</a:t>
            </a:r>
          </a:p>
          <a:p>
            <a:pPr lvl="1" eaLnBrk="1" fontAlgn="auto" hangingPunct="1">
              <a:spcAft>
                <a:spcPts val="0"/>
              </a:spcAft>
              <a:defRPr/>
            </a:pPr>
            <a:r>
              <a:rPr lang="en-US" altLang="en-US" dirty="0"/>
              <a:t>Stand alone tag</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&lt;</a:t>
            </a:r>
            <a:r>
              <a:rPr lang="en-US" altLang="en-US" dirty="0" err="1">
                <a:latin typeface="Times New Roman" panose="02020603050405020304" pitchFamily="18" charset="0"/>
                <a:cs typeface="Times New Roman" panose="02020603050405020304" pitchFamily="18" charset="0"/>
              </a:rPr>
              <a:t>textarea</a:t>
            </a:r>
            <a:r>
              <a:rPr lang="en-US" altLang="en-US" dirty="0">
                <a:latin typeface="Times New Roman" panose="02020603050405020304" pitchFamily="18" charset="0"/>
                <a:cs typeface="Times New Roman" panose="02020603050405020304" pitchFamily="18" charset="0"/>
              </a:rPr>
              <a:t>&gt; </a:t>
            </a:r>
            <a:r>
              <a:rPr lang="en-US" altLang="en-US" dirty="0"/>
              <a:t>tag</a:t>
            </a:r>
          </a:p>
          <a:p>
            <a:pPr lvl="1" eaLnBrk="1" fontAlgn="auto" hangingPunct="1">
              <a:spcAft>
                <a:spcPts val="0"/>
              </a:spcAft>
              <a:defRPr/>
            </a:pPr>
            <a:r>
              <a:rPr lang="en-US" altLang="en-US" dirty="0"/>
              <a:t>Configures a scrolling text box</a:t>
            </a:r>
          </a:p>
          <a:p>
            <a:pPr lvl="1" eaLnBrk="1" fontAlgn="auto" hangingPunct="1">
              <a:spcAft>
                <a:spcPts val="0"/>
              </a:spcAft>
              <a:defRPr/>
            </a:pPr>
            <a:r>
              <a:rPr lang="en-US" altLang="en-US" dirty="0"/>
              <a:t>Container tag</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&lt;select&gt; </a:t>
            </a:r>
            <a:r>
              <a:rPr lang="en-US" altLang="en-US" dirty="0"/>
              <a:t>tag</a:t>
            </a:r>
          </a:p>
          <a:p>
            <a:pPr lvl="1" eaLnBrk="1" fontAlgn="auto" hangingPunct="1">
              <a:spcAft>
                <a:spcPts val="0"/>
              </a:spcAft>
              <a:defRPr/>
            </a:pPr>
            <a:r>
              <a:rPr lang="en-US" altLang="en-US" dirty="0"/>
              <a:t>Configures a select box (drop down list)</a:t>
            </a:r>
          </a:p>
          <a:p>
            <a:pPr lvl="1" eaLnBrk="1" fontAlgn="auto" hangingPunct="1">
              <a:spcAft>
                <a:spcPts val="0"/>
              </a:spcAft>
              <a:defRPr/>
            </a:pPr>
            <a:r>
              <a:rPr lang="en-US" altLang="en-US" dirty="0"/>
              <a:t>Container tag</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&lt;option&gt; </a:t>
            </a:r>
            <a:r>
              <a:rPr lang="en-US" altLang="en-US" dirty="0"/>
              <a:t>tag</a:t>
            </a:r>
          </a:p>
          <a:p>
            <a:pPr lvl="1" eaLnBrk="1" fontAlgn="auto" hangingPunct="1">
              <a:spcAft>
                <a:spcPts val="0"/>
              </a:spcAft>
              <a:defRPr/>
            </a:pPr>
            <a:r>
              <a:rPr lang="en-US" altLang="en-US" dirty="0"/>
              <a:t>Configures an option in the select box</a:t>
            </a:r>
          </a:p>
          <a:p>
            <a:pPr lvl="1" eaLnBrk="1" fontAlgn="auto" hangingPunct="1">
              <a:spcAft>
                <a:spcPts val="0"/>
              </a:spcAft>
              <a:defRPr/>
            </a:pPr>
            <a:r>
              <a:rPr lang="en-US" altLang="en-US" dirty="0"/>
              <a:t>Container tag</a:t>
            </a:r>
          </a:p>
        </p:txBody>
      </p:sp>
      <p:sp>
        <p:nvSpPr>
          <p:cNvPr id="12292" name="Slide Number Placeholder 5">
            <a:extLst>
              <a:ext uri="{FF2B5EF4-FFF2-40B4-BE49-F238E27FC236}">
                <a16:creationId xmlns:a16="http://schemas.microsoft.com/office/drawing/2014/main" id="{CDD4383E-3027-45C2-97D3-36C7A3BAFF6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05881CC4-D101-44B2-B8B5-4C9F1AD69038}" type="slidenum">
              <a:rPr lang="en-US" altLang="en-US" sz="1200"/>
              <a:pPr/>
              <a:t>6</a:t>
            </a:fld>
            <a:endParaRPr lang="en-US" altLang="en-US" sz="1200"/>
          </a:p>
        </p:txBody>
      </p:sp>
      <p:sp>
        <p:nvSpPr>
          <p:cNvPr id="12293" name="Footer Placeholder 1">
            <a:extLst>
              <a:ext uri="{FF2B5EF4-FFF2-40B4-BE49-F238E27FC236}">
                <a16:creationId xmlns:a16="http://schemas.microsoft.com/office/drawing/2014/main" id="{2EE48418-19A9-4CFB-A768-936D312715C8}"/>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a:extLst>
              <a:ext uri="{FF2B5EF4-FFF2-40B4-BE49-F238E27FC236}">
                <a16:creationId xmlns:a16="http://schemas.microsoft.com/office/drawing/2014/main" id="{2F961BF9-2BC7-49C5-8E5B-24732412C23E}"/>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Sample Form HTML</a:t>
            </a:r>
          </a:p>
        </p:txBody>
      </p:sp>
      <p:sp>
        <p:nvSpPr>
          <p:cNvPr id="19460" name="Rectangle 3">
            <a:extLst>
              <a:ext uri="{FF2B5EF4-FFF2-40B4-BE49-F238E27FC236}">
                <a16:creationId xmlns:a16="http://schemas.microsoft.com/office/drawing/2014/main" id="{86DFE42E-05F7-4B88-BD7A-0CE075EE73C6}"/>
              </a:ext>
            </a:extLst>
          </p:cNvPr>
          <p:cNvSpPr>
            <a:spLocks noGrp="1" noChangeArrowheads="1"/>
          </p:cNvSpPr>
          <p:nvPr>
            <p:ph idx="1"/>
          </p:nvPr>
        </p:nvSpPr>
        <p:spPr>
          <a:xfrm>
            <a:off x="838200" y="1600200"/>
            <a:ext cx="10210800" cy="2438400"/>
          </a:xfrm>
          <a:solidFill>
            <a:schemeClr val="tx2">
              <a:alpha val="32000"/>
            </a:schemeClr>
          </a:solidFill>
        </p:spPr>
        <p:txBody>
          <a:bodyPr>
            <a:noAutofit/>
          </a:bodyPr>
          <a:lstStyle/>
          <a:p>
            <a:pPr marL="365760" indent="-283464" eaLnBrk="1" fontAlgn="auto" hangingPunct="1">
              <a:spcAft>
                <a:spcPts val="0"/>
              </a:spcAft>
              <a:buNone/>
              <a:defRPr/>
            </a:pPr>
            <a:r>
              <a:rPr lang="en-US" sz="2000" b="1" dirty="0">
                <a:latin typeface="Times New Roman" pitchFamily="18" charset="0"/>
                <a:cs typeface="Times New Roman" pitchFamily="18" charset="0"/>
              </a:rPr>
              <a:t>&lt;form&gt;</a:t>
            </a:r>
          </a:p>
          <a:p>
            <a:pPr marL="365760" indent="-283464" eaLnBrk="1" fontAlgn="auto" hangingPunct="1">
              <a:spcAft>
                <a:spcPts val="0"/>
              </a:spcAft>
              <a:buNone/>
              <a:defRPr/>
            </a:pPr>
            <a:r>
              <a:rPr lang="en-US" sz="2000" b="1" dirty="0">
                <a:latin typeface="Times New Roman" pitchFamily="18" charset="0"/>
                <a:cs typeface="Times New Roman" pitchFamily="18" charset="0"/>
              </a:rPr>
              <a:t>E-mail: &lt;input type="text" name="email" id="email" &gt;</a:t>
            </a:r>
          </a:p>
          <a:p>
            <a:pPr marL="365760" indent="-283464" eaLnBrk="1" fontAlgn="auto" hangingPunct="1">
              <a:spcAft>
                <a:spcPts val="0"/>
              </a:spcAft>
              <a:buNone/>
              <a:defRPr/>
            </a:pPr>
            <a:r>
              <a:rPr lang="en-US" sz="2000" b="1" dirty="0">
                <a:latin typeface="Times New Roman" pitchFamily="18" charset="0"/>
                <a:cs typeface="Times New Roman" pitchFamily="18" charset="0"/>
              </a:rPr>
              <a:t>&lt;</a:t>
            </a:r>
            <a:r>
              <a:rPr lang="en-US" sz="2000" b="1" dirty="0" err="1">
                <a:latin typeface="Times New Roman" pitchFamily="18" charset="0"/>
                <a:cs typeface="Times New Roman" pitchFamily="18" charset="0"/>
              </a:rPr>
              <a:t>br</a:t>
            </a:r>
            <a:r>
              <a:rPr lang="en-US" sz="2000" b="1" dirty="0">
                <a:latin typeface="Times New Roman" pitchFamily="18" charset="0"/>
                <a:cs typeface="Times New Roman" pitchFamily="18" charset="0"/>
              </a:rPr>
              <a:t>&gt;&lt;</a:t>
            </a:r>
            <a:r>
              <a:rPr lang="en-US" sz="2000" b="1" dirty="0" err="1">
                <a:latin typeface="Times New Roman" pitchFamily="18" charset="0"/>
                <a:cs typeface="Times New Roman" pitchFamily="18" charset="0"/>
              </a:rPr>
              <a:t>br</a:t>
            </a:r>
            <a:r>
              <a:rPr lang="en-US" sz="2000" b="1" dirty="0">
                <a:latin typeface="Times New Roman" pitchFamily="18" charset="0"/>
                <a:cs typeface="Times New Roman" pitchFamily="18" charset="0"/>
              </a:rPr>
              <a:t>&gt;</a:t>
            </a:r>
          </a:p>
          <a:p>
            <a:pPr marL="365760" indent="-283464" eaLnBrk="1" fontAlgn="auto" hangingPunct="1">
              <a:spcAft>
                <a:spcPts val="0"/>
              </a:spcAft>
              <a:buNone/>
              <a:defRPr/>
            </a:pPr>
            <a:r>
              <a:rPr lang="en-US" sz="2000" b="1" dirty="0">
                <a:latin typeface="Times New Roman" pitchFamily="18" charset="0"/>
                <a:cs typeface="Times New Roman" pitchFamily="18" charset="0"/>
              </a:rPr>
              <a:t>&lt;input type="submit" value="Sign Me Up!"&gt; &lt;input type="reset"&gt;</a:t>
            </a:r>
          </a:p>
          <a:p>
            <a:pPr marL="365760" indent="-283464" eaLnBrk="1" fontAlgn="auto" hangingPunct="1">
              <a:spcAft>
                <a:spcPts val="0"/>
              </a:spcAft>
              <a:buNone/>
              <a:defRPr/>
            </a:pPr>
            <a:r>
              <a:rPr lang="en-US" sz="2000" b="1" dirty="0">
                <a:latin typeface="Times New Roman" pitchFamily="18" charset="0"/>
                <a:cs typeface="Times New Roman" pitchFamily="18" charset="0"/>
              </a:rPr>
              <a:t>&lt;/form&gt;</a:t>
            </a:r>
            <a:endParaRPr lang="en-US" sz="2000" b="1" dirty="0">
              <a:cs typeface="Times New Roman" pitchFamily="18" charset="0"/>
            </a:endParaRPr>
          </a:p>
        </p:txBody>
      </p:sp>
      <p:sp>
        <p:nvSpPr>
          <p:cNvPr id="14340" name="Slide Number Placeholder 5">
            <a:extLst>
              <a:ext uri="{FF2B5EF4-FFF2-40B4-BE49-F238E27FC236}">
                <a16:creationId xmlns:a16="http://schemas.microsoft.com/office/drawing/2014/main" id="{23B2BB0B-C80D-4A77-A267-B0F0619DF12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60E0A531-6DF8-463D-BEC2-E9FF04EB5364}" type="slidenum">
              <a:rPr lang="en-US" altLang="en-US" sz="1200"/>
              <a:pPr/>
              <a:t>7</a:t>
            </a:fld>
            <a:endParaRPr lang="en-US" altLang="en-US" sz="1200"/>
          </a:p>
        </p:txBody>
      </p:sp>
      <p:sp>
        <p:nvSpPr>
          <p:cNvPr id="14341" name="Rectangle 6">
            <a:extLst>
              <a:ext uri="{FF2B5EF4-FFF2-40B4-BE49-F238E27FC236}">
                <a16:creationId xmlns:a16="http://schemas.microsoft.com/office/drawing/2014/main" id="{A52E118F-49C5-4A30-BBE5-C113FF9D6AD1}"/>
              </a:ext>
            </a:extLst>
          </p:cNvPr>
          <p:cNvSpPr>
            <a:spLocks noChangeArrowheads="1"/>
          </p:cNvSpPr>
          <p:nvPr/>
        </p:nvSpPr>
        <p:spPr bwMode="auto">
          <a:xfrm>
            <a:off x="4729163" y="22907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14342" name="Rectangle 8">
            <a:extLst>
              <a:ext uri="{FF2B5EF4-FFF2-40B4-BE49-F238E27FC236}">
                <a16:creationId xmlns:a16="http://schemas.microsoft.com/office/drawing/2014/main" id="{59F469DB-370A-4414-B4E6-BA4E728EB0E7}"/>
              </a:ext>
            </a:extLst>
          </p:cNvPr>
          <p:cNvSpPr>
            <a:spLocks noChangeArrowheads="1"/>
          </p:cNvSpPr>
          <p:nvPr/>
        </p:nvSpPr>
        <p:spPr bwMode="auto">
          <a:xfrm>
            <a:off x="3352800" y="15144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14343" name="Picture 2">
            <a:extLst>
              <a:ext uri="{FF2B5EF4-FFF2-40B4-BE49-F238E27FC236}">
                <a16:creationId xmlns:a16="http://schemas.microsoft.com/office/drawing/2014/main" id="{382DDCAC-1EC3-41A0-B94A-5C7A0355F4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3588" y="4267201"/>
            <a:ext cx="3009900"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44" name="Footer Placeholder 1">
            <a:extLst>
              <a:ext uri="{FF2B5EF4-FFF2-40B4-BE49-F238E27FC236}">
                <a16:creationId xmlns:a16="http://schemas.microsoft.com/office/drawing/2014/main" id="{3F2F9EB1-9E91-4E5C-A9DB-3927BA2A6077}"/>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A00B19D5-454C-442E-B2F7-BE56250C4425}"/>
              </a:ext>
            </a:extLst>
          </p:cNvPr>
          <p:cNvSpPr>
            <a:spLocks noGrp="1" noChangeArrowheads="1"/>
          </p:cNvSpPr>
          <p:nvPr>
            <p:ph type="title"/>
          </p:nvPr>
        </p:nvSpPr>
        <p:spPr>
          <a:xfrm>
            <a:off x="838200" y="365127"/>
            <a:ext cx="10515600" cy="1158874"/>
          </a:xfrm>
        </p:spPr>
        <p:txBody>
          <a:bodyPr/>
          <a:lstStyle/>
          <a:p>
            <a:pPr algn="ctr" eaLnBrk="1" fontAlgn="auto" hangingPunct="1">
              <a:spcAft>
                <a:spcPts val="0"/>
              </a:spcAft>
              <a:defRPr/>
            </a:pPr>
            <a:r>
              <a:rPr lang="en-US" dirty="0">
                <a:solidFill>
                  <a:schemeClr val="tx2">
                    <a:satMod val="130000"/>
                  </a:schemeClr>
                </a:solidFill>
              </a:rPr>
              <a:t>The Form Element  &lt;form&gt;</a:t>
            </a:r>
          </a:p>
        </p:txBody>
      </p:sp>
      <p:sp>
        <p:nvSpPr>
          <p:cNvPr id="20484" name="Rectangle 3">
            <a:extLst>
              <a:ext uri="{FF2B5EF4-FFF2-40B4-BE49-F238E27FC236}">
                <a16:creationId xmlns:a16="http://schemas.microsoft.com/office/drawing/2014/main" id="{427024C4-3005-4F5C-9A16-8EB6FD0966B7}"/>
              </a:ext>
            </a:extLst>
          </p:cNvPr>
          <p:cNvSpPr>
            <a:spLocks noGrp="1" noChangeArrowheads="1"/>
          </p:cNvSpPr>
          <p:nvPr>
            <p:ph idx="1"/>
          </p:nvPr>
        </p:nvSpPr>
        <p:spPr>
          <a:xfrm>
            <a:off x="533400" y="1371600"/>
            <a:ext cx="11201400" cy="5029200"/>
          </a:xfrm>
        </p:spPr>
        <p:txBody>
          <a:bodyPr/>
          <a:lstStyle/>
          <a:p>
            <a:pPr marL="365760" indent="-283464" eaLnBrk="1" fontAlgn="auto" hangingPunct="1">
              <a:spcAft>
                <a:spcPts val="0"/>
              </a:spcAft>
              <a:buFont typeface="Wingdings 2"/>
              <a:buChar char=""/>
              <a:defRPr/>
            </a:pPr>
            <a:endParaRPr lang="en-US" dirty="0"/>
          </a:p>
          <a:p>
            <a:pPr marL="365760" indent="-283464" eaLnBrk="1" fontAlgn="auto" hangingPunct="1">
              <a:spcAft>
                <a:spcPts val="0"/>
              </a:spcAft>
              <a:buFont typeface="Wingdings 2"/>
              <a:buChar char=""/>
              <a:defRPr/>
            </a:pPr>
            <a:r>
              <a:rPr lang="en-US" dirty="0"/>
              <a:t>Container Tag</a:t>
            </a:r>
          </a:p>
          <a:p>
            <a:pPr marL="365760" indent="-283464" eaLnBrk="1" fontAlgn="auto" hangingPunct="1">
              <a:spcAft>
                <a:spcPts val="0"/>
              </a:spcAft>
              <a:buFont typeface="Wingdings 2"/>
              <a:buChar char=""/>
              <a:defRPr/>
            </a:pPr>
            <a:r>
              <a:rPr lang="en-US" dirty="0"/>
              <a:t>The form element attributes:</a:t>
            </a:r>
          </a:p>
          <a:p>
            <a:pPr marL="640080" lvl="1" indent="-237744" eaLnBrk="1" fontAlgn="auto" hangingPunct="1">
              <a:spcAft>
                <a:spcPts val="0"/>
              </a:spcAft>
              <a:buFont typeface="Verdana"/>
              <a:buChar char="◦"/>
              <a:defRPr/>
            </a:pPr>
            <a:r>
              <a:rPr lang="en-US" dirty="0"/>
              <a:t>action</a:t>
            </a:r>
          </a:p>
          <a:p>
            <a:pPr marL="886968" lvl="2" eaLnBrk="1" fontAlgn="auto" hangingPunct="1">
              <a:spcAft>
                <a:spcPts val="0"/>
              </a:spcAft>
              <a:buFont typeface="Wingdings 2"/>
              <a:buChar char=""/>
              <a:defRPr/>
            </a:pPr>
            <a:r>
              <a:rPr lang="en-US" dirty="0"/>
              <a:t>Specifies the server-side program or script that will process your form data </a:t>
            </a:r>
          </a:p>
          <a:p>
            <a:pPr marL="640080" lvl="1" indent="-237744" eaLnBrk="1" fontAlgn="auto" hangingPunct="1">
              <a:spcAft>
                <a:spcPts val="0"/>
              </a:spcAft>
              <a:buFont typeface="Verdana"/>
              <a:buChar char="◦"/>
              <a:defRPr/>
            </a:pPr>
            <a:r>
              <a:rPr lang="en-US" dirty="0"/>
              <a:t>method</a:t>
            </a:r>
          </a:p>
          <a:p>
            <a:pPr marL="886968" lvl="2" eaLnBrk="1" fontAlgn="auto" hangingPunct="1">
              <a:spcAft>
                <a:spcPts val="0"/>
              </a:spcAft>
              <a:buFont typeface="Wingdings 2"/>
              <a:buChar char=""/>
              <a:defRPr/>
            </a:pPr>
            <a:r>
              <a:rPr lang="en-US" dirty="0"/>
              <a:t>get – default value, </a:t>
            </a:r>
            <a:br>
              <a:rPr lang="en-US" dirty="0"/>
            </a:br>
            <a:r>
              <a:rPr lang="en-US" dirty="0"/>
              <a:t>         form data passed in URL</a:t>
            </a:r>
          </a:p>
          <a:p>
            <a:pPr marL="886968" lvl="2" eaLnBrk="1" fontAlgn="auto" hangingPunct="1">
              <a:spcAft>
                <a:spcPts val="0"/>
              </a:spcAft>
              <a:buFont typeface="Wingdings 2"/>
              <a:buChar char=""/>
              <a:defRPr/>
            </a:pPr>
            <a:r>
              <a:rPr lang="en-US" dirty="0"/>
              <a:t>post – more secure, </a:t>
            </a:r>
            <a:br>
              <a:rPr lang="en-US" dirty="0"/>
            </a:br>
            <a:r>
              <a:rPr lang="en-US" dirty="0"/>
              <a:t>         form data passed in HTTP Entity Body</a:t>
            </a:r>
          </a:p>
          <a:p>
            <a:pPr marL="640080" lvl="1" indent="-237744" eaLnBrk="1" fontAlgn="auto" hangingPunct="1">
              <a:spcAft>
                <a:spcPts val="0"/>
              </a:spcAft>
              <a:buFont typeface="Verdana"/>
              <a:buChar char="◦"/>
              <a:defRPr/>
            </a:pPr>
            <a:r>
              <a:rPr lang="en-US" dirty="0"/>
              <a:t>name</a:t>
            </a:r>
          </a:p>
          <a:p>
            <a:pPr marL="886968" lvl="2" eaLnBrk="1" fontAlgn="auto" hangingPunct="1">
              <a:spcAft>
                <a:spcPts val="0"/>
              </a:spcAft>
              <a:buFont typeface="Wingdings 2"/>
              <a:buChar char=""/>
              <a:defRPr/>
            </a:pPr>
            <a:r>
              <a:rPr lang="en-US" dirty="0"/>
              <a:t>Identifies the form</a:t>
            </a:r>
          </a:p>
          <a:p>
            <a:pPr marL="640080" lvl="1" indent="-237744" eaLnBrk="1" fontAlgn="auto" hangingPunct="1">
              <a:spcAft>
                <a:spcPts val="0"/>
              </a:spcAft>
              <a:buFont typeface="Verdana"/>
              <a:buChar char="◦"/>
              <a:defRPr/>
            </a:pPr>
            <a:r>
              <a:rPr lang="en-US" dirty="0"/>
              <a:t>id</a:t>
            </a:r>
          </a:p>
          <a:p>
            <a:pPr marL="886968" lvl="2" eaLnBrk="1" fontAlgn="auto" hangingPunct="1">
              <a:spcAft>
                <a:spcPts val="0"/>
              </a:spcAft>
              <a:buFont typeface="Wingdings 2"/>
              <a:buChar char=""/>
              <a:defRPr/>
            </a:pPr>
            <a:r>
              <a:rPr lang="en-US" dirty="0"/>
              <a:t>Identifies the form</a:t>
            </a:r>
          </a:p>
          <a:p>
            <a:pPr marL="640080" lvl="1" indent="-237744" eaLnBrk="1" fontAlgn="auto" hangingPunct="1">
              <a:spcAft>
                <a:spcPts val="0"/>
              </a:spcAft>
              <a:buNone/>
              <a:defRPr/>
            </a:pPr>
            <a:endParaRPr lang="en-US" dirty="0"/>
          </a:p>
        </p:txBody>
      </p:sp>
      <p:sp>
        <p:nvSpPr>
          <p:cNvPr id="16388" name="Slide Number Placeholder 5">
            <a:extLst>
              <a:ext uri="{FF2B5EF4-FFF2-40B4-BE49-F238E27FC236}">
                <a16:creationId xmlns:a16="http://schemas.microsoft.com/office/drawing/2014/main" id="{3A929FA3-26E6-4873-B8E7-0B60762EB02B}"/>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87EC255B-C98F-40D4-BD92-0B712F043EBF}" type="slidenum">
              <a:rPr lang="en-US" altLang="en-US" sz="1200"/>
              <a:pPr/>
              <a:t>8</a:t>
            </a:fld>
            <a:endParaRPr lang="en-US" altLang="en-US" sz="1200"/>
          </a:p>
        </p:txBody>
      </p:sp>
      <p:sp>
        <p:nvSpPr>
          <p:cNvPr id="16389" name="Footer Placeholder 1">
            <a:extLst>
              <a:ext uri="{FF2B5EF4-FFF2-40B4-BE49-F238E27FC236}">
                <a16:creationId xmlns:a16="http://schemas.microsoft.com/office/drawing/2014/main" id="{103E977D-9878-4F8E-B24F-E8F4C37AFBC8}"/>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75D909-9BD2-4A68-A5B1-075528E863E5}"/>
              </a:ext>
            </a:extLst>
          </p:cNvPr>
          <p:cNvSpPr>
            <a:spLocks noGrp="1"/>
          </p:cNvSpPr>
          <p:nvPr>
            <p:ph type="sldNum" sz="quarter" idx="11"/>
          </p:nvPr>
        </p:nvSpPr>
        <p:spPr/>
        <p:txBody>
          <a:bodyPr/>
          <a:lstStyle/>
          <a:p>
            <a:pPr>
              <a:defRPr/>
            </a:pPr>
            <a:fld id="{051C3D32-0D90-41AE-BE4A-6DC169C4C723}" type="slidenum">
              <a:rPr lang="en-US" altLang="en-US" smtClean="0"/>
              <a:pPr>
                <a:defRPr/>
              </a:pPr>
              <a:t>9</a:t>
            </a:fld>
            <a:endParaRPr lang="en-US" altLang="en-US"/>
          </a:p>
        </p:txBody>
      </p:sp>
      <p:sp>
        <p:nvSpPr>
          <p:cNvPr id="5" name="Rectangle 4">
            <a:extLst>
              <a:ext uri="{FF2B5EF4-FFF2-40B4-BE49-F238E27FC236}">
                <a16:creationId xmlns:a16="http://schemas.microsoft.com/office/drawing/2014/main" id="{F7335025-3FD1-4B32-9F10-21DC42FCCF71}"/>
              </a:ext>
            </a:extLst>
          </p:cNvPr>
          <p:cNvSpPr/>
          <p:nvPr/>
        </p:nvSpPr>
        <p:spPr>
          <a:xfrm>
            <a:off x="152400" y="768679"/>
            <a:ext cx="11590867" cy="5770234"/>
          </a:xfrm>
          <a:prstGeom prst="rect">
            <a:avLst/>
          </a:prstGeom>
        </p:spPr>
        <p:txBody>
          <a:bodyPr wrap="square">
            <a:spAutoFit/>
          </a:bodyPr>
          <a:lstStyle/>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The name and id attributes serve different purposes for an input element:</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Name Attribute: The name attribute is used to identify the input field when submitting the form data to the server. It is used as a key in the key-value pair of the form data.</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 When the form is submitted, the input field's value is sent to the server with the name attribute as the key.</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The name attribute is required for server-side processing of form data.</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ID Attribute : The id attribute is used to uniquely identify the input element in the HTML document.</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 It is used to apply styles to a specific element using CSS.</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It is used to access the element using JavaScript.</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It can also be used as an anchor for linking to a specific part of the page.</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Key differences</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The name attribute is used for server-side purposes, while the id attribute is used for client-side purposes.</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The name attribute does not need to be unique, while the id attribute must be unique within the HTML document.</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Here's an example:</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&lt;input type="text" id="username" name="username"&gt;</a:t>
            </a:r>
          </a:p>
          <a:p>
            <a:pPr marL="0" marR="0">
              <a:lnSpc>
                <a:spcPct val="107000"/>
              </a:lnSpc>
              <a:spcBef>
                <a:spcPts val="0"/>
              </a:spcBef>
              <a:spcAft>
                <a:spcPts val="800"/>
              </a:spcAft>
            </a:pPr>
            <a:r>
              <a:rPr lang="en-US" sz="1400" b="1" dirty="0">
                <a:latin typeface="Calibri" panose="020F0502020204030204" pitchFamily="34" charset="0"/>
                <a:ea typeface="SimSun" panose="02010600030101010101" pitchFamily="2" charset="-122"/>
                <a:cs typeface="Times New Roman" panose="02020603050405020304" pitchFamily="18" charset="0"/>
              </a:rPr>
              <a:t> In this example, the id attribute is used to access the element using JavaScript or CSS, while the name attribute is used to identify the input field when submitting the form data to the server.</a:t>
            </a:r>
          </a:p>
        </p:txBody>
      </p:sp>
      <p:sp>
        <p:nvSpPr>
          <p:cNvPr id="6" name="Rectangle 2">
            <a:extLst>
              <a:ext uri="{FF2B5EF4-FFF2-40B4-BE49-F238E27FC236}">
                <a16:creationId xmlns:a16="http://schemas.microsoft.com/office/drawing/2014/main" id="{507E50B7-24B5-4741-800A-78DD40DAF1DF}"/>
              </a:ext>
            </a:extLst>
          </p:cNvPr>
          <p:cNvSpPr txBox="1">
            <a:spLocks noChangeArrowheads="1"/>
          </p:cNvSpPr>
          <p:nvPr/>
        </p:nvSpPr>
        <p:spPr>
          <a:xfrm>
            <a:off x="812800" y="76200"/>
            <a:ext cx="10515600" cy="549273"/>
          </a:xfrm>
          <a:prstGeom prst="rect">
            <a:avLst/>
          </a:prstGeom>
        </p:spPr>
        <p:txBody>
          <a:bodyPr/>
          <a:lstStyle>
            <a:lvl1pPr algn="l" defTabSz="685800" rtl="0" eaLnBrk="0" fontAlgn="base" hangingPunct="0">
              <a:lnSpc>
                <a:spcPct val="90000"/>
              </a:lnSpc>
              <a:spcBef>
                <a:spcPct val="0"/>
              </a:spcBef>
              <a:spcAft>
                <a:spcPct val="0"/>
              </a:spcAft>
              <a:defRPr sz="440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vl2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2pPr>
            <a:lvl3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3pPr>
            <a:lvl4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4pPr>
            <a:lvl5pPr algn="l" defTabSz="685800" rtl="0" eaLnBrk="0" fontAlgn="base" hangingPunct="0">
              <a:lnSpc>
                <a:spcPct val="90000"/>
              </a:lnSpc>
              <a:spcBef>
                <a:spcPct val="0"/>
              </a:spcBef>
              <a:spcAft>
                <a:spcPct val="0"/>
              </a:spcAft>
              <a:defRPr sz="4400">
                <a:solidFill>
                  <a:schemeClr val="tx1"/>
                </a:solidFill>
                <a:latin typeface="Corbel" panose="020B0503020204020204" pitchFamily="34" charset="0"/>
              </a:defRPr>
            </a:lvl5pPr>
            <a:lvl6pPr marL="457200" algn="l" defTabSz="685800" rtl="0" fontAlgn="base">
              <a:lnSpc>
                <a:spcPct val="90000"/>
              </a:lnSpc>
              <a:spcBef>
                <a:spcPct val="0"/>
              </a:spcBef>
              <a:spcAft>
                <a:spcPct val="0"/>
              </a:spcAft>
              <a:defRPr sz="4400">
                <a:solidFill>
                  <a:schemeClr val="tx1"/>
                </a:solidFill>
                <a:latin typeface="Corbel" panose="020B0503020204020204" pitchFamily="34" charset="0"/>
              </a:defRPr>
            </a:lvl6pPr>
            <a:lvl7pPr marL="914400" algn="l" defTabSz="685800" rtl="0" fontAlgn="base">
              <a:lnSpc>
                <a:spcPct val="90000"/>
              </a:lnSpc>
              <a:spcBef>
                <a:spcPct val="0"/>
              </a:spcBef>
              <a:spcAft>
                <a:spcPct val="0"/>
              </a:spcAft>
              <a:defRPr sz="4400">
                <a:solidFill>
                  <a:schemeClr val="tx1"/>
                </a:solidFill>
                <a:latin typeface="Corbel" panose="020B0503020204020204" pitchFamily="34" charset="0"/>
              </a:defRPr>
            </a:lvl7pPr>
            <a:lvl8pPr marL="1371600" algn="l" defTabSz="685800" rtl="0" fontAlgn="base">
              <a:lnSpc>
                <a:spcPct val="90000"/>
              </a:lnSpc>
              <a:spcBef>
                <a:spcPct val="0"/>
              </a:spcBef>
              <a:spcAft>
                <a:spcPct val="0"/>
              </a:spcAft>
              <a:defRPr sz="4400">
                <a:solidFill>
                  <a:schemeClr val="tx1"/>
                </a:solidFill>
                <a:latin typeface="Corbel" panose="020B0503020204020204" pitchFamily="34" charset="0"/>
              </a:defRPr>
            </a:lvl8pPr>
            <a:lvl9pPr marL="1828800" algn="l" defTabSz="685800"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dirty="0">
                <a:solidFill>
                  <a:schemeClr val="tx2">
                    <a:satMod val="130000"/>
                  </a:schemeClr>
                </a:solidFill>
              </a:rPr>
              <a:t>The Form Element  &lt;form&gt;</a:t>
            </a:r>
          </a:p>
        </p:txBody>
      </p:sp>
    </p:spTree>
    <p:extLst>
      <p:ext uri="{BB962C8B-B14F-4D97-AF65-F5344CB8AC3E}">
        <p14:creationId xmlns:p14="http://schemas.microsoft.com/office/powerpoint/2010/main" val="2320429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3F8B111-C941-42D4-9E5C-E91686956C48}"/>
              </a:ext>
            </a:extLst>
          </p:cNvPr>
          <p:cNvSpPr>
            <a:spLocks noGrp="1"/>
          </p:cNvSpPr>
          <p:nvPr>
            <p:ph type="title"/>
          </p:nvPr>
        </p:nvSpPr>
        <p:spPr bwMode="auto">
          <a:xfrm>
            <a:off x="1828800" y="166688"/>
            <a:ext cx="7886700" cy="671512"/>
          </a:xfrm>
        </p:spPr>
        <p:txBody>
          <a:bodyPr wrap="square" numCol="1" anchorCtr="0" compatLnSpc="1">
            <a:prstTxWarp prst="textNoShape">
              <a:avLst/>
            </a:prstTxWarp>
          </a:bodyPr>
          <a:lstStyle/>
          <a:p>
            <a:pPr defTabSz="914400">
              <a:lnSpc>
                <a:spcPct val="100000"/>
              </a:lnSpc>
            </a:pPr>
            <a:r>
              <a:rPr lang="en-US" altLang="en-US" sz="3200">
                <a:solidFill>
                  <a:schemeClr val="tx1"/>
                </a:solidFill>
                <a:latin typeface="Times New Roman" panose="02020603050405020304" pitchFamily="18" charset="0"/>
                <a:ea typeface="Helvetica Neue"/>
                <a:cs typeface="Arial" panose="020B0604020202020204" pitchFamily="34" charset="0"/>
              </a:rPr>
              <a:t>What is the difference between a name and Id?</a:t>
            </a:r>
          </a:p>
        </p:txBody>
      </p:sp>
      <p:sp>
        <p:nvSpPr>
          <p:cNvPr id="4" name="Slide Number Placeholder 3">
            <a:extLst>
              <a:ext uri="{FF2B5EF4-FFF2-40B4-BE49-F238E27FC236}">
                <a16:creationId xmlns:a16="http://schemas.microsoft.com/office/drawing/2014/main" id="{E7A33F54-9BB7-4AD3-96BB-ADE1318E7AAE}"/>
              </a:ext>
            </a:extLst>
          </p:cNvPr>
          <p:cNvSpPr>
            <a:spLocks noGrp="1"/>
          </p:cNvSpPr>
          <p:nvPr>
            <p:ph type="sldNum" sz="quarter" idx="11"/>
          </p:nvPr>
        </p:nvSpPr>
        <p:spPr/>
        <p:txBody>
          <a:bodyPr/>
          <a:lstStyle/>
          <a:p>
            <a:pPr>
              <a:defRPr/>
            </a:pPr>
            <a:fld id="{250A372D-B437-4519-A420-B4BFEC96AAE6}" type="slidenum">
              <a:rPr lang="en-US" altLang="en-US" smtClean="0"/>
              <a:pPr>
                <a:defRPr/>
              </a:pPr>
              <a:t>10</a:t>
            </a:fld>
            <a:endParaRPr lang="en-US" altLang="en-US"/>
          </a:p>
        </p:txBody>
      </p:sp>
      <p:sp>
        <p:nvSpPr>
          <p:cNvPr id="18436" name="Footer Placeholder 4">
            <a:extLst>
              <a:ext uri="{FF2B5EF4-FFF2-40B4-BE49-F238E27FC236}">
                <a16:creationId xmlns:a16="http://schemas.microsoft.com/office/drawing/2014/main" id="{CC68EF73-4351-4468-9FF4-799133295D70}"/>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
        <p:nvSpPr>
          <p:cNvPr id="18437" name="Rectangle 1">
            <a:extLst>
              <a:ext uri="{FF2B5EF4-FFF2-40B4-BE49-F238E27FC236}">
                <a16:creationId xmlns:a16="http://schemas.microsoft.com/office/drawing/2014/main" id="{0CB1248C-939C-4523-B29F-BD5BA8B0B6AD}"/>
              </a:ext>
            </a:extLst>
          </p:cNvPr>
          <p:cNvSpPr>
            <a:spLocks noGrp="1" noChangeArrowheads="1"/>
          </p:cNvSpPr>
          <p:nvPr>
            <p:ph idx="1"/>
          </p:nvPr>
        </p:nvSpPr>
        <p:spPr bwMode="auto">
          <a:xfrm>
            <a:off x="304800" y="838200"/>
            <a:ext cx="11582400" cy="2954655"/>
          </a:xfrm>
          <a:solidFill>
            <a:srgbClr val="F5F5F5"/>
          </a:solidFill>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marL="0" indent="0" defTabSz="914400">
              <a:lnSpc>
                <a:spcPct val="100000"/>
              </a:lnSpc>
              <a:spcBef>
                <a:spcPct val="0"/>
              </a:spcBef>
              <a:buNone/>
            </a:pPr>
            <a:r>
              <a:rPr lang="en-US" altLang="en-US" dirty="0">
                <a:solidFill>
                  <a:srgbClr val="333333"/>
                </a:solidFill>
                <a:latin typeface="Times New Roman" panose="02020603050405020304" pitchFamily="18" charset="0"/>
                <a:ea typeface="inherit"/>
                <a:cs typeface="Arial" panose="020B0604020202020204" pitchFamily="34" charset="0"/>
              </a:rPr>
              <a:t>When we create any Id in HTML we create variable with this name which can be accessed in </a:t>
            </a:r>
            <a:r>
              <a:rPr lang="en-US" altLang="en-US" dirty="0" err="1">
                <a:solidFill>
                  <a:srgbClr val="333333"/>
                </a:solidFill>
                <a:latin typeface="Times New Roman" panose="02020603050405020304" pitchFamily="18" charset="0"/>
                <a:ea typeface="inherit"/>
                <a:cs typeface="Arial" panose="020B0604020202020204" pitchFamily="34" charset="0"/>
              </a:rPr>
              <a:t>javascript</a:t>
            </a:r>
            <a:r>
              <a:rPr lang="en-US" altLang="en-US" dirty="0">
                <a:solidFill>
                  <a:srgbClr val="333333"/>
                </a:solidFill>
                <a:latin typeface="Times New Roman" panose="02020603050405020304" pitchFamily="18" charset="0"/>
                <a:ea typeface="inherit"/>
                <a:cs typeface="Arial" panose="020B0604020202020204" pitchFamily="34" charset="0"/>
              </a:rPr>
              <a:t> . </a:t>
            </a:r>
            <a:br>
              <a:rPr lang="en-US" altLang="en-US" dirty="0">
                <a:solidFill>
                  <a:srgbClr val="333333"/>
                </a:solidFill>
                <a:latin typeface="Times New Roman" panose="02020603050405020304" pitchFamily="18" charset="0"/>
                <a:ea typeface="inherit"/>
                <a:cs typeface="Arial" panose="020B0604020202020204" pitchFamily="34" charset="0"/>
              </a:rPr>
            </a:br>
            <a:r>
              <a:rPr lang="en-US" altLang="en-US" dirty="0">
                <a:solidFill>
                  <a:srgbClr val="333333"/>
                </a:solidFill>
                <a:latin typeface="Times New Roman" panose="02020603050405020304" pitchFamily="18" charset="0"/>
                <a:ea typeface="inherit"/>
                <a:cs typeface="Arial" panose="020B0604020202020204" pitchFamily="34" charset="0"/>
              </a:rPr>
              <a:t>For example HTML:</a:t>
            </a:r>
            <a:endParaRPr lang="en-US" altLang="en-US" sz="1400" dirty="0">
              <a:solidFill>
                <a:srgbClr val="333333"/>
              </a:solidFill>
              <a:latin typeface="Arial Unicode MS" panose="020B0604020202020204" pitchFamily="34" charset="-128"/>
              <a:ea typeface="inherit"/>
              <a:cs typeface="Arial" panose="020B0604020202020204" pitchFamily="34" charset="0"/>
            </a:endParaRPr>
          </a:p>
          <a:p>
            <a:pPr marL="0" indent="0" defTabSz="914400">
              <a:lnSpc>
                <a:spcPct val="100000"/>
              </a:lnSpc>
              <a:spcBef>
                <a:spcPct val="0"/>
              </a:spcBef>
              <a:buNone/>
            </a:pPr>
            <a:r>
              <a:rPr lang="en-US" altLang="en-US" sz="1400" dirty="0">
                <a:solidFill>
                  <a:srgbClr val="333333"/>
                </a:solidFill>
                <a:latin typeface="Arial Unicode MS" panose="020B0604020202020204" pitchFamily="34" charset="-128"/>
                <a:ea typeface="inherit"/>
                <a:cs typeface="Arial" panose="020B0604020202020204" pitchFamily="34" charset="0"/>
              </a:rPr>
              <a:t>&lt;form name="</a:t>
            </a:r>
            <a:r>
              <a:rPr lang="en-US" altLang="en-US" sz="1400" dirty="0" err="1">
                <a:solidFill>
                  <a:srgbClr val="333333"/>
                </a:solidFill>
                <a:latin typeface="Arial Unicode MS" panose="020B0604020202020204" pitchFamily="34" charset="-128"/>
                <a:ea typeface="inherit"/>
                <a:cs typeface="Arial" panose="020B0604020202020204" pitchFamily="34" charset="0"/>
              </a:rPr>
              <a:t>myCheckListForm</a:t>
            </a:r>
            <a:r>
              <a:rPr lang="en-US" altLang="en-US" sz="1400" dirty="0">
                <a:solidFill>
                  <a:srgbClr val="333333"/>
                </a:solidFill>
                <a:latin typeface="Arial Unicode MS" panose="020B0604020202020204" pitchFamily="34" charset="-128"/>
                <a:ea typeface="inherit"/>
                <a:cs typeface="Arial" panose="020B0604020202020204" pitchFamily="34" charset="0"/>
              </a:rPr>
              <a:t>"&gt;</a:t>
            </a:r>
            <a:r>
              <a:rPr lang="en-US" altLang="en-US" sz="1600" dirty="0">
                <a:solidFill>
                  <a:srgbClr val="333333"/>
                </a:solidFill>
                <a:latin typeface="Arial Unicode MS" panose="020B0604020202020204" pitchFamily="34" charset="-128"/>
                <a:ea typeface="Menlo"/>
                <a:cs typeface="Arial" panose="020B0604020202020204" pitchFamily="34" charset="0"/>
              </a:rPr>
              <a:t> </a:t>
            </a:r>
            <a:r>
              <a:rPr lang="en-US" altLang="en-US" sz="1400" dirty="0">
                <a:solidFill>
                  <a:srgbClr val="333333"/>
                </a:solidFill>
                <a:latin typeface="Arial Unicode MS" panose="020B0604020202020204" pitchFamily="34" charset="-128"/>
                <a:ea typeface="inherit"/>
                <a:cs typeface="Arial" panose="020B0604020202020204" pitchFamily="34" charset="0"/>
              </a:rPr>
              <a:t>&lt;input type="text" id="</a:t>
            </a:r>
            <a:r>
              <a:rPr lang="en-US" altLang="en-US" sz="1400" dirty="0" err="1">
                <a:solidFill>
                  <a:srgbClr val="333333"/>
                </a:solidFill>
                <a:latin typeface="Arial Unicode MS" panose="020B0604020202020204" pitchFamily="34" charset="-128"/>
                <a:ea typeface="inherit"/>
                <a:cs typeface="Arial" panose="020B0604020202020204" pitchFamily="34" charset="0"/>
              </a:rPr>
              <a:t>checklistItem</a:t>
            </a:r>
            <a:r>
              <a:rPr lang="en-US" altLang="en-US" sz="1400" dirty="0">
                <a:solidFill>
                  <a:srgbClr val="333333"/>
                </a:solidFill>
                <a:latin typeface="Arial Unicode MS" panose="020B0604020202020204" pitchFamily="34" charset="-128"/>
                <a:ea typeface="inherit"/>
                <a:cs typeface="Arial" panose="020B0604020202020204" pitchFamily="34" charset="0"/>
              </a:rPr>
              <a:t>" value="just a text"&gt;</a:t>
            </a:r>
            <a:r>
              <a:rPr lang="en-US" altLang="en-US" sz="1600" dirty="0">
                <a:solidFill>
                  <a:srgbClr val="333333"/>
                </a:solidFill>
                <a:latin typeface="Arial Unicode MS" panose="020B0604020202020204" pitchFamily="34" charset="-128"/>
                <a:ea typeface="Menlo"/>
                <a:cs typeface="Arial" panose="020B0604020202020204" pitchFamily="34" charset="0"/>
              </a:rPr>
              <a:t> </a:t>
            </a:r>
            <a:r>
              <a:rPr lang="en-US" altLang="en-US" sz="1400" dirty="0">
                <a:solidFill>
                  <a:srgbClr val="333333"/>
                </a:solidFill>
                <a:latin typeface="Arial Unicode MS" panose="020B0604020202020204" pitchFamily="34" charset="-128"/>
                <a:ea typeface="inherit"/>
                <a:cs typeface="Arial" panose="020B0604020202020204" pitchFamily="34" charset="0"/>
              </a:rPr>
              <a:t>&lt;/form&gt;</a:t>
            </a:r>
            <a:r>
              <a:rPr lang="en-US" altLang="en-US" sz="1600" dirty="0">
                <a:solidFill>
                  <a:srgbClr val="333333"/>
                </a:solidFill>
                <a:latin typeface="Arial Unicode MS" panose="020B0604020202020204" pitchFamily="34" charset="-128"/>
                <a:ea typeface="Menlo"/>
                <a:cs typeface="Arial" panose="020B0604020202020204" pitchFamily="34" charset="0"/>
              </a:rPr>
              <a:t> </a:t>
            </a:r>
            <a:endParaRPr lang="en-US" altLang="en-US" sz="1600" dirty="0">
              <a:solidFill>
                <a:srgbClr val="333333"/>
              </a:solidFill>
              <a:latin typeface="Times New Roman" panose="02020603050405020304" pitchFamily="18" charset="0"/>
              <a:ea typeface="Helvetica Neue"/>
              <a:cs typeface="Arial" panose="020B0604020202020204" pitchFamily="34" charset="0"/>
            </a:endParaRPr>
          </a:p>
          <a:p>
            <a:pPr marL="0" indent="0" defTabSz="914400">
              <a:lnSpc>
                <a:spcPct val="100000"/>
              </a:lnSpc>
              <a:spcBef>
                <a:spcPct val="0"/>
              </a:spcBef>
              <a:buNone/>
            </a:pPr>
            <a:r>
              <a:rPr lang="en-US" altLang="en-US" dirty="0">
                <a:solidFill>
                  <a:srgbClr val="333333"/>
                </a:solidFill>
                <a:latin typeface="Times New Roman" panose="02020603050405020304" pitchFamily="18" charset="0"/>
                <a:ea typeface="inherit"/>
                <a:cs typeface="Arial" panose="020B0604020202020204" pitchFamily="34" charset="0"/>
              </a:rPr>
              <a:t>You can check it in </a:t>
            </a:r>
            <a:r>
              <a:rPr lang="en-US" altLang="en-US" dirty="0" err="1">
                <a:solidFill>
                  <a:srgbClr val="333333"/>
                </a:solidFill>
                <a:latin typeface="Times New Roman" panose="02020603050405020304" pitchFamily="18" charset="0"/>
                <a:ea typeface="inherit"/>
                <a:cs typeface="Arial" panose="020B0604020202020204" pitchFamily="34" charset="0"/>
              </a:rPr>
              <a:t>javascript</a:t>
            </a:r>
            <a:r>
              <a:rPr lang="en-US" altLang="en-US" dirty="0">
                <a:solidFill>
                  <a:srgbClr val="333333"/>
                </a:solidFill>
                <a:latin typeface="Times New Roman" panose="02020603050405020304" pitchFamily="18" charset="0"/>
                <a:ea typeface="inherit"/>
                <a:cs typeface="Arial" panose="020B0604020202020204" pitchFamily="34" charset="0"/>
              </a:rPr>
              <a:t>:</a:t>
            </a:r>
            <a:endParaRPr lang="en-US" altLang="en-US" sz="1600" dirty="0">
              <a:solidFill>
                <a:srgbClr val="333333"/>
              </a:solidFill>
              <a:latin typeface="Arial Unicode MS" panose="020B0604020202020204" pitchFamily="34" charset="-128"/>
              <a:ea typeface="Menlo"/>
              <a:cs typeface="Arial" panose="020B0604020202020204" pitchFamily="34" charset="0"/>
            </a:endParaRPr>
          </a:p>
          <a:p>
            <a:pPr marL="0" indent="0" defTabSz="914400">
              <a:lnSpc>
                <a:spcPct val="100000"/>
              </a:lnSpc>
              <a:spcBef>
                <a:spcPct val="0"/>
              </a:spcBef>
              <a:buNone/>
            </a:pPr>
            <a:r>
              <a:rPr lang="en-US" altLang="en-US" sz="1600" dirty="0">
                <a:solidFill>
                  <a:srgbClr val="333333"/>
                </a:solidFill>
                <a:latin typeface="Arial Unicode MS" panose="020B0604020202020204" pitchFamily="34" charset="-128"/>
                <a:ea typeface="Menlo"/>
                <a:cs typeface="Arial" panose="020B0604020202020204" pitchFamily="34" charset="0"/>
              </a:rPr>
              <a:t>alert(</a:t>
            </a:r>
            <a:r>
              <a:rPr lang="en-US" altLang="en-US" sz="1600" dirty="0" err="1">
                <a:solidFill>
                  <a:srgbClr val="333333"/>
                </a:solidFill>
                <a:latin typeface="Arial Unicode MS" panose="020B0604020202020204" pitchFamily="34" charset="-128"/>
                <a:ea typeface="Menlo"/>
                <a:cs typeface="Arial" panose="020B0604020202020204" pitchFamily="34" charset="0"/>
              </a:rPr>
              <a:t>checklistItem.</a:t>
            </a:r>
            <a:r>
              <a:rPr lang="en-US" altLang="en-US" sz="1400" dirty="0" err="1">
                <a:solidFill>
                  <a:srgbClr val="333333"/>
                </a:solidFill>
                <a:latin typeface="Arial Unicode MS" panose="020B0604020202020204" pitchFamily="34" charset="-128"/>
                <a:ea typeface="inherit"/>
                <a:cs typeface="Arial" panose="020B0604020202020204" pitchFamily="34" charset="0"/>
              </a:rPr>
              <a:t>value</a:t>
            </a:r>
            <a:r>
              <a:rPr lang="en-US" altLang="en-US" sz="1600" dirty="0">
                <a:solidFill>
                  <a:srgbClr val="333333"/>
                </a:solidFill>
                <a:latin typeface="Arial Unicode MS" panose="020B0604020202020204" pitchFamily="34" charset="-128"/>
                <a:ea typeface="Menlo"/>
                <a:cs typeface="Arial" panose="020B0604020202020204" pitchFamily="34" charset="0"/>
              </a:rPr>
              <a:t>); </a:t>
            </a:r>
            <a:endParaRPr lang="en-US" altLang="en-US" sz="1600" dirty="0">
              <a:solidFill>
                <a:srgbClr val="333333"/>
              </a:solidFill>
              <a:latin typeface="Times New Roman" panose="02020603050405020304" pitchFamily="18" charset="0"/>
              <a:ea typeface="Helvetica Neue"/>
              <a:cs typeface="Arial" panose="020B0604020202020204" pitchFamily="34" charset="0"/>
            </a:endParaRPr>
          </a:p>
          <a:p>
            <a:pPr marL="0" indent="0" defTabSz="914400">
              <a:lnSpc>
                <a:spcPct val="100000"/>
              </a:lnSpc>
              <a:spcBef>
                <a:spcPct val="0"/>
              </a:spcBef>
              <a:buNone/>
            </a:pPr>
            <a:r>
              <a:rPr lang="en-US" altLang="en-US" dirty="0">
                <a:solidFill>
                  <a:srgbClr val="333333"/>
                </a:solidFill>
                <a:latin typeface="Times New Roman" panose="02020603050405020304" pitchFamily="18" charset="0"/>
                <a:ea typeface="inherit"/>
                <a:cs typeface="Arial" panose="020B0604020202020204" pitchFamily="34" charset="0"/>
              </a:rPr>
              <a:t>In this case you shouldn't enter all the statement</a:t>
            </a:r>
            <a:endParaRPr lang="en-US" altLang="en-US" sz="1600" dirty="0">
              <a:solidFill>
                <a:srgbClr val="333333"/>
              </a:solidFill>
              <a:latin typeface="Arial Unicode MS" panose="020B0604020202020204" pitchFamily="34" charset="-128"/>
              <a:ea typeface="Menlo"/>
              <a:cs typeface="Arial" panose="020B0604020202020204" pitchFamily="34" charset="0"/>
            </a:endParaRPr>
          </a:p>
          <a:p>
            <a:pPr marL="0" indent="0" defTabSz="914400">
              <a:lnSpc>
                <a:spcPct val="100000"/>
              </a:lnSpc>
              <a:spcBef>
                <a:spcPct val="0"/>
              </a:spcBef>
              <a:buNone/>
            </a:pPr>
            <a:r>
              <a:rPr lang="en-US" altLang="en-US" sz="1600" dirty="0" err="1">
                <a:solidFill>
                  <a:srgbClr val="333333"/>
                </a:solidFill>
                <a:latin typeface="Arial Unicode MS" panose="020B0604020202020204" pitchFamily="34" charset="-128"/>
                <a:ea typeface="Menlo"/>
                <a:cs typeface="Arial" panose="020B0604020202020204" pitchFamily="34" charset="0"/>
              </a:rPr>
              <a:t>document.getElementById</a:t>
            </a:r>
            <a:r>
              <a:rPr lang="en-US" altLang="en-US" sz="1600" dirty="0">
                <a:solidFill>
                  <a:srgbClr val="333333"/>
                </a:solidFill>
                <a:latin typeface="Arial Unicode MS" panose="020B0604020202020204" pitchFamily="34" charset="-128"/>
                <a:ea typeface="Menlo"/>
                <a:cs typeface="Arial" panose="020B0604020202020204" pitchFamily="34" charset="0"/>
              </a:rPr>
              <a:t>(</a:t>
            </a:r>
            <a:r>
              <a:rPr lang="en-US" altLang="en-US" sz="1400" dirty="0">
                <a:solidFill>
                  <a:srgbClr val="333333"/>
                </a:solidFill>
                <a:latin typeface="Arial Unicode MS" panose="020B0604020202020204" pitchFamily="34" charset="-128"/>
                <a:ea typeface="inherit"/>
                <a:cs typeface="Arial" panose="020B0604020202020204" pitchFamily="34" charset="0"/>
              </a:rPr>
              <a:t>"</a:t>
            </a:r>
            <a:r>
              <a:rPr lang="en-US" altLang="en-US" sz="1400" dirty="0" err="1">
                <a:solidFill>
                  <a:srgbClr val="333333"/>
                </a:solidFill>
                <a:latin typeface="Arial Unicode MS" panose="020B0604020202020204" pitchFamily="34" charset="-128"/>
                <a:ea typeface="inherit"/>
                <a:cs typeface="Arial" panose="020B0604020202020204" pitchFamily="34" charset="0"/>
              </a:rPr>
              <a:t>checklistItem</a:t>
            </a:r>
            <a:r>
              <a:rPr lang="en-US" altLang="en-US" sz="1400" dirty="0">
                <a:solidFill>
                  <a:srgbClr val="333333"/>
                </a:solidFill>
                <a:latin typeface="Arial Unicode MS" panose="020B0604020202020204" pitchFamily="34" charset="-128"/>
                <a:ea typeface="inherit"/>
                <a:cs typeface="Arial" panose="020B0604020202020204" pitchFamily="34" charset="0"/>
              </a:rPr>
              <a:t>"</a:t>
            </a:r>
            <a:r>
              <a:rPr lang="en-US" altLang="en-US" sz="1600" dirty="0">
                <a:solidFill>
                  <a:srgbClr val="333333"/>
                </a:solidFill>
                <a:latin typeface="Arial Unicode MS" panose="020B0604020202020204" pitchFamily="34" charset="-128"/>
                <a:ea typeface="Menlo"/>
                <a:cs typeface="Arial" panose="020B0604020202020204" pitchFamily="34" charset="0"/>
              </a:rPr>
              <a:t>).</a:t>
            </a:r>
            <a:r>
              <a:rPr lang="en-US" altLang="en-US" sz="1400" dirty="0">
                <a:solidFill>
                  <a:srgbClr val="333333"/>
                </a:solidFill>
                <a:latin typeface="Arial Unicode MS" panose="020B0604020202020204" pitchFamily="34" charset="-128"/>
                <a:ea typeface="inherit"/>
                <a:cs typeface="Arial" panose="020B0604020202020204" pitchFamily="34" charset="0"/>
              </a:rPr>
              <a:t>value</a:t>
            </a:r>
            <a:r>
              <a:rPr lang="en-US" altLang="en-US" sz="1600" dirty="0">
                <a:solidFill>
                  <a:srgbClr val="333333"/>
                </a:solidFill>
                <a:latin typeface="Arial Unicode MS" panose="020B0604020202020204" pitchFamily="34" charset="-128"/>
                <a:ea typeface="Menlo"/>
                <a:cs typeface="Arial" panose="020B0604020202020204" pitchFamily="34" charset="0"/>
              </a:rPr>
              <a:t> </a:t>
            </a:r>
            <a:endParaRPr lang="en-US" altLang="en-US" sz="1600" dirty="0">
              <a:solidFill>
                <a:srgbClr val="333333"/>
              </a:solidFill>
              <a:latin typeface="Times New Roman" panose="02020603050405020304" pitchFamily="18" charset="0"/>
              <a:ea typeface="Helvetica Neue"/>
              <a:cs typeface="Arial" panose="020B0604020202020204" pitchFamily="34" charset="0"/>
            </a:endParaRPr>
          </a:p>
          <a:p>
            <a:pPr marL="0" indent="0" defTabSz="914400">
              <a:lnSpc>
                <a:spcPct val="100000"/>
              </a:lnSpc>
              <a:spcBef>
                <a:spcPct val="0"/>
              </a:spcBef>
              <a:buNone/>
            </a:pPr>
            <a:r>
              <a:rPr lang="en-US" altLang="en-US" dirty="0">
                <a:solidFill>
                  <a:srgbClr val="333333"/>
                </a:solidFill>
                <a:latin typeface="Times New Roman" panose="02020603050405020304" pitchFamily="18" charset="0"/>
                <a:ea typeface="inherit"/>
                <a:cs typeface="Arial" panose="020B0604020202020204" pitchFamily="34" charset="0"/>
              </a:rPr>
              <a:t>because </a:t>
            </a:r>
            <a:r>
              <a:rPr lang="en-US" altLang="en-US" b="1" dirty="0">
                <a:solidFill>
                  <a:srgbClr val="333333"/>
                </a:solidFill>
                <a:latin typeface="Times New Roman" panose="02020603050405020304" pitchFamily="18" charset="0"/>
                <a:ea typeface="Oxygen"/>
                <a:cs typeface="Arial" panose="020B0604020202020204" pitchFamily="34" charset="0"/>
              </a:rPr>
              <a:t>var </a:t>
            </a:r>
            <a:r>
              <a:rPr lang="en-US" altLang="en-US" b="1" dirty="0" err="1">
                <a:solidFill>
                  <a:srgbClr val="333333"/>
                </a:solidFill>
                <a:latin typeface="Times New Roman" panose="02020603050405020304" pitchFamily="18" charset="0"/>
                <a:ea typeface="Oxygen"/>
                <a:cs typeface="Arial" panose="020B0604020202020204" pitchFamily="34" charset="0"/>
              </a:rPr>
              <a:t>checklistItem</a:t>
            </a:r>
            <a:r>
              <a:rPr lang="en-US" altLang="en-US" dirty="0">
                <a:solidFill>
                  <a:srgbClr val="333333"/>
                </a:solidFill>
                <a:latin typeface="Times New Roman" panose="02020603050405020304" pitchFamily="18" charset="0"/>
                <a:ea typeface="inherit"/>
                <a:cs typeface="Arial" panose="020B0604020202020204" pitchFamily="34" charset="0"/>
              </a:rPr>
              <a:t> already exists !</a:t>
            </a:r>
            <a:endParaRPr lang="en-US" altLang="en-US" sz="4400" dirty="0">
              <a:solidFill>
                <a:schemeClr val="tx1"/>
              </a:solidFill>
              <a:latin typeface="Times New Roman" panose="02020603050405020304" pitchFamily="18" charset="0"/>
              <a:cs typeface="Arial" panose="020B0604020202020204" pitchFamily="34" charset="0"/>
            </a:endParaRPr>
          </a:p>
        </p:txBody>
      </p:sp>
      <p:sp>
        <p:nvSpPr>
          <p:cNvPr id="7" name="Rectangle 2">
            <a:extLst>
              <a:ext uri="{FF2B5EF4-FFF2-40B4-BE49-F238E27FC236}">
                <a16:creationId xmlns:a16="http://schemas.microsoft.com/office/drawing/2014/main" id="{B4FF4F4E-4E86-43C9-A24C-1C4F80B264CF}"/>
              </a:ext>
            </a:extLst>
          </p:cNvPr>
          <p:cNvSpPr>
            <a:spLocks noChangeArrowheads="1"/>
          </p:cNvSpPr>
          <p:nvPr/>
        </p:nvSpPr>
        <p:spPr bwMode="auto">
          <a:xfrm>
            <a:off x="152400" y="4344516"/>
            <a:ext cx="11887200" cy="216213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a:defRPr sz="2400">
                <a:solidFill>
                  <a:schemeClr val="tx1"/>
                </a:solidFill>
                <a:latin typeface="Times New Roman" panose="02020603050405020304" pitchFamily="18" charset="0"/>
                <a:cs typeface="Arial" panose="020B0604020202020204" pitchFamily="34" charset="0"/>
              </a:defRPr>
            </a:lvl1pPr>
            <a:lvl2pPr>
              <a:defRPr sz="2400">
                <a:solidFill>
                  <a:schemeClr val="tx1"/>
                </a:solidFill>
                <a:latin typeface="Times New Roman" panose="02020603050405020304" pitchFamily="18" charset="0"/>
                <a:cs typeface="Arial" panose="020B0604020202020204" pitchFamily="34" charset="0"/>
              </a:defRPr>
            </a:lvl2pPr>
            <a:lvl3pPr>
              <a:defRPr sz="2400">
                <a:solidFill>
                  <a:schemeClr val="tx1"/>
                </a:solidFill>
                <a:latin typeface="Times New Roman" panose="02020603050405020304" pitchFamily="18" charset="0"/>
                <a:cs typeface="Arial" panose="020B0604020202020204" pitchFamily="34" charset="0"/>
              </a:defRPr>
            </a:lvl3pPr>
            <a:lvl4pPr>
              <a:defRPr sz="2400">
                <a:solidFill>
                  <a:schemeClr val="tx1"/>
                </a:solidFill>
                <a:latin typeface="Times New Roman" panose="02020603050405020304" pitchFamily="18" charset="0"/>
                <a:cs typeface="Arial" panose="020B0604020202020204" pitchFamily="34" charset="0"/>
              </a:defRPr>
            </a:lvl4pPr>
            <a:lvl5pPr>
              <a:defRPr sz="2400">
                <a:solidFill>
                  <a:schemeClr val="tx1"/>
                </a:solidFill>
                <a:latin typeface="Times New Roman" panose="02020603050405020304" pitchFamily="18" charset="0"/>
                <a:cs typeface="Arial" panose="020B0604020202020204" pitchFamily="34" charset="0"/>
              </a:defRPr>
            </a:lvl5pPr>
            <a:lvl6pPr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defRPr/>
            </a:pPr>
            <a:r>
              <a:rPr lang="en-US" altLang="en-US" dirty="0">
                <a:solidFill>
                  <a:srgbClr val="333333"/>
                </a:solidFill>
                <a:ea typeface="Helvetica Neue"/>
              </a:rPr>
              <a:t>When we use </a:t>
            </a:r>
            <a:r>
              <a:rPr lang="en-US" altLang="en-US" b="1" dirty="0">
                <a:solidFill>
                  <a:srgbClr val="333333"/>
                </a:solidFill>
                <a:ea typeface="Oxygen"/>
              </a:rPr>
              <a:t>name</a:t>
            </a:r>
            <a:r>
              <a:rPr lang="en-US" altLang="en-US" dirty="0">
                <a:solidFill>
                  <a:srgbClr val="333333"/>
                </a:solidFill>
                <a:ea typeface="Helvetica Neue"/>
              </a:rPr>
              <a:t> we just add property to the object. </a:t>
            </a:r>
          </a:p>
          <a:p>
            <a:pPr>
              <a:defRPr/>
            </a:pPr>
            <a:r>
              <a:rPr lang="en-US" altLang="en-US" dirty="0">
                <a:solidFill>
                  <a:srgbClr val="333333"/>
                </a:solidFill>
                <a:ea typeface="Helvetica Neue"/>
              </a:rPr>
              <a:t>For example with </a:t>
            </a:r>
            <a:r>
              <a:rPr lang="en-US" altLang="en-US" b="1" dirty="0">
                <a:solidFill>
                  <a:srgbClr val="333333"/>
                </a:solidFill>
                <a:ea typeface="Oxygen"/>
              </a:rPr>
              <a:t>name="</a:t>
            </a:r>
            <a:r>
              <a:rPr lang="en-US" altLang="en-US" b="1" dirty="0" err="1">
                <a:solidFill>
                  <a:srgbClr val="333333"/>
                </a:solidFill>
                <a:ea typeface="Oxygen"/>
              </a:rPr>
              <a:t>checklistItem</a:t>
            </a:r>
            <a:r>
              <a:rPr lang="en-US" altLang="en-US" b="1" dirty="0">
                <a:solidFill>
                  <a:srgbClr val="333333"/>
                </a:solidFill>
                <a:ea typeface="Oxygen"/>
              </a:rPr>
              <a:t>“</a:t>
            </a:r>
          </a:p>
          <a:p>
            <a:pPr>
              <a:defRPr/>
            </a:pPr>
            <a:endParaRPr lang="en-US" altLang="en-US" sz="1400" dirty="0">
              <a:solidFill>
                <a:srgbClr val="333333"/>
              </a:solidFill>
              <a:latin typeface="Arial Unicode MS" panose="020B0604020202020204" pitchFamily="34" charset="-128"/>
              <a:ea typeface="inherit"/>
            </a:endParaRPr>
          </a:p>
          <a:p>
            <a:pPr>
              <a:defRPr/>
            </a:pPr>
            <a:r>
              <a:rPr lang="en-US" altLang="en-US" sz="1800" dirty="0">
                <a:solidFill>
                  <a:srgbClr val="333333"/>
                </a:solidFill>
                <a:latin typeface="Arial Unicode MS" panose="020B0604020202020204" pitchFamily="34" charset="-128"/>
                <a:ea typeface="inherit"/>
              </a:rPr>
              <a:t>&lt;form name="</a:t>
            </a:r>
            <a:r>
              <a:rPr lang="en-US" altLang="en-US" sz="1800" dirty="0" err="1">
                <a:solidFill>
                  <a:srgbClr val="333333"/>
                </a:solidFill>
                <a:latin typeface="Arial Unicode MS" panose="020B0604020202020204" pitchFamily="34" charset="-128"/>
                <a:ea typeface="inherit"/>
              </a:rPr>
              <a:t>myCheckListForm</a:t>
            </a:r>
            <a:r>
              <a:rPr lang="en-US" altLang="en-US" sz="1800" dirty="0">
                <a:solidFill>
                  <a:srgbClr val="333333"/>
                </a:solidFill>
                <a:latin typeface="Arial Unicode MS" panose="020B0604020202020204" pitchFamily="34" charset="-128"/>
                <a:ea typeface="inherit"/>
              </a:rPr>
              <a:t>"&gt;</a:t>
            </a:r>
            <a:r>
              <a:rPr lang="en-US" altLang="en-US" sz="2000" dirty="0">
                <a:solidFill>
                  <a:srgbClr val="333333"/>
                </a:solidFill>
                <a:latin typeface="Arial Unicode MS" panose="020B0604020202020204" pitchFamily="34" charset="-128"/>
                <a:ea typeface="Menlo"/>
              </a:rPr>
              <a:t> </a:t>
            </a:r>
            <a:r>
              <a:rPr lang="en-US" altLang="en-US" sz="1800" dirty="0">
                <a:solidFill>
                  <a:srgbClr val="333333"/>
                </a:solidFill>
                <a:latin typeface="Arial Unicode MS" panose="020B0604020202020204" pitchFamily="34" charset="-128"/>
                <a:ea typeface="inherit"/>
              </a:rPr>
              <a:t>&lt;input type="text" name="</a:t>
            </a:r>
            <a:r>
              <a:rPr lang="en-US" altLang="en-US" sz="1800" dirty="0" err="1">
                <a:solidFill>
                  <a:srgbClr val="333333"/>
                </a:solidFill>
                <a:latin typeface="Arial Unicode MS" panose="020B0604020202020204" pitchFamily="34" charset="-128"/>
                <a:ea typeface="inherit"/>
              </a:rPr>
              <a:t>checklistItem</a:t>
            </a:r>
            <a:r>
              <a:rPr lang="en-US" altLang="en-US" sz="1800" dirty="0">
                <a:solidFill>
                  <a:srgbClr val="333333"/>
                </a:solidFill>
                <a:latin typeface="Arial Unicode MS" panose="020B0604020202020204" pitchFamily="34" charset="-128"/>
                <a:ea typeface="inherit"/>
              </a:rPr>
              <a:t>" value="just a text"&gt;</a:t>
            </a:r>
            <a:r>
              <a:rPr lang="en-US" altLang="en-US" sz="2000" dirty="0">
                <a:solidFill>
                  <a:srgbClr val="333333"/>
                </a:solidFill>
                <a:latin typeface="Arial Unicode MS" panose="020B0604020202020204" pitchFamily="34" charset="-128"/>
                <a:ea typeface="Menlo"/>
              </a:rPr>
              <a:t> </a:t>
            </a:r>
            <a:r>
              <a:rPr lang="en-US" altLang="en-US" sz="1800" dirty="0">
                <a:solidFill>
                  <a:srgbClr val="333333"/>
                </a:solidFill>
                <a:latin typeface="Arial Unicode MS" panose="020B0604020202020204" pitchFamily="34" charset="-128"/>
                <a:ea typeface="inherit"/>
              </a:rPr>
              <a:t>&lt;/form&gt;</a:t>
            </a:r>
            <a:r>
              <a:rPr lang="en-US" altLang="en-US" sz="2000" dirty="0">
                <a:solidFill>
                  <a:srgbClr val="333333"/>
                </a:solidFill>
                <a:latin typeface="Arial Unicode MS" panose="020B0604020202020204" pitchFamily="34" charset="-128"/>
                <a:ea typeface="Menlo"/>
              </a:rPr>
              <a:t> </a:t>
            </a:r>
          </a:p>
          <a:p>
            <a:pPr>
              <a:defRPr/>
            </a:pPr>
            <a:endParaRPr lang="en-US" altLang="en-US" sz="1050" dirty="0"/>
          </a:p>
          <a:p>
            <a:pPr>
              <a:defRPr/>
            </a:pPr>
            <a:r>
              <a:rPr lang="en-US" altLang="en-US" dirty="0">
                <a:solidFill>
                  <a:srgbClr val="333333"/>
                </a:solidFill>
                <a:ea typeface="Helvetica Neue"/>
              </a:rPr>
              <a:t>To get value of the </a:t>
            </a:r>
            <a:r>
              <a:rPr lang="en-US" altLang="en-US" dirty="0" err="1">
                <a:solidFill>
                  <a:srgbClr val="333333"/>
                </a:solidFill>
                <a:ea typeface="Helvetica Neue"/>
              </a:rPr>
              <a:t>checklistItem</a:t>
            </a:r>
            <a:r>
              <a:rPr lang="en-US" altLang="en-US" dirty="0">
                <a:solidFill>
                  <a:srgbClr val="333333"/>
                </a:solidFill>
                <a:ea typeface="Helvetica Neue"/>
              </a:rPr>
              <a:t> we have to go through all the properties </a:t>
            </a:r>
            <a:r>
              <a:rPr lang="en-US" altLang="en-US" dirty="0" err="1">
                <a:solidFill>
                  <a:srgbClr val="333333"/>
                </a:solidFill>
                <a:ea typeface="Helvetica Neue"/>
              </a:rPr>
              <a:t>begining</a:t>
            </a:r>
            <a:r>
              <a:rPr lang="en-US" altLang="en-US" dirty="0">
                <a:solidFill>
                  <a:srgbClr val="333333"/>
                </a:solidFill>
                <a:ea typeface="Helvetica Neue"/>
              </a:rPr>
              <a:t> with document.  </a:t>
            </a:r>
            <a:r>
              <a:rPr lang="en-US" altLang="en-US" sz="2000" dirty="0" err="1">
                <a:solidFill>
                  <a:srgbClr val="333333"/>
                </a:solidFill>
                <a:latin typeface="Arial Unicode MS" panose="020B0604020202020204" pitchFamily="34" charset="-128"/>
                <a:ea typeface="Menlo"/>
              </a:rPr>
              <a:t>document.myCheckListForm.checklistItem.</a:t>
            </a:r>
            <a:r>
              <a:rPr lang="en-US" altLang="en-US" sz="1800" dirty="0" err="1">
                <a:solidFill>
                  <a:srgbClr val="333333"/>
                </a:solidFill>
                <a:latin typeface="Arial Unicode MS" panose="020B0604020202020204" pitchFamily="34" charset="-128"/>
                <a:ea typeface="inherit"/>
              </a:rPr>
              <a:t>value</a:t>
            </a:r>
            <a:r>
              <a:rPr lang="en-US" altLang="en-US" sz="1200" dirty="0"/>
              <a:t> </a:t>
            </a:r>
            <a:endParaRPr lang="en-US" altLang="en-US" sz="5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58C79D37-C690-4D9F-8BE0-0203114A89E5}"/>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The Input Element Text Box</a:t>
            </a:r>
            <a:br>
              <a:rPr lang="en-US" dirty="0">
                <a:solidFill>
                  <a:schemeClr val="tx2">
                    <a:satMod val="130000"/>
                  </a:schemeClr>
                </a:solidFill>
              </a:rPr>
            </a:br>
            <a:r>
              <a:rPr lang="en-US" dirty="0">
                <a:solidFill>
                  <a:schemeClr val="tx2">
                    <a:satMod val="130000"/>
                  </a:schemeClr>
                </a:solidFill>
              </a:rPr>
              <a:t>&lt;input&gt;  </a:t>
            </a:r>
          </a:p>
        </p:txBody>
      </p:sp>
      <p:sp>
        <p:nvSpPr>
          <p:cNvPr id="15363" name="Rectangle 3">
            <a:extLst>
              <a:ext uri="{FF2B5EF4-FFF2-40B4-BE49-F238E27FC236}">
                <a16:creationId xmlns:a16="http://schemas.microsoft.com/office/drawing/2014/main" id="{4DFF1084-ECBC-48D6-BCEC-D2A89B44F742}"/>
              </a:ext>
            </a:extLst>
          </p:cNvPr>
          <p:cNvSpPr>
            <a:spLocks noGrp="1" noChangeArrowheads="1"/>
          </p:cNvSpPr>
          <p:nvPr>
            <p:ph idx="1"/>
          </p:nvPr>
        </p:nvSpPr>
        <p:spPr>
          <a:xfrm>
            <a:off x="381000" y="1905000"/>
            <a:ext cx="10972800" cy="4191000"/>
          </a:xfrm>
        </p:spPr>
        <p:txBody>
          <a:bodyPr/>
          <a:lstStyle/>
          <a:p>
            <a:pPr marL="365125" indent="-282575" eaLnBrk="1" fontAlgn="auto" hangingPunct="1">
              <a:spcAft>
                <a:spcPts val="0"/>
              </a:spcAft>
              <a:buFont typeface="Wingdings 2" panose="05020102010507070707" pitchFamily="18" charset="2"/>
              <a:buChar char=""/>
              <a:defRPr/>
            </a:pPr>
            <a:r>
              <a:rPr lang="en-US" dirty="0"/>
              <a:t>Accepts text information</a:t>
            </a:r>
            <a:br>
              <a:rPr lang="en-US" dirty="0"/>
            </a:br>
            <a:endParaRPr lang="en-US" sz="1400" dirty="0"/>
          </a:p>
          <a:p>
            <a:pPr marL="365125" indent="-282575" eaLnBrk="1" fontAlgn="auto" hangingPunct="1">
              <a:spcAft>
                <a:spcPts val="0"/>
              </a:spcAft>
              <a:buFont typeface="Wingdings 2" panose="05020102010507070707" pitchFamily="18" charset="2"/>
              <a:buChar char=""/>
              <a:defRPr/>
            </a:pPr>
            <a:r>
              <a:rPr lang="en-US" dirty="0"/>
              <a:t>Common Attributes:</a:t>
            </a:r>
          </a:p>
          <a:p>
            <a:pPr marL="639763" lvl="1" indent="-236538" eaLnBrk="1" fontAlgn="auto" hangingPunct="1">
              <a:spcAft>
                <a:spcPts val="0"/>
              </a:spcAft>
              <a:buFont typeface="Verdana" pitchFamily="34" charset="0"/>
              <a:buChar char="◦"/>
              <a:defRPr/>
            </a:pPr>
            <a:r>
              <a:rPr lang="en-US" sz="2400" dirty="0"/>
              <a:t>type=“text”</a:t>
            </a:r>
          </a:p>
          <a:p>
            <a:pPr marL="639763" lvl="1" indent="-236538" eaLnBrk="1" fontAlgn="auto" hangingPunct="1">
              <a:spcAft>
                <a:spcPts val="0"/>
              </a:spcAft>
              <a:buFont typeface="Verdana" pitchFamily="34" charset="0"/>
              <a:buChar char="◦"/>
              <a:defRPr/>
            </a:pPr>
            <a:r>
              <a:rPr lang="en-US" sz="2400" dirty="0"/>
              <a:t>name</a:t>
            </a:r>
          </a:p>
          <a:p>
            <a:pPr marL="639763" lvl="1" indent="-236538" eaLnBrk="1" fontAlgn="auto" hangingPunct="1">
              <a:spcAft>
                <a:spcPts val="0"/>
              </a:spcAft>
              <a:buFont typeface="Verdana" pitchFamily="34" charset="0"/>
              <a:buChar char="◦"/>
              <a:defRPr/>
            </a:pPr>
            <a:r>
              <a:rPr lang="en-US" sz="2400" dirty="0"/>
              <a:t>id</a:t>
            </a:r>
          </a:p>
          <a:p>
            <a:pPr marL="639763" lvl="1" indent="-236538" eaLnBrk="1" fontAlgn="auto" hangingPunct="1">
              <a:spcAft>
                <a:spcPts val="0"/>
              </a:spcAft>
              <a:buFont typeface="Verdana" pitchFamily="34" charset="0"/>
              <a:buChar char="◦"/>
              <a:defRPr/>
            </a:pPr>
            <a:r>
              <a:rPr lang="en-US" sz="2400" dirty="0"/>
              <a:t>size</a:t>
            </a:r>
          </a:p>
          <a:p>
            <a:pPr marL="639763" lvl="1" indent="-236538" eaLnBrk="1" fontAlgn="auto" hangingPunct="1">
              <a:spcAft>
                <a:spcPts val="0"/>
              </a:spcAft>
              <a:buFont typeface="Verdana" pitchFamily="34" charset="0"/>
              <a:buChar char="◦"/>
              <a:defRPr/>
            </a:pPr>
            <a:r>
              <a:rPr lang="en-US" sz="2400" dirty="0" err="1"/>
              <a:t>maxlength</a:t>
            </a:r>
            <a:endParaRPr lang="en-US" sz="2400" dirty="0"/>
          </a:p>
          <a:p>
            <a:pPr marL="639763" lvl="1" indent="-236538" eaLnBrk="1" fontAlgn="auto" hangingPunct="1">
              <a:spcAft>
                <a:spcPts val="0"/>
              </a:spcAft>
              <a:buFont typeface="Verdana" pitchFamily="34" charset="0"/>
              <a:buChar char="◦"/>
              <a:defRPr/>
            </a:pPr>
            <a:r>
              <a:rPr lang="en-US" sz="2400" dirty="0"/>
              <a:t>value</a:t>
            </a:r>
          </a:p>
          <a:p>
            <a:pPr marL="640080" lvl="1" indent="-237744" eaLnBrk="1" fontAlgn="auto" hangingPunct="1">
              <a:spcAft>
                <a:spcPts val="0"/>
              </a:spcAft>
              <a:buFont typeface="Verdana"/>
              <a:buChar char="◦"/>
              <a:defRPr/>
            </a:pPr>
            <a:r>
              <a:rPr lang="en-US" sz="2400" dirty="0"/>
              <a:t>required (HTML5)</a:t>
            </a:r>
          </a:p>
          <a:p>
            <a:pPr marL="640080" lvl="1" indent="-237744" eaLnBrk="1" fontAlgn="auto" hangingPunct="1">
              <a:spcAft>
                <a:spcPts val="0"/>
              </a:spcAft>
              <a:buFont typeface="Verdana"/>
              <a:buChar char="◦"/>
              <a:defRPr/>
            </a:pPr>
            <a:r>
              <a:rPr lang="en-US" sz="2400" dirty="0"/>
              <a:t>placeholder (HTML5)</a:t>
            </a:r>
          </a:p>
          <a:p>
            <a:pPr marL="639763" lvl="1" indent="-236538" eaLnBrk="1" fontAlgn="auto" hangingPunct="1">
              <a:spcAft>
                <a:spcPts val="0"/>
              </a:spcAft>
              <a:buFont typeface="Verdana" pitchFamily="34" charset="0"/>
              <a:buChar char="◦"/>
              <a:defRPr/>
            </a:pPr>
            <a:endParaRPr lang="en-US" sz="2400" dirty="0"/>
          </a:p>
        </p:txBody>
      </p:sp>
      <p:sp>
        <p:nvSpPr>
          <p:cNvPr id="20484" name="Slide Number Placeholder 5">
            <a:extLst>
              <a:ext uri="{FF2B5EF4-FFF2-40B4-BE49-F238E27FC236}">
                <a16:creationId xmlns:a16="http://schemas.microsoft.com/office/drawing/2014/main" id="{42E05147-2651-4F45-BBED-A05FBF89C1D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407CE743-9D2A-4E69-A6B2-2F72C61904DD}" type="slidenum">
              <a:rPr lang="en-US" altLang="en-US" sz="1200"/>
              <a:pPr/>
              <a:t>11</a:t>
            </a:fld>
            <a:endParaRPr lang="en-US" altLang="en-US" sz="1200"/>
          </a:p>
        </p:txBody>
      </p:sp>
      <p:sp>
        <p:nvSpPr>
          <p:cNvPr id="20485" name="Rectangle 5">
            <a:extLst>
              <a:ext uri="{FF2B5EF4-FFF2-40B4-BE49-F238E27FC236}">
                <a16:creationId xmlns:a16="http://schemas.microsoft.com/office/drawing/2014/main" id="{91204CBF-2515-4A69-BF8F-6B0BB76D8D0A}"/>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20486" name="Picture 4" descr="figure5_12">
            <a:extLst>
              <a:ext uri="{FF2B5EF4-FFF2-40B4-BE49-F238E27FC236}">
                <a16:creationId xmlns:a16="http://schemas.microsoft.com/office/drawing/2014/main" id="{5874FC35-CC1A-4CAE-BCF5-23CB811C67E3}"/>
              </a:ext>
            </a:extLst>
          </p:cNvPr>
          <p:cNvPicPr>
            <a:picLocks noChangeAspect="1" noChangeArrowheads="1"/>
          </p:cNvPicPr>
          <p:nvPr/>
        </p:nvPicPr>
        <p:blipFill>
          <a:blip r:embed="rId3" cstate="print"/>
          <a:srcRect/>
          <a:stretch>
            <a:fillRect/>
          </a:stretch>
        </p:blipFill>
        <p:spPr bwMode="auto">
          <a:xfrm>
            <a:off x="5638800" y="3505201"/>
            <a:ext cx="5029200" cy="1660525"/>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20487" name="Footer Placeholder 1">
            <a:extLst>
              <a:ext uri="{FF2B5EF4-FFF2-40B4-BE49-F238E27FC236}">
                <a16:creationId xmlns:a16="http://schemas.microsoft.com/office/drawing/2014/main" id="{7A6573DE-4167-4526-9D8F-8F24FE765BAE}"/>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19F9F683-444D-4093-A6AC-DD0EAA51694E}"/>
              </a:ext>
            </a:extLst>
          </p:cNvPr>
          <p:cNvSpPr>
            <a:spLocks noGrp="1" noChangeArrowheads="1"/>
          </p:cNvSpPr>
          <p:nvPr>
            <p:ph type="title"/>
          </p:nvPr>
        </p:nvSpPr>
        <p:spPr>
          <a:xfrm>
            <a:off x="1828801" y="304800"/>
            <a:ext cx="8564563" cy="1143000"/>
          </a:xfrm>
        </p:spPr>
        <p:txBody>
          <a:bodyPr>
            <a:normAutofit fontScale="90000"/>
          </a:bodyPr>
          <a:lstStyle/>
          <a:p>
            <a:pPr algn="r" eaLnBrk="1" fontAlgn="auto" hangingPunct="1">
              <a:spcAft>
                <a:spcPts val="0"/>
              </a:spcAft>
              <a:defRPr/>
            </a:pPr>
            <a:r>
              <a:rPr lang="en-US" dirty="0">
                <a:solidFill>
                  <a:schemeClr val="tx2">
                    <a:satMod val="130000"/>
                  </a:schemeClr>
                </a:solidFill>
              </a:rPr>
              <a:t>The Input Element Password Box</a:t>
            </a:r>
            <a:br>
              <a:rPr lang="en-US" dirty="0">
                <a:solidFill>
                  <a:schemeClr val="tx2">
                    <a:satMod val="130000"/>
                  </a:schemeClr>
                </a:solidFill>
              </a:rPr>
            </a:br>
            <a:r>
              <a:rPr lang="en-US" dirty="0">
                <a:solidFill>
                  <a:schemeClr val="tx2">
                    <a:satMod val="130000"/>
                  </a:schemeClr>
                </a:solidFill>
              </a:rPr>
              <a:t>&lt;input&gt; </a:t>
            </a:r>
          </a:p>
        </p:txBody>
      </p:sp>
      <p:sp>
        <p:nvSpPr>
          <p:cNvPr id="22532" name="Rectangle 3">
            <a:extLst>
              <a:ext uri="{FF2B5EF4-FFF2-40B4-BE49-F238E27FC236}">
                <a16:creationId xmlns:a16="http://schemas.microsoft.com/office/drawing/2014/main" id="{D717A8E7-2B1B-484C-A35F-5B78B7ADC825}"/>
              </a:ext>
            </a:extLst>
          </p:cNvPr>
          <p:cNvSpPr>
            <a:spLocks noGrp="1" noChangeArrowheads="1"/>
          </p:cNvSpPr>
          <p:nvPr>
            <p:ph idx="1"/>
          </p:nvPr>
        </p:nvSpPr>
        <p:spPr>
          <a:xfrm>
            <a:off x="2438400" y="1676400"/>
            <a:ext cx="7239000" cy="4648200"/>
          </a:xfrm>
        </p:spPr>
        <p:txBody>
          <a:bodyPr/>
          <a:lstStyle/>
          <a:p>
            <a:pPr marL="365760" indent="-283464" eaLnBrk="1" fontAlgn="auto" hangingPunct="1">
              <a:spcAft>
                <a:spcPts val="0"/>
              </a:spcAft>
              <a:buFont typeface="Wingdings 2"/>
              <a:buChar char=""/>
              <a:defRPr/>
            </a:pPr>
            <a:r>
              <a:rPr lang="en-US" dirty="0"/>
              <a:t>Accepts text information that needs to be hidden as it is entered</a:t>
            </a:r>
            <a:br>
              <a:rPr lang="en-US" dirty="0"/>
            </a:br>
            <a:endParaRPr lang="en-US" dirty="0"/>
          </a:p>
          <a:p>
            <a:pPr marL="365760" indent="-283464" eaLnBrk="1" fontAlgn="auto" hangingPunct="1">
              <a:spcAft>
                <a:spcPts val="0"/>
              </a:spcAft>
              <a:buFont typeface="Wingdings 2"/>
              <a:buChar char=""/>
              <a:defRPr/>
            </a:pPr>
            <a:r>
              <a:rPr lang="en-US" dirty="0"/>
              <a:t>Common Attributes:</a:t>
            </a:r>
          </a:p>
          <a:p>
            <a:pPr marL="640080" lvl="1" indent="-237744" eaLnBrk="1" fontAlgn="auto" hangingPunct="1">
              <a:spcAft>
                <a:spcPts val="0"/>
              </a:spcAft>
              <a:buFont typeface="Verdana"/>
              <a:buChar char="◦"/>
              <a:defRPr/>
            </a:pPr>
            <a:r>
              <a:rPr lang="en-US" sz="2400" dirty="0"/>
              <a:t>type=“password”</a:t>
            </a:r>
          </a:p>
          <a:p>
            <a:pPr marL="640080" lvl="1" indent="-237744" eaLnBrk="1" fontAlgn="auto" hangingPunct="1">
              <a:spcAft>
                <a:spcPts val="0"/>
              </a:spcAft>
              <a:buFont typeface="Verdana"/>
              <a:buChar char="◦"/>
              <a:defRPr/>
            </a:pPr>
            <a:r>
              <a:rPr lang="en-US" sz="2400" dirty="0"/>
              <a:t>name</a:t>
            </a:r>
          </a:p>
          <a:p>
            <a:pPr marL="640080" lvl="1" indent="-237744" eaLnBrk="1" fontAlgn="auto" hangingPunct="1">
              <a:spcAft>
                <a:spcPts val="0"/>
              </a:spcAft>
              <a:buFont typeface="Verdana"/>
              <a:buChar char="◦"/>
              <a:defRPr/>
            </a:pPr>
            <a:r>
              <a:rPr lang="en-US" sz="2400" dirty="0"/>
              <a:t>id</a:t>
            </a:r>
          </a:p>
          <a:p>
            <a:pPr marL="640080" lvl="1" indent="-237744" eaLnBrk="1" fontAlgn="auto" hangingPunct="1">
              <a:spcAft>
                <a:spcPts val="0"/>
              </a:spcAft>
              <a:buFont typeface="Verdana"/>
              <a:buChar char="◦"/>
              <a:defRPr/>
            </a:pPr>
            <a:r>
              <a:rPr lang="en-US" sz="2400" dirty="0"/>
              <a:t>size</a:t>
            </a:r>
          </a:p>
          <a:p>
            <a:pPr marL="640080" lvl="1" indent="-237744" eaLnBrk="1" fontAlgn="auto" hangingPunct="1">
              <a:spcAft>
                <a:spcPts val="0"/>
              </a:spcAft>
              <a:buFont typeface="Verdana"/>
              <a:buChar char="◦"/>
              <a:defRPr/>
            </a:pPr>
            <a:r>
              <a:rPr lang="en-US" sz="2400" dirty="0" err="1"/>
              <a:t>maxlength</a:t>
            </a:r>
            <a:endParaRPr lang="en-US" sz="2400" dirty="0"/>
          </a:p>
          <a:p>
            <a:pPr marL="640080" lvl="1" indent="-237744" eaLnBrk="1" fontAlgn="auto" hangingPunct="1">
              <a:spcAft>
                <a:spcPts val="0"/>
              </a:spcAft>
              <a:buFont typeface="Verdana"/>
              <a:buChar char="◦"/>
              <a:defRPr/>
            </a:pPr>
            <a:r>
              <a:rPr lang="en-US" sz="2400" dirty="0"/>
              <a:t>value</a:t>
            </a:r>
          </a:p>
          <a:p>
            <a:pPr marL="640080" lvl="1" indent="-237744" eaLnBrk="1" fontAlgn="auto" hangingPunct="1">
              <a:spcAft>
                <a:spcPts val="0"/>
              </a:spcAft>
              <a:buFont typeface="Verdana"/>
              <a:buChar char="◦"/>
              <a:defRPr/>
            </a:pPr>
            <a:r>
              <a:rPr lang="en-US" sz="2400" dirty="0"/>
              <a:t>required (HTML5)</a:t>
            </a:r>
          </a:p>
          <a:p>
            <a:pPr marL="640080" lvl="1" indent="-237744" eaLnBrk="1" fontAlgn="auto" hangingPunct="1">
              <a:spcAft>
                <a:spcPts val="0"/>
              </a:spcAft>
              <a:buFont typeface="Verdana"/>
              <a:buChar char="◦"/>
              <a:defRPr/>
            </a:pPr>
            <a:r>
              <a:rPr lang="en-US" sz="2400" dirty="0"/>
              <a:t>placeholder (HTML5)</a:t>
            </a:r>
          </a:p>
        </p:txBody>
      </p:sp>
      <p:sp>
        <p:nvSpPr>
          <p:cNvPr id="2" name="Slide Number Placeholder 5">
            <a:extLst>
              <a:ext uri="{FF2B5EF4-FFF2-40B4-BE49-F238E27FC236}">
                <a16:creationId xmlns:a16="http://schemas.microsoft.com/office/drawing/2014/main" id="{F18825D3-EB6B-43B0-8731-BC2BF3065B5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540A0367-7FEA-4F2B-B58D-05E822B812BA}" type="slidenum">
              <a:rPr lang="en-US" altLang="en-US" sz="1200"/>
              <a:pPr/>
              <a:t>12</a:t>
            </a:fld>
            <a:endParaRPr lang="en-US" altLang="en-US" sz="1200"/>
          </a:p>
        </p:txBody>
      </p:sp>
      <p:sp>
        <p:nvSpPr>
          <p:cNvPr id="22533" name="Rectangle 4">
            <a:extLst>
              <a:ext uri="{FF2B5EF4-FFF2-40B4-BE49-F238E27FC236}">
                <a16:creationId xmlns:a16="http://schemas.microsoft.com/office/drawing/2014/main" id="{7F652C24-E7A6-4C59-A7BA-D9736FA9DC2A}"/>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2534" name="Rectangle 7">
            <a:extLst>
              <a:ext uri="{FF2B5EF4-FFF2-40B4-BE49-F238E27FC236}">
                <a16:creationId xmlns:a16="http://schemas.microsoft.com/office/drawing/2014/main" id="{671B944C-AFF9-42C8-8B9D-B448775626F1}"/>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21511" name="Picture 6">
            <a:extLst>
              <a:ext uri="{FF2B5EF4-FFF2-40B4-BE49-F238E27FC236}">
                <a16:creationId xmlns:a16="http://schemas.microsoft.com/office/drawing/2014/main" id="{D1A00C89-4426-4B9C-BABE-A4DCD0196D69}"/>
              </a:ext>
            </a:extLst>
          </p:cNvPr>
          <p:cNvPicPr>
            <a:picLocks noChangeAspect="1" noChangeArrowheads="1"/>
          </p:cNvPicPr>
          <p:nvPr/>
        </p:nvPicPr>
        <p:blipFill>
          <a:blip r:embed="rId3" cstate="print"/>
          <a:srcRect/>
          <a:stretch>
            <a:fillRect/>
          </a:stretch>
        </p:blipFill>
        <p:spPr bwMode="auto">
          <a:xfrm>
            <a:off x="6172200" y="3505200"/>
            <a:ext cx="4191000" cy="1492250"/>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22536" name="Footer Placeholder 2">
            <a:extLst>
              <a:ext uri="{FF2B5EF4-FFF2-40B4-BE49-F238E27FC236}">
                <a16:creationId xmlns:a16="http://schemas.microsoft.com/office/drawing/2014/main" id="{B88A2476-CCD9-411F-A972-677812394DCD}"/>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AF455553-3401-4F10-B697-ED0D374438B8}"/>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The Input Element Check box</a:t>
            </a:r>
            <a:br>
              <a:rPr lang="en-US" dirty="0">
                <a:solidFill>
                  <a:schemeClr val="tx2">
                    <a:satMod val="130000"/>
                  </a:schemeClr>
                </a:solidFill>
              </a:rPr>
            </a:br>
            <a:r>
              <a:rPr lang="en-US" dirty="0">
                <a:solidFill>
                  <a:schemeClr val="tx2">
                    <a:satMod val="130000"/>
                  </a:schemeClr>
                </a:solidFill>
              </a:rPr>
              <a:t>&lt;input&gt;</a:t>
            </a:r>
          </a:p>
        </p:txBody>
      </p:sp>
      <p:sp>
        <p:nvSpPr>
          <p:cNvPr id="23556" name="Rectangle 3">
            <a:extLst>
              <a:ext uri="{FF2B5EF4-FFF2-40B4-BE49-F238E27FC236}">
                <a16:creationId xmlns:a16="http://schemas.microsoft.com/office/drawing/2014/main" id="{35587935-2E1E-4397-A9A3-1CBAA1F74E41}"/>
              </a:ext>
            </a:extLst>
          </p:cNvPr>
          <p:cNvSpPr>
            <a:spLocks noGrp="1" noChangeArrowheads="1"/>
          </p:cNvSpPr>
          <p:nvPr>
            <p:ph idx="1"/>
          </p:nvPr>
        </p:nvSpPr>
        <p:spPr>
          <a:xfrm>
            <a:off x="2209800" y="1676400"/>
            <a:ext cx="7315200" cy="4191000"/>
          </a:xfrm>
        </p:spPr>
        <p:txBody>
          <a:bodyPr/>
          <a:lstStyle/>
          <a:p>
            <a:pPr marL="365760" indent="-283464" eaLnBrk="1" fontAlgn="auto" hangingPunct="1">
              <a:spcAft>
                <a:spcPts val="0"/>
              </a:spcAft>
              <a:buFont typeface="Wingdings 2"/>
              <a:buChar char=""/>
              <a:defRPr/>
            </a:pPr>
            <a:r>
              <a:rPr lang="en-US" dirty="0"/>
              <a:t>Allows the user to select one or more of a group of predetermined items</a:t>
            </a:r>
          </a:p>
          <a:p>
            <a:pPr marL="365760" indent="-283464" eaLnBrk="1" fontAlgn="auto" hangingPunct="1">
              <a:spcAft>
                <a:spcPts val="0"/>
              </a:spcAft>
              <a:buFont typeface="Wingdings 2"/>
              <a:buChar char=""/>
              <a:defRPr/>
            </a:pPr>
            <a:endParaRPr lang="en-US" dirty="0"/>
          </a:p>
          <a:p>
            <a:pPr marL="365760" indent="-283464" eaLnBrk="1" fontAlgn="auto" hangingPunct="1">
              <a:spcAft>
                <a:spcPts val="0"/>
              </a:spcAft>
              <a:buFont typeface="Wingdings 2"/>
              <a:buChar char=""/>
              <a:defRPr/>
            </a:pPr>
            <a:r>
              <a:rPr lang="en-US" dirty="0"/>
              <a:t>Common Attributes:</a:t>
            </a:r>
          </a:p>
          <a:p>
            <a:pPr marL="640080" lvl="1" indent="-237744" eaLnBrk="1" fontAlgn="auto" hangingPunct="1">
              <a:spcAft>
                <a:spcPts val="0"/>
              </a:spcAft>
              <a:buFont typeface="Verdana"/>
              <a:buChar char="◦"/>
              <a:defRPr/>
            </a:pPr>
            <a:r>
              <a:rPr lang="en-US" sz="2400" dirty="0"/>
              <a:t>type=“checkbox”</a:t>
            </a:r>
          </a:p>
          <a:p>
            <a:pPr marL="640080" lvl="1" indent="-237744" eaLnBrk="1" fontAlgn="auto" hangingPunct="1">
              <a:spcAft>
                <a:spcPts val="0"/>
              </a:spcAft>
              <a:buFont typeface="Verdana"/>
              <a:buChar char="◦"/>
              <a:defRPr/>
            </a:pPr>
            <a:r>
              <a:rPr lang="en-US" sz="2400" dirty="0"/>
              <a:t>name</a:t>
            </a:r>
          </a:p>
          <a:p>
            <a:pPr marL="640080" lvl="1" indent="-237744" eaLnBrk="1" fontAlgn="auto" hangingPunct="1">
              <a:spcAft>
                <a:spcPts val="0"/>
              </a:spcAft>
              <a:buFont typeface="Verdana"/>
              <a:buChar char="◦"/>
              <a:defRPr/>
            </a:pPr>
            <a:r>
              <a:rPr lang="en-US" sz="2400" dirty="0"/>
              <a:t>id</a:t>
            </a:r>
          </a:p>
          <a:p>
            <a:pPr marL="640080" lvl="1" indent="-237744" eaLnBrk="1" fontAlgn="auto" hangingPunct="1">
              <a:spcAft>
                <a:spcPts val="0"/>
              </a:spcAft>
              <a:buFont typeface="Verdana"/>
              <a:buChar char="◦"/>
              <a:defRPr/>
            </a:pPr>
            <a:r>
              <a:rPr lang="en-US" sz="2400" dirty="0"/>
              <a:t>checked</a:t>
            </a:r>
          </a:p>
          <a:p>
            <a:pPr marL="640080" lvl="1" indent="-237744" eaLnBrk="1" fontAlgn="auto" hangingPunct="1">
              <a:spcAft>
                <a:spcPts val="0"/>
              </a:spcAft>
              <a:buFont typeface="Verdana"/>
              <a:buChar char="◦"/>
              <a:defRPr/>
            </a:pPr>
            <a:r>
              <a:rPr lang="en-US" sz="2400" dirty="0"/>
              <a:t>value</a:t>
            </a:r>
          </a:p>
        </p:txBody>
      </p:sp>
      <p:sp>
        <p:nvSpPr>
          <p:cNvPr id="24580" name="Slide Number Placeholder 5">
            <a:extLst>
              <a:ext uri="{FF2B5EF4-FFF2-40B4-BE49-F238E27FC236}">
                <a16:creationId xmlns:a16="http://schemas.microsoft.com/office/drawing/2014/main" id="{F848E0B8-73EA-4794-B824-3CFF910A3A7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FF52AE67-CFDB-482F-84BB-0EBC17E37B68}" type="slidenum">
              <a:rPr lang="en-US" altLang="en-US" sz="1200"/>
              <a:pPr/>
              <a:t>13</a:t>
            </a:fld>
            <a:endParaRPr lang="en-US" altLang="en-US" sz="1200"/>
          </a:p>
        </p:txBody>
      </p:sp>
      <p:sp>
        <p:nvSpPr>
          <p:cNvPr id="24581" name="Rectangle 4">
            <a:extLst>
              <a:ext uri="{FF2B5EF4-FFF2-40B4-BE49-F238E27FC236}">
                <a16:creationId xmlns:a16="http://schemas.microsoft.com/office/drawing/2014/main" id="{7E6EC488-BED2-4D41-850A-91A651A92E1A}"/>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4582" name="Rectangle 5">
            <a:extLst>
              <a:ext uri="{FF2B5EF4-FFF2-40B4-BE49-F238E27FC236}">
                <a16:creationId xmlns:a16="http://schemas.microsoft.com/office/drawing/2014/main" id="{6C02424A-25C3-4804-B1AD-DC7E3240B346}"/>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4583" name="Rectangle 8">
            <a:extLst>
              <a:ext uri="{FF2B5EF4-FFF2-40B4-BE49-F238E27FC236}">
                <a16:creationId xmlns:a16="http://schemas.microsoft.com/office/drawing/2014/main" id="{7EDF6808-06DC-40BE-A523-0337CA26B5E1}"/>
              </a:ext>
            </a:extLst>
          </p:cNvPr>
          <p:cNvSpPr>
            <a:spLocks noChangeArrowheads="1"/>
          </p:cNvSpPr>
          <p:nvPr/>
        </p:nvSpPr>
        <p:spPr bwMode="auto">
          <a:xfrm>
            <a:off x="5138738" y="284321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24584" name="Picture 9">
            <a:extLst>
              <a:ext uri="{FF2B5EF4-FFF2-40B4-BE49-F238E27FC236}">
                <a16:creationId xmlns:a16="http://schemas.microsoft.com/office/drawing/2014/main" id="{998762EE-E037-477F-A268-6509480C1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1" y="3962400"/>
            <a:ext cx="2703513" cy="186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5" name="Footer Placeholder 1">
            <a:extLst>
              <a:ext uri="{FF2B5EF4-FFF2-40B4-BE49-F238E27FC236}">
                <a16:creationId xmlns:a16="http://schemas.microsoft.com/office/drawing/2014/main" id="{34362BB4-B656-4731-A7C0-5142C6EB2075}"/>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43B5497C-0E67-4A70-80EE-4FC42E3BE361}"/>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The Input Element Radio Button</a:t>
            </a:r>
            <a:br>
              <a:rPr lang="en-US" dirty="0">
                <a:solidFill>
                  <a:schemeClr val="tx2">
                    <a:satMod val="130000"/>
                  </a:schemeClr>
                </a:solidFill>
              </a:rPr>
            </a:br>
            <a:r>
              <a:rPr lang="en-US" dirty="0">
                <a:solidFill>
                  <a:schemeClr val="tx2">
                    <a:satMod val="130000"/>
                  </a:schemeClr>
                </a:solidFill>
              </a:rPr>
              <a:t>&lt;input&gt;</a:t>
            </a:r>
          </a:p>
        </p:txBody>
      </p:sp>
      <p:sp>
        <p:nvSpPr>
          <p:cNvPr id="17411" name="Rectangle 3">
            <a:extLst>
              <a:ext uri="{FF2B5EF4-FFF2-40B4-BE49-F238E27FC236}">
                <a16:creationId xmlns:a16="http://schemas.microsoft.com/office/drawing/2014/main" id="{C6D5B54F-3276-4CCA-821D-8F208AD1DEDB}"/>
              </a:ext>
            </a:extLst>
          </p:cNvPr>
          <p:cNvSpPr>
            <a:spLocks noGrp="1" noChangeArrowheads="1"/>
          </p:cNvSpPr>
          <p:nvPr>
            <p:ph idx="1"/>
          </p:nvPr>
        </p:nvSpPr>
        <p:spPr>
          <a:xfrm>
            <a:off x="1911350" y="1524000"/>
            <a:ext cx="7696200" cy="4191000"/>
          </a:xfrm>
        </p:spPr>
        <p:txBody>
          <a:bodyPr>
            <a:normAutofit fontScale="92500" lnSpcReduction="10000"/>
          </a:bodyPr>
          <a:lstStyle/>
          <a:p>
            <a:pPr marL="365125" indent="-282575" eaLnBrk="1" fontAlgn="auto" hangingPunct="1">
              <a:spcAft>
                <a:spcPts val="0"/>
              </a:spcAft>
              <a:buFont typeface="Wingdings 2" panose="05020102010507070707" pitchFamily="18" charset="2"/>
              <a:buChar char=""/>
              <a:defRPr/>
            </a:pPr>
            <a:r>
              <a:rPr lang="en-US" altLang="en-US" sz="2800"/>
              <a:t>Allows the user to select exactly one from a group of predetermined items</a:t>
            </a:r>
            <a:br>
              <a:rPr lang="en-US" altLang="en-US" sz="2800"/>
            </a:br>
            <a:endParaRPr lang="en-US" altLang="en-US" sz="2800"/>
          </a:p>
          <a:p>
            <a:pPr marL="365125" indent="-282575" eaLnBrk="1" fontAlgn="auto" hangingPunct="1">
              <a:spcAft>
                <a:spcPts val="0"/>
              </a:spcAft>
              <a:buFont typeface="Wingdings 2" panose="05020102010507070707" pitchFamily="18" charset="2"/>
              <a:buChar char=""/>
              <a:defRPr/>
            </a:pPr>
            <a:r>
              <a:rPr lang="en-US" altLang="en-US" sz="2800"/>
              <a:t>Each radio button in a group is given the same name and a unique value</a:t>
            </a:r>
          </a:p>
          <a:p>
            <a:pPr marL="365125" indent="-282575" eaLnBrk="1" fontAlgn="auto" hangingPunct="1">
              <a:spcAft>
                <a:spcPts val="0"/>
              </a:spcAft>
              <a:buFont typeface="Wingdings 2" panose="05020102010507070707" pitchFamily="18" charset="2"/>
              <a:buChar char=""/>
              <a:defRPr/>
            </a:pPr>
            <a:endParaRPr lang="en-US" altLang="en-US" sz="2800"/>
          </a:p>
          <a:p>
            <a:pPr marL="365125" indent="-282575" eaLnBrk="1" fontAlgn="auto" hangingPunct="1">
              <a:spcAft>
                <a:spcPts val="0"/>
              </a:spcAft>
              <a:buFont typeface="Wingdings 2" panose="05020102010507070707" pitchFamily="18" charset="2"/>
              <a:buChar char=""/>
              <a:defRPr/>
            </a:pPr>
            <a:r>
              <a:rPr lang="en-US" altLang="en-US" sz="2800"/>
              <a:t>Comon Attributes:</a:t>
            </a:r>
          </a:p>
          <a:p>
            <a:pPr marL="639763" lvl="1" indent="-236538" eaLnBrk="1" fontAlgn="auto" hangingPunct="1">
              <a:spcAft>
                <a:spcPts val="0"/>
              </a:spcAft>
              <a:buFont typeface="Verdana" panose="020B0604030504040204" pitchFamily="34" charset="0"/>
              <a:buChar char="◦"/>
              <a:defRPr/>
            </a:pPr>
            <a:r>
              <a:rPr lang="en-US" altLang="en-US"/>
              <a:t>type=“radio”</a:t>
            </a:r>
          </a:p>
          <a:p>
            <a:pPr marL="639763" lvl="1" indent="-236538" eaLnBrk="1" fontAlgn="auto" hangingPunct="1">
              <a:spcAft>
                <a:spcPts val="0"/>
              </a:spcAft>
              <a:buFont typeface="Verdana" panose="020B0604030504040204" pitchFamily="34" charset="0"/>
              <a:buChar char="◦"/>
              <a:defRPr/>
            </a:pPr>
            <a:r>
              <a:rPr lang="en-US" altLang="en-US"/>
              <a:t>name</a:t>
            </a:r>
          </a:p>
          <a:p>
            <a:pPr marL="639763" lvl="1" indent="-236538" eaLnBrk="1" fontAlgn="auto" hangingPunct="1">
              <a:spcAft>
                <a:spcPts val="0"/>
              </a:spcAft>
              <a:buFont typeface="Verdana" panose="020B0604030504040204" pitchFamily="34" charset="0"/>
              <a:buChar char="◦"/>
              <a:defRPr/>
            </a:pPr>
            <a:r>
              <a:rPr lang="en-US" altLang="en-US"/>
              <a:t>id</a:t>
            </a:r>
          </a:p>
          <a:p>
            <a:pPr marL="639763" lvl="1" indent="-236538" eaLnBrk="1" fontAlgn="auto" hangingPunct="1">
              <a:spcAft>
                <a:spcPts val="0"/>
              </a:spcAft>
              <a:buFont typeface="Verdana" panose="020B0604030504040204" pitchFamily="34" charset="0"/>
              <a:buChar char="◦"/>
              <a:defRPr/>
            </a:pPr>
            <a:r>
              <a:rPr lang="en-US" altLang="en-US"/>
              <a:t>checked</a:t>
            </a:r>
          </a:p>
          <a:p>
            <a:pPr marL="639763" lvl="1" indent="-236538" eaLnBrk="1" fontAlgn="auto" hangingPunct="1">
              <a:spcAft>
                <a:spcPts val="0"/>
              </a:spcAft>
              <a:buFont typeface="Verdana" panose="020B0604030504040204" pitchFamily="34" charset="0"/>
              <a:buChar char="◦"/>
              <a:defRPr/>
            </a:pPr>
            <a:r>
              <a:rPr lang="en-US" altLang="en-US"/>
              <a:t>value</a:t>
            </a:r>
          </a:p>
        </p:txBody>
      </p:sp>
      <p:sp>
        <p:nvSpPr>
          <p:cNvPr id="26628" name="Slide Number Placeholder 5">
            <a:extLst>
              <a:ext uri="{FF2B5EF4-FFF2-40B4-BE49-F238E27FC236}">
                <a16:creationId xmlns:a16="http://schemas.microsoft.com/office/drawing/2014/main" id="{6742532D-ECFA-4FD5-B19F-D7344023525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1BBF303F-2565-43DF-B191-ED37C0F1EBAF}" type="slidenum">
              <a:rPr lang="en-US" altLang="en-US" sz="1200"/>
              <a:pPr/>
              <a:t>14</a:t>
            </a:fld>
            <a:endParaRPr lang="en-US" altLang="en-US" sz="1200"/>
          </a:p>
        </p:txBody>
      </p:sp>
      <p:sp>
        <p:nvSpPr>
          <p:cNvPr id="26629" name="Rectangle 4">
            <a:extLst>
              <a:ext uri="{FF2B5EF4-FFF2-40B4-BE49-F238E27FC236}">
                <a16:creationId xmlns:a16="http://schemas.microsoft.com/office/drawing/2014/main" id="{6FADCB45-5A1A-4882-934F-711B8FF37129}"/>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6630" name="Rectangle 5">
            <a:extLst>
              <a:ext uri="{FF2B5EF4-FFF2-40B4-BE49-F238E27FC236}">
                <a16:creationId xmlns:a16="http://schemas.microsoft.com/office/drawing/2014/main" id="{FA36BDB5-82DA-40D7-B831-AA5A97146CD6}"/>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6631" name="Rectangle 6">
            <a:extLst>
              <a:ext uri="{FF2B5EF4-FFF2-40B4-BE49-F238E27FC236}">
                <a16:creationId xmlns:a16="http://schemas.microsoft.com/office/drawing/2014/main" id="{BA8BFE08-A11F-4306-BA9F-A0F439F7D6EB}"/>
              </a:ext>
            </a:extLst>
          </p:cNvPr>
          <p:cNvSpPr>
            <a:spLocks noChangeArrowheads="1"/>
          </p:cNvSpPr>
          <p:nvPr/>
        </p:nvSpPr>
        <p:spPr bwMode="auto">
          <a:xfrm>
            <a:off x="5138738" y="284321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6632" name="Rectangle 9">
            <a:extLst>
              <a:ext uri="{FF2B5EF4-FFF2-40B4-BE49-F238E27FC236}">
                <a16:creationId xmlns:a16="http://schemas.microsoft.com/office/drawing/2014/main" id="{0D539042-A767-4881-9009-3EF348E86D7A}"/>
              </a:ext>
            </a:extLst>
          </p:cNvPr>
          <p:cNvSpPr>
            <a:spLocks noChangeArrowheads="1"/>
          </p:cNvSpPr>
          <p:nvPr/>
        </p:nvSpPr>
        <p:spPr bwMode="auto">
          <a:xfrm>
            <a:off x="5310188" y="29337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26633" name="Picture 10">
            <a:extLst>
              <a:ext uri="{FF2B5EF4-FFF2-40B4-BE49-F238E27FC236}">
                <a16:creationId xmlns:a16="http://schemas.microsoft.com/office/drawing/2014/main" id="{A9B4767F-0B41-4BF6-930D-0A66BEB27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3886201"/>
            <a:ext cx="2935288"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4" name="Footer Placeholder 1">
            <a:extLst>
              <a:ext uri="{FF2B5EF4-FFF2-40B4-BE49-F238E27FC236}">
                <a16:creationId xmlns:a16="http://schemas.microsoft.com/office/drawing/2014/main" id="{FC0A1D6D-369A-4B12-A623-629D4B8111F7}"/>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2C326ED1-FEBD-4747-9D26-DF8B3E7AD8D7}"/>
              </a:ext>
            </a:extLst>
          </p:cNvPr>
          <p:cNvSpPr>
            <a:spLocks noGrp="1" noChangeArrowheads="1"/>
          </p:cNvSpPr>
          <p:nvPr>
            <p:ph type="title"/>
          </p:nvPr>
        </p:nvSpPr>
        <p:spPr>
          <a:xfrm>
            <a:off x="2286000" y="274638"/>
            <a:ext cx="8172450" cy="1143000"/>
          </a:xfrm>
        </p:spPr>
        <p:txBody>
          <a:bodyPr>
            <a:normAutofit fontScale="90000"/>
          </a:bodyPr>
          <a:lstStyle/>
          <a:p>
            <a:pPr algn="r" eaLnBrk="1" fontAlgn="auto" hangingPunct="1">
              <a:spcAft>
                <a:spcPts val="0"/>
              </a:spcAft>
              <a:defRPr/>
            </a:pPr>
            <a:r>
              <a:rPr lang="en-US" dirty="0">
                <a:solidFill>
                  <a:schemeClr val="tx2">
                    <a:satMod val="130000"/>
                  </a:schemeClr>
                </a:solidFill>
              </a:rPr>
              <a:t>The </a:t>
            </a:r>
            <a:r>
              <a:rPr lang="en-US" dirty="0" err="1">
                <a:solidFill>
                  <a:schemeClr val="tx2">
                    <a:satMod val="130000"/>
                  </a:schemeClr>
                </a:solidFill>
              </a:rPr>
              <a:t>Textarea</a:t>
            </a:r>
            <a:r>
              <a:rPr lang="en-US" dirty="0">
                <a:solidFill>
                  <a:schemeClr val="tx2">
                    <a:satMod val="130000"/>
                  </a:schemeClr>
                </a:solidFill>
              </a:rPr>
              <a:t> Element</a:t>
            </a:r>
            <a:br>
              <a:rPr lang="en-US" dirty="0">
                <a:solidFill>
                  <a:schemeClr val="tx2">
                    <a:satMod val="130000"/>
                  </a:schemeClr>
                </a:solidFill>
              </a:rPr>
            </a:br>
            <a:r>
              <a:rPr lang="en-US" dirty="0">
                <a:solidFill>
                  <a:schemeClr val="tx2">
                    <a:satMod val="130000"/>
                  </a:schemeClr>
                </a:solidFill>
              </a:rPr>
              <a:t>&lt;</a:t>
            </a:r>
            <a:r>
              <a:rPr lang="en-US" dirty="0" err="1">
                <a:solidFill>
                  <a:schemeClr val="tx2">
                    <a:satMod val="130000"/>
                  </a:schemeClr>
                </a:solidFill>
              </a:rPr>
              <a:t>textarea</a:t>
            </a:r>
            <a:r>
              <a:rPr lang="en-US" dirty="0">
                <a:solidFill>
                  <a:schemeClr val="tx2">
                    <a:satMod val="130000"/>
                  </a:schemeClr>
                </a:solidFill>
              </a:rPr>
              <a:t>&gt;</a:t>
            </a:r>
          </a:p>
        </p:txBody>
      </p:sp>
      <p:sp>
        <p:nvSpPr>
          <p:cNvPr id="18435" name="Rectangle 3">
            <a:extLst>
              <a:ext uri="{FF2B5EF4-FFF2-40B4-BE49-F238E27FC236}">
                <a16:creationId xmlns:a16="http://schemas.microsoft.com/office/drawing/2014/main" id="{97AA79DD-0F5C-4177-8440-488A073C3E1B}"/>
              </a:ext>
            </a:extLst>
          </p:cNvPr>
          <p:cNvSpPr>
            <a:spLocks noGrp="1" noChangeArrowheads="1"/>
          </p:cNvSpPr>
          <p:nvPr>
            <p:ph idx="1"/>
          </p:nvPr>
        </p:nvSpPr>
        <p:spPr>
          <a:xfrm>
            <a:off x="2209800" y="1905000"/>
            <a:ext cx="7239000" cy="4191000"/>
          </a:xfrm>
        </p:spPr>
        <p:txBody>
          <a:bodyPr/>
          <a:lstStyle/>
          <a:p>
            <a:pPr eaLnBrk="1" fontAlgn="auto" hangingPunct="1">
              <a:spcAft>
                <a:spcPts val="0"/>
              </a:spcAft>
              <a:defRPr/>
            </a:pPr>
            <a:r>
              <a:rPr lang="en-US" altLang="en-US"/>
              <a:t>Configures a scrolling text box</a:t>
            </a:r>
            <a:br>
              <a:rPr lang="en-US" altLang="en-US"/>
            </a:br>
            <a:endParaRPr lang="en-US" altLang="en-US"/>
          </a:p>
          <a:p>
            <a:pPr eaLnBrk="1" fontAlgn="auto" hangingPunct="1">
              <a:spcAft>
                <a:spcPts val="0"/>
              </a:spcAft>
              <a:defRPr/>
            </a:pPr>
            <a:r>
              <a:rPr lang="en-US" altLang="en-US"/>
              <a:t>Common Attributes:</a:t>
            </a:r>
          </a:p>
          <a:p>
            <a:pPr lvl="1" eaLnBrk="1" fontAlgn="auto" hangingPunct="1">
              <a:spcAft>
                <a:spcPts val="0"/>
              </a:spcAft>
              <a:defRPr/>
            </a:pPr>
            <a:r>
              <a:rPr lang="en-US" altLang="en-US" sz="2400"/>
              <a:t>name</a:t>
            </a:r>
          </a:p>
          <a:p>
            <a:pPr lvl="1" eaLnBrk="1" fontAlgn="auto" hangingPunct="1">
              <a:spcAft>
                <a:spcPts val="0"/>
              </a:spcAft>
              <a:defRPr/>
            </a:pPr>
            <a:r>
              <a:rPr lang="en-US" altLang="en-US" sz="2400"/>
              <a:t>id</a:t>
            </a:r>
          </a:p>
          <a:p>
            <a:pPr lvl="1" eaLnBrk="1" fontAlgn="auto" hangingPunct="1">
              <a:spcAft>
                <a:spcPts val="0"/>
              </a:spcAft>
              <a:defRPr/>
            </a:pPr>
            <a:r>
              <a:rPr lang="en-US" altLang="en-US" sz="2400"/>
              <a:t>cols</a:t>
            </a:r>
          </a:p>
          <a:p>
            <a:pPr lvl="1" eaLnBrk="1" fontAlgn="auto" hangingPunct="1">
              <a:spcAft>
                <a:spcPts val="0"/>
              </a:spcAft>
              <a:defRPr/>
            </a:pPr>
            <a:r>
              <a:rPr lang="en-US" altLang="en-US" sz="2400"/>
              <a:t>rows</a:t>
            </a:r>
          </a:p>
        </p:txBody>
      </p:sp>
      <p:sp>
        <p:nvSpPr>
          <p:cNvPr id="28676" name="Slide Number Placeholder 5">
            <a:extLst>
              <a:ext uri="{FF2B5EF4-FFF2-40B4-BE49-F238E27FC236}">
                <a16:creationId xmlns:a16="http://schemas.microsoft.com/office/drawing/2014/main" id="{B5A17607-7A36-4233-BC63-0C4715C59B1B}"/>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9606D3F1-0816-490E-9F2A-A88AAECB3F49}" type="slidenum">
              <a:rPr lang="en-US" altLang="en-US" sz="1200"/>
              <a:pPr/>
              <a:t>15</a:t>
            </a:fld>
            <a:endParaRPr lang="en-US" altLang="en-US" sz="1200"/>
          </a:p>
        </p:txBody>
      </p:sp>
      <p:sp>
        <p:nvSpPr>
          <p:cNvPr id="28677" name="Rectangle 4">
            <a:extLst>
              <a:ext uri="{FF2B5EF4-FFF2-40B4-BE49-F238E27FC236}">
                <a16:creationId xmlns:a16="http://schemas.microsoft.com/office/drawing/2014/main" id="{5E22C5C6-D3B3-4E8A-A326-E9B865C1DB17}"/>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8678" name="Rectangle 5">
            <a:extLst>
              <a:ext uri="{FF2B5EF4-FFF2-40B4-BE49-F238E27FC236}">
                <a16:creationId xmlns:a16="http://schemas.microsoft.com/office/drawing/2014/main" id="{515CF4C6-E4DA-4ACA-AFA5-F541DBB3D0F9}"/>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8679" name="Rectangle 6">
            <a:extLst>
              <a:ext uri="{FF2B5EF4-FFF2-40B4-BE49-F238E27FC236}">
                <a16:creationId xmlns:a16="http://schemas.microsoft.com/office/drawing/2014/main" id="{5E17FD1E-429C-4F29-8967-6B19DED799A4}"/>
              </a:ext>
            </a:extLst>
          </p:cNvPr>
          <p:cNvSpPr>
            <a:spLocks noChangeArrowheads="1"/>
          </p:cNvSpPr>
          <p:nvPr/>
        </p:nvSpPr>
        <p:spPr bwMode="auto">
          <a:xfrm>
            <a:off x="5138738" y="284321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8680" name="Rectangle 7">
            <a:extLst>
              <a:ext uri="{FF2B5EF4-FFF2-40B4-BE49-F238E27FC236}">
                <a16:creationId xmlns:a16="http://schemas.microsoft.com/office/drawing/2014/main" id="{368741F1-4783-4F08-B334-2000E4C85556}"/>
              </a:ext>
            </a:extLst>
          </p:cNvPr>
          <p:cNvSpPr>
            <a:spLocks noChangeArrowheads="1"/>
          </p:cNvSpPr>
          <p:nvPr/>
        </p:nvSpPr>
        <p:spPr bwMode="auto">
          <a:xfrm>
            <a:off x="5310188" y="29337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28681" name="Rectangle 10">
            <a:extLst>
              <a:ext uri="{FF2B5EF4-FFF2-40B4-BE49-F238E27FC236}">
                <a16:creationId xmlns:a16="http://schemas.microsoft.com/office/drawing/2014/main" id="{8AA13540-2505-4B94-86C2-1AD40174A9FB}"/>
              </a:ext>
            </a:extLst>
          </p:cNvPr>
          <p:cNvSpPr>
            <a:spLocks noChangeArrowheads="1"/>
          </p:cNvSpPr>
          <p:nvPr/>
        </p:nvSpPr>
        <p:spPr bwMode="auto">
          <a:xfrm>
            <a:off x="5081588" y="29241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24586" name="Picture 9" descr="figure5_13">
            <a:extLst>
              <a:ext uri="{FF2B5EF4-FFF2-40B4-BE49-F238E27FC236}">
                <a16:creationId xmlns:a16="http://schemas.microsoft.com/office/drawing/2014/main" id="{4CA6FCE0-2366-4C37-A714-186C2E2D11EE}"/>
              </a:ext>
            </a:extLst>
          </p:cNvPr>
          <p:cNvPicPr>
            <a:picLocks noChangeAspect="1" noChangeArrowheads="1"/>
          </p:cNvPicPr>
          <p:nvPr/>
        </p:nvPicPr>
        <p:blipFill>
          <a:blip r:embed="rId3" cstate="print"/>
          <a:srcRect/>
          <a:stretch>
            <a:fillRect/>
          </a:stretch>
        </p:blipFill>
        <p:spPr bwMode="auto">
          <a:xfrm>
            <a:off x="5334001" y="3502025"/>
            <a:ext cx="4824413" cy="2400300"/>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28683" name="Footer Placeholder 1">
            <a:extLst>
              <a:ext uri="{FF2B5EF4-FFF2-40B4-BE49-F238E27FC236}">
                <a16:creationId xmlns:a16="http://schemas.microsoft.com/office/drawing/2014/main" id="{53E98516-62DC-490C-8039-0B395910C126}"/>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B09BE22F-DEF4-45F3-AD1C-DD7753E9ED71}"/>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The Select Element</a:t>
            </a:r>
            <a:br>
              <a:rPr lang="en-US" dirty="0">
                <a:solidFill>
                  <a:schemeClr val="tx2">
                    <a:satMod val="130000"/>
                  </a:schemeClr>
                </a:solidFill>
              </a:rPr>
            </a:br>
            <a:r>
              <a:rPr lang="en-US" dirty="0">
                <a:solidFill>
                  <a:schemeClr val="tx2">
                    <a:satMod val="130000"/>
                  </a:schemeClr>
                </a:solidFill>
              </a:rPr>
              <a:t>&lt;select&gt;</a:t>
            </a:r>
          </a:p>
        </p:txBody>
      </p:sp>
      <p:sp>
        <p:nvSpPr>
          <p:cNvPr id="26628" name="Rectangle 3">
            <a:extLst>
              <a:ext uri="{FF2B5EF4-FFF2-40B4-BE49-F238E27FC236}">
                <a16:creationId xmlns:a16="http://schemas.microsoft.com/office/drawing/2014/main" id="{F7197A93-9D16-44D0-931C-8A9FBE1A6B56}"/>
              </a:ext>
            </a:extLst>
          </p:cNvPr>
          <p:cNvSpPr>
            <a:spLocks noGrp="1" noChangeArrowheads="1"/>
          </p:cNvSpPr>
          <p:nvPr>
            <p:ph idx="1"/>
          </p:nvPr>
        </p:nvSpPr>
        <p:spPr>
          <a:xfrm>
            <a:off x="1828800" y="1600200"/>
            <a:ext cx="7620000" cy="4572000"/>
          </a:xfrm>
        </p:spPr>
        <p:txBody>
          <a:bodyPr>
            <a:normAutofit lnSpcReduction="10000"/>
          </a:bodyPr>
          <a:lstStyle/>
          <a:p>
            <a:pPr marL="365760" indent="-283464" eaLnBrk="1" fontAlgn="auto" hangingPunct="1">
              <a:spcAft>
                <a:spcPts val="0"/>
              </a:spcAft>
              <a:buFont typeface="Wingdings 2"/>
              <a:buChar char=""/>
              <a:defRPr/>
            </a:pPr>
            <a:r>
              <a:rPr lang="en-US" sz="2800" dirty="0">
                <a:cs typeface="Arial" pitchFamily="34" charset="0"/>
              </a:rPr>
              <a:t>Configures a select list </a:t>
            </a:r>
            <a:r>
              <a:rPr lang="en-US" sz="2000" dirty="0">
                <a:cs typeface="Arial" pitchFamily="34" charset="0"/>
              </a:rPr>
              <a:t>(along with </a:t>
            </a:r>
            <a:r>
              <a:rPr lang="en-US" sz="2000" dirty="0">
                <a:cs typeface="Times New Roman" pitchFamily="18" charset="0"/>
              </a:rPr>
              <a:t>&lt;option&gt;</a:t>
            </a:r>
            <a:r>
              <a:rPr lang="en-US" sz="2000" dirty="0">
                <a:cs typeface="Arial" pitchFamily="34" charset="0"/>
              </a:rPr>
              <a:t> tags)</a:t>
            </a:r>
            <a:br>
              <a:rPr lang="en-US" sz="2000" dirty="0">
                <a:cs typeface="Arial" pitchFamily="34" charset="0"/>
              </a:rPr>
            </a:br>
            <a:endParaRPr lang="en-US" sz="800" dirty="0">
              <a:cs typeface="Arial" pitchFamily="34" charset="0"/>
            </a:endParaRPr>
          </a:p>
          <a:p>
            <a:pPr marL="365760" indent="-283464" eaLnBrk="1" fontAlgn="auto" hangingPunct="1">
              <a:spcAft>
                <a:spcPts val="0"/>
              </a:spcAft>
              <a:buFont typeface="Wingdings 2"/>
              <a:buChar char=""/>
              <a:defRPr/>
            </a:pPr>
            <a:r>
              <a:rPr lang="en-US" sz="2800" dirty="0">
                <a:cs typeface="Arial" pitchFamily="34" charset="0"/>
              </a:rPr>
              <a:t>Also known as: Select Box, Drop-Down List, Drop-Down Box, and Option Box. </a:t>
            </a:r>
            <a:br>
              <a:rPr lang="en-US" sz="2800" dirty="0">
                <a:cs typeface="Arial" pitchFamily="34" charset="0"/>
              </a:rPr>
            </a:br>
            <a:endParaRPr lang="en-US" sz="800" dirty="0">
              <a:cs typeface="Arial" pitchFamily="34" charset="0"/>
            </a:endParaRPr>
          </a:p>
          <a:p>
            <a:pPr marL="365760" indent="-283464" eaLnBrk="1" fontAlgn="auto" hangingPunct="1">
              <a:spcAft>
                <a:spcPts val="0"/>
              </a:spcAft>
              <a:buFont typeface="Wingdings 2"/>
              <a:buChar char=""/>
              <a:defRPr/>
            </a:pPr>
            <a:r>
              <a:rPr lang="en-US" sz="2800" dirty="0">
                <a:cs typeface="Arial" pitchFamily="34" charset="0"/>
              </a:rPr>
              <a:t>Allows the user to select one or more items from a list of predetermined choices. </a:t>
            </a:r>
            <a:br>
              <a:rPr lang="en-US" sz="2800" dirty="0">
                <a:cs typeface="Arial" pitchFamily="34" charset="0"/>
              </a:rPr>
            </a:br>
            <a:endParaRPr lang="en-US" sz="2800" dirty="0"/>
          </a:p>
          <a:p>
            <a:pPr marL="365760" indent="-283464" eaLnBrk="1" fontAlgn="auto" hangingPunct="1">
              <a:spcAft>
                <a:spcPts val="0"/>
              </a:spcAft>
              <a:buFont typeface="Wingdings 2"/>
              <a:buChar char=""/>
              <a:defRPr/>
            </a:pPr>
            <a:r>
              <a:rPr lang="en-US" sz="2800" dirty="0"/>
              <a:t>Common Attributes:</a:t>
            </a:r>
          </a:p>
          <a:p>
            <a:pPr marL="640080" lvl="1" indent="-237744" eaLnBrk="1" fontAlgn="auto" hangingPunct="1">
              <a:spcAft>
                <a:spcPts val="0"/>
              </a:spcAft>
              <a:buFont typeface="Verdana"/>
              <a:buChar char="◦"/>
              <a:defRPr/>
            </a:pPr>
            <a:r>
              <a:rPr lang="en-US" dirty="0"/>
              <a:t>name</a:t>
            </a:r>
          </a:p>
          <a:p>
            <a:pPr marL="640080" lvl="1" indent="-237744" eaLnBrk="1" fontAlgn="auto" hangingPunct="1">
              <a:spcAft>
                <a:spcPts val="0"/>
              </a:spcAft>
              <a:buFont typeface="Verdana"/>
              <a:buChar char="◦"/>
              <a:defRPr/>
            </a:pPr>
            <a:r>
              <a:rPr lang="en-US" dirty="0"/>
              <a:t>id</a:t>
            </a:r>
          </a:p>
          <a:p>
            <a:pPr marL="640080" lvl="1" indent="-237744" eaLnBrk="1" fontAlgn="auto" hangingPunct="1">
              <a:spcAft>
                <a:spcPts val="0"/>
              </a:spcAft>
              <a:buFont typeface="Verdana"/>
              <a:buChar char="◦"/>
              <a:defRPr/>
            </a:pPr>
            <a:r>
              <a:rPr lang="en-US" dirty="0"/>
              <a:t>size</a:t>
            </a:r>
          </a:p>
          <a:p>
            <a:pPr marL="640080" lvl="1" indent="-237744" eaLnBrk="1" fontAlgn="auto" hangingPunct="1">
              <a:spcAft>
                <a:spcPts val="0"/>
              </a:spcAft>
              <a:buFont typeface="Verdana"/>
              <a:buChar char="◦"/>
              <a:defRPr/>
            </a:pPr>
            <a:r>
              <a:rPr lang="en-US" dirty="0"/>
              <a:t>multiple</a:t>
            </a:r>
          </a:p>
        </p:txBody>
      </p:sp>
      <p:sp>
        <p:nvSpPr>
          <p:cNvPr id="30724" name="Slide Number Placeholder 5">
            <a:extLst>
              <a:ext uri="{FF2B5EF4-FFF2-40B4-BE49-F238E27FC236}">
                <a16:creationId xmlns:a16="http://schemas.microsoft.com/office/drawing/2014/main" id="{CD10D9CE-70A2-42F1-B8D0-477699B63DE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71C86F41-145B-4D93-8CBF-2E7F14D0BD6C}" type="slidenum">
              <a:rPr lang="en-US" altLang="en-US" sz="1200"/>
              <a:pPr/>
              <a:t>16</a:t>
            </a:fld>
            <a:endParaRPr lang="en-US" altLang="en-US" sz="1200"/>
          </a:p>
        </p:txBody>
      </p:sp>
      <p:sp>
        <p:nvSpPr>
          <p:cNvPr id="30725" name="Rectangle 4">
            <a:extLst>
              <a:ext uri="{FF2B5EF4-FFF2-40B4-BE49-F238E27FC236}">
                <a16:creationId xmlns:a16="http://schemas.microsoft.com/office/drawing/2014/main" id="{5E108E74-AC96-43E7-B806-BCFE2833468D}"/>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0726" name="Rectangle 5">
            <a:extLst>
              <a:ext uri="{FF2B5EF4-FFF2-40B4-BE49-F238E27FC236}">
                <a16:creationId xmlns:a16="http://schemas.microsoft.com/office/drawing/2014/main" id="{8BDCDC4C-0E21-4E6E-B026-72E50DE20D0B}"/>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0727" name="Rectangle 6">
            <a:extLst>
              <a:ext uri="{FF2B5EF4-FFF2-40B4-BE49-F238E27FC236}">
                <a16:creationId xmlns:a16="http://schemas.microsoft.com/office/drawing/2014/main" id="{DBF6806A-0E93-4964-90EF-E9E5D7D2C78F}"/>
              </a:ext>
            </a:extLst>
          </p:cNvPr>
          <p:cNvSpPr>
            <a:spLocks noChangeArrowheads="1"/>
          </p:cNvSpPr>
          <p:nvPr/>
        </p:nvSpPr>
        <p:spPr bwMode="auto">
          <a:xfrm>
            <a:off x="5138738" y="284321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0728" name="Rectangle 7">
            <a:extLst>
              <a:ext uri="{FF2B5EF4-FFF2-40B4-BE49-F238E27FC236}">
                <a16:creationId xmlns:a16="http://schemas.microsoft.com/office/drawing/2014/main" id="{21D06372-A975-4B8A-821C-19FA584CA082}"/>
              </a:ext>
            </a:extLst>
          </p:cNvPr>
          <p:cNvSpPr>
            <a:spLocks noChangeArrowheads="1"/>
          </p:cNvSpPr>
          <p:nvPr/>
        </p:nvSpPr>
        <p:spPr bwMode="auto">
          <a:xfrm>
            <a:off x="5310188" y="29337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0729" name="Rectangle 8">
            <a:extLst>
              <a:ext uri="{FF2B5EF4-FFF2-40B4-BE49-F238E27FC236}">
                <a16:creationId xmlns:a16="http://schemas.microsoft.com/office/drawing/2014/main" id="{0FFA0E6F-B96F-49F0-AE2B-CA765FB50F40}"/>
              </a:ext>
            </a:extLst>
          </p:cNvPr>
          <p:cNvSpPr>
            <a:spLocks noChangeArrowheads="1"/>
          </p:cNvSpPr>
          <p:nvPr/>
        </p:nvSpPr>
        <p:spPr bwMode="auto">
          <a:xfrm>
            <a:off x="5081588" y="29241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0730" name="Rectangle 11">
            <a:extLst>
              <a:ext uri="{FF2B5EF4-FFF2-40B4-BE49-F238E27FC236}">
                <a16:creationId xmlns:a16="http://schemas.microsoft.com/office/drawing/2014/main" id="{1EA766BB-5FED-4EDF-8D0A-FCCA73493B03}"/>
              </a:ext>
            </a:extLst>
          </p:cNvPr>
          <p:cNvSpPr>
            <a:spLocks noChangeArrowheads="1"/>
          </p:cNvSpPr>
          <p:nvPr/>
        </p:nvSpPr>
        <p:spPr bwMode="auto">
          <a:xfrm>
            <a:off x="5124450" y="3062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25611" name="Picture 10" descr="figure5_16">
            <a:extLst>
              <a:ext uri="{FF2B5EF4-FFF2-40B4-BE49-F238E27FC236}">
                <a16:creationId xmlns:a16="http://schemas.microsoft.com/office/drawing/2014/main" id="{3C98609C-157C-4365-8B3C-E8A74CF58DAD}"/>
              </a:ext>
            </a:extLst>
          </p:cNvPr>
          <p:cNvPicPr>
            <a:picLocks noChangeAspect="1" noChangeArrowheads="1"/>
          </p:cNvPicPr>
          <p:nvPr/>
        </p:nvPicPr>
        <p:blipFill>
          <a:blip r:embed="rId3" cstate="print"/>
          <a:srcRect/>
          <a:stretch>
            <a:fillRect/>
          </a:stretch>
        </p:blipFill>
        <p:spPr bwMode="auto">
          <a:xfrm>
            <a:off x="6172200" y="4495800"/>
            <a:ext cx="3467100" cy="1308100"/>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30732" name="Footer Placeholder 1">
            <a:extLst>
              <a:ext uri="{FF2B5EF4-FFF2-40B4-BE49-F238E27FC236}">
                <a16:creationId xmlns:a16="http://schemas.microsoft.com/office/drawing/2014/main" id="{EC5853FF-429B-4FA8-834A-4001A214A0D8}"/>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7729BAB4-BE58-4B04-B02B-1ED21436057B}"/>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The Option Element</a:t>
            </a:r>
            <a:br>
              <a:rPr lang="en-US" dirty="0">
                <a:solidFill>
                  <a:schemeClr val="tx2">
                    <a:satMod val="130000"/>
                  </a:schemeClr>
                </a:solidFill>
              </a:rPr>
            </a:br>
            <a:r>
              <a:rPr lang="en-US" dirty="0">
                <a:solidFill>
                  <a:schemeClr val="tx2">
                    <a:satMod val="130000"/>
                  </a:schemeClr>
                </a:solidFill>
              </a:rPr>
              <a:t>&lt;option&gt;</a:t>
            </a:r>
          </a:p>
        </p:txBody>
      </p:sp>
      <p:sp>
        <p:nvSpPr>
          <p:cNvPr id="20483" name="Rectangle 3">
            <a:extLst>
              <a:ext uri="{FF2B5EF4-FFF2-40B4-BE49-F238E27FC236}">
                <a16:creationId xmlns:a16="http://schemas.microsoft.com/office/drawing/2014/main" id="{96B966A4-004F-4985-B37F-50F43A418424}"/>
              </a:ext>
            </a:extLst>
          </p:cNvPr>
          <p:cNvSpPr>
            <a:spLocks noGrp="1" noChangeArrowheads="1"/>
          </p:cNvSpPr>
          <p:nvPr>
            <p:ph idx="1"/>
          </p:nvPr>
        </p:nvSpPr>
        <p:spPr>
          <a:xfrm>
            <a:off x="1828800" y="1752600"/>
            <a:ext cx="7620000" cy="4648200"/>
          </a:xfrm>
        </p:spPr>
        <p:txBody>
          <a:bodyPr/>
          <a:lstStyle/>
          <a:p>
            <a:pPr eaLnBrk="1" fontAlgn="auto" hangingPunct="1">
              <a:spcAft>
                <a:spcPts val="0"/>
              </a:spcAft>
              <a:defRPr/>
            </a:pPr>
            <a:r>
              <a:rPr lang="en-US" altLang="en-US">
                <a:cs typeface="Arial" panose="020B0604020202020204" pitchFamily="34" charset="0"/>
              </a:rPr>
              <a:t>Configures the options in a Select List</a:t>
            </a:r>
            <a:br>
              <a:rPr lang="en-US" altLang="en-US">
                <a:cs typeface="Arial" panose="020B0604020202020204" pitchFamily="34" charset="0"/>
              </a:rPr>
            </a:br>
            <a:endParaRPr lang="en-US" altLang="en-US">
              <a:cs typeface="Arial" panose="020B0604020202020204" pitchFamily="34" charset="0"/>
            </a:endParaRPr>
          </a:p>
          <a:p>
            <a:pPr eaLnBrk="1" fontAlgn="auto" hangingPunct="1">
              <a:spcAft>
                <a:spcPts val="0"/>
              </a:spcAft>
              <a:defRPr/>
            </a:pPr>
            <a:r>
              <a:rPr lang="en-US" altLang="en-US"/>
              <a:t>Attributes:</a:t>
            </a:r>
          </a:p>
          <a:p>
            <a:pPr lvl="1" eaLnBrk="1" fontAlgn="auto" hangingPunct="1">
              <a:spcAft>
                <a:spcPts val="0"/>
              </a:spcAft>
              <a:defRPr/>
            </a:pPr>
            <a:r>
              <a:rPr lang="en-US" altLang="en-US" sz="2400"/>
              <a:t>value</a:t>
            </a:r>
          </a:p>
          <a:p>
            <a:pPr lvl="1" eaLnBrk="1" fontAlgn="auto" hangingPunct="1">
              <a:spcAft>
                <a:spcPts val="0"/>
              </a:spcAft>
              <a:defRPr/>
            </a:pPr>
            <a:r>
              <a:rPr lang="en-US" altLang="en-US" sz="2400"/>
              <a:t>selected</a:t>
            </a:r>
          </a:p>
        </p:txBody>
      </p:sp>
      <p:sp>
        <p:nvSpPr>
          <p:cNvPr id="32772" name="Slide Number Placeholder 5">
            <a:extLst>
              <a:ext uri="{FF2B5EF4-FFF2-40B4-BE49-F238E27FC236}">
                <a16:creationId xmlns:a16="http://schemas.microsoft.com/office/drawing/2014/main" id="{08D795B0-CE64-463D-ABC8-50725305988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59B058E7-E58E-40ED-86E8-FFBE9ED650BB}" type="slidenum">
              <a:rPr lang="en-US" altLang="en-US" sz="1200"/>
              <a:pPr/>
              <a:t>17</a:t>
            </a:fld>
            <a:endParaRPr lang="en-US" altLang="en-US" sz="1200"/>
          </a:p>
        </p:txBody>
      </p:sp>
      <p:sp>
        <p:nvSpPr>
          <p:cNvPr id="32773" name="Rectangle 4">
            <a:extLst>
              <a:ext uri="{FF2B5EF4-FFF2-40B4-BE49-F238E27FC236}">
                <a16:creationId xmlns:a16="http://schemas.microsoft.com/office/drawing/2014/main" id="{F4CBD668-C331-484F-9842-5EB9CF7F5C51}"/>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2774" name="Rectangle 5">
            <a:extLst>
              <a:ext uri="{FF2B5EF4-FFF2-40B4-BE49-F238E27FC236}">
                <a16:creationId xmlns:a16="http://schemas.microsoft.com/office/drawing/2014/main" id="{4D47C06F-6BAF-4B0B-87FC-6F44009991CD}"/>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2775" name="Rectangle 6">
            <a:extLst>
              <a:ext uri="{FF2B5EF4-FFF2-40B4-BE49-F238E27FC236}">
                <a16:creationId xmlns:a16="http://schemas.microsoft.com/office/drawing/2014/main" id="{CDCF4175-E01E-48E5-B8E3-E801BC3756C3}"/>
              </a:ext>
            </a:extLst>
          </p:cNvPr>
          <p:cNvSpPr>
            <a:spLocks noChangeArrowheads="1"/>
          </p:cNvSpPr>
          <p:nvPr/>
        </p:nvSpPr>
        <p:spPr bwMode="auto">
          <a:xfrm>
            <a:off x="5138738" y="284321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2776" name="Rectangle 7">
            <a:extLst>
              <a:ext uri="{FF2B5EF4-FFF2-40B4-BE49-F238E27FC236}">
                <a16:creationId xmlns:a16="http://schemas.microsoft.com/office/drawing/2014/main" id="{FBA5BF94-595A-4055-BE44-669C090065D4}"/>
              </a:ext>
            </a:extLst>
          </p:cNvPr>
          <p:cNvSpPr>
            <a:spLocks noChangeArrowheads="1"/>
          </p:cNvSpPr>
          <p:nvPr/>
        </p:nvSpPr>
        <p:spPr bwMode="auto">
          <a:xfrm>
            <a:off x="5310188" y="29337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2777" name="Rectangle 8">
            <a:extLst>
              <a:ext uri="{FF2B5EF4-FFF2-40B4-BE49-F238E27FC236}">
                <a16:creationId xmlns:a16="http://schemas.microsoft.com/office/drawing/2014/main" id="{8DF9F736-C934-41CC-83B7-1ECCC4AC57E7}"/>
              </a:ext>
            </a:extLst>
          </p:cNvPr>
          <p:cNvSpPr>
            <a:spLocks noChangeArrowheads="1"/>
          </p:cNvSpPr>
          <p:nvPr/>
        </p:nvSpPr>
        <p:spPr bwMode="auto">
          <a:xfrm>
            <a:off x="5081588" y="29241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2778" name="Rectangle 9">
            <a:extLst>
              <a:ext uri="{FF2B5EF4-FFF2-40B4-BE49-F238E27FC236}">
                <a16:creationId xmlns:a16="http://schemas.microsoft.com/office/drawing/2014/main" id="{DA7A4AC0-88F9-4BD1-83C6-215B27A96467}"/>
              </a:ext>
            </a:extLst>
          </p:cNvPr>
          <p:cNvSpPr>
            <a:spLocks noChangeArrowheads="1"/>
          </p:cNvSpPr>
          <p:nvPr/>
        </p:nvSpPr>
        <p:spPr bwMode="auto">
          <a:xfrm>
            <a:off x="5124450" y="3062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2779" name="Rectangle 14">
            <a:extLst>
              <a:ext uri="{FF2B5EF4-FFF2-40B4-BE49-F238E27FC236}">
                <a16:creationId xmlns:a16="http://schemas.microsoft.com/office/drawing/2014/main" id="{6B6597EF-B56F-4078-B714-6DD8050C4D6C}"/>
              </a:ext>
            </a:extLst>
          </p:cNvPr>
          <p:cNvSpPr>
            <a:spLocks noChangeArrowheads="1"/>
          </p:cNvSpPr>
          <p:nvPr/>
        </p:nvSpPr>
        <p:spPr bwMode="auto">
          <a:xfrm>
            <a:off x="5205413" y="26622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32780" name="Picture 14">
            <a:extLst>
              <a:ext uri="{FF2B5EF4-FFF2-40B4-BE49-F238E27FC236}">
                <a16:creationId xmlns:a16="http://schemas.microsoft.com/office/drawing/2014/main" id="{466DF31C-3686-46D8-A2EB-F3ACC7EDB3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1" y="4495800"/>
            <a:ext cx="381476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1" name="Picture 15">
            <a:extLst>
              <a:ext uri="{FF2B5EF4-FFF2-40B4-BE49-F238E27FC236}">
                <a16:creationId xmlns:a16="http://schemas.microsoft.com/office/drawing/2014/main" id="{8B062D9F-B5CE-46F4-8C13-20B0A71B0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1" y="2895601"/>
            <a:ext cx="2752725" cy="280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2" name="Footer Placeholder 1">
            <a:extLst>
              <a:ext uri="{FF2B5EF4-FFF2-40B4-BE49-F238E27FC236}">
                <a16:creationId xmlns:a16="http://schemas.microsoft.com/office/drawing/2014/main" id="{26708480-2720-4E32-BFED-25B7A0A3B871}"/>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DB49E76E-DADA-4771-BBE9-A7E64B4B01D5}"/>
              </a:ext>
            </a:extLst>
          </p:cNvPr>
          <p:cNvSpPr>
            <a:spLocks noGrp="1" noChangeArrowheads="1"/>
          </p:cNvSpPr>
          <p:nvPr>
            <p:ph type="title"/>
          </p:nvPr>
        </p:nvSpPr>
        <p:spPr/>
        <p:txBody>
          <a:bodyPr>
            <a:normAutofit/>
          </a:bodyPr>
          <a:lstStyle/>
          <a:p>
            <a:pPr algn="r" eaLnBrk="1" fontAlgn="auto" hangingPunct="1">
              <a:spcAft>
                <a:spcPts val="0"/>
              </a:spcAft>
              <a:defRPr/>
            </a:pPr>
            <a:r>
              <a:rPr lang="en-US" dirty="0">
                <a:solidFill>
                  <a:schemeClr val="tx2">
                    <a:satMod val="130000"/>
                  </a:schemeClr>
                </a:solidFill>
              </a:rPr>
              <a:t>The Input Element Submit Button</a:t>
            </a:r>
            <a:br>
              <a:rPr lang="en-US" dirty="0">
                <a:solidFill>
                  <a:schemeClr val="tx2">
                    <a:satMod val="130000"/>
                  </a:schemeClr>
                </a:solidFill>
              </a:rPr>
            </a:br>
            <a:r>
              <a:rPr lang="en-US" dirty="0">
                <a:solidFill>
                  <a:schemeClr val="tx2">
                    <a:satMod val="130000"/>
                  </a:schemeClr>
                </a:solidFill>
              </a:rPr>
              <a:t>&lt;input&gt;</a:t>
            </a:r>
          </a:p>
        </p:txBody>
      </p:sp>
      <p:sp>
        <p:nvSpPr>
          <p:cNvPr id="21507" name="Rectangle 3">
            <a:extLst>
              <a:ext uri="{FF2B5EF4-FFF2-40B4-BE49-F238E27FC236}">
                <a16:creationId xmlns:a16="http://schemas.microsoft.com/office/drawing/2014/main" id="{E3292BEF-7DB2-40E6-8265-168262C52553}"/>
              </a:ext>
            </a:extLst>
          </p:cNvPr>
          <p:cNvSpPr>
            <a:spLocks noGrp="1" noChangeArrowheads="1"/>
          </p:cNvSpPr>
          <p:nvPr>
            <p:ph idx="1"/>
          </p:nvPr>
        </p:nvSpPr>
        <p:spPr>
          <a:xfrm>
            <a:off x="2362200" y="1828800"/>
            <a:ext cx="7620000" cy="4648200"/>
          </a:xfrm>
        </p:spPr>
        <p:txBody>
          <a:bodyPr/>
          <a:lstStyle/>
          <a:p>
            <a:pPr eaLnBrk="1" fontAlgn="auto" hangingPunct="1">
              <a:spcAft>
                <a:spcPts val="0"/>
              </a:spcAft>
              <a:defRPr/>
            </a:pPr>
            <a:r>
              <a:rPr lang="en-US" altLang="en-US" sz="2800">
                <a:cs typeface="Arial" panose="020B0604020202020204" pitchFamily="34" charset="0"/>
              </a:rPr>
              <a:t>Submits the form information</a:t>
            </a:r>
          </a:p>
          <a:p>
            <a:pPr eaLnBrk="1" fontAlgn="auto" hangingPunct="1">
              <a:spcAft>
                <a:spcPts val="0"/>
              </a:spcAft>
              <a:defRPr/>
            </a:pPr>
            <a:r>
              <a:rPr lang="en-US" altLang="en-US" sz="2800">
                <a:cs typeface="Times New Roman" panose="02020603050405020304" pitchFamily="18" charset="0"/>
              </a:rPr>
              <a:t>When clicked: </a:t>
            </a:r>
          </a:p>
          <a:p>
            <a:pPr lvl="1" eaLnBrk="1" fontAlgn="auto" hangingPunct="1">
              <a:spcAft>
                <a:spcPts val="0"/>
              </a:spcAft>
              <a:defRPr/>
            </a:pPr>
            <a:r>
              <a:rPr lang="en-US" altLang="en-US" sz="2400">
                <a:cs typeface="Times New Roman" panose="02020603050405020304" pitchFamily="18" charset="0"/>
              </a:rPr>
              <a:t>Triggers the </a:t>
            </a:r>
            <a:r>
              <a:rPr lang="en-US" altLang="en-US" sz="2400" b="1">
                <a:cs typeface="Times New Roman" panose="02020603050405020304" pitchFamily="18" charset="0"/>
              </a:rPr>
              <a:t>action</a:t>
            </a:r>
            <a:r>
              <a:rPr lang="en-US" altLang="en-US" sz="2400">
                <a:cs typeface="Times New Roman" panose="02020603050405020304" pitchFamily="18" charset="0"/>
              </a:rPr>
              <a:t> method on the &lt;</a:t>
            </a:r>
            <a:r>
              <a:rPr lang="en-US" altLang="en-US" sz="2400" b="1">
                <a:cs typeface="Times New Roman" panose="02020603050405020304" pitchFamily="18" charset="0"/>
              </a:rPr>
              <a:t>form&gt;</a:t>
            </a:r>
            <a:r>
              <a:rPr lang="en-US" altLang="en-US" sz="2400">
                <a:cs typeface="Times New Roman" panose="02020603050405020304" pitchFamily="18" charset="0"/>
              </a:rPr>
              <a:t> tag </a:t>
            </a:r>
          </a:p>
          <a:p>
            <a:pPr lvl="1" eaLnBrk="1" fontAlgn="auto" hangingPunct="1">
              <a:spcAft>
                <a:spcPts val="0"/>
              </a:spcAft>
              <a:defRPr/>
            </a:pPr>
            <a:r>
              <a:rPr lang="en-US" altLang="en-US" sz="2400">
                <a:cs typeface="Times New Roman" panose="02020603050405020304" pitchFamily="18" charset="0"/>
              </a:rPr>
              <a:t>Sends the form data (the name=value pair for each form element) to the web server. </a:t>
            </a:r>
          </a:p>
          <a:p>
            <a:pPr lvl="1" eaLnBrk="1" fontAlgn="auto" hangingPunct="1">
              <a:spcAft>
                <a:spcPts val="0"/>
              </a:spcAft>
              <a:defRPr/>
            </a:pPr>
            <a:endParaRPr lang="en-US" altLang="en-US" sz="2400">
              <a:cs typeface="Arial" panose="020B0604020202020204" pitchFamily="34" charset="0"/>
            </a:endParaRPr>
          </a:p>
          <a:p>
            <a:pPr eaLnBrk="1" fontAlgn="auto" hangingPunct="1">
              <a:spcAft>
                <a:spcPts val="0"/>
              </a:spcAft>
              <a:defRPr/>
            </a:pPr>
            <a:r>
              <a:rPr lang="en-US" altLang="en-US" sz="2800"/>
              <a:t>Attributes:</a:t>
            </a:r>
          </a:p>
          <a:p>
            <a:pPr lvl="1" eaLnBrk="1" fontAlgn="auto" hangingPunct="1">
              <a:spcAft>
                <a:spcPts val="0"/>
              </a:spcAft>
              <a:defRPr/>
            </a:pPr>
            <a:r>
              <a:rPr lang="en-US" altLang="en-US"/>
              <a:t>type=“submit”</a:t>
            </a:r>
          </a:p>
          <a:p>
            <a:pPr lvl="1" eaLnBrk="1" fontAlgn="auto" hangingPunct="1">
              <a:spcAft>
                <a:spcPts val="0"/>
              </a:spcAft>
              <a:defRPr/>
            </a:pPr>
            <a:r>
              <a:rPr lang="en-US" altLang="en-US"/>
              <a:t>name</a:t>
            </a:r>
          </a:p>
          <a:p>
            <a:pPr lvl="1" eaLnBrk="1" fontAlgn="auto" hangingPunct="1">
              <a:spcAft>
                <a:spcPts val="0"/>
              </a:spcAft>
              <a:defRPr/>
            </a:pPr>
            <a:r>
              <a:rPr lang="en-US" altLang="en-US"/>
              <a:t>id</a:t>
            </a:r>
          </a:p>
          <a:p>
            <a:pPr lvl="1" eaLnBrk="1" fontAlgn="auto" hangingPunct="1">
              <a:spcAft>
                <a:spcPts val="0"/>
              </a:spcAft>
              <a:defRPr/>
            </a:pPr>
            <a:r>
              <a:rPr lang="en-US" altLang="en-US"/>
              <a:t>value</a:t>
            </a:r>
          </a:p>
        </p:txBody>
      </p:sp>
      <p:sp>
        <p:nvSpPr>
          <p:cNvPr id="34820" name="Slide Number Placeholder 5">
            <a:extLst>
              <a:ext uri="{FF2B5EF4-FFF2-40B4-BE49-F238E27FC236}">
                <a16:creationId xmlns:a16="http://schemas.microsoft.com/office/drawing/2014/main" id="{89258601-4435-42B4-9E76-65D9C6084960}"/>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3ED3DA0A-701B-4276-9596-9C1FF91AE1D7}" type="slidenum">
              <a:rPr lang="en-US" altLang="en-US" sz="1200"/>
              <a:pPr/>
              <a:t>18</a:t>
            </a:fld>
            <a:endParaRPr lang="en-US" altLang="en-US" sz="1200"/>
          </a:p>
        </p:txBody>
      </p:sp>
      <p:sp>
        <p:nvSpPr>
          <p:cNvPr id="34821" name="Rectangle 4">
            <a:extLst>
              <a:ext uri="{FF2B5EF4-FFF2-40B4-BE49-F238E27FC236}">
                <a16:creationId xmlns:a16="http://schemas.microsoft.com/office/drawing/2014/main" id="{9F50BE8C-FDB0-4A28-BC26-800C864F993A}"/>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4822" name="Rectangle 5">
            <a:extLst>
              <a:ext uri="{FF2B5EF4-FFF2-40B4-BE49-F238E27FC236}">
                <a16:creationId xmlns:a16="http://schemas.microsoft.com/office/drawing/2014/main" id="{8C63CE7F-8885-4D9B-ABD4-B69D2ACCE8B0}"/>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4823" name="Rectangle 6">
            <a:extLst>
              <a:ext uri="{FF2B5EF4-FFF2-40B4-BE49-F238E27FC236}">
                <a16:creationId xmlns:a16="http://schemas.microsoft.com/office/drawing/2014/main" id="{A304C35F-484E-4F26-80F6-755B825CA7E6}"/>
              </a:ext>
            </a:extLst>
          </p:cNvPr>
          <p:cNvSpPr>
            <a:spLocks noChangeArrowheads="1"/>
          </p:cNvSpPr>
          <p:nvPr/>
        </p:nvSpPr>
        <p:spPr bwMode="auto">
          <a:xfrm>
            <a:off x="5138738" y="284321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4824" name="Rectangle 7">
            <a:extLst>
              <a:ext uri="{FF2B5EF4-FFF2-40B4-BE49-F238E27FC236}">
                <a16:creationId xmlns:a16="http://schemas.microsoft.com/office/drawing/2014/main" id="{F12896C0-AC0B-49A9-A63B-E1916C4208F4}"/>
              </a:ext>
            </a:extLst>
          </p:cNvPr>
          <p:cNvSpPr>
            <a:spLocks noChangeArrowheads="1"/>
          </p:cNvSpPr>
          <p:nvPr/>
        </p:nvSpPr>
        <p:spPr bwMode="auto">
          <a:xfrm>
            <a:off x="5310188" y="29337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4825" name="Rectangle 8">
            <a:extLst>
              <a:ext uri="{FF2B5EF4-FFF2-40B4-BE49-F238E27FC236}">
                <a16:creationId xmlns:a16="http://schemas.microsoft.com/office/drawing/2014/main" id="{30BCFC38-F2B7-42AE-A13E-3EB6DDBCD96A}"/>
              </a:ext>
            </a:extLst>
          </p:cNvPr>
          <p:cNvSpPr>
            <a:spLocks noChangeArrowheads="1"/>
          </p:cNvSpPr>
          <p:nvPr/>
        </p:nvSpPr>
        <p:spPr bwMode="auto">
          <a:xfrm>
            <a:off x="5081588" y="29241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4826" name="Rectangle 9">
            <a:extLst>
              <a:ext uri="{FF2B5EF4-FFF2-40B4-BE49-F238E27FC236}">
                <a16:creationId xmlns:a16="http://schemas.microsoft.com/office/drawing/2014/main" id="{19B8466C-2887-4519-8E49-CD1F741DED7B}"/>
              </a:ext>
            </a:extLst>
          </p:cNvPr>
          <p:cNvSpPr>
            <a:spLocks noChangeArrowheads="1"/>
          </p:cNvSpPr>
          <p:nvPr/>
        </p:nvSpPr>
        <p:spPr bwMode="auto">
          <a:xfrm>
            <a:off x="5124450" y="3062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4827" name="Rectangle 11">
            <a:extLst>
              <a:ext uri="{FF2B5EF4-FFF2-40B4-BE49-F238E27FC236}">
                <a16:creationId xmlns:a16="http://schemas.microsoft.com/office/drawing/2014/main" id="{D9D15A58-3920-45B0-A964-200DCC94C0F9}"/>
              </a:ext>
            </a:extLst>
          </p:cNvPr>
          <p:cNvSpPr>
            <a:spLocks noChangeArrowheads="1"/>
          </p:cNvSpPr>
          <p:nvPr/>
        </p:nvSpPr>
        <p:spPr bwMode="auto">
          <a:xfrm>
            <a:off x="5205413" y="26622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4828" name="Rectangle 14">
            <a:extLst>
              <a:ext uri="{FF2B5EF4-FFF2-40B4-BE49-F238E27FC236}">
                <a16:creationId xmlns:a16="http://schemas.microsoft.com/office/drawing/2014/main" id="{DD82C08E-BFF6-41AD-81A3-AAB3C1A2F97F}"/>
              </a:ext>
            </a:extLst>
          </p:cNvPr>
          <p:cNvSpPr>
            <a:spLocks noChangeArrowheads="1"/>
          </p:cNvSpPr>
          <p:nvPr/>
        </p:nvSpPr>
        <p:spPr bwMode="auto">
          <a:xfrm>
            <a:off x="5229225" y="30241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34829" name="Picture 14">
            <a:extLst>
              <a:ext uri="{FF2B5EF4-FFF2-40B4-BE49-F238E27FC236}">
                <a16:creationId xmlns:a16="http://schemas.microsoft.com/office/drawing/2014/main" id="{3D73DB3F-FB8C-44CC-AA06-59B19E1D4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4495800"/>
            <a:ext cx="3200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0" name="Footer Placeholder 1">
            <a:extLst>
              <a:ext uri="{FF2B5EF4-FFF2-40B4-BE49-F238E27FC236}">
                <a16:creationId xmlns:a16="http://schemas.microsoft.com/office/drawing/2014/main" id="{213C0B05-366C-49E5-AB93-2F7EB6975DFD}"/>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CA19959B-C461-4974-AEDB-CD51A77412E5}"/>
              </a:ext>
            </a:extLst>
          </p:cNvPr>
          <p:cNvSpPr>
            <a:spLocks noGrp="1" noChangeArrowheads="1"/>
          </p:cNvSpPr>
          <p:nvPr>
            <p:ph type="title"/>
          </p:nvPr>
        </p:nvSpPr>
        <p:spPr>
          <a:xfrm>
            <a:off x="1524000" y="274638"/>
            <a:ext cx="8915400" cy="1143000"/>
          </a:xfrm>
        </p:spPr>
        <p:txBody>
          <a:bodyPr>
            <a:normAutofit fontScale="90000"/>
          </a:bodyPr>
          <a:lstStyle/>
          <a:p>
            <a:pPr algn="r" eaLnBrk="1" fontAlgn="auto" hangingPunct="1">
              <a:spcAft>
                <a:spcPts val="0"/>
              </a:spcAft>
              <a:defRPr/>
            </a:pPr>
            <a:r>
              <a:rPr lang="en-US" dirty="0">
                <a:solidFill>
                  <a:schemeClr val="tx2">
                    <a:satMod val="130000"/>
                  </a:schemeClr>
                </a:solidFill>
              </a:rPr>
              <a:t>The Input Element Reset Button</a:t>
            </a:r>
            <a:br>
              <a:rPr lang="en-US" dirty="0">
                <a:solidFill>
                  <a:schemeClr val="tx2">
                    <a:satMod val="130000"/>
                  </a:schemeClr>
                </a:solidFill>
              </a:rPr>
            </a:br>
            <a:r>
              <a:rPr lang="en-US" dirty="0">
                <a:solidFill>
                  <a:schemeClr val="tx2">
                    <a:satMod val="130000"/>
                  </a:schemeClr>
                </a:solidFill>
              </a:rPr>
              <a:t>&lt;input&gt;</a:t>
            </a:r>
          </a:p>
        </p:txBody>
      </p:sp>
      <p:sp>
        <p:nvSpPr>
          <p:cNvPr id="22531" name="Rectangle 3">
            <a:extLst>
              <a:ext uri="{FF2B5EF4-FFF2-40B4-BE49-F238E27FC236}">
                <a16:creationId xmlns:a16="http://schemas.microsoft.com/office/drawing/2014/main" id="{97785E48-21AD-4872-8536-472D978DE93C}"/>
              </a:ext>
            </a:extLst>
          </p:cNvPr>
          <p:cNvSpPr>
            <a:spLocks noGrp="1" noChangeArrowheads="1"/>
          </p:cNvSpPr>
          <p:nvPr>
            <p:ph idx="1"/>
          </p:nvPr>
        </p:nvSpPr>
        <p:spPr>
          <a:xfrm>
            <a:off x="2514600" y="1981200"/>
            <a:ext cx="7315200" cy="4191000"/>
          </a:xfrm>
        </p:spPr>
        <p:txBody>
          <a:bodyPr/>
          <a:lstStyle/>
          <a:p>
            <a:pPr eaLnBrk="1" fontAlgn="auto" hangingPunct="1">
              <a:spcAft>
                <a:spcPts val="0"/>
              </a:spcAft>
              <a:defRPr/>
            </a:pPr>
            <a:r>
              <a:rPr lang="en-US" altLang="en-US">
                <a:cs typeface="Arial" panose="020B0604020202020204" pitchFamily="34" charset="0"/>
              </a:rPr>
              <a:t>Resets the form fields to their initial values</a:t>
            </a:r>
          </a:p>
          <a:p>
            <a:pPr eaLnBrk="1" fontAlgn="auto" hangingPunct="1">
              <a:spcAft>
                <a:spcPts val="0"/>
              </a:spcAft>
              <a:defRPr/>
            </a:pPr>
            <a:endParaRPr lang="en-US" altLang="en-US">
              <a:cs typeface="Arial" panose="020B0604020202020204" pitchFamily="34" charset="0"/>
            </a:endParaRPr>
          </a:p>
          <a:p>
            <a:pPr eaLnBrk="1" fontAlgn="auto" hangingPunct="1">
              <a:spcAft>
                <a:spcPts val="0"/>
              </a:spcAft>
              <a:defRPr/>
            </a:pPr>
            <a:r>
              <a:rPr lang="en-US" altLang="en-US"/>
              <a:t>Attributes:</a:t>
            </a:r>
          </a:p>
          <a:p>
            <a:pPr lvl="1" eaLnBrk="1" fontAlgn="auto" hangingPunct="1">
              <a:spcAft>
                <a:spcPts val="0"/>
              </a:spcAft>
              <a:defRPr/>
            </a:pPr>
            <a:r>
              <a:rPr lang="en-US" altLang="en-US" sz="2400"/>
              <a:t>type=“reset”</a:t>
            </a:r>
          </a:p>
          <a:p>
            <a:pPr lvl="1" eaLnBrk="1" fontAlgn="auto" hangingPunct="1">
              <a:spcAft>
                <a:spcPts val="0"/>
              </a:spcAft>
              <a:defRPr/>
            </a:pPr>
            <a:r>
              <a:rPr lang="en-US" altLang="en-US" sz="2400"/>
              <a:t>name</a:t>
            </a:r>
          </a:p>
          <a:p>
            <a:pPr lvl="1" eaLnBrk="1" fontAlgn="auto" hangingPunct="1">
              <a:spcAft>
                <a:spcPts val="0"/>
              </a:spcAft>
              <a:defRPr/>
            </a:pPr>
            <a:r>
              <a:rPr lang="en-US" altLang="en-US" sz="2400"/>
              <a:t>id</a:t>
            </a:r>
          </a:p>
          <a:p>
            <a:pPr lvl="1" eaLnBrk="1" fontAlgn="auto" hangingPunct="1">
              <a:spcAft>
                <a:spcPts val="0"/>
              </a:spcAft>
              <a:defRPr/>
            </a:pPr>
            <a:r>
              <a:rPr lang="en-US" altLang="en-US" sz="2400"/>
              <a:t>value</a:t>
            </a:r>
          </a:p>
        </p:txBody>
      </p:sp>
      <p:sp>
        <p:nvSpPr>
          <p:cNvPr id="36868" name="Slide Number Placeholder 5">
            <a:extLst>
              <a:ext uri="{FF2B5EF4-FFF2-40B4-BE49-F238E27FC236}">
                <a16:creationId xmlns:a16="http://schemas.microsoft.com/office/drawing/2014/main" id="{BF7E1A29-4A47-4693-80A4-561C3DAF30C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003F3A07-C87C-47AD-A0D6-8A3757FA2217}" type="slidenum">
              <a:rPr lang="en-US" altLang="en-US" sz="1200"/>
              <a:pPr/>
              <a:t>19</a:t>
            </a:fld>
            <a:endParaRPr lang="en-US" altLang="en-US" sz="1200"/>
          </a:p>
        </p:txBody>
      </p:sp>
      <p:sp>
        <p:nvSpPr>
          <p:cNvPr id="36869" name="Rectangle 4">
            <a:extLst>
              <a:ext uri="{FF2B5EF4-FFF2-40B4-BE49-F238E27FC236}">
                <a16:creationId xmlns:a16="http://schemas.microsoft.com/office/drawing/2014/main" id="{01B0C007-2CD9-472C-A2DE-653615DAEDDC}"/>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6870" name="Rectangle 5">
            <a:extLst>
              <a:ext uri="{FF2B5EF4-FFF2-40B4-BE49-F238E27FC236}">
                <a16:creationId xmlns:a16="http://schemas.microsoft.com/office/drawing/2014/main" id="{E8D40E2A-D494-4252-9153-A4D2D65C5F6B}"/>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6871" name="Rectangle 6">
            <a:extLst>
              <a:ext uri="{FF2B5EF4-FFF2-40B4-BE49-F238E27FC236}">
                <a16:creationId xmlns:a16="http://schemas.microsoft.com/office/drawing/2014/main" id="{CFBF3166-771B-4AB7-B1C2-6FB968F87337}"/>
              </a:ext>
            </a:extLst>
          </p:cNvPr>
          <p:cNvSpPr>
            <a:spLocks noChangeArrowheads="1"/>
          </p:cNvSpPr>
          <p:nvPr/>
        </p:nvSpPr>
        <p:spPr bwMode="auto">
          <a:xfrm>
            <a:off x="5138738" y="284321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6872" name="Rectangle 7">
            <a:extLst>
              <a:ext uri="{FF2B5EF4-FFF2-40B4-BE49-F238E27FC236}">
                <a16:creationId xmlns:a16="http://schemas.microsoft.com/office/drawing/2014/main" id="{9D1A0387-7D1F-4A75-BFFA-BC4A171BAF3E}"/>
              </a:ext>
            </a:extLst>
          </p:cNvPr>
          <p:cNvSpPr>
            <a:spLocks noChangeArrowheads="1"/>
          </p:cNvSpPr>
          <p:nvPr/>
        </p:nvSpPr>
        <p:spPr bwMode="auto">
          <a:xfrm>
            <a:off x="5310188" y="29337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6873" name="Rectangle 8">
            <a:extLst>
              <a:ext uri="{FF2B5EF4-FFF2-40B4-BE49-F238E27FC236}">
                <a16:creationId xmlns:a16="http://schemas.microsoft.com/office/drawing/2014/main" id="{77F09000-7BB7-45F9-AF8C-77DD2C3B6022}"/>
              </a:ext>
            </a:extLst>
          </p:cNvPr>
          <p:cNvSpPr>
            <a:spLocks noChangeArrowheads="1"/>
          </p:cNvSpPr>
          <p:nvPr/>
        </p:nvSpPr>
        <p:spPr bwMode="auto">
          <a:xfrm>
            <a:off x="5081588" y="29241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6874" name="Rectangle 9">
            <a:extLst>
              <a:ext uri="{FF2B5EF4-FFF2-40B4-BE49-F238E27FC236}">
                <a16:creationId xmlns:a16="http://schemas.microsoft.com/office/drawing/2014/main" id="{8197CA04-0D46-4AAA-B7DE-60CBE8664CB8}"/>
              </a:ext>
            </a:extLst>
          </p:cNvPr>
          <p:cNvSpPr>
            <a:spLocks noChangeArrowheads="1"/>
          </p:cNvSpPr>
          <p:nvPr/>
        </p:nvSpPr>
        <p:spPr bwMode="auto">
          <a:xfrm>
            <a:off x="5124450" y="3062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6875" name="Rectangle 10">
            <a:extLst>
              <a:ext uri="{FF2B5EF4-FFF2-40B4-BE49-F238E27FC236}">
                <a16:creationId xmlns:a16="http://schemas.microsoft.com/office/drawing/2014/main" id="{3BD223BE-A508-416E-8780-FB0137E0B837}"/>
              </a:ext>
            </a:extLst>
          </p:cNvPr>
          <p:cNvSpPr>
            <a:spLocks noChangeArrowheads="1"/>
          </p:cNvSpPr>
          <p:nvPr/>
        </p:nvSpPr>
        <p:spPr bwMode="auto">
          <a:xfrm>
            <a:off x="5205413" y="26622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6876" name="Rectangle 11">
            <a:extLst>
              <a:ext uri="{FF2B5EF4-FFF2-40B4-BE49-F238E27FC236}">
                <a16:creationId xmlns:a16="http://schemas.microsoft.com/office/drawing/2014/main" id="{15DB3E47-6AFC-42F5-B6B2-EE15EC92A051}"/>
              </a:ext>
            </a:extLst>
          </p:cNvPr>
          <p:cNvSpPr>
            <a:spLocks noChangeArrowheads="1"/>
          </p:cNvSpPr>
          <p:nvPr/>
        </p:nvSpPr>
        <p:spPr bwMode="auto">
          <a:xfrm>
            <a:off x="5229225" y="30241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6877" name="Rectangle 14">
            <a:extLst>
              <a:ext uri="{FF2B5EF4-FFF2-40B4-BE49-F238E27FC236}">
                <a16:creationId xmlns:a16="http://schemas.microsoft.com/office/drawing/2014/main" id="{4EB80CFF-DB1F-4293-A63A-7E16DAEFCB16}"/>
              </a:ext>
            </a:extLst>
          </p:cNvPr>
          <p:cNvSpPr>
            <a:spLocks noChangeArrowheads="1"/>
          </p:cNvSpPr>
          <p:nvPr/>
        </p:nvSpPr>
        <p:spPr bwMode="auto">
          <a:xfrm>
            <a:off x="5314950" y="30813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36878" name="Picture 15">
            <a:extLst>
              <a:ext uri="{FF2B5EF4-FFF2-40B4-BE49-F238E27FC236}">
                <a16:creationId xmlns:a16="http://schemas.microsoft.com/office/drawing/2014/main" id="{1832A477-1269-4E70-9A6C-2DD0D2980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3657600"/>
            <a:ext cx="353060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9" name="Footer Placeholder 1">
            <a:extLst>
              <a:ext uri="{FF2B5EF4-FFF2-40B4-BE49-F238E27FC236}">
                <a16:creationId xmlns:a16="http://schemas.microsoft.com/office/drawing/2014/main" id="{70A3A4C5-9947-410D-9A20-E82498621798}"/>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5884DE41-D059-43F3-8F42-DC4977239D82}"/>
              </a:ext>
            </a:extLst>
          </p:cNvPr>
          <p:cNvSpPr>
            <a:spLocks noGrp="1" noChangeArrowheads="1"/>
          </p:cNvSpPr>
          <p:nvPr>
            <p:ph type="title"/>
          </p:nvPr>
        </p:nvSpPr>
        <p:spPr>
          <a:xfrm>
            <a:off x="1981200" y="274638"/>
            <a:ext cx="8534400" cy="1143000"/>
          </a:xfrm>
        </p:spPr>
        <p:txBody>
          <a:bodyPr>
            <a:normAutofit fontScale="90000"/>
          </a:bodyPr>
          <a:lstStyle/>
          <a:p>
            <a:pPr algn="r" eaLnBrk="1" fontAlgn="auto" hangingPunct="1">
              <a:spcAft>
                <a:spcPts val="0"/>
              </a:spcAft>
              <a:defRPr/>
            </a:pPr>
            <a:r>
              <a:rPr lang="en-US" dirty="0">
                <a:solidFill>
                  <a:schemeClr val="tx2">
                    <a:satMod val="130000"/>
                  </a:schemeClr>
                </a:solidFill>
              </a:rPr>
              <a:t>The Input Element Hidden Field</a:t>
            </a:r>
            <a:br>
              <a:rPr lang="en-US" dirty="0">
                <a:solidFill>
                  <a:schemeClr val="tx2">
                    <a:satMod val="130000"/>
                  </a:schemeClr>
                </a:solidFill>
              </a:rPr>
            </a:br>
            <a:r>
              <a:rPr lang="en-US" dirty="0">
                <a:solidFill>
                  <a:schemeClr val="tx2">
                    <a:satMod val="130000"/>
                  </a:schemeClr>
                </a:solidFill>
              </a:rPr>
              <a:t>&lt;input&gt;</a:t>
            </a:r>
          </a:p>
        </p:txBody>
      </p:sp>
      <p:sp>
        <p:nvSpPr>
          <p:cNvPr id="23555" name="Rectangle 3">
            <a:extLst>
              <a:ext uri="{FF2B5EF4-FFF2-40B4-BE49-F238E27FC236}">
                <a16:creationId xmlns:a16="http://schemas.microsoft.com/office/drawing/2014/main" id="{24A56457-516E-48D6-A863-71E2114E46C6}"/>
              </a:ext>
            </a:extLst>
          </p:cNvPr>
          <p:cNvSpPr>
            <a:spLocks noGrp="1" noChangeArrowheads="1"/>
          </p:cNvSpPr>
          <p:nvPr>
            <p:ph idx="1"/>
          </p:nvPr>
        </p:nvSpPr>
        <p:spPr>
          <a:xfrm>
            <a:off x="1828800" y="1828800"/>
            <a:ext cx="8458200" cy="4495800"/>
          </a:xfrm>
        </p:spPr>
        <p:txBody>
          <a:bodyPr/>
          <a:lstStyle/>
          <a:p>
            <a:pPr eaLnBrk="1" fontAlgn="auto" hangingPunct="1">
              <a:lnSpc>
                <a:spcPct val="80000"/>
              </a:lnSpc>
              <a:spcAft>
                <a:spcPts val="0"/>
              </a:spcAft>
              <a:defRPr/>
            </a:pPr>
            <a:r>
              <a:rPr lang="en-US" altLang="en-US" sz="2800">
                <a:cs typeface="Times New Roman" panose="02020603050405020304" pitchFamily="18" charset="0"/>
              </a:rPr>
              <a:t>This form control is </a:t>
            </a:r>
            <a:r>
              <a:rPr lang="en-US" altLang="en-US" sz="2800" i="1">
                <a:cs typeface="Times New Roman" panose="02020603050405020304" pitchFamily="18" charset="0"/>
              </a:rPr>
              <a:t>not</a:t>
            </a:r>
            <a:r>
              <a:rPr lang="en-US" altLang="en-US" sz="2800">
                <a:cs typeface="Times New Roman" panose="02020603050405020304" pitchFamily="18" charset="0"/>
              </a:rPr>
              <a:t> displayed on the Web page. </a:t>
            </a:r>
          </a:p>
          <a:p>
            <a:pPr eaLnBrk="1" fontAlgn="auto" hangingPunct="1">
              <a:lnSpc>
                <a:spcPct val="80000"/>
              </a:lnSpc>
              <a:spcAft>
                <a:spcPts val="0"/>
              </a:spcAft>
              <a:defRPr/>
            </a:pPr>
            <a:endParaRPr lang="en-US" altLang="en-US" sz="1000">
              <a:cs typeface="Times New Roman" panose="02020603050405020304" pitchFamily="18" charset="0"/>
            </a:endParaRPr>
          </a:p>
          <a:p>
            <a:pPr eaLnBrk="1" fontAlgn="auto" hangingPunct="1">
              <a:lnSpc>
                <a:spcPct val="80000"/>
              </a:lnSpc>
              <a:spcAft>
                <a:spcPts val="0"/>
              </a:spcAft>
              <a:defRPr/>
            </a:pPr>
            <a:r>
              <a:rPr lang="en-US" altLang="en-US" sz="2800">
                <a:cs typeface="Times New Roman" panose="02020603050405020304" pitchFamily="18" charset="0"/>
              </a:rPr>
              <a:t>Hidden form fields </a:t>
            </a:r>
          </a:p>
          <a:p>
            <a:pPr lvl="1" eaLnBrk="1" fontAlgn="auto" hangingPunct="1">
              <a:lnSpc>
                <a:spcPct val="80000"/>
              </a:lnSpc>
              <a:spcAft>
                <a:spcPts val="0"/>
              </a:spcAft>
              <a:defRPr/>
            </a:pPr>
            <a:r>
              <a:rPr lang="en-US" altLang="en-US" sz="2400">
                <a:cs typeface="Times New Roman" panose="02020603050405020304" pitchFamily="18" charset="0"/>
              </a:rPr>
              <a:t>Can be accessed by both client-side and server-side scripting </a:t>
            </a:r>
          </a:p>
          <a:p>
            <a:pPr lvl="1" eaLnBrk="1" fontAlgn="auto" hangingPunct="1">
              <a:lnSpc>
                <a:spcPct val="80000"/>
              </a:lnSpc>
              <a:spcAft>
                <a:spcPts val="0"/>
              </a:spcAft>
              <a:defRPr/>
            </a:pPr>
            <a:endParaRPr lang="en-US" altLang="en-US" sz="2400">
              <a:cs typeface="Times New Roman" panose="02020603050405020304" pitchFamily="18" charset="0"/>
            </a:endParaRPr>
          </a:p>
          <a:p>
            <a:pPr eaLnBrk="1" fontAlgn="auto" hangingPunct="1">
              <a:lnSpc>
                <a:spcPct val="80000"/>
              </a:lnSpc>
              <a:spcAft>
                <a:spcPts val="0"/>
              </a:spcAft>
              <a:defRPr/>
            </a:pPr>
            <a:r>
              <a:rPr lang="en-US" altLang="en-US" sz="2800"/>
              <a:t>Common Attributes:</a:t>
            </a:r>
          </a:p>
          <a:p>
            <a:pPr lvl="1" eaLnBrk="1" fontAlgn="auto" hangingPunct="1">
              <a:lnSpc>
                <a:spcPct val="80000"/>
              </a:lnSpc>
              <a:spcAft>
                <a:spcPts val="0"/>
              </a:spcAft>
              <a:defRPr/>
            </a:pPr>
            <a:r>
              <a:rPr lang="en-US" altLang="en-US"/>
              <a:t>type=“hidden”</a:t>
            </a:r>
          </a:p>
          <a:p>
            <a:pPr lvl="1" eaLnBrk="1" fontAlgn="auto" hangingPunct="1">
              <a:lnSpc>
                <a:spcPct val="80000"/>
              </a:lnSpc>
              <a:spcAft>
                <a:spcPts val="0"/>
              </a:spcAft>
              <a:defRPr/>
            </a:pPr>
            <a:r>
              <a:rPr lang="en-US" altLang="en-US"/>
              <a:t>name</a:t>
            </a:r>
          </a:p>
          <a:p>
            <a:pPr lvl="1" eaLnBrk="1" fontAlgn="auto" hangingPunct="1">
              <a:lnSpc>
                <a:spcPct val="80000"/>
              </a:lnSpc>
              <a:spcAft>
                <a:spcPts val="0"/>
              </a:spcAft>
              <a:defRPr/>
            </a:pPr>
            <a:r>
              <a:rPr lang="en-US" altLang="en-US"/>
              <a:t>id</a:t>
            </a:r>
          </a:p>
          <a:p>
            <a:pPr lvl="1" eaLnBrk="1" fontAlgn="auto" hangingPunct="1">
              <a:lnSpc>
                <a:spcPct val="80000"/>
              </a:lnSpc>
              <a:spcAft>
                <a:spcPts val="0"/>
              </a:spcAft>
              <a:defRPr/>
            </a:pPr>
            <a:r>
              <a:rPr lang="en-US" altLang="en-US"/>
              <a:t>value</a:t>
            </a:r>
          </a:p>
        </p:txBody>
      </p:sp>
      <p:sp>
        <p:nvSpPr>
          <p:cNvPr id="38916" name="Slide Number Placeholder 5">
            <a:extLst>
              <a:ext uri="{FF2B5EF4-FFF2-40B4-BE49-F238E27FC236}">
                <a16:creationId xmlns:a16="http://schemas.microsoft.com/office/drawing/2014/main" id="{2AC997A6-BFB9-48B3-AEF7-3AFDE6A3FD5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7D9248DC-368C-43CE-8093-39A83E9F5199}" type="slidenum">
              <a:rPr lang="en-US" altLang="en-US" sz="1200"/>
              <a:pPr/>
              <a:t>20</a:t>
            </a:fld>
            <a:endParaRPr lang="en-US" altLang="en-US" sz="1200"/>
          </a:p>
        </p:txBody>
      </p:sp>
      <p:sp>
        <p:nvSpPr>
          <p:cNvPr id="38917" name="Rectangle 4">
            <a:extLst>
              <a:ext uri="{FF2B5EF4-FFF2-40B4-BE49-F238E27FC236}">
                <a16:creationId xmlns:a16="http://schemas.microsoft.com/office/drawing/2014/main" id="{7BDFE574-48F1-481A-9DE8-ADDECE935173}"/>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18" name="Rectangle 5">
            <a:extLst>
              <a:ext uri="{FF2B5EF4-FFF2-40B4-BE49-F238E27FC236}">
                <a16:creationId xmlns:a16="http://schemas.microsoft.com/office/drawing/2014/main" id="{C30B7043-A0C3-4041-9920-653C7ADC0F7B}"/>
              </a:ext>
            </a:extLst>
          </p:cNvPr>
          <p:cNvSpPr>
            <a:spLocks noChangeArrowheads="1"/>
          </p:cNvSpPr>
          <p:nvPr/>
        </p:nvSpPr>
        <p:spPr bwMode="auto">
          <a:xfrm>
            <a:off x="4905375" y="30051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19" name="Rectangle 6">
            <a:extLst>
              <a:ext uri="{FF2B5EF4-FFF2-40B4-BE49-F238E27FC236}">
                <a16:creationId xmlns:a16="http://schemas.microsoft.com/office/drawing/2014/main" id="{0C23B58D-E81B-4AA5-97BE-A8825A1C8E95}"/>
              </a:ext>
            </a:extLst>
          </p:cNvPr>
          <p:cNvSpPr>
            <a:spLocks noChangeArrowheads="1"/>
          </p:cNvSpPr>
          <p:nvPr/>
        </p:nvSpPr>
        <p:spPr bwMode="auto">
          <a:xfrm>
            <a:off x="5138738" y="284321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20" name="Rectangle 7">
            <a:extLst>
              <a:ext uri="{FF2B5EF4-FFF2-40B4-BE49-F238E27FC236}">
                <a16:creationId xmlns:a16="http://schemas.microsoft.com/office/drawing/2014/main" id="{B04D01AB-8FBF-4F51-A6ED-287B84AA7D71}"/>
              </a:ext>
            </a:extLst>
          </p:cNvPr>
          <p:cNvSpPr>
            <a:spLocks noChangeArrowheads="1"/>
          </p:cNvSpPr>
          <p:nvPr/>
        </p:nvSpPr>
        <p:spPr bwMode="auto">
          <a:xfrm>
            <a:off x="5310188" y="29337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21" name="Rectangle 8">
            <a:extLst>
              <a:ext uri="{FF2B5EF4-FFF2-40B4-BE49-F238E27FC236}">
                <a16:creationId xmlns:a16="http://schemas.microsoft.com/office/drawing/2014/main" id="{DD97D06A-8694-40CC-A9D3-740B1C46ABAB}"/>
              </a:ext>
            </a:extLst>
          </p:cNvPr>
          <p:cNvSpPr>
            <a:spLocks noChangeArrowheads="1"/>
          </p:cNvSpPr>
          <p:nvPr/>
        </p:nvSpPr>
        <p:spPr bwMode="auto">
          <a:xfrm>
            <a:off x="5081588" y="29241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22" name="Rectangle 9">
            <a:extLst>
              <a:ext uri="{FF2B5EF4-FFF2-40B4-BE49-F238E27FC236}">
                <a16:creationId xmlns:a16="http://schemas.microsoft.com/office/drawing/2014/main" id="{0E5DB166-B0D2-4EDF-89AD-21E1BD10C386}"/>
              </a:ext>
            </a:extLst>
          </p:cNvPr>
          <p:cNvSpPr>
            <a:spLocks noChangeArrowheads="1"/>
          </p:cNvSpPr>
          <p:nvPr/>
        </p:nvSpPr>
        <p:spPr bwMode="auto">
          <a:xfrm>
            <a:off x="5124450" y="3062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23" name="Rectangle 10">
            <a:extLst>
              <a:ext uri="{FF2B5EF4-FFF2-40B4-BE49-F238E27FC236}">
                <a16:creationId xmlns:a16="http://schemas.microsoft.com/office/drawing/2014/main" id="{6B9EF6D8-E45F-45C0-AF08-3302E12BA241}"/>
              </a:ext>
            </a:extLst>
          </p:cNvPr>
          <p:cNvSpPr>
            <a:spLocks noChangeArrowheads="1"/>
          </p:cNvSpPr>
          <p:nvPr/>
        </p:nvSpPr>
        <p:spPr bwMode="auto">
          <a:xfrm>
            <a:off x="5205413" y="26622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24" name="Rectangle 11">
            <a:extLst>
              <a:ext uri="{FF2B5EF4-FFF2-40B4-BE49-F238E27FC236}">
                <a16:creationId xmlns:a16="http://schemas.microsoft.com/office/drawing/2014/main" id="{5A7ED6D8-AC87-43E0-99CB-74CC58C597D4}"/>
              </a:ext>
            </a:extLst>
          </p:cNvPr>
          <p:cNvSpPr>
            <a:spLocks noChangeArrowheads="1"/>
          </p:cNvSpPr>
          <p:nvPr/>
        </p:nvSpPr>
        <p:spPr bwMode="auto">
          <a:xfrm>
            <a:off x="5229225" y="30241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25" name="Rectangle 12">
            <a:extLst>
              <a:ext uri="{FF2B5EF4-FFF2-40B4-BE49-F238E27FC236}">
                <a16:creationId xmlns:a16="http://schemas.microsoft.com/office/drawing/2014/main" id="{34BDDB73-3FC1-43D0-850E-A3C76FDA791B}"/>
              </a:ext>
            </a:extLst>
          </p:cNvPr>
          <p:cNvSpPr>
            <a:spLocks noChangeArrowheads="1"/>
          </p:cNvSpPr>
          <p:nvPr/>
        </p:nvSpPr>
        <p:spPr bwMode="auto">
          <a:xfrm>
            <a:off x="5314950" y="308133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26" name="Rectangle 13">
            <a:extLst>
              <a:ext uri="{FF2B5EF4-FFF2-40B4-BE49-F238E27FC236}">
                <a16:creationId xmlns:a16="http://schemas.microsoft.com/office/drawing/2014/main" id="{26363F8E-45A7-473C-A158-6DECEF05B479}"/>
              </a:ext>
            </a:extLst>
          </p:cNvPr>
          <p:cNvSpPr>
            <a:spLocks noChangeArrowheads="1"/>
          </p:cNvSpPr>
          <p:nvPr/>
        </p:nvSpPr>
        <p:spPr bwMode="auto">
          <a:xfrm>
            <a:off x="5357813" y="30384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38927" name="Footer Placeholder 1">
            <a:extLst>
              <a:ext uri="{FF2B5EF4-FFF2-40B4-BE49-F238E27FC236}">
                <a16:creationId xmlns:a16="http://schemas.microsoft.com/office/drawing/2014/main" id="{DDD067E4-272B-4EC6-BFAD-5EC942FB24C9}"/>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AA163750-EB97-4CB1-BAAD-AAE21491E0A7}"/>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The Label Element</a:t>
            </a:r>
            <a:br>
              <a:rPr lang="en-US" dirty="0">
                <a:solidFill>
                  <a:schemeClr val="tx2">
                    <a:satMod val="130000"/>
                  </a:schemeClr>
                </a:solidFill>
              </a:rPr>
            </a:br>
            <a:r>
              <a:rPr lang="en-US" dirty="0">
                <a:solidFill>
                  <a:schemeClr val="tx2">
                    <a:satMod val="130000"/>
                  </a:schemeClr>
                </a:solidFill>
              </a:rPr>
              <a:t>&lt;label&gt;</a:t>
            </a:r>
          </a:p>
        </p:txBody>
      </p:sp>
      <p:sp>
        <p:nvSpPr>
          <p:cNvPr id="31747" name="Rectangle 3">
            <a:extLst>
              <a:ext uri="{FF2B5EF4-FFF2-40B4-BE49-F238E27FC236}">
                <a16:creationId xmlns:a16="http://schemas.microsoft.com/office/drawing/2014/main" id="{3DC1FFDA-2754-4962-870B-66292337D65C}"/>
              </a:ext>
            </a:extLst>
          </p:cNvPr>
          <p:cNvSpPr>
            <a:spLocks noGrp="1" noChangeArrowheads="1"/>
          </p:cNvSpPr>
          <p:nvPr>
            <p:ph idx="1"/>
          </p:nvPr>
        </p:nvSpPr>
        <p:spPr>
          <a:xfrm>
            <a:off x="2133600" y="1600200"/>
            <a:ext cx="8077200" cy="4648200"/>
          </a:xfrm>
        </p:spPr>
        <p:txBody>
          <a:bodyPr/>
          <a:lstStyle/>
          <a:p>
            <a:pPr eaLnBrk="1" fontAlgn="auto" hangingPunct="1">
              <a:lnSpc>
                <a:spcPct val="80000"/>
              </a:lnSpc>
              <a:spcAft>
                <a:spcPts val="0"/>
              </a:spcAft>
              <a:defRPr/>
            </a:pPr>
            <a:r>
              <a:rPr lang="en-US" dirty="0">
                <a:cs typeface="Times New Roman" pitchFamily="18" charset="0"/>
              </a:rPr>
              <a:t>Associates a text label with a form control</a:t>
            </a:r>
            <a:br>
              <a:rPr lang="en-US" dirty="0">
                <a:cs typeface="Times New Roman" pitchFamily="18" charset="0"/>
              </a:rPr>
            </a:br>
            <a:br>
              <a:rPr lang="en-US" sz="800" dirty="0">
                <a:cs typeface="Times New Roman" pitchFamily="18" charset="0"/>
              </a:rPr>
            </a:br>
            <a:endParaRPr lang="en-US" sz="800" dirty="0">
              <a:cs typeface="Times New Roman" pitchFamily="18" charset="0"/>
            </a:endParaRPr>
          </a:p>
          <a:p>
            <a:pPr eaLnBrk="1" fontAlgn="auto" hangingPunct="1">
              <a:lnSpc>
                <a:spcPct val="80000"/>
              </a:lnSpc>
              <a:spcAft>
                <a:spcPts val="0"/>
              </a:spcAft>
              <a:defRPr/>
            </a:pPr>
            <a:r>
              <a:rPr lang="en-US" dirty="0">
                <a:cs typeface="Times New Roman" pitchFamily="18" charset="0"/>
              </a:rPr>
              <a:t>Two Different Formats:</a:t>
            </a:r>
            <a:br>
              <a:rPr lang="en-US" sz="800" dirty="0">
                <a:cs typeface="Times New Roman" pitchFamily="18" charset="0"/>
              </a:rPr>
            </a:br>
            <a:br>
              <a:rPr lang="en-US" sz="800" dirty="0">
                <a:cs typeface="Times New Roman" pitchFamily="18" charset="0"/>
              </a:rPr>
            </a:br>
            <a:r>
              <a:rPr lang="en-US" b="1" dirty="0">
                <a:latin typeface="Times New Roman" pitchFamily="18" charset="0"/>
                <a:cs typeface="Times New Roman" pitchFamily="18" charset="0"/>
              </a:rPr>
              <a:t>&lt;label&gt;Email: &lt;input type="text" name="</a:t>
            </a:r>
            <a:r>
              <a:rPr lang="en-US" b="1" dirty="0" err="1">
                <a:latin typeface="Times New Roman" pitchFamily="18" charset="0"/>
                <a:cs typeface="Times New Roman" pitchFamily="18" charset="0"/>
              </a:rPr>
              <a:t>CustEmail</a:t>
            </a:r>
            <a:r>
              <a:rPr lang="en-US" b="1" dirty="0">
                <a:latin typeface="Times New Roman" pitchFamily="18" charset="0"/>
                <a:cs typeface="Times New Roman" pitchFamily="18" charset="0"/>
              </a:rPr>
              <a:t>"  id ="</a:t>
            </a:r>
            <a:r>
              <a:rPr lang="en-US" b="1" dirty="0" err="1">
                <a:latin typeface="Times New Roman" pitchFamily="18" charset="0"/>
                <a:cs typeface="Times New Roman" pitchFamily="18" charset="0"/>
              </a:rPr>
              <a:t>CustEmail</a:t>
            </a:r>
            <a:r>
              <a:rPr lang="en-US" b="1" dirty="0">
                <a:latin typeface="Times New Roman" pitchFamily="18" charset="0"/>
                <a:cs typeface="Times New Roman" pitchFamily="18" charset="0"/>
              </a:rPr>
              <a:t>"&gt;&lt;/label&gt; </a:t>
            </a:r>
            <a:br>
              <a:rPr lang="en-US" b="1" dirty="0">
                <a:latin typeface="Times New Roman" pitchFamily="18" charset="0"/>
                <a:cs typeface="Times New Roman" pitchFamily="18" charset="0"/>
              </a:rPr>
            </a:br>
            <a:endParaRPr lang="en-US" b="1" dirty="0">
              <a:latin typeface="Times New Roman" pitchFamily="18" charset="0"/>
              <a:cs typeface="Times New Roman" pitchFamily="18" charset="0"/>
            </a:endParaRPr>
          </a:p>
          <a:p>
            <a:pPr indent="0" eaLnBrk="1" fontAlgn="auto" hangingPunct="1">
              <a:lnSpc>
                <a:spcPct val="80000"/>
              </a:lnSpc>
              <a:spcAft>
                <a:spcPts val="0"/>
              </a:spcAft>
              <a:buNone/>
              <a:defRPr/>
            </a:pPr>
            <a:r>
              <a:rPr lang="en-US" sz="3600" dirty="0">
                <a:cs typeface="Times New Roman" pitchFamily="18" charset="0"/>
              </a:rPr>
              <a:t>Or</a:t>
            </a:r>
            <a:br>
              <a:rPr lang="en-US" sz="3600" dirty="0">
                <a:cs typeface="Times New Roman" pitchFamily="18" charset="0"/>
              </a:rPr>
            </a:br>
            <a:br>
              <a:rPr lang="en-US" sz="3600" dirty="0">
                <a:cs typeface="Times New Roman" pitchFamily="18" charset="0"/>
              </a:rPr>
            </a:br>
            <a:r>
              <a:rPr lang="en-US" b="1" dirty="0">
                <a:latin typeface="Times New Roman" pitchFamily="18" charset="0"/>
                <a:cs typeface="Times New Roman" pitchFamily="18" charset="0"/>
              </a:rPr>
              <a:t>&lt;label for="email"&gt;Email: &lt;/label&gt;</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&lt;input type="text" name="</a:t>
            </a:r>
            <a:r>
              <a:rPr lang="en-US" b="1" dirty="0" err="1">
                <a:latin typeface="Times New Roman" pitchFamily="18" charset="0"/>
                <a:cs typeface="Times New Roman" pitchFamily="18" charset="0"/>
              </a:rPr>
              <a:t>CustEmail</a:t>
            </a:r>
            <a:r>
              <a:rPr lang="en-US" b="1" dirty="0">
                <a:latin typeface="Times New Roman" pitchFamily="18" charset="0"/>
                <a:cs typeface="Times New Roman" pitchFamily="18" charset="0"/>
              </a:rPr>
              <a:t>" id= "email" /&gt; </a:t>
            </a:r>
            <a:endParaRPr lang="en-US" sz="2800" b="1" dirty="0">
              <a:latin typeface="Times New Roman" pitchFamily="18" charset="0"/>
              <a:cs typeface="Times New Roman" pitchFamily="18" charset="0"/>
            </a:endParaRPr>
          </a:p>
        </p:txBody>
      </p:sp>
      <p:sp>
        <p:nvSpPr>
          <p:cNvPr id="40964" name="Slide Number Placeholder 5">
            <a:extLst>
              <a:ext uri="{FF2B5EF4-FFF2-40B4-BE49-F238E27FC236}">
                <a16:creationId xmlns:a16="http://schemas.microsoft.com/office/drawing/2014/main" id="{775B90EC-B490-47E3-AD99-0F77F407849B}"/>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2EB92C38-6E46-43A4-B1AE-673EAD72B270}" type="slidenum">
              <a:rPr lang="en-US" altLang="en-US" sz="1200"/>
              <a:pPr/>
              <a:t>21</a:t>
            </a:fld>
            <a:endParaRPr lang="en-US" altLang="en-US" sz="1200"/>
          </a:p>
        </p:txBody>
      </p:sp>
      <p:sp>
        <p:nvSpPr>
          <p:cNvPr id="40965" name="Footer Placeholder 1">
            <a:extLst>
              <a:ext uri="{FF2B5EF4-FFF2-40B4-BE49-F238E27FC236}">
                <a16:creationId xmlns:a16="http://schemas.microsoft.com/office/drawing/2014/main" id="{3D7E4DFD-E516-4D54-9010-136942F2B1D0}"/>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a:extLst>
              <a:ext uri="{FF2B5EF4-FFF2-40B4-BE49-F238E27FC236}">
                <a16:creationId xmlns:a16="http://schemas.microsoft.com/office/drawing/2014/main" id="{B4B06E9D-348E-44B4-B284-DE568CEE8FDA}"/>
              </a:ext>
            </a:extLst>
          </p:cNvPr>
          <p:cNvSpPr>
            <a:spLocks noGrp="1" noChangeArrowheads="1"/>
          </p:cNvSpPr>
          <p:nvPr>
            <p:ph type="title"/>
          </p:nvPr>
        </p:nvSpPr>
        <p:spPr>
          <a:xfrm>
            <a:off x="2133601" y="76200"/>
            <a:ext cx="8296275" cy="1066800"/>
          </a:xfrm>
        </p:spPr>
        <p:txBody>
          <a:bodyPr/>
          <a:lstStyle/>
          <a:p>
            <a:pPr algn="r" eaLnBrk="1" fontAlgn="auto" hangingPunct="1">
              <a:spcAft>
                <a:spcPts val="0"/>
              </a:spcAft>
              <a:defRPr/>
            </a:pPr>
            <a:r>
              <a:rPr lang="en-US" dirty="0">
                <a:solidFill>
                  <a:schemeClr val="tx2">
                    <a:satMod val="130000"/>
                  </a:schemeClr>
                </a:solidFill>
              </a:rPr>
              <a:t>The </a:t>
            </a:r>
            <a:r>
              <a:rPr lang="en-US" dirty="0" err="1">
                <a:solidFill>
                  <a:schemeClr val="tx2">
                    <a:satMod val="130000"/>
                  </a:schemeClr>
                </a:solidFill>
              </a:rPr>
              <a:t>Fieldset</a:t>
            </a:r>
            <a:r>
              <a:rPr lang="en-US" dirty="0">
                <a:solidFill>
                  <a:schemeClr val="tx2">
                    <a:satMod val="130000"/>
                  </a:schemeClr>
                </a:solidFill>
              </a:rPr>
              <a:t> &amp; Legend Elements</a:t>
            </a:r>
          </a:p>
        </p:txBody>
      </p:sp>
      <p:sp>
        <p:nvSpPr>
          <p:cNvPr id="25603" name="Rectangle 3">
            <a:extLst>
              <a:ext uri="{FF2B5EF4-FFF2-40B4-BE49-F238E27FC236}">
                <a16:creationId xmlns:a16="http://schemas.microsoft.com/office/drawing/2014/main" id="{2314EE4B-85E1-4FF5-9C4F-A27A7B71440C}"/>
              </a:ext>
            </a:extLst>
          </p:cNvPr>
          <p:cNvSpPr>
            <a:spLocks noGrp="1" noChangeArrowheads="1"/>
          </p:cNvSpPr>
          <p:nvPr>
            <p:ph idx="1"/>
          </p:nvPr>
        </p:nvSpPr>
        <p:spPr>
          <a:xfrm>
            <a:off x="1676400" y="1143000"/>
            <a:ext cx="7620000" cy="4191000"/>
          </a:xfrm>
        </p:spPr>
        <p:txBody>
          <a:bodyPr/>
          <a:lstStyle/>
          <a:p>
            <a:pPr eaLnBrk="1" fontAlgn="auto" hangingPunct="1">
              <a:lnSpc>
                <a:spcPct val="80000"/>
              </a:lnSpc>
              <a:spcAft>
                <a:spcPts val="0"/>
              </a:spcAft>
              <a:defRPr/>
            </a:pPr>
            <a:r>
              <a:rPr lang="en-US" altLang="en-US" sz="2600" dirty="0">
                <a:cs typeface="Times New Roman" panose="02020603050405020304" pitchFamily="18" charset="0"/>
              </a:rPr>
              <a:t>The </a:t>
            </a:r>
            <a:r>
              <a:rPr lang="en-US" altLang="en-US" sz="2600" dirty="0" err="1">
                <a:cs typeface="Times New Roman" panose="02020603050405020304" pitchFamily="18" charset="0"/>
              </a:rPr>
              <a:t>Fieldset</a:t>
            </a:r>
            <a:r>
              <a:rPr lang="en-US" altLang="en-US" sz="2600" dirty="0">
                <a:cs typeface="Times New Roman" panose="02020603050405020304" pitchFamily="18" charset="0"/>
              </a:rPr>
              <a:t> Element </a:t>
            </a:r>
            <a:br>
              <a:rPr lang="en-US" altLang="en-US" sz="2600" dirty="0">
                <a:cs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rPr>
              <a:t>&lt;</a:t>
            </a:r>
            <a:r>
              <a:rPr lang="en-US" altLang="en-US" sz="2600" dirty="0" err="1">
                <a:latin typeface="Times New Roman" panose="02020603050405020304" pitchFamily="18" charset="0"/>
                <a:cs typeface="Times New Roman" panose="02020603050405020304" pitchFamily="18" charset="0"/>
              </a:rPr>
              <a:t>fieldset</a:t>
            </a:r>
            <a:r>
              <a:rPr lang="en-US" altLang="en-US" sz="2600" dirty="0">
                <a:latin typeface="Times New Roman" panose="02020603050405020304" pitchFamily="18" charset="0"/>
                <a:cs typeface="Times New Roman" panose="02020603050405020304" pitchFamily="18" charset="0"/>
              </a:rPr>
              <a:t>&gt;</a:t>
            </a:r>
          </a:p>
          <a:p>
            <a:pPr lvl="1" eaLnBrk="1" fontAlgn="auto" hangingPunct="1">
              <a:lnSpc>
                <a:spcPct val="80000"/>
              </a:lnSpc>
              <a:spcAft>
                <a:spcPts val="0"/>
              </a:spcAft>
              <a:defRPr/>
            </a:pPr>
            <a:r>
              <a:rPr lang="en-US" altLang="en-US" sz="2200" dirty="0">
                <a:cs typeface="Times New Roman" panose="02020603050405020304" pitchFamily="18" charset="0"/>
              </a:rPr>
              <a:t>Container tag</a:t>
            </a:r>
          </a:p>
          <a:p>
            <a:pPr lvl="1" eaLnBrk="1" fontAlgn="auto" hangingPunct="1">
              <a:lnSpc>
                <a:spcPct val="80000"/>
              </a:lnSpc>
              <a:spcAft>
                <a:spcPts val="0"/>
              </a:spcAft>
              <a:defRPr/>
            </a:pPr>
            <a:r>
              <a:rPr lang="en-US" altLang="en-US" sz="2200" dirty="0">
                <a:cs typeface="Times New Roman" panose="02020603050405020304" pitchFamily="18" charset="0"/>
              </a:rPr>
              <a:t>Creates a visual </a:t>
            </a:r>
            <a:br>
              <a:rPr lang="en-US" altLang="en-US" sz="2200" dirty="0">
                <a:cs typeface="Times New Roman" panose="02020603050405020304" pitchFamily="18" charset="0"/>
              </a:rPr>
            </a:br>
            <a:r>
              <a:rPr lang="en-US" altLang="en-US" sz="2200" dirty="0">
                <a:cs typeface="Times New Roman" panose="02020603050405020304" pitchFamily="18" charset="0"/>
              </a:rPr>
              <a:t>group of form controls </a:t>
            </a:r>
            <a:br>
              <a:rPr lang="en-US" altLang="en-US" sz="2200" dirty="0">
                <a:cs typeface="Times New Roman" panose="02020603050405020304" pitchFamily="18" charset="0"/>
              </a:rPr>
            </a:br>
            <a:r>
              <a:rPr lang="en-US" altLang="en-US" sz="2200" dirty="0">
                <a:cs typeface="Times New Roman" panose="02020603050405020304" pitchFamily="18" charset="0"/>
              </a:rPr>
              <a:t>on a web page</a:t>
            </a:r>
          </a:p>
          <a:p>
            <a:pPr eaLnBrk="1" fontAlgn="auto" hangingPunct="1">
              <a:lnSpc>
                <a:spcPct val="80000"/>
              </a:lnSpc>
              <a:spcAft>
                <a:spcPts val="0"/>
              </a:spcAft>
              <a:defRPr/>
            </a:pPr>
            <a:r>
              <a:rPr lang="en-US" altLang="en-US" sz="2600" dirty="0">
                <a:cs typeface="Times New Roman" panose="02020603050405020304" pitchFamily="18" charset="0"/>
              </a:rPr>
              <a:t>The Legend Element </a:t>
            </a:r>
            <a:br>
              <a:rPr lang="en-US" altLang="en-US" sz="2600" dirty="0">
                <a:cs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rPr>
              <a:t>&lt;legend&gt;</a:t>
            </a:r>
          </a:p>
          <a:p>
            <a:pPr lvl="1" eaLnBrk="1" fontAlgn="auto" hangingPunct="1">
              <a:lnSpc>
                <a:spcPct val="80000"/>
              </a:lnSpc>
              <a:spcAft>
                <a:spcPts val="0"/>
              </a:spcAft>
              <a:defRPr/>
            </a:pPr>
            <a:r>
              <a:rPr lang="en-US" altLang="en-US" sz="2200" dirty="0">
                <a:cs typeface="Times New Roman" panose="02020603050405020304" pitchFamily="18" charset="0"/>
              </a:rPr>
              <a:t>Container tag</a:t>
            </a:r>
          </a:p>
          <a:p>
            <a:pPr lvl="1" eaLnBrk="1" fontAlgn="auto" hangingPunct="1">
              <a:lnSpc>
                <a:spcPct val="80000"/>
              </a:lnSpc>
              <a:spcAft>
                <a:spcPts val="0"/>
              </a:spcAft>
              <a:defRPr/>
            </a:pPr>
            <a:r>
              <a:rPr lang="en-US" altLang="en-US" sz="2200" dirty="0">
                <a:cs typeface="Times New Roman" panose="02020603050405020304" pitchFamily="18" charset="0"/>
              </a:rPr>
              <a:t>Creates a text label within the </a:t>
            </a:r>
            <a:r>
              <a:rPr lang="en-US" altLang="en-US" sz="2200" dirty="0" err="1">
                <a:cs typeface="Times New Roman" panose="02020603050405020304" pitchFamily="18" charset="0"/>
              </a:rPr>
              <a:t>fieldset</a:t>
            </a:r>
            <a:br>
              <a:rPr lang="en-US" altLang="en-US" dirty="0">
                <a:cs typeface="Times New Roman" panose="02020603050405020304" pitchFamily="18" charset="0"/>
              </a:rPr>
            </a:br>
            <a:endParaRPr lang="en-US" altLang="en-US" dirty="0">
              <a:cs typeface="Times New Roman" panose="02020603050405020304" pitchFamily="18" charset="0"/>
            </a:endParaRPr>
          </a:p>
        </p:txBody>
      </p:sp>
      <p:sp>
        <p:nvSpPr>
          <p:cNvPr id="43012" name="Slide Number Placeholder 5">
            <a:extLst>
              <a:ext uri="{FF2B5EF4-FFF2-40B4-BE49-F238E27FC236}">
                <a16:creationId xmlns:a16="http://schemas.microsoft.com/office/drawing/2014/main" id="{4334BE0B-0C53-47DB-8909-8F5E2B0E5F5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A004B4D2-5651-4984-AD93-8A931BA7FE65}" type="slidenum">
              <a:rPr lang="en-US" altLang="en-US" sz="1200"/>
              <a:pPr/>
              <a:t>22</a:t>
            </a:fld>
            <a:endParaRPr lang="en-US" altLang="en-US" sz="1200"/>
          </a:p>
        </p:txBody>
      </p:sp>
      <p:sp>
        <p:nvSpPr>
          <p:cNvPr id="43013" name="TextBox 5">
            <a:extLst>
              <a:ext uri="{FF2B5EF4-FFF2-40B4-BE49-F238E27FC236}">
                <a16:creationId xmlns:a16="http://schemas.microsoft.com/office/drawing/2014/main" id="{A717EB1A-F492-4CCB-97E6-7F412744CD7B}"/>
              </a:ext>
            </a:extLst>
          </p:cNvPr>
          <p:cNvSpPr txBox="1">
            <a:spLocks noChangeArrowheads="1"/>
          </p:cNvSpPr>
          <p:nvPr/>
        </p:nvSpPr>
        <p:spPr bwMode="auto">
          <a:xfrm>
            <a:off x="1671638" y="4686300"/>
            <a:ext cx="8991600" cy="1816100"/>
          </a:xfrm>
          <a:prstGeom prst="rect">
            <a:avLst/>
          </a:prstGeom>
          <a:solidFill>
            <a:schemeClr val="tx2">
              <a:alpha val="74117"/>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lnSpc>
                <a:spcPct val="80000"/>
              </a:lnSpc>
            </a:pPr>
            <a:r>
              <a:rPr lang="en-US" altLang="en-US" sz="2000" b="1">
                <a:cs typeface="Times New Roman" panose="02020603050405020304" pitchFamily="18" charset="0"/>
              </a:rPr>
              <a:t>&lt;fieldset&gt;&lt;legend&gt;Customer Information&lt;/legend&gt;</a:t>
            </a:r>
          </a:p>
          <a:p>
            <a:pPr eaLnBrk="1" hangingPunct="1">
              <a:lnSpc>
                <a:spcPct val="80000"/>
              </a:lnSpc>
            </a:pPr>
            <a:r>
              <a:rPr lang="en-US" altLang="en-US" sz="2000" b="1">
                <a:cs typeface="Times New Roman" panose="02020603050405020304" pitchFamily="18" charset="0"/>
              </a:rPr>
              <a:t>   &lt;label&gt;Name: </a:t>
            </a:r>
            <a:br>
              <a:rPr lang="en-US" altLang="en-US" sz="2000" b="1">
                <a:cs typeface="Times New Roman" panose="02020603050405020304" pitchFamily="18" charset="0"/>
              </a:rPr>
            </a:br>
            <a:r>
              <a:rPr lang="en-US" altLang="en-US" sz="2000" b="1">
                <a:cs typeface="Times New Roman" panose="02020603050405020304" pitchFamily="18" charset="0"/>
              </a:rPr>
              <a:t>  &lt;input type="text" name="CName"  id="CName" size="30"&gt;&lt;/label&gt;           &lt;br&gt;&lt;br &gt;</a:t>
            </a:r>
          </a:p>
          <a:p>
            <a:pPr eaLnBrk="1" hangingPunct="1">
              <a:lnSpc>
                <a:spcPct val="80000"/>
              </a:lnSpc>
            </a:pPr>
            <a:r>
              <a:rPr lang="en-US" altLang="en-US" sz="2000" b="1">
                <a:cs typeface="Times New Roman" panose="02020603050405020304" pitchFamily="18" charset="0"/>
              </a:rPr>
              <a:t>   &lt;label&gt;Email: </a:t>
            </a:r>
            <a:br>
              <a:rPr lang="en-US" altLang="en-US" sz="2000" b="1">
                <a:cs typeface="Times New Roman" panose="02020603050405020304" pitchFamily="18" charset="0"/>
              </a:rPr>
            </a:br>
            <a:r>
              <a:rPr lang="en-US" altLang="en-US" sz="2000" b="1">
                <a:cs typeface="Times New Roman" panose="02020603050405020304" pitchFamily="18" charset="0"/>
              </a:rPr>
              <a:t>  &lt;input type="text" name="CEmail"  id="CEmail"&gt;&lt;/label&gt;</a:t>
            </a:r>
          </a:p>
          <a:p>
            <a:pPr eaLnBrk="1" hangingPunct="1">
              <a:lnSpc>
                <a:spcPct val="80000"/>
              </a:lnSpc>
            </a:pPr>
            <a:r>
              <a:rPr lang="en-US" altLang="en-US" sz="2000" b="1">
                <a:cs typeface="Times New Roman" panose="02020603050405020304" pitchFamily="18" charset="0"/>
              </a:rPr>
              <a:t> &lt;/fieldset&gt; </a:t>
            </a:r>
            <a:endParaRPr lang="en-US" altLang="en-US" sz="2000"/>
          </a:p>
        </p:txBody>
      </p:sp>
      <p:pic>
        <p:nvPicPr>
          <p:cNvPr id="43014" name="Picture 2">
            <a:extLst>
              <a:ext uri="{FF2B5EF4-FFF2-40B4-BE49-F238E27FC236}">
                <a16:creationId xmlns:a16="http://schemas.microsoft.com/office/drawing/2014/main" id="{27875F23-BCB7-478F-B0B9-EBC90421C5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752600"/>
            <a:ext cx="41021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5" name="Footer Placeholder 1">
            <a:extLst>
              <a:ext uri="{FF2B5EF4-FFF2-40B4-BE49-F238E27FC236}">
                <a16:creationId xmlns:a16="http://schemas.microsoft.com/office/drawing/2014/main" id="{ABBD5079-34E8-42BB-9DB1-FEF5E9A9708A}"/>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A81C8808-EDF4-4291-974A-DDA5E9CE8A5A}"/>
              </a:ext>
            </a:extLst>
          </p:cNvPr>
          <p:cNvSpPr>
            <a:spLocks noGrp="1" noChangeArrowheads="1"/>
          </p:cNvSpPr>
          <p:nvPr>
            <p:ph type="title"/>
          </p:nvPr>
        </p:nvSpPr>
        <p:spPr>
          <a:xfrm>
            <a:off x="2819400" y="0"/>
            <a:ext cx="7848600" cy="1143000"/>
          </a:xfrm>
        </p:spPr>
        <p:txBody>
          <a:bodyPr/>
          <a:lstStyle/>
          <a:p>
            <a:pPr algn="r" eaLnBrk="1" fontAlgn="auto" hangingPunct="1">
              <a:spcAft>
                <a:spcPts val="0"/>
              </a:spcAft>
              <a:defRPr/>
            </a:pPr>
            <a:r>
              <a:rPr lang="en-US" dirty="0">
                <a:solidFill>
                  <a:schemeClr val="tx2">
                    <a:satMod val="130000"/>
                  </a:schemeClr>
                </a:solidFill>
              </a:rPr>
              <a:t>Using CSS to Style a Form</a:t>
            </a:r>
          </a:p>
        </p:txBody>
      </p:sp>
      <p:sp>
        <p:nvSpPr>
          <p:cNvPr id="26627" name="Rectangle 3">
            <a:extLst>
              <a:ext uri="{FF2B5EF4-FFF2-40B4-BE49-F238E27FC236}">
                <a16:creationId xmlns:a16="http://schemas.microsoft.com/office/drawing/2014/main" id="{05CCD4FB-8545-4C1B-B5B8-0E290C329C16}"/>
              </a:ext>
            </a:extLst>
          </p:cNvPr>
          <p:cNvSpPr>
            <a:spLocks noGrp="1" noChangeArrowheads="1"/>
          </p:cNvSpPr>
          <p:nvPr>
            <p:ph idx="1"/>
          </p:nvPr>
        </p:nvSpPr>
        <p:spPr>
          <a:xfrm>
            <a:off x="5334000" y="1143000"/>
            <a:ext cx="5334000" cy="4724400"/>
          </a:xfrm>
        </p:spPr>
        <p:txBody>
          <a:bodyPr/>
          <a:lstStyle/>
          <a:p>
            <a:pPr eaLnBrk="1" fontAlgn="auto" hangingPunct="1">
              <a:spcBef>
                <a:spcPct val="0"/>
              </a:spcBef>
              <a:spcAft>
                <a:spcPts val="0"/>
              </a:spcAft>
              <a:buNone/>
              <a:defRPr/>
            </a:pPr>
            <a:r>
              <a:rPr lang="en-US" altLang="en-US" b="1">
                <a:cs typeface="Times New Roman" panose="02020603050405020304" pitchFamily="18" charset="0"/>
              </a:rPr>
              <a:t> </a:t>
            </a:r>
            <a:endParaRPr lang="en-US" altLang="en-US">
              <a:cs typeface="Times New Roman" panose="02020603050405020304" pitchFamily="18" charset="0"/>
            </a:endParaRPr>
          </a:p>
        </p:txBody>
      </p:sp>
      <p:sp>
        <p:nvSpPr>
          <p:cNvPr id="45060" name="Slide Number Placeholder 5">
            <a:extLst>
              <a:ext uri="{FF2B5EF4-FFF2-40B4-BE49-F238E27FC236}">
                <a16:creationId xmlns:a16="http://schemas.microsoft.com/office/drawing/2014/main" id="{78D455E3-69AD-4990-96D5-F6BC5BAF9E53}"/>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A7798672-8527-4E9F-9369-5939A7C3C97B}" type="slidenum">
              <a:rPr lang="en-US" altLang="en-US" sz="1200"/>
              <a:pPr/>
              <a:t>23</a:t>
            </a:fld>
            <a:endParaRPr lang="en-US" altLang="en-US" sz="1200"/>
          </a:p>
        </p:txBody>
      </p:sp>
      <p:sp>
        <p:nvSpPr>
          <p:cNvPr id="45061" name="Text Box 7">
            <a:extLst>
              <a:ext uri="{FF2B5EF4-FFF2-40B4-BE49-F238E27FC236}">
                <a16:creationId xmlns:a16="http://schemas.microsoft.com/office/drawing/2014/main" id="{245603F7-4BDF-4C1C-9403-13FBB886446E}"/>
              </a:ext>
            </a:extLst>
          </p:cNvPr>
          <p:cNvSpPr txBox="1">
            <a:spLocks noChangeArrowheads="1"/>
          </p:cNvSpPr>
          <p:nvPr/>
        </p:nvSpPr>
        <p:spPr bwMode="auto">
          <a:xfrm>
            <a:off x="1828800" y="4179889"/>
            <a:ext cx="8686800" cy="2308225"/>
          </a:xfrm>
          <a:prstGeom prst="rect">
            <a:avLst/>
          </a:prstGeom>
          <a:solidFill>
            <a:schemeClr val="tx2">
              <a:alpha val="3607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dirty="0"/>
              <a:t>form { background-color:#</a:t>
            </a:r>
            <a:r>
              <a:rPr lang="en-US" altLang="en-US" dirty="0" err="1"/>
              <a:t>eaeaea</a:t>
            </a:r>
            <a:r>
              <a:rPr lang="en-US" altLang="en-US" dirty="0"/>
              <a:t>; font-family: Arial, sans-serif;</a:t>
            </a:r>
          </a:p>
          <a:p>
            <a:pPr eaLnBrk="1" hangingPunct="1"/>
            <a:r>
              <a:rPr lang="en-US" altLang="en-US" dirty="0"/>
              <a:t>	 width: 350px; padding: 10px;}</a:t>
            </a:r>
          </a:p>
          <a:p>
            <a:pPr eaLnBrk="1" hangingPunct="1"/>
            <a:r>
              <a:rPr lang="en-US" altLang="en-US" dirty="0"/>
              <a:t>label { float: left; clear: left;  display: block; width: 100px; </a:t>
            </a:r>
          </a:p>
          <a:p>
            <a:pPr eaLnBrk="1" hangingPunct="1"/>
            <a:r>
              <a:rPr lang="en-US" altLang="en-US" dirty="0"/>
              <a:t>	    text-align: right;  padding-right: 10px;  margin-top: 10px; }</a:t>
            </a:r>
          </a:p>
          <a:p>
            <a:pPr eaLnBrk="1" hangingPunct="1"/>
            <a:r>
              <a:rPr lang="en-US" altLang="en-US" dirty="0"/>
              <a:t>input, </a:t>
            </a:r>
            <a:r>
              <a:rPr lang="en-US" altLang="en-US" dirty="0" err="1"/>
              <a:t>textarea</a:t>
            </a:r>
            <a:r>
              <a:rPr lang="en-US" altLang="en-US" dirty="0"/>
              <a:t> { margin-top: 10px;  display: block;}</a:t>
            </a:r>
          </a:p>
          <a:p>
            <a:pPr eaLnBrk="1" hangingPunct="1"/>
            <a:r>
              <a:rPr lang="en-US" altLang="en-US" dirty="0"/>
              <a:t>input[type=</a:t>
            </a:r>
            <a:r>
              <a:rPr lang="en-US" altLang="en-US" b="1" dirty="0">
                <a:cs typeface="Times New Roman" panose="02020603050405020304" pitchFamily="18" charset="0"/>
              </a:rPr>
              <a:t> </a:t>
            </a:r>
            <a:r>
              <a:rPr lang="en-US" altLang="en-US" dirty="0">
                <a:cs typeface="Times New Roman" panose="02020603050405020304" pitchFamily="18" charset="0"/>
              </a:rPr>
              <a:t>"</a:t>
            </a:r>
            <a:r>
              <a:rPr lang="en-US" altLang="en-US" dirty="0"/>
              <a:t>submit</a:t>
            </a:r>
            <a:r>
              <a:rPr lang="en-US" altLang="en-US" dirty="0">
                <a:cs typeface="Times New Roman" panose="02020603050405020304" pitchFamily="18" charset="0"/>
              </a:rPr>
              <a:t>"]</a:t>
            </a:r>
            <a:r>
              <a:rPr lang="en-US" altLang="en-US" dirty="0"/>
              <a:t>{ margin-left: 110px; }</a:t>
            </a:r>
          </a:p>
        </p:txBody>
      </p:sp>
      <p:pic>
        <p:nvPicPr>
          <p:cNvPr id="45062" name="Picture 1">
            <a:extLst>
              <a:ext uri="{FF2B5EF4-FFF2-40B4-BE49-F238E27FC236}">
                <a16:creationId xmlns:a16="http://schemas.microsoft.com/office/drawing/2014/main" id="{353B67CB-7257-45FC-AB44-119BCBF5DF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162050"/>
            <a:ext cx="31242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2">
            <a:extLst>
              <a:ext uri="{FF2B5EF4-FFF2-40B4-BE49-F238E27FC236}">
                <a16:creationId xmlns:a16="http://schemas.microsoft.com/office/drawing/2014/main" id="{B7D61165-B7AB-43EF-B2CC-8F04837D58E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1066800"/>
            <a:ext cx="327660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4" name="Footer Placeholder 1">
            <a:extLst>
              <a:ext uri="{FF2B5EF4-FFF2-40B4-BE49-F238E27FC236}">
                <a16:creationId xmlns:a16="http://schemas.microsoft.com/office/drawing/2014/main" id="{55EBEFE0-B083-4310-86FD-EB7A0F55FE9E}"/>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EAE1D252-D34F-4C24-BAAC-1ADA8DBAEF0E}"/>
              </a:ext>
            </a:extLst>
          </p:cNvPr>
          <p:cNvSpPr>
            <a:spLocks noGrp="1" noChangeArrowheads="1"/>
          </p:cNvSpPr>
          <p:nvPr>
            <p:ph type="title"/>
          </p:nvPr>
        </p:nvSpPr>
        <p:spPr/>
        <p:txBody>
          <a:bodyPr/>
          <a:lstStyle/>
          <a:p>
            <a:pPr algn="r" eaLnBrk="1" fontAlgn="auto" hangingPunct="1">
              <a:spcAft>
                <a:spcPts val="0"/>
              </a:spcAft>
              <a:defRPr/>
            </a:pPr>
            <a:r>
              <a:rPr lang="en-US">
                <a:solidFill>
                  <a:schemeClr val="tx2">
                    <a:satMod val="130000"/>
                  </a:schemeClr>
                </a:solidFill>
              </a:rPr>
              <a:t>Server-Side</a:t>
            </a:r>
            <a:br>
              <a:rPr lang="en-US">
                <a:solidFill>
                  <a:schemeClr val="tx2">
                    <a:satMod val="130000"/>
                  </a:schemeClr>
                </a:solidFill>
              </a:rPr>
            </a:br>
            <a:r>
              <a:rPr lang="en-US">
                <a:solidFill>
                  <a:schemeClr val="tx2">
                    <a:satMod val="130000"/>
                  </a:schemeClr>
                </a:solidFill>
              </a:rPr>
              <a:t>Processing</a:t>
            </a:r>
          </a:p>
        </p:txBody>
      </p:sp>
      <p:sp>
        <p:nvSpPr>
          <p:cNvPr id="46084" name="Rectangle 3">
            <a:extLst>
              <a:ext uri="{FF2B5EF4-FFF2-40B4-BE49-F238E27FC236}">
                <a16:creationId xmlns:a16="http://schemas.microsoft.com/office/drawing/2014/main" id="{2231F852-25C6-4E4F-8A5A-CB28199B1DB4}"/>
              </a:ext>
            </a:extLst>
          </p:cNvPr>
          <p:cNvSpPr>
            <a:spLocks noGrp="1" noChangeArrowheads="1"/>
          </p:cNvSpPr>
          <p:nvPr>
            <p:ph idx="1"/>
          </p:nvPr>
        </p:nvSpPr>
        <p:spPr>
          <a:xfrm>
            <a:off x="2057400" y="2667000"/>
            <a:ext cx="8261350" cy="3657600"/>
          </a:xfrm>
        </p:spPr>
        <p:txBody>
          <a:bodyPr/>
          <a:lstStyle/>
          <a:p>
            <a:pPr marL="365760" indent="-283464" eaLnBrk="1" fontAlgn="auto" hangingPunct="1">
              <a:spcAft>
                <a:spcPts val="0"/>
              </a:spcAft>
              <a:buFont typeface="Wingdings 2"/>
              <a:buChar char=""/>
              <a:defRPr/>
            </a:pPr>
            <a:r>
              <a:rPr lang="en-US" sz="2800" dirty="0">
                <a:cs typeface="Times New Roman" pitchFamily="18" charset="0"/>
              </a:rPr>
              <a:t>Your web browser requests web pages and their related files from a web server.</a:t>
            </a:r>
            <a:br>
              <a:rPr lang="en-US" sz="2800" dirty="0">
                <a:cs typeface="Times New Roman" pitchFamily="18" charset="0"/>
              </a:rPr>
            </a:br>
            <a:r>
              <a:rPr lang="en-US" sz="2800" dirty="0">
                <a:cs typeface="Times New Roman" pitchFamily="18" charset="0"/>
              </a:rPr>
              <a:t> </a:t>
            </a:r>
          </a:p>
          <a:p>
            <a:pPr marL="365760" indent="-283464" eaLnBrk="1" fontAlgn="auto" hangingPunct="1">
              <a:spcAft>
                <a:spcPts val="0"/>
              </a:spcAft>
              <a:buFont typeface="Wingdings 2"/>
              <a:buChar char=""/>
              <a:defRPr/>
            </a:pPr>
            <a:r>
              <a:rPr lang="en-US" sz="2800" dirty="0">
                <a:cs typeface="Times New Roman" pitchFamily="18" charset="0"/>
              </a:rPr>
              <a:t>The web server locates the files and sends them to your web browser. </a:t>
            </a:r>
            <a:br>
              <a:rPr lang="en-US" sz="2800" dirty="0">
                <a:cs typeface="Times New Roman" pitchFamily="18" charset="0"/>
              </a:rPr>
            </a:br>
            <a:endParaRPr lang="en-US" sz="2800" dirty="0">
              <a:cs typeface="Times New Roman" pitchFamily="18" charset="0"/>
            </a:endParaRPr>
          </a:p>
          <a:p>
            <a:pPr marL="365760" indent="-283464" eaLnBrk="1" fontAlgn="auto" hangingPunct="1">
              <a:spcAft>
                <a:spcPts val="0"/>
              </a:spcAft>
              <a:buFont typeface="Wingdings 2"/>
              <a:buChar char=""/>
              <a:defRPr/>
            </a:pPr>
            <a:r>
              <a:rPr lang="en-US" sz="2800" dirty="0">
                <a:cs typeface="Times New Roman" pitchFamily="18" charset="0"/>
              </a:rPr>
              <a:t>The web browser then renders the returned files and displays the requested web pages for you to use. </a:t>
            </a:r>
            <a:endParaRPr lang="en-US" sz="2800" b="1" dirty="0">
              <a:latin typeface="Times New Roman" pitchFamily="18" charset="0"/>
              <a:cs typeface="Times New Roman" pitchFamily="18" charset="0"/>
            </a:endParaRPr>
          </a:p>
        </p:txBody>
      </p:sp>
      <p:sp>
        <p:nvSpPr>
          <p:cNvPr id="47108" name="Slide Number Placeholder 5">
            <a:extLst>
              <a:ext uri="{FF2B5EF4-FFF2-40B4-BE49-F238E27FC236}">
                <a16:creationId xmlns:a16="http://schemas.microsoft.com/office/drawing/2014/main" id="{7F1492E5-798F-462B-A1D0-6B21D332560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2D39575A-A908-44D7-9F9B-8AB7E764186A}" type="slidenum">
              <a:rPr lang="en-US" altLang="en-US" sz="1200"/>
              <a:pPr/>
              <a:t>24</a:t>
            </a:fld>
            <a:endParaRPr lang="en-US" altLang="en-US" sz="1200"/>
          </a:p>
        </p:txBody>
      </p:sp>
      <p:sp>
        <p:nvSpPr>
          <p:cNvPr id="47109" name="Rectangle 5">
            <a:extLst>
              <a:ext uri="{FF2B5EF4-FFF2-40B4-BE49-F238E27FC236}">
                <a16:creationId xmlns:a16="http://schemas.microsoft.com/office/drawing/2014/main" id="{F12B7BEE-0EF8-4345-BE26-1825D90F03D7}"/>
              </a:ext>
            </a:extLst>
          </p:cNvPr>
          <p:cNvSpPr>
            <a:spLocks noChangeArrowheads="1"/>
          </p:cNvSpPr>
          <p:nvPr/>
        </p:nvSpPr>
        <p:spPr bwMode="auto">
          <a:xfrm>
            <a:off x="3352800" y="18049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47110" name="Rectangle 7">
            <a:extLst>
              <a:ext uri="{FF2B5EF4-FFF2-40B4-BE49-F238E27FC236}">
                <a16:creationId xmlns:a16="http://schemas.microsoft.com/office/drawing/2014/main" id="{4539A703-FE5F-401C-AC39-E25873CF65D2}"/>
              </a:ext>
            </a:extLst>
          </p:cNvPr>
          <p:cNvSpPr>
            <a:spLocks noChangeArrowheads="1"/>
          </p:cNvSpPr>
          <p:nvPr/>
        </p:nvSpPr>
        <p:spPr bwMode="auto">
          <a:xfrm>
            <a:off x="4686300" y="271462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47111" name="Picture 7">
            <a:extLst>
              <a:ext uri="{FF2B5EF4-FFF2-40B4-BE49-F238E27FC236}">
                <a16:creationId xmlns:a16="http://schemas.microsoft.com/office/drawing/2014/main" id="{3D6A1631-D7EE-4804-86FC-26D546A143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533400"/>
            <a:ext cx="322738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2" name="Footer Placeholder 1">
            <a:extLst>
              <a:ext uri="{FF2B5EF4-FFF2-40B4-BE49-F238E27FC236}">
                <a16:creationId xmlns:a16="http://schemas.microsoft.com/office/drawing/2014/main" id="{6D415FF3-249F-42D7-A9C1-7F6CE3DFAB31}"/>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B40164AB-0C19-4D7F-A693-8DA7D0AB308D}"/>
              </a:ext>
            </a:extLst>
          </p:cNvPr>
          <p:cNvSpPr>
            <a:spLocks noGrp="1" noChangeArrowheads="1"/>
          </p:cNvSpPr>
          <p:nvPr>
            <p:ph type="title"/>
          </p:nvPr>
        </p:nvSpPr>
        <p:spPr>
          <a:xfrm>
            <a:off x="1905000" y="0"/>
            <a:ext cx="8229600" cy="1398588"/>
          </a:xfrm>
        </p:spPr>
        <p:txBody>
          <a:bodyPr/>
          <a:lstStyle/>
          <a:p>
            <a:pPr algn="r" eaLnBrk="1" fontAlgn="auto" hangingPunct="1">
              <a:spcAft>
                <a:spcPts val="0"/>
              </a:spcAft>
              <a:defRPr/>
            </a:pPr>
            <a:r>
              <a:rPr lang="en-US" dirty="0">
                <a:solidFill>
                  <a:schemeClr val="tx2">
                    <a:satMod val="130000"/>
                  </a:schemeClr>
                </a:solidFill>
              </a:rPr>
              <a:t>Server-Side Scripting</a:t>
            </a:r>
          </a:p>
        </p:txBody>
      </p:sp>
      <p:sp>
        <p:nvSpPr>
          <p:cNvPr id="47108" name="Rectangle 4">
            <a:extLst>
              <a:ext uri="{FF2B5EF4-FFF2-40B4-BE49-F238E27FC236}">
                <a16:creationId xmlns:a16="http://schemas.microsoft.com/office/drawing/2014/main" id="{A9966AE7-70F1-4564-9DE9-BD93FDE89862}"/>
              </a:ext>
            </a:extLst>
          </p:cNvPr>
          <p:cNvSpPr>
            <a:spLocks noGrp="1" noChangeArrowheads="1"/>
          </p:cNvSpPr>
          <p:nvPr>
            <p:ph idx="1"/>
          </p:nvPr>
        </p:nvSpPr>
        <p:spPr>
          <a:xfrm>
            <a:off x="1752600" y="1524000"/>
            <a:ext cx="8229600" cy="5029200"/>
          </a:xfrm>
        </p:spPr>
        <p:txBody>
          <a:bodyPr/>
          <a:lstStyle/>
          <a:p>
            <a:pPr marL="365760" indent="-283464" eaLnBrk="1" fontAlgn="auto" hangingPunct="1">
              <a:spcAft>
                <a:spcPts val="0"/>
              </a:spcAft>
              <a:buFont typeface="Wingdings 2"/>
              <a:buChar char=""/>
              <a:defRPr/>
            </a:pPr>
            <a:r>
              <a:rPr lang="en-US" dirty="0"/>
              <a:t>One of many technologies in which a server-side script is embedded within a web page document saved with a file extension such as:</a:t>
            </a:r>
          </a:p>
          <a:p>
            <a:pPr marL="640080" lvl="1" indent="-237744" eaLnBrk="1" fontAlgn="auto" hangingPunct="1">
              <a:spcAft>
                <a:spcPts val="0"/>
              </a:spcAft>
              <a:buFont typeface="Verdana"/>
              <a:buChar char="◦"/>
              <a:defRPr/>
            </a:pPr>
            <a:r>
              <a:rPr lang="en-US" dirty="0"/>
              <a:t>.</a:t>
            </a:r>
            <a:r>
              <a:rPr lang="en-US" dirty="0" err="1"/>
              <a:t>php</a:t>
            </a:r>
            <a:r>
              <a:rPr lang="en-US" dirty="0"/>
              <a:t> (PHP)</a:t>
            </a:r>
          </a:p>
          <a:p>
            <a:pPr marL="640080" lvl="1" indent="-237744" eaLnBrk="1" fontAlgn="auto" hangingPunct="1">
              <a:spcAft>
                <a:spcPts val="0"/>
              </a:spcAft>
              <a:buFont typeface="Verdana"/>
              <a:buChar char="◦"/>
              <a:defRPr/>
            </a:pPr>
            <a:r>
              <a:rPr lang="en-US" dirty="0"/>
              <a:t>.</a:t>
            </a:r>
            <a:r>
              <a:rPr lang="en-US" dirty="0" err="1"/>
              <a:t>cfm</a:t>
            </a:r>
            <a:r>
              <a:rPr lang="en-US" dirty="0"/>
              <a:t> (Adobe ColdFusion)</a:t>
            </a:r>
          </a:p>
          <a:p>
            <a:pPr marL="640080" lvl="1" indent="-237744" eaLnBrk="1" fontAlgn="auto" hangingPunct="1">
              <a:spcAft>
                <a:spcPts val="0"/>
              </a:spcAft>
              <a:buFont typeface="Verdana"/>
              <a:buChar char="◦"/>
              <a:defRPr/>
            </a:pPr>
            <a:r>
              <a:rPr lang="en-US" dirty="0"/>
              <a:t>.</a:t>
            </a:r>
            <a:r>
              <a:rPr lang="en-US" dirty="0" err="1"/>
              <a:t>jsp</a:t>
            </a:r>
            <a:r>
              <a:rPr lang="en-US" dirty="0"/>
              <a:t> (Sun </a:t>
            </a:r>
            <a:r>
              <a:rPr lang="en-US" dirty="0" err="1"/>
              <a:t>JavaServer</a:t>
            </a:r>
            <a:r>
              <a:rPr lang="en-US" dirty="0"/>
              <a:t> Pages)</a:t>
            </a:r>
          </a:p>
          <a:p>
            <a:pPr marL="640080" lvl="1" indent="-237744" eaLnBrk="1" fontAlgn="auto" hangingPunct="1">
              <a:spcAft>
                <a:spcPts val="0"/>
              </a:spcAft>
              <a:buFont typeface="Verdana"/>
              <a:buChar char="◦"/>
              <a:defRPr/>
            </a:pPr>
            <a:r>
              <a:rPr lang="en-US" dirty="0"/>
              <a:t>.</a:t>
            </a:r>
            <a:r>
              <a:rPr lang="en-US" dirty="0" err="1"/>
              <a:t>aspx</a:t>
            </a:r>
            <a:r>
              <a:rPr lang="en-US" dirty="0"/>
              <a:t> (</a:t>
            </a:r>
            <a:r>
              <a:rPr lang="en-US" dirty="0" err="1"/>
              <a:t>ASP.Net</a:t>
            </a:r>
            <a:r>
              <a:rPr lang="en-US" dirty="0"/>
              <a:t>). </a:t>
            </a:r>
          </a:p>
          <a:p>
            <a:pPr marL="640080" lvl="1" indent="-237744" eaLnBrk="1" fontAlgn="auto" hangingPunct="1">
              <a:spcAft>
                <a:spcPts val="0"/>
              </a:spcAft>
              <a:buFont typeface="Verdana"/>
              <a:buChar char="◦"/>
              <a:defRPr/>
            </a:pPr>
            <a:endParaRPr lang="en-US" dirty="0"/>
          </a:p>
          <a:p>
            <a:pPr marL="365760" indent="-283464" eaLnBrk="1" fontAlgn="auto" hangingPunct="1">
              <a:spcAft>
                <a:spcPts val="0"/>
              </a:spcAft>
              <a:buFont typeface="Wingdings 2"/>
              <a:buChar char=""/>
              <a:defRPr/>
            </a:pPr>
            <a:r>
              <a:rPr lang="en-US" sz="2800" dirty="0"/>
              <a:t>Uses direct execution — the script is run either by the web server itself or by an extension module to the web server.  </a:t>
            </a:r>
          </a:p>
          <a:p>
            <a:pPr marL="365760" indent="-283464" eaLnBrk="1" fontAlgn="auto" hangingPunct="1">
              <a:spcAft>
                <a:spcPts val="0"/>
              </a:spcAft>
              <a:buFont typeface="Wingdings 2"/>
              <a:buChar char=""/>
              <a:defRPr/>
            </a:pPr>
            <a:endParaRPr lang="en-US" dirty="0">
              <a:cs typeface="Times New Roman" pitchFamily="18" charset="0"/>
            </a:endParaRPr>
          </a:p>
        </p:txBody>
      </p:sp>
      <p:sp>
        <p:nvSpPr>
          <p:cNvPr id="49156" name="Slide Number Placeholder 5">
            <a:extLst>
              <a:ext uri="{FF2B5EF4-FFF2-40B4-BE49-F238E27FC236}">
                <a16:creationId xmlns:a16="http://schemas.microsoft.com/office/drawing/2014/main" id="{59A05B11-44F6-4BE2-B384-B97800DE6700}"/>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AD2382B9-0777-4193-93A3-170BDBC49CE9}" type="slidenum">
              <a:rPr lang="en-US" altLang="en-US" sz="1200"/>
              <a:pPr/>
              <a:t>25</a:t>
            </a:fld>
            <a:endParaRPr lang="en-US" altLang="en-US" sz="1200"/>
          </a:p>
        </p:txBody>
      </p:sp>
      <p:pic>
        <p:nvPicPr>
          <p:cNvPr id="49157" name="Picture 1">
            <a:extLst>
              <a:ext uri="{FF2B5EF4-FFF2-40B4-BE49-F238E27FC236}">
                <a16:creationId xmlns:a16="http://schemas.microsoft.com/office/drawing/2014/main" id="{7C476C38-3323-4310-82B2-6E43F83F0F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2362200"/>
            <a:ext cx="322738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8" name="Footer Placeholder 1">
            <a:extLst>
              <a:ext uri="{FF2B5EF4-FFF2-40B4-BE49-F238E27FC236}">
                <a16:creationId xmlns:a16="http://schemas.microsoft.com/office/drawing/2014/main" id="{8C010645-F863-4AC8-9351-F6CDAFCCBA4A}"/>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5AA59316-DBB1-4F72-96E2-E6EAEFDC0438}"/>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HTML5: Email Text Box</a:t>
            </a:r>
            <a:br>
              <a:rPr lang="en-US" dirty="0">
                <a:solidFill>
                  <a:schemeClr val="tx2">
                    <a:satMod val="130000"/>
                  </a:schemeClr>
                </a:solidFill>
              </a:rPr>
            </a:br>
            <a:r>
              <a:rPr lang="en-US" dirty="0">
                <a:solidFill>
                  <a:schemeClr val="tx2">
                    <a:satMod val="130000"/>
                  </a:schemeClr>
                </a:solidFill>
              </a:rPr>
              <a:t>&lt;input&gt;  </a:t>
            </a:r>
          </a:p>
        </p:txBody>
      </p:sp>
      <p:sp>
        <p:nvSpPr>
          <p:cNvPr id="29699" name="Rectangle 3">
            <a:extLst>
              <a:ext uri="{FF2B5EF4-FFF2-40B4-BE49-F238E27FC236}">
                <a16:creationId xmlns:a16="http://schemas.microsoft.com/office/drawing/2014/main" id="{CB765564-ED05-454B-B12D-88127ED411A6}"/>
              </a:ext>
            </a:extLst>
          </p:cNvPr>
          <p:cNvSpPr>
            <a:spLocks noGrp="1" noChangeArrowheads="1"/>
          </p:cNvSpPr>
          <p:nvPr>
            <p:ph idx="1"/>
          </p:nvPr>
        </p:nvSpPr>
        <p:spPr>
          <a:xfrm>
            <a:off x="1981200" y="1143000"/>
            <a:ext cx="6586538" cy="4191000"/>
          </a:xfrm>
        </p:spPr>
        <p:txBody>
          <a:bodyPr>
            <a:normAutofit lnSpcReduction="10000"/>
          </a:bodyPr>
          <a:lstStyle/>
          <a:p>
            <a:pPr marL="365125" indent="-282575" eaLnBrk="1" fontAlgn="auto" hangingPunct="1">
              <a:spcAft>
                <a:spcPts val="0"/>
              </a:spcAft>
              <a:buFont typeface="Wingdings 2" panose="05020102010507070707" pitchFamily="18" charset="2"/>
              <a:buChar char=""/>
              <a:defRPr/>
            </a:pPr>
            <a:r>
              <a:rPr lang="en-US" altLang="en-US" dirty="0"/>
              <a:t>Accepts text information in </a:t>
            </a:r>
            <a:br>
              <a:rPr lang="en-US" altLang="en-US" dirty="0"/>
            </a:br>
            <a:r>
              <a:rPr lang="en-US" altLang="en-US" dirty="0"/>
              <a:t>e-mail address format</a:t>
            </a:r>
            <a:br>
              <a:rPr lang="en-US" altLang="en-US" dirty="0"/>
            </a:br>
            <a:endParaRPr lang="en-US" altLang="en-US" sz="1400" dirty="0"/>
          </a:p>
          <a:p>
            <a:pPr marL="365125" indent="-282575" eaLnBrk="1" fontAlgn="auto" hangingPunct="1">
              <a:spcAft>
                <a:spcPts val="0"/>
              </a:spcAft>
              <a:buFont typeface="Wingdings 2" panose="05020102010507070707" pitchFamily="18" charset="2"/>
              <a:buChar char=""/>
              <a:defRPr/>
            </a:pPr>
            <a:r>
              <a:rPr lang="en-US" altLang="en-US" dirty="0"/>
              <a:t>Common Attributes:</a:t>
            </a:r>
          </a:p>
          <a:p>
            <a:pPr marL="639763" lvl="1" indent="-236538" eaLnBrk="1" fontAlgn="auto" hangingPunct="1">
              <a:spcAft>
                <a:spcPts val="0"/>
              </a:spcAft>
              <a:buFont typeface="Verdana" panose="020B0604030504040204" pitchFamily="34" charset="0"/>
              <a:buChar char="◦"/>
              <a:defRPr/>
            </a:pPr>
            <a:r>
              <a:rPr lang="en-US" altLang="en-US" sz="2400" dirty="0"/>
              <a:t>type=“email”</a:t>
            </a:r>
          </a:p>
          <a:p>
            <a:pPr marL="639763" lvl="1" indent="-236538" eaLnBrk="1" fontAlgn="auto" hangingPunct="1">
              <a:spcAft>
                <a:spcPts val="0"/>
              </a:spcAft>
              <a:buFont typeface="Verdana" panose="020B0604030504040204" pitchFamily="34" charset="0"/>
              <a:buChar char="◦"/>
              <a:defRPr/>
            </a:pPr>
            <a:r>
              <a:rPr lang="en-US" altLang="en-US" sz="2400" dirty="0"/>
              <a:t>name</a:t>
            </a:r>
          </a:p>
          <a:p>
            <a:pPr marL="639763" lvl="1" indent="-236538" eaLnBrk="1" fontAlgn="auto" hangingPunct="1">
              <a:spcAft>
                <a:spcPts val="0"/>
              </a:spcAft>
              <a:buFont typeface="Verdana" panose="020B0604030504040204" pitchFamily="34" charset="0"/>
              <a:buChar char="◦"/>
              <a:defRPr/>
            </a:pPr>
            <a:r>
              <a:rPr lang="en-US" altLang="en-US" sz="2400" dirty="0"/>
              <a:t>id</a:t>
            </a:r>
          </a:p>
          <a:p>
            <a:pPr marL="639763" lvl="1" indent="-236538" eaLnBrk="1" fontAlgn="auto" hangingPunct="1">
              <a:spcAft>
                <a:spcPts val="0"/>
              </a:spcAft>
              <a:buFont typeface="Verdana" panose="020B0604030504040204" pitchFamily="34" charset="0"/>
              <a:buChar char="◦"/>
              <a:defRPr/>
            </a:pPr>
            <a:r>
              <a:rPr lang="en-US" altLang="en-US" sz="2400" dirty="0"/>
              <a:t>size</a:t>
            </a:r>
          </a:p>
          <a:p>
            <a:pPr marL="639763" lvl="1" indent="-236538" eaLnBrk="1" fontAlgn="auto" hangingPunct="1">
              <a:spcAft>
                <a:spcPts val="0"/>
              </a:spcAft>
              <a:buFont typeface="Verdana" panose="020B0604030504040204" pitchFamily="34" charset="0"/>
              <a:buChar char="◦"/>
              <a:defRPr/>
            </a:pPr>
            <a:r>
              <a:rPr lang="en-US" altLang="en-US" sz="2400" dirty="0" err="1"/>
              <a:t>maxlength</a:t>
            </a:r>
            <a:endParaRPr lang="en-US" altLang="en-US" sz="2400" dirty="0"/>
          </a:p>
          <a:p>
            <a:pPr marL="639763" lvl="1" indent="-236538" eaLnBrk="1" fontAlgn="auto" hangingPunct="1">
              <a:spcAft>
                <a:spcPts val="0"/>
              </a:spcAft>
              <a:buFont typeface="Verdana" panose="020B0604030504040204" pitchFamily="34" charset="0"/>
              <a:buChar char="◦"/>
              <a:defRPr/>
            </a:pPr>
            <a:r>
              <a:rPr lang="en-US" altLang="en-US" sz="2400" dirty="0"/>
              <a:t>value</a:t>
            </a:r>
          </a:p>
          <a:p>
            <a:pPr marL="639763" lvl="1" indent="-236538" eaLnBrk="1" fontAlgn="auto" hangingPunct="1">
              <a:spcAft>
                <a:spcPts val="0"/>
              </a:spcAft>
              <a:buFont typeface="Verdana" panose="020B0604030504040204" pitchFamily="34" charset="0"/>
              <a:buChar char="◦"/>
              <a:defRPr/>
            </a:pPr>
            <a:r>
              <a:rPr lang="en-US" altLang="en-US" sz="2400" dirty="0"/>
              <a:t>placeholder</a:t>
            </a:r>
          </a:p>
          <a:p>
            <a:pPr marL="639763" lvl="1" indent="-236538" eaLnBrk="1" fontAlgn="auto" hangingPunct="1">
              <a:spcAft>
                <a:spcPts val="0"/>
              </a:spcAft>
              <a:buFont typeface="Verdana" panose="020B0604030504040204" pitchFamily="34" charset="0"/>
              <a:buChar char="◦"/>
              <a:defRPr/>
            </a:pPr>
            <a:r>
              <a:rPr lang="en-US" altLang="en-US" sz="2400" dirty="0"/>
              <a:t>required</a:t>
            </a:r>
          </a:p>
        </p:txBody>
      </p:sp>
      <p:sp>
        <p:nvSpPr>
          <p:cNvPr id="51204" name="Slide Number Placeholder 5">
            <a:extLst>
              <a:ext uri="{FF2B5EF4-FFF2-40B4-BE49-F238E27FC236}">
                <a16:creationId xmlns:a16="http://schemas.microsoft.com/office/drawing/2014/main" id="{6A7FE3F3-8505-464A-AB69-D4B7F4DB551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899658AA-45AC-443D-9456-1B22398658A2}" type="slidenum">
              <a:rPr lang="en-US" altLang="en-US" sz="1200"/>
              <a:pPr/>
              <a:t>26</a:t>
            </a:fld>
            <a:endParaRPr lang="en-US" altLang="en-US" sz="1200"/>
          </a:p>
        </p:txBody>
      </p:sp>
      <p:sp>
        <p:nvSpPr>
          <p:cNvPr id="51205" name="Rectangle 5">
            <a:extLst>
              <a:ext uri="{FF2B5EF4-FFF2-40B4-BE49-F238E27FC236}">
                <a16:creationId xmlns:a16="http://schemas.microsoft.com/office/drawing/2014/main" id="{87794B31-28C0-42A6-BB8E-EE8E178F3FFC}"/>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51206" name="Picture 6">
            <a:extLst>
              <a:ext uri="{FF2B5EF4-FFF2-40B4-BE49-F238E27FC236}">
                <a16:creationId xmlns:a16="http://schemas.microsoft.com/office/drawing/2014/main" id="{3512590E-8006-49CB-8929-10FD4CEBB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3513" y="2971800"/>
            <a:ext cx="35369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7" name="Footer Placeholder 1">
            <a:extLst>
              <a:ext uri="{FF2B5EF4-FFF2-40B4-BE49-F238E27FC236}">
                <a16:creationId xmlns:a16="http://schemas.microsoft.com/office/drawing/2014/main" id="{B9CD2658-08B5-4A34-9659-5D3B59578C5B}"/>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0BB253E6-D5E9-43A5-B109-78EF1714B9A7}"/>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HTML5: URL Text Box</a:t>
            </a:r>
            <a:br>
              <a:rPr lang="en-US" dirty="0">
                <a:solidFill>
                  <a:schemeClr val="tx2">
                    <a:satMod val="130000"/>
                  </a:schemeClr>
                </a:solidFill>
              </a:rPr>
            </a:br>
            <a:r>
              <a:rPr lang="en-US" dirty="0">
                <a:solidFill>
                  <a:schemeClr val="tx2">
                    <a:satMod val="130000"/>
                  </a:schemeClr>
                </a:solidFill>
              </a:rPr>
              <a:t>&lt;input&gt;  </a:t>
            </a:r>
          </a:p>
        </p:txBody>
      </p:sp>
      <p:sp>
        <p:nvSpPr>
          <p:cNvPr id="30723" name="Rectangle 3">
            <a:extLst>
              <a:ext uri="{FF2B5EF4-FFF2-40B4-BE49-F238E27FC236}">
                <a16:creationId xmlns:a16="http://schemas.microsoft.com/office/drawing/2014/main" id="{4256E1B0-8306-45EC-9B9A-E321B3F83365}"/>
              </a:ext>
            </a:extLst>
          </p:cNvPr>
          <p:cNvSpPr>
            <a:spLocks noGrp="1" noChangeArrowheads="1"/>
          </p:cNvSpPr>
          <p:nvPr>
            <p:ph idx="1"/>
          </p:nvPr>
        </p:nvSpPr>
        <p:spPr>
          <a:xfrm>
            <a:off x="2057400" y="1524000"/>
            <a:ext cx="6586538" cy="3886200"/>
          </a:xfrm>
        </p:spPr>
        <p:txBody>
          <a:bodyPr>
            <a:normAutofit lnSpcReduction="10000"/>
          </a:bodyPr>
          <a:lstStyle/>
          <a:p>
            <a:pPr marL="365125" indent="-282575" eaLnBrk="1" fontAlgn="auto" hangingPunct="1">
              <a:spcAft>
                <a:spcPts val="0"/>
              </a:spcAft>
              <a:buFont typeface="Wingdings 2" panose="05020102010507070707" pitchFamily="18" charset="2"/>
              <a:buChar char=""/>
              <a:defRPr/>
            </a:pPr>
            <a:r>
              <a:rPr lang="en-US" altLang="en-US"/>
              <a:t>Accepts text information in URL format</a:t>
            </a:r>
            <a:br>
              <a:rPr lang="en-US" altLang="en-US"/>
            </a:br>
            <a:endParaRPr lang="en-US" altLang="en-US" sz="1400"/>
          </a:p>
          <a:p>
            <a:pPr marL="365125" indent="-282575" eaLnBrk="1" fontAlgn="auto" hangingPunct="1">
              <a:spcAft>
                <a:spcPts val="0"/>
              </a:spcAft>
              <a:buFont typeface="Wingdings 2" panose="05020102010507070707" pitchFamily="18" charset="2"/>
              <a:buChar char=""/>
              <a:defRPr/>
            </a:pPr>
            <a:r>
              <a:rPr lang="en-US" altLang="en-US"/>
              <a:t>Common Attributes:</a:t>
            </a:r>
          </a:p>
          <a:p>
            <a:pPr marL="639763" lvl="1" indent="-236538" eaLnBrk="1" fontAlgn="auto" hangingPunct="1">
              <a:spcAft>
                <a:spcPts val="0"/>
              </a:spcAft>
              <a:buFont typeface="Verdana" panose="020B0604030504040204" pitchFamily="34" charset="0"/>
              <a:buChar char="◦"/>
              <a:defRPr/>
            </a:pPr>
            <a:r>
              <a:rPr lang="en-US" altLang="en-US" sz="2400"/>
              <a:t>type=“url”</a:t>
            </a:r>
          </a:p>
          <a:p>
            <a:pPr marL="639763" lvl="1" indent="-236538" eaLnBrk="1" fontAlgn="auto" hangingPunct="1">
              <a:spcAft>
                <a:spcPts val="0"/>
              </a:spcAft>
              <a:buFont typeface="Verdana" panose="020B0604030504040204" pitchFamily="34" charset="0"/>
              <a:buChar char="◦"/>
              <a:defRPr/>
            </a:pPr>
            <a:r>
              <a:rPr lang="en-US" altLang="en-US" sz="2400"/>
              <a:t>name</a:t>
            </a:r>
          </a:p>
          <a:p>
            <a:pPr marL="639763" lvl="1" indent="-236538" eaLnBrk="1" fontAlgn="auto" hangingPunct="1">
              <a:spcAft>
                <a:spcPts val="0"/>
              </a:spcAft>
              <a:buFont typeface="Verdana" panose="020B0604030504040204" pitchFamily="34" charset="0"/>
              <a:buChar char="◦"/>
              <a:defRPr/>
            </a:pPr>
            <a:r>
              <a:rPr lang="en-US" altLang="en-US" sz="2400"/>
              <a:t>id</a:t>
            </a:r>
          </a:p>
          <a:p>
            <a:pPr marL="639763" lvl="1" indent="-236538" eaLnBrk="1" fontAlgn="auto" hangingPunct="1">
              <a:spcAft>
                <a:spcPts val="0"/>
              </a:spcAft>
              <a:buFont typeface="Verdana" panose="020B0604030504040204" pitchFamily="34" charset="0"/>
              <a:buChar char="◦"/>
              <a:defRPr/>
            </a:pPr>
            <a:r>
              <a:rPr lang="en-US" altLang="en-US" sz="2400"/>
              <a:t>size</a:t>
            </a:r>
          </a:p>
          <a:p>
            <a:pPr marL="639763" lvl="1" indent="-236538" eaLnBrk="1" fontAlgn="auto" hangingPunct="1">
              <a:spcAft>
                <a:spcPts val="0"/>
              </a:spcAft>
              <a:buFont typeface="Verdana" panose="020B0604030504040204" pitchFamily="34" charset="0"/>
              <a:buChar char="◦"/>
              <a:defRPr/>
            </a:pPr>
            <a:r>
              <a:rPr lang="en-US" altLang="en-US" sz="2400"/>
              <a:t>maxlength</a:t>
            </a:r>
          </a:p>
          <a:p>
            <a:pPr marL="639763" lvl="1" indent="-236538" eaLnBrk="1" fontAlgn="auto" hangingPunct="1">
              <a:spcAft>
                <a:spcPts val="0"/>
              </a:spcAft>
              <a:buFont typeface="Verdana" panose="020B0604030504040204" pitchFamily="34" charset="0"/>
              <a:buChar char="◦"/>
              <a:defRPr/>
            </a:pPr>
            <a:r>
              <a:rPr lang="en-US" altLang="en-US" sz="2400"/>
              <a:t>value</a:t>
            </a:r>
          </a:p>
          <a:p>
            <a:pPr marL="639763" lvl="1" indent="-236538" eaLnBrk="1" fontAlgn="auto" hangingPunct="1">
              <a:spcAft>
                <a:spcPts val="0"/>
              </a:spcAft>
              <a:buFont typeface="Verdana" panose="020B0604030504040204" pitchFamily="34" charset="0"/>
              <a:buChar char="◦"/>
              <a:defRPr/>
            </a:pPr>
            <a:r>
              <a:rPr lang="en-US" altLang="en-US" sz="2400"/>
              <a:t>placeholder</a:t>
            </a:r>
          </a:p>
          <a:p>
            <a:pPr marL="639763" lvl="1" indent="-236538" eaLnBrk="1" fontAlgn="auto" hangingPunct="1">
              <a:spcAft>
                <a:spcPts val="0"/>
              </a:spcAft>
              <a:buFont typeface="Verdana" panose="020B0604030504040204" pitchFamily="34" charset="0"/>
              <a:buChar char="◦"/>
              <a:defRPr/>
            </a:pPr>
            <a:r>
              <a:rPr lang="en-US" altLang="en-US" sz="2400"/>
              <a:t>required</a:t>
            </a:r>
          </a:p>
        </p:txBody>
      </p:sp>
      <p:sp>
        <p:nvSpPr>
          <p:cNvPr id="53252" name="Slide Number Placeholder 5">
            <a:extLst>
              <a:ext uri="{FF2B5EF4-FFF2-40B4-BE49-F238E27FC236}">
                <a16:creationId xmlns:a16="http://schemas.microsoft.com/office/drawing/2014/main" id="{C94835C6-F71D-42AD-8CF5-2304EEEE555C}"/>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DEDEDA5A-3647-4A9E-904B-D638D13384E0}" type="slidenum">
              <a:rPr lang="en-US" altLang="en-US" sz="1200"/>
              <a:pPr/>
              <a:t>27</a:t>
            </a:fld>
            <a:endParaRPr lang="en-US" altLang="en-US" sz="1200"/>
          </a:p>
        </p:txBody>
      </p:sp>
      <p:sp>
        <p:nvSpPr>
          <p:cNvPr id="53253" name="Rectangle 5">
            <a:extLst>
              <a:ext uri="{FF2B5EF4-FFF2-40B4-BE49-F238E27FC236}">
                <a16:creationId xmlns:a16="http://schemas.microsoft.com/office/drawing/2014/main" id="{F155B8F8-9FAC-4EF2-9648-8BD05B1D61DF}"/>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53254" name="Picture 6">
            <a:extLst>
              <a:ext uri="{FF2B5EF4-FFF2-40B4-BE49-F238E27FC236}">
                <a16:creationId xmlns:a16="http://schemas.microsoft.com/office/drawing/2014/main" id="{BA1781A0-2D79-4EA3-BFA7-AE9CC9F05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1" y="2995614"/>
            <a:ext cx="368617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5" name="Footer Placeholder 1">
            <a:extLst>
              <a:ext uri="{FF2B5EF4-FFF2-40B4-BE49-F238E27FC236}">
                <a16:creationId xmlns:a16="http://schemas.microsoft.com/office/drawing/2014/main" id="{C2EA2019-3CBA-4645-BBEE-9D8F76DE246F}"/>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BCABFFD5-2058-4E88-9BD9-F2EDF1FF2859}"/>
              </a:ext>
            </a:extLst>
          </p:cNvPr>
          <p:cNvSpPr>
            <a:spLocks noGrp="1" noChangeArrowheads="1"/>
          </p:cNvSpPr>
          <p:nvPr>
            <p:ph type="title"/>
          </p:nvPr>
        </p:nvSpPr>
        <p:spPr>
          <a:xfrm>
            <a:off x="1447800" y="274638"/>
            <a:ext cx="8915400" cy="1143000"/>
          </a:xfrm>
        </p:spPr>
        <p:txBody>
          <a:bodyPr>
            <a:normAutofit fontScale="90000"/>
          </a:bodyPr>
          <a:lstStyle/>
          <a:p>
            <a:pPr algn="r" eaLnBrk="1" fontAlgn="auto" hangingPunct="1">
              <a:spcAft>
                <a:spcPts val="0"/>
              </a:spcAft>
              <a:defRPr/>
            </a:pPr>
            <a:r>
              <a:rPr lang="en-US" dirty="0">
                <a:solidFill>
                  <a:schemeClr val="tx2">
                    <a:satMod val="130000"/>
                  </a:schemeClr>
                </a:solidFill>
              </a:rPr>
              <a:t>HTML5: Telephone Number Text Box</a:t>
            </a:r>
            <a:br>
              <a:rPr lang="en-US" dirty="0">
                <a:solidFill>
                  <a:schemeClr val="tx2">
                    <a:satMod val="130000"/>
                  </a:schemeClr>
                </a:solidFill>
              </a:rPr>
            </a:br>
            <a:r>
              <a:rPr lang="en-US" dirty="0">
                <a:solidFill>
                  <a:schemeClr val="tx2">
                    <a:satMod val="130000"/>
                  </a:schemeClr>
                </a:solidFill>
              </a:rPr>
              <a:t>&lt;input&gt;  </a:t>
            </a:r>
          </a:p>
        </p:txBody>
      </p:sp>
      <p:sp>
        <p:nvSpPr>
          <p:cNvPr id="31747" name="Rectangle 3">
            <a:extLst>
              <a:ext uri="{FF2B5EF4-FFF2-40B4-BE49-F238E27FC236}">
                <a16:creationId xmlns:a16="http://schemas.microsoft.com/office/drawing/2014/main" id="{E5F5FA70-7083-4A7C-B04B-E8A49370E296}"/>
              </a:ext>
            </a:extLst>
          </p:cNvPr>
          <p:cNvSpPr>
            <a:spLocks noGrp="1" noChangeArrowheads="1"/>
          </p:cNvSpPr>
          <p:nvPr>
            <p:ph idx="1"/>
          </p:nvPr>
        </p:nvSpPr>
        <p:spPr>
          <a:xfrm>
            <a:off x="2057400" y="1524000"/>
            <a:ext cx="6586538" cy="3886200"/>
          </a:xfrm>
        </p:spPr>
        <p:txBody>
          <a:bodyPr>
            <a:normAutofit fontScale="92500" lnSpcReduction="10000"/>
          </a:bodyPr>
          <a:lstStyle/>
          <a:p>
            <a:pPr marL="365125" indent="-282575" eaLnBrk="1" fontAlgn="auto" hangingPunct="1">
              <a:spcAft>
                <a:spcPts val="0"/>
              </a:spcAft>
              <a:buFont typeface="Wingdings 2" panose="05020102010507070707" pitchFamily="18" charset="2"/>
              <a:buChar char=""/>
              <a:defRPr/>
            </a:pPr>
            <a:r>
              <a:rPr lang="en-US" altLang="en-US"/>
              <a:t>Accepts text information </a:t>
            </a:r>
            <a:br>
              <a:rPr lang="en-US" altLang="en-US"/>
            </a:br>
            <a:r>
              <a:rPr lang="en-US" altLang="en-US"/>
              <a:t>in telephone number format</a:t>
            </a:r>
            <a:br>
              <a:rPr lang="en-US" altLang="en-US"/>
            </a:br>
            <a:endParaRPr lang="en-US" altLang="en-US" sz="1400"/>
          </a:p>
          <a:p>
            <a:pPr marL="365125" indent="-282575" eaLnBrk="1" fontAlgn="auto" hangingPunct="1">
              <a:spcAft>
                <a:spcPts val="0"/>
              </a:spcAft>
              <a:buFont typeface="Wingdings 2" panose="05020102010507070707" pitchFamily="18" charset="2"/>
              <a:buChar char=""/>
              <a:defRPr/>
            </a:pPr>
            <a:r>
              <a:rPr lang="en-US" altLang="en-US"/>
              <a:t>Common Attributes:</a:t>
            </a:r>
          </a:p>
          <a:p>
            <a:pPr marL="639763" lvl="1" indent="-236538" eaLnBrk="1" fontAlgn="auto" hangingPunct="1">
              <a:spcAft>
                <a:spcPts val="0"/>
              </a:spcAft>
              <a:buFont typeface="Verdana" panose="020B0604030504040204" pitchFamily="34" charset="0"/>
              <a:buChar char="◦"/>
              <a:defRPr/>
            </a:pPr>
            <a:r>
              <a:rPr lang="en-US" altLang="en-US" sz="2400"/>
              <a:t>type=“tel”</a:t>
            </a:r>
          </a:p>
          <a:p>
            <a:pPr marL="639763" lvl="1" indent="-236538" eaLnBrk="1" fontAlgn="auto" hangingPunct="1">
              <a:spcAft>
                <a:spcPts val="0"/>
              </a:spcAft>
              <a:buFont typeface="Verdana" panose="020B0604030504040204" pitchFamily="34" charset="0"/>
              <a:buChar char="◦"/>
              <a:defRPr/>
            </a:pPr>
            <a:r>
              <a:rPr lang="en-US" altLang="en-US" sz="2400"/>
              <a:t>name</a:t>
            </a:r>
          </a:p>
          <a:p>
            <a:pPr marL="639763" lvl="1" indent="-236538" eaLnBrk="1" fontAlgn="auto" hangingPunct="1">
              <a:spcAft>
                <a:spcPts val="0"/>
              </a:spcAft>
              <a:buFont typeface="Verdana" panose="020B0604030504040204" pitchFamily="34" charset="0"/>
              <a:buChar char="◦"/>
              <a:defRPr/>
            </a:pPr>
            <a:r>
              <a:rPr lang="en-US" altLang="en-US" sz="2400"/>
              <a:t>id</a:t>
            </a:r>
          </a:p>
          <a:p>
            <a:pPr marL="639763" lvl="1" indent="-236538" eaLnBrk="1" fontAlgn="auto" hangingPunct="1">
              <a:spcAft>
                <a:spcPts val="0"/>
              </a:spcAft>
              <a:buFont typeface="Verdana" panose="020B0604030504040204" pitchFamily="34" charset="0"/>
              <a:buChar char="◦"/>
              <a:defRPr/>
            </a:pPr>
            <a:r>
              <a:rPr lang="en-US" altLang="en-US" sz="2400"/>
              <a:t>size</a:t>
            </a:r>
          </a:p>
          <a:p>
            <a:pPr marL="639763" lvl="1" indent="-236538" eaLnBrk="1" fontAlgn="auto" hangingPunct="1">
              <a:spcAft>
                <a:spcPts val="0"/>
              </a:spcAft>
              <a:buFont typeface="Verdana" panose="020B0604030504040204" pitchFamily="34" charset="0"/>
              <a:buChar char="◦"/>
              <a:defRPr/>
            </a:pPr>
            <a:r>
              <a:rPr lang="en-US" altLang="en-US" sz="2400"/>
              <a:t>maxlength</a:t>
            </a:r>
          </a:p>
          <a:p>
            <a:pPr marL="639763" lvl="1" indent="-236538" eaLnBrk="1" fontAlgn="auto" hangingPunct="1">
              <a:spcAft>
                <a:spcPts val="0"/>
              </a:spcAft>
              <a:buFont typeface="Verdana" panose="020B0604030504040204" pitchFamily="34" charset="0"/>
              <a:buChar char="◦"/>
              <a:defRPr/>
            </a:pPr>
            <a:r>
              <a:rPr lang="en-US" altLang="en-US" sz="2400"/>
              <a:t>value</a:t>
            </a:r>
          </a:p>
          <a:p>
            <a:pPr marL="639763" lvl="1" indent="-236538" eaLnBrk="1" fontAlgn="auto" hangingPunct="1">
              <a:spcAft>
                <a:spcPts val="0"/>
              </a:spcAft>
              <a:buFont typeface="Verdana" panose="020B0604030504040204" pitchFamily="34" charset="0"/>
              <a:buChar char="◦"/>
              <a:defRPr/>
            </a:pPr>
            <a:r>
              <a:rPr lang="en-US" altLang="en-US" sz="2400"/>
              <a:t>placeholder</a:t>
            </a:r>
          </a:p>
          <a:p>
            <a:pPr marL="639763" lvl="1" indent="-236538" eaLnBrk="1" fontAlgn="auto" hangingPunct="1">
              <a:spcAft>
                <a:spcPts val="0"/>
              </a:spcAft>
              <a:buFont typeface="Verdana" panose="020B0604030504040204" pitchFamily="34" charset="0"/>
              <a:buChar char="◦"/>
              <a:defRPr/>
            </a:pPr>
            <a:r>
              <a:rPr lang="en-US" altLang="en-US" sz="2400"/>
              <a:t>required</a:t>
            </a:r>
          </a:p>
        </p:txBody>
      </p:sp>
      <p:sp>
        <p:nvSpPr>
          <p:cNvPr id="55300" name="Slide Number Placeholder 5">
            <a:extLst>
              <a:ext uri="{FF2B5EF4-FFF2-40B4-BE49-F238E27FC236}">
                <a16:creationId xmlns:a16="http://schemas.microsoft.com/office/drawing/2014/main" id="{FA1EBE90-11E8-4986-A0C0-0595546C831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F08D8128-91EF-4423-9368-9072549DF2F9}" type="slidenum">
              <a:rPr lang="en-US" altLang="en-US" sz="1200"/>
              <a:pPr/>
              <a:t>28</a:t>
            </a:fld>
            <a:endParaRPr lang="en-US" altLang="en-US" sz="1200"/>
          </a:p>
        </p:txBody>
      </p:sp>
      <p:sp>
        <p:nvSpPr>
          <p:cNvPr id="55301" name="Rectangle 5">
            <a:extLst>
              <a:ext uri="{FF2B5EF4-FFF2-40B4-BE49-F238E27FC236}">
                <a16:creationId xmlns:a16="http://schemas.microsoft.com/office/drawing/2014/main" id="{B2AB4D4D-4280-4AB7-B1DB-5157DE87C64C}"/>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55302" name="Footer Placeholder 1">
            <a:extLst>
              <a:ext uri="{FF2B5EF4-FFF2-40B4-BE49-F238E27FC236}">
                <a16:creationId xmlns:a16="http://schemas.microsoft.com/office/drawing/2014/main" id="{6B915437-47F1-4016-8B4B-52A14C9D28D1}"/>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AD1FA911-FF8E-4536-946D-31ADC1C125E7}"/>
              </a:ext>
            </a:extLst>
          </p:cNvPr>
          <p:cNvSpPr>
            <a:spLocks noGrp="1" noChangeArrowheads="1"/>
          </p:cNvSpPr>
          <p:nvPr>
            <p:ph type="title"/>
          </p:nvPr>
        </p:nvSpPr>
        <p:spPr>
          <a:xfrm>
            <a:off x="1981200" y="274638"/>
            <a:ext cx="8382000" cy="1143000"/>
          </a:xfrm>
        </p:spPr>
        <p:txBody>
          <a:bodyPr>
            <a:normAutofit fontScale="90000"/>
          </a:bodyPr>
          <a:lstStyle/>
          <a:p>
            <a:pPr algn="r" eaLnBrk="1" fontAlgn="auto" hangingPunct="1">
              <a:spcAft>
                <a:spcPts val="0"/>
              </a:spcAft>
              <a:defRPr/>
            </a:pPr>
            <a:r>
              <a:rPr lang="en-US" dirty="0">
                <a:solidFill>
                  <a:schemeClr val="tx2">
                    <a:satMod val="130000"/>
                  </a:schemeClr>
                </a:solidFill>
              </a:rPr>
              <a:t>HTML5: Search Text Box</a:t>
            </a:r>
            <a:br>
              <a:rPr lang="en-US" dirty="0">
                <a:solidFill>
                  <a:schemeClr val="tx2">
                    <a:satMod val="130000"/>
                  </a:schemeClr>
                </a:solidFill>
              </a:rPr>
            </a:br>
            <a:r>
              <a:rPr lang="en-US" dirty="0">
                <a:solidFill>
                  <a:schemeClr val="tx2">
                    <a:satMod val="130000"/>
                  </a:schemeClr>
                </a:solidFill>
              </a:rPr>
              <a:t>&lt;input&gt;  </a:t>
            </a:r>
          </a:p>
        </p:txBody>
      </p:sp>
      <p:sp>
        <p:nvSpPr>
          <p:cNvPr id="32771" name="Rectangle 3">
            <a:extLst>
              <a:ext uri="{FF2B5EF4-FFF2-40B4-BE49-F238E27FC236}">
                <a16:creationId xmlns:a16="http://schemas.microsoft.com/office/drawing/2014/main" id="{B1AA7056-CA6A-4D21-9A38-19DDAF8E1B90}"/>
              </a:ext>
            </a:extLst>
          </p:cNvPr>
          <p:cNvSpPr>
            <a:spLocks noGrp="1" noChangeArrowheads="1"/>
          </p:cNvSpPr>
          <p:nvPr>
            <p:ph idx="1"/>
          </p:nvPr>
        </p:nvSpPr>
        <p:spPr>
          <a:xfrm>
            <a:off x="2057400" y="1524000"/>
            <a:ext cx="6586538" cy="3886200"/>
          </a:xfrm>
        </p:spPr>
        <p:txBody>
          <a:bodyPr>
            <a:normAutofit lnSpcReduction="10000"/>
          </a:bodyPr>
          <a:lstStyle/>
          <a:p>
            <a:pPr marL="365125" indent="-282575" eaLnBrk="1" fontAlgn="auto" hangingPunct="1">
              <a:spcAft>
                <a:spcPts val="0"/>
              </a:spcAft>
              <a:buFont typeface="Wingdings 2" panose="05020102010507070707" pitchFamily="18" charset="2"/>
              <a:buChar char=""/>
              <a:defRPr/>
            </a:pPr>
            <a:r>
              <a:rPr lang="en-US" altLang="en-US"/>
              <a:t>Accepts search  terms</a:t>
            </a:r>
            <a:endParaRPr lang="en-US" altLang="en-US" sz="1400"/>
          </a:p>
          <a:p>
            <a:pPr marL="365125" indent="-282575" eaLnBrk="1" fontAlgn="auto" hangingPunct="1">
              <a:spcAft>
                <a:spcPts val="0"/>
              </a:spcAft>
              <a:buFont typeface="Wingdings 2" panose="05020102010507070707" pitchFamily="18" charset="2"/>
              <a:buChar char=""/>
              <a:defRPr/>
            </a:pPr>
            <a:r>
              <a:rPr lang="en-US" altLang="en-US"/>
              <a:t>Common Attributes:</a:t>
            </a:r>
          </a:p>
          <a:p>
            <a:pPr marL="639763" lvl="1" indent="-236538" eaLnBrk="1" fontAlgn="auto" hangingPunct="1">
              <a:spcAft>
                <a:spcPts val="0"/>
              </a:spcAft>
              <a:buFont typeface="Verdana" panose="020B0604030504040204" pitchFamily="34" charset="0"/>
              <a:buChar char="◦"/>
              <a:defRPr/>
            </a:pPr>
            <a:r>
              <a:rPr lang="en-US" altLang="en-US" sz="2400"/>
              <a:t>type=“search”</a:t>
            </a:r>
          </a:p>
          <a:p>
            <a:pPr marL="639763" lvl="1" indent="-236538" eaLnBrk="1" fontAlgn="auto" hangingPunct="1">
              <a:spcAft>
                <a:spcPts val="0"/>
              </a:spcAft>
              <a:buFont typeface="Verdana" panose="020B0604030504040204" pitchFamily="34" charset="0"/>
              <a:buChar char="◦"/>
              <a:defRPr/>
            </a:pPr>
            <a:r>
              <a:rPr lang="en-US" altLang="en-US" sz="2400"/>
              <a:t>name</a:t>
            </a:r>
          </a:p>
          <a:p>
            <a:pPr marL="639763" lvl="1" indent="-236538" eaLnBrk="1" fontAlgn="auto" hangingPunct="1">
              <a:spcAft>
                <a:spcPts val="0"/>
              </a:spcAft>
              <a:buFont typeface="Verdana" panose="020B0604030504040204" pitchFamily="34" charset="0"/>
              <a:buChar char="◦"/>
              <a:defRPr/>
            </a:pPr>
            <a:r>
              <a:rPr lang="en-US" altLang="en-US" sz="2400"/>
              <a:t>id</a:t>
            </a:r>
          </a:p>
          <a:p>
            <a:pPr marL="639763" lvl="1" indent="-236538" eaLnBrk="1" fontAlgn="auto" hangingPunct="1">
              <a:spcAft>
                <a:spcPts val="0"/>
              </a:spcAft>
              <a:buFont typeface="Verdana" panose="020B0604030504040204" pitchFamily="34" charset="0"/>
              <a:buChar char="◦"/>
              <a:defRPr/>
            </a:pPr>
            <a:r>
              <a:rPr lang="en-US" altLang="en-US" sz="2400"/>
              <a:t>size</a:t>
            </a:r>
          </a:p>
          <a:p>
            <a:pPr marL="639763" lvl="1" indent="-236538" eaLnBrk="1" fontAlgn="auto" hangingPunct="1">
              <a:spcAft>
                <a:spcPts val="0"/>
              </a:spcAft>
              <a:buFont typeface="Verdana" panose="020B0604030504040204" pitchFamily="34" charset="0"/>
              <a:buChar char="◦"/>
              <a:defRPr/>
            </a:pPr>
            <a:r>
              <a:rPr lang="en-US" altLang="en-US" sz="2400"/>
              <a:t>maxlength</a:t>
            </a:r>
          </a:p>
          <a:p>
            <a:pPr marL="639763" lvl="1" indent="-236538" eaLnBrk="1" fontAlgn="auto" hangingPunct="1">
              <a:spcAft>
                <a:spcPts val="0"/>
              </a:spcAft>
              <a:buFont typeface="Verdana" panose="020B0604030504040204" pitchFamily="34" charset="0"/>
              <a:buChar char="◦"/>
              <a:defRPr/>
            </a:pPr>
            <a:r>
              <a:rPr lang="en-US" altLang="en-US" sz="2400"/>
              <a:t>value</a:t>
            </a:r>
          </a:p>
          <a:p>
            <a:pPr marL="639763" lvl="1" indent="-236538" eaLnBrk="1" fontAlgn="auto" hangingPunct="1">
              <a:spcAft>
                <a:spcPts val="0"/>
              </a:spcAft>
              <a:buFont typeface="Verdana" panose="020B0604030504040204" pitchFamily="34" charset="0"/>
              <a:buChar char="◦"/>
              <a:defRPr/>
            </a:pPr>
            <a:r>
              <a:rPr lang="en-US" altLang="en-US" sz="2400"/>
              <a:t>placeholder</a:t>
            </a:r>
          </a:p>
          <a:p>
            <a:pPr marL="639763" lvl="1" indent="-236538" eaLnBrk="1" fontAlgn="auto" hangingPunct="1">
              <a:spcAft>
                <a:spcPts val="0"/>
              </a:spcAft>
              <a:buFont typeface="Verdana" panose="020B0604030504040204" pitchFamily="34" charset="0"/>
              <a:buChar char="◦"/>
              <a:defRPr/>
            </a:pPr>
            <a:r>
              <a:rPr lang="en-US" altLang="en-US" sz="2400"/>
              <a:t>required</a:t>
            </a:r>
          </a:p>
        </p:txBody>
      </p:sp>
      <p:sp>
        <p:nvSpPr>
          <p:cNvPr id="57348" name="Slide Number Placeholder 5">
            <a:extLst>
              <a:ext uri="{FF2B5EF4-FFF2-40B4-BE49-F238E27FC236}">
                <a16:creationId xmlns:a16="http://schemas.microsoft.com/office/drawing/2014/main" id="{1359644B-B1DB-4E2F-AA5B-73E975988A45}"/>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DFC5F6B7-02A0-421E-9251-F5DCF38F1A24}" type="slidenum">
              <a:rPr lang="en-US" altLang="en-US" sz="1200"/>
              <a:pPr/>
              <a:t>29</a:t>
            </a:fld>
            <a:endParaRPr lang="en-US" altLang="en-US" sz="1200"/>
          </a:p>
        </p:txBody>
      </p:sp>
      <p:sp>
        <p:nvSpPr>
          <p:cNvPr id="57349" name="Rectangle 5">
            <a:extLst>
              <a:ext uri="{FF2B5EF4-FFF2-40B4-BE49-F238E27FC236}">
                <a16:creationId xmlns:a16="http://schemas.microsoft.com/office/drawing/2014/main" id="{CBDE615F-39D9-455B-8C59-339C784008E0}"/>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sp>
        <p:nvSpPr>
          <p:cNvPr id="57350" name="Footer Placeholder 1">
            <a:extLst>
              <a:ext uri="{FF2B5EF4-FFF2-40B4-BE49-F238E27FC236}">
                <a16:creationId xmlns:a16="http://schemas.microsoft.com/office/drawing/2014/main" id="{3869F949-3862-4333-937D-3E9853D1A749}"/>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1724550E-AE06-4E11-9A83-46D3B78CD8DF}"/>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HTML5: </a:t>
            </a:r>
            <a:r>
              <a:rPr lang="en-US" dirty="0" err="1">
                <a:solidFill>
                  <a:schemeClr val="tx2">
                    <a:satMod val="130000"/>
                  </a:schemeClr>
                </a:solidFill>
              </a:rPr>
              <a:t>Datalist</a:t>
            </a:r>
            <a:r>
              <a:rPr lang="en-US" dirty="0">
                <a:solidFill>
                  <a:schemeClr val="tx2">
                    <a:satMod val="130000"/>
                  </a:schemeClr>
                </a:solidFill>
              </a:rPr>
              <a:t> Control  </a:t>
            </a:r>
          </a:p>
        </p:txBody>
      </p:sp>
      <p:sp>
        <p:nvSpPr>
          <p:cNvPr id="33795" name="Rectangle 3">
            <a:extLst>
              <a:ext uri="{FF2B5EF4-FFF2-40B4-BE49-F238E27FC236}">
                <a16:creationId xmlns:a16="http://schemas.microsoft.com/office/drawing/2014/main" id="{80D8D137-A372-4074-AB4F-36BAB72E4533}"/>
              </a:ext>
            </a:extLst>
          </p:cNvPr>
          <p:cNvSpPr>
            <a:spLocks noGrp="1" noChangeArrowheads="1"/>
          </p:cNvSpPr>
          <p:nvPr>
            <p:ph idx="1"/>
          </p:nvPr>
        </p:nvSpPr>
        <p:spPr>
          <a:xfrm>
            <a:off x="2057400" y="1524000"/>
            <a:ext cx="6586538" cy="3886200"/>
          </a:xfrm>
        </p:spPr>
        <p:txBody>
          <a:bodyPr>
            <a:normAutofit fontScale="92500" lnSpcReduction="10000"/>
          </a:bodyPr>
          <a:lstStyle/>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&lt;label for="color"&gt;Favorite Color:&lt;/label&gt; </a:t>
            </a:r>
            <a:br>
              <a:rPr lang="en-US" altLang="en-US">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&lt;input type="text" name="color" id="color" list="colors" &gt;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&lt;datalist id="colors"&gt;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     &lt;option value="red"&gt;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     &lt;option value="green"&gt;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     &lt;option value="blue"&gt;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     &lt;option value="yellow"&gt;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     &lt;option value="pink"&gt;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      &lt;option value="black"&gt;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&lt;/datalist&gt;</a:t>
            </a:r>
          </a:p>
        </p:txBody>
      </p:sp>
      <p:sp>
        <p:nvSpPr>
          <p:cNvPr id="59396" name="Slide Number Placeholder 5">
            <a:extLst>
              <a:ext uri="{FF2B5EF4-FFF2-40B4-BE49-F238E27FC236}">
                <a16:creationId xmlns:a16="http://schemas.microsoft.com/office/drawing/2014/main" id="{179CA63A-CB9E-4D2A-8F09-E7B2E1771E47}"/>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2397AEF4-437F-4313-B241-99EC7E3CC226}" type="slidenum">
              <a:rPr lang="en-US" altLang="en-US" sz="1200"/>
              <a:pPr/>
              <a:t>30</a:t>
            </a:fld>
            <a:endParaRPr lang="en-US" altLang="en-US" sz="1200"/>
          </a:p>
        </p:txBody>
      </p:sp>
      <p:sp>
        <p:nvSpPr>
          <p:cNvPr id="59397" name="Rectangle 5">
            <a:extLst>
              <a:ext uri="{FF2B5EF4-FFF2-40B4-BE49-F238E27FC236}">
                <a16:creationId xmlns:a16="http://schemas.microsoft.com/office/drawing/2014/main" id="{E3D5B08F-7EF9-4BAF-B6C9-EDEDF26790A5}"/>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59398" name="Picture 5">
            <a:extLst>
              <a:ext uri="{FF2B5EF4-FFF2-40B4-BE49-F238E27FC236}">
                <a16:creationId xmlns:a16="http://schemas.microsoft.com/office/drawing/2014/main" id="{8D39259B-AF4B-4862-88EE-DDD0F8B66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1975" y="3581400"/>
            <a:ext cx="3201988" cy="229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9" name="Footer Placeholder 1">
            <a:extLst>
              <a:ext uri="{FF2B5EF4-FFF2-40B4-BE49-F238E27FC236}">
                <a16:creationId xmlns:a16="http://schemas.microsoft.com/office/drawing/2014/main" id="{ABFF8E57-F97B-4019-A013-8B92FD1CDE0C}"/>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FA780E19-8589-40C4-A4C0-312D5C5AB2BF}"/>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HTML5: Slider Control</a:t>
            </a:r>
            <a:br>
              <a:rPr lang="en-US" dirty="0">
                <a:solidFill>
                  <a:schemeClr val="tx2">
                    <a:satMod val="130000"/>
                  </a:schemeClr>
                </a:solidFill>
              </a:rPr>
            </a:br>
            <a:r>
              <a:rPr lang="en-US" dirty="0">
                <a:solidFill>
                  <a:schemeClr val="tx2">
                    <a:satMod val="130000"/>
                  </a:schemeClr>
                </a:solidFill>
              </a:rPr>
              <a:t>&lt;input&gt;  </a:t>
            </a:r>
          </a:p>
        </p:txBody>
      </p:sp>
      <p:sp>
        <p:nvSpPr>
          <p:cNvPr id="34819" name="Rectangle 3">
            <a:extLst>
              <a:ext uri="{FF2B5EF4-FFF2-40B4-BE49-F238E27FC236}">
                <a16:creationId xmlns:a16="http://schemas.microsoft.com/office/drawing/2014/main" id="{5366540A-AE29-438C-9AD8-E50685FA738B}"/>
              </a:ext>
            </a:extLst>
          </p:cNvPr>
          <p:cNvSpPr>
            <a:spLocks noGrp="1" noChangeArrowheads="1"/>
          </p:cNvSpPr>
          <p:nvPr>
            <p:ph idx="1"/>
          </p:nvPr>
        </p:nvSpPr>
        <p:spPr>
          <a:xfrm>
            <a:off x="1524000" y="1600200"/>
            <a:ext cx="8763000" cy="3886200"/>
          </a:xfrm>
        </p:spPr>
        <p:txBody>
          <a:bodyPr/>
          <a:lstStyle/>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&lt;label for="myChoice"&gt;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Choose a number between 1 and 100:&lt;/label&gt;&lt;br&gt;</a:t>
            </a:r>
          </a:p>
          <a:p>
            <a:pPr eaLnBrk="1" fontAlgn="auto" hangingPunct="1">
              <a:spcAft>
                <a:spcPts val="0"/>
              </a:spcAft>
              <a:buNone/>
              <a:defRPr/>
            </a:pPr>
            <a:r>
              <a:rPr lang="en-US" altLang="en-US">
                <a:latin typeface="Times New Roman" panose="02020603050405020304" pitchFamily="18" charset="0"/>
                <a:cs typeface="Times New Roman" panose="02020603050405020304" pitchFamily="18" charset="0"/>
              </a:rPr>
              <a:t>Low &lt;input type="range" name="myChoice" id="myChoice"&gt; High</a:t>
            </a:r>
          </a:p>
        </p:txBody>
      </p:sp>
      <p:sp>
        <p:nvSpPr>
          <p:cNvPr id="61444" name="Slide Number Placeholder 5">
            <a:extLst>
              <a:ext uri="{FF2B5EF4-FFF2-40B4-BE49-F238E27FC236}">
                <a16:creationId xmlns:a16="http://schemas.microsoft.com/office/drawing/2014/main" id="{D9695352-6A3E-4214-8454-08EC796DEDEA}"/>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A6054029-4BBB-4314-867E-1AD3B49A7633}" type="slidenum">
              <a:rPr lang="en-US" altLang="en-US" sz="1200"/>
              <a:pPr/>
              <a:t>31</a:t>
            </a:fld>
            <a:endParaRPr lang="en-US" altLang="en-US" sz="1200"/>
          </a:p>
        </p:txBody>
      </p:sp>
      <p:sp>
        <p:nvSpPr>
          <p:cNvPr id="61445" name="Rectangle 5">
            <a:extLst>
              <a:ext uri="{FF2B5EF4-FFF2-40B4-BE49-F238E27FC236}">
                <a16:creationId xmlns:a16="http://schemas.microsoft.com/office/drawing/2014/main" id="{589DC237-2BCD-4C61-8D11-69294E213DBF}"/>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61446" name="Picture 6">
            <a:extLst>
              <a:ext uri="{FF2B5EF4-FFF2-40B4-BE49-F238E27FC236}">
                <a16:creationId xmlns:a16="http://schemas.microsoft.com/office/drawing/2014/main" id="{7A9A1B81-519C-4939-8065-06E5C4F705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308350"/>
            <a:ext cx="3048000"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7" name="Footer Placeholder 1">
            <a:extLst>
              <a:ext uri="{FF2B5EF4-FFF2-40B4-BE49-F238E27FC236}">
                <a16:creationId xmlns:a16="http://schemas.microsoft.com/office/drawing/2014/main" id="{810B081B-3AA1-4EC0-81A8-699148E0270D}"/>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6FF5C662-102F-49AF-B86C-68CE531BD176}"/>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HTML5: Spinner Control</a:t>
            </a:r>
            <a:br>
              <a:rPr lang="en-US" dirty="0">
                <a:solidFill>
                  <a:schemeClr val="tx2">
                    <a:satMod val="130000"/>
                  </a:schemeClr>
                </a:solidFill>
              </a:rPr>
            </a:br>
            <a:r>
              <a:rPr lang="en-US" dirty="0">
                <a:solidFill>
                  <a:schemeClr val="tx2">
                    <a:satMod val="130000"/>
                  </a:schemeClr>
                </a:solidFill>
              </a:rPr>
              <a:t>&lt;input&gt;  </a:t>
            </a:r>
          </a:p>
        </p:txBody>
      </p:sp>
      <p:sp>
        <p:nvSpPr>
          <p:cNvPr id="15363" name="Rectangle 3">
            <a:extLst>
              <a:ext uri="{FF2B5EF4-FFF2-40B4-BE49-F238E27FC236}">
                <a16:creationId xmlns:a16="http://schemas.microsoft.com/office/drawing/2014/main" id="{A9551B8E-9733-41AB-8DD4-D54499ED95EC}"/>
              </a:ext>
            </a:extLst>
          </p:cNvPr>
          <p:cNvSpPr>
            <a:spLocks noGrp="1" noChangeArrowheads="1"/>
          </p:cNvSpPr>
          <p:nvPr>
            <p:ph idx="1"/>
          </p:nvPr>
        </p:nvSpPr>
        <p:spPr>
          <a:xfrm>
            <a:off x="1524000" y="2209800"/>
            <a:ext cx="8991600" cy="3276600"/>
          </a:xfrm>
        </p:spPr>
        <p:txBody>
          <a:bodyPr/>
          <a:lstStyle/>
          <a:p>
            <a:pPr marL="0" indent="0" eaLnBrk="1" fontAlgn="auto" hangingPunct="1">
              <a:spcBef>
                <a:spcPts val="0"/>
              </a:spcBef>
              <a:spcAft>
                <a:spcPts val="0"/>
              </a:spcAft>
              <a:buNone/>
              <a:defRPr/>
            </a:pPr>
            <a:r>
              <a:rPr lang="en-US" dirty="0">
                <a:latin typeface="Times New Roman" pitchFamily="18" charset="0"/>
                <a:cs typeface="Times New Roman" pitchFamily="18" charset="0"/>
              </a:rPr>
              <a:t>&lt;label for="</a:t>
            </a:r>
            <a:r>
              <a:rPr lang="en-US" dirty="0" err="1">
                <a:latin typeface="Times New Roman" pitchFamily="18" charset="0"/>
                <a:cs typeface="Times New Roman" pitchFamily="18" charset="0"/>
              </a:rPr>
              <a:t>myChoice</a:t>
            </a:r>
            <a:r>
              <a:rPr lang="en-US" dirty="0">
                <a:latin typeface="Times New Roman" pitchFamily="18" charset="0"/>
                <a:cs typeface="Times New Roman" pitchFamily="18" charset="0"/>
              </a:rPr>
              <a:t>"&gt;Choose a number between 1 and 10:&lt;/label&gt;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&lt;input type="number"  name="</a:t>
            </a:r>
            <a:r>
              <a:rPr lang="en-US" dirty="0" err="1">
                <a:latin typeface="Times New Roman" pitchFamily="18" charset="0"/>
                <a:cs typeface="Times New Roman" pitchFamily="18" charset="0"/>
              </a:rPr>
              <a:t>myChoice</a:t>
            </a:r>
            <a:r>
              <a:rPr lang="en-US" dirty="0">
                <a:latin typeface="Times New Roman" pitchFamily="18" charset="0"/>
                <a:cs typeface="Times New Roman" pitchFamily="18" charset="0"/>
              </a:rPr>
              <a:t>"  id="</a:t>
            </a:r>
            <a:r>
              <a:rPr lang="en-US" dirty="0" err="1">
                <a:latin typeface="Times New Roman" pitchFamily="18" charset="0"/>
                <a:cs typeface="Times New Roman" pitchFamily="18" charset="0"/>
              </a:rPr>
              <a:t>myChoice</a:t>
            </a:r>
            <a:r>
              <a:rPr lang="en-US" dirty="0">
                <a:latin typeface="Times New Roman" pitchFamily="18" charset="0"/>
                <a:cs typeface="Times New Roman" pitchFamily="18" charset="0"/>
              </a:rPr>
              <a:t>"</a:t>
            </a:r>
          </a:p>
          <a:p>
            <a:pPr eaLnBrk="1" fontAlgn="auto" hangingPunct="1">
              <a:spcAft>
                <a:spcPts val="0"/>
              </a:spcAft>
              <a:buNone/>
              <a:defRPr/>
            </a:pPr>
            <a:r>
              <a:rPr lang="en-US" dirty="0">
                <a:latin typeface="Times New Roman" pitchFamily="18" charset="0"/>
                <a:cs typeface="Times New Roman" pitchFamily="18" charset="0"/>
              </a:rPr>
              <a:t>        min="1" max="10"&gt; </a:t>
            </a:r>
          </a:p>
        </p:txBody>
      </p:sp>
      <p:sp>
        <p:nvSpPr>
          <p:cNvPr id="63492" name="Slide Number Placeholder 5">
            <a:extLst>
              <a:ext uri="{FF2B5EF4-FFF2-40B4-BE49-F238E27FC236}">
                <a16:creationId xmlns:a16="http://schemas.microsoft.com/office/drawing/2014/main" id="{8CCE2CB8-DF0E-428A-897C-16FF5221A5F5}"/>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861AC22D-F1BC-43E8-A5F2-5000B45271D8}" type="slidenum">
              <a:rPr lang="en-US" altLang="en-US" sz="1200"/>
              <a:pPr/>
              <a:t>32</a:t>
            </a:fld>
            <a:endParaRPr lang="en-US" altLang="en-US" sz="1200"/>
          </a:p>
        </p:txBody>
      </p:sp>
      <p:sp>
        <p:nvSpPr>
          <p:cNvPr id="63493" name="Rectangle 5">
            <a:extLst>
              <a:ext uri="{FF2B5EF4-FFF2-40B4-BE49-F238E27FC236}">
                <a16:creationId xmlns:a16="http://schemas.microsoft.com/office/drawing/2014/main" id="{61A23AE0-28AA-439A-A50F-18F1EE39044D}"/>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63494" name="Picture 7">
            <a:extLst>
              <a:ext uri="{FF2B5EF4-FFF2-40B4-BE49-F238E27FC236}">
                <a16:creationId xmlns:a16="http://schemas.microsoft.com/office/drawing/2014/main" id="{4F46225A-0A26-4C25-A05C-DF33746CEA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3325" y="3886200"/>
            <a:ext cx="31051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5" name="Footer Placeholder 1">
            <a:extLst>
              <a:ext uri="{FF2B5EF4-FFF2-40B4-BE49-F238E27FC236}">
                <a16:creationId xmlns:a16="http://schemas.microsoft.com/office/drawing/2014/main" id="{67EB1DF0-73D2-4757-B3A9-2C9ECE087F98}"/>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432D40BA-0E02-4AF7-A817-2996EEFBB1F3}"/>
              </a:ext>
            </a:extLst>
          </p:cNvPr>
          <p:cNvSpPr>
            <a:spLocks noGrp="1" noChangeArrowheads="1"/>
          </p:cNvSpPr>
          <p:nvPr>
            <p:ph type="title"/>
          </p:nvPr>
        </p:nvSpPr>
        <p:spPr/>
        <p:txBody>
          <a:bodyPr/>
          <a:lstStyle/>
          <a:p>
            <a:pPr algn="r" eaLnBrk="1" fontAlgn="auto" hangingPunct="1">
              <a:spcAft>
                <a:spcPts val="0"/>
              </a:spcAft>
              <a:defRPr/>
            </a:pPr>
            <a:r>
              <a:rPr lang="en-US" dirty="0">
                <a:solidFill>
                  <a:schemeClr val="tx2">
                    <a:satMod val="130000"/>
                  </a:schemeClr>
                </a:solidFill>
              </a:rPr>
              <a:t>HTML5: Calendar Control</a:t>
            </a:r>
            <a:br>
              <a:rPr lang="en-US" dirty="0">
                <a:solidFill>
                  <a:schemeClr val="tx2">
                    <a:satMod val="130000"/>
                  </a:schemeClr>
                </a:solidFill>
              </a:rPr>
            </a:br>
            <a:r>
              <a:rPr lang="en-US" dirty="0">
                <a:solidFill>
                  <a:schemeClr val="tx2">
                    <a:satMod val="130000"/>
                  </a:schemeClr>
                </a:solidFill>
              </a:rPr>
              <a:t>&lt;input&gt;  </a:t>
            </a:r>
          </a:p>
        </p:txBody>
      </p:sp>
      <p:sp>
        <p:nvSpPr>
          <p:cNvPr id="36867" name="Rectangle 3">
            <a:extLst>
              <a:ext uri="{FF2B5EF4-FFF2-40B4-BE49-F238E27FC236}">
                <a16:creationId xmlns:a16="http://schemas.microsoft.com/office/drawing/2014/main" id="{1ADDF593-FF6B-4986-8216-7658B7DE594C}"/>
              </a:ext>
            </a:extLst>
          </p:cNvPr>
          <p:cNvSpPr>
            <a:spLocks noGrp="1" noChangeArrowheads="1"/>
          </p:cNvSpPr>
          <p:nvPr>
            <p:ph idx="1"/>
          </p:nvPr>
        </p:nvSpPr>
        <p:spPr>
          <a:xfrm>
            <a:off x="1524000" y="2209800"/>
            <a:ext cx="8763000" cy="3276600"/>
          </a:xfrm>
        </p:spPr>
        <p:txBody>
          <a:bodyPr/>
          <a:lstStyle/>
          <a:p>
            <a:pPr eaLnBrk="1" fontAlgn="auto" hangingPunct="1">
              <a:spcAft>
                <a:spcPts val="0"/>
              </a:spcAft>
              <a:buNone/>
              <a:defRPr/>
            </a:pPr>
            <a:r>
              <a:rPr lang="en-US" altLang="en-US"/>
              <a:t>    &lt;label for="myDate"&gt;Choose a Date&lt;/label&gt;</a:t>
            </a:r>
            <a:br>
              <a:rPr lang="en-US" altLang="en-US"/>
            </a:br>
            <a:r>
              <a:rPr lang="en-US" altLang="en-US"/>
              <a:t>&lt;input type="date" name="myDate" id="myDate"&gt; </a:t>
            </a:r>
          </a:p>
        </p:txBody>
      </p:sp>
      <p:sp>
        <p:nvSpPr>
          <p:cNvPr id="65540" name="Slide Number Placeholder 5">
            <a:extLst>
              <a:ext uri="{FF2B5EF4-FFF2-40B4-BE49-F238E27FC236}">
                <a16:creationId xmlns:a16="http://schemas.microsoft.com/office/drawing/2014/main" id="{29F7AD10-31ED-4810-9F3E-F4E58CA3A4DC}"/>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207E4363-CBC5-4690-82EF-4ADB32B121D8}" type="slidenum">
              <a:rPr lang="en-US" altLang="en-US" sz="1200"/>
              <a:pPr/>
              <a:t>33</a:t>
            </a:fld>
            <a:endParaRPr lang="en-US" altLang="en-US" sz="1200"/>
          </a:p>
        </p:txBody>
      </p:sp>
      <p:sp>
        <p:nvSpPr>
          <p:cNvPr id="65541" name="Rectangle 5">
            <a:extLst>
              <a:ext uri="{FF2B5EF4-FFF2-40B4-BE49-F238E27FC236}">
                <a16:creationId xmlns:a16="http://schemas.microsoft.com/office/drawing/2014/main" id="{9B05FC1C-FB54-4E28-B8E4-78BCD9F9FA89}"/>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pic>
        <p:nvPicPr>
          <p:cNvPr id="65542" name="Picture 8">
            <a:extLst>
              <a:ext uri="{FF2B5EF4-FFF2-40B4-BE49-F238E27FC236}">
                <a16:creationId xmlns:a16="http://schemas.microsoft.com/office/drawing/2014/main" id="{864BA7DE-CA50-49A7-9815-E9759C1BFD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3650" y="3733801"/>
            <a:ext cx="2882900"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3" name="Footer Placeholder 1">
            <a:extLst>
              <a:ext uri="{FF2B5EF4-FFF2-40B4-BE49-F238E27FC236}">
                <a16:creationId xmlns:a16="http://schemas.microsoft.com/office/drawing/2014/main" id="{B895DA5D-12CF-4B4E-9973-8B52BE5134C7}"/>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F6008E37-6711-47E8-8123-D3DB62F7BFE6}"/>
              </a:ext>
            </a:extLst>
          </p:cNvPr>
          <p:cNvSpPr>
            <a:spLocks noGrp="1"/>
          </p:cNvSpPr>
          <p:nvPr>
            <p:ph type="title"/>
          </p:nvPr>
        </p:nvSpPr>
        <p:spPr>
          <a:xfrm>
            <a:off x="2152650" y="365127"/>
            <a:ext cx="7886700" cy="1325563"/>
          </a:xfrm>
        </p:spPr>
        <p:txBody>
          <a:bodyPr/>
          <a:lstStyle/>
          <a:p>
            <a:pPr eaLnBrk="1" fontAlgn="auto" hangingPunct="1">
              <a:spcAft>
                <a:spcPts val="0"/>
              </a:spcAft>
              <a:defRPr/>
            </a:pPr>
            <a:r>
              <a:rPr lang="en-US" altLang="en-US"/>
              <a:t>HTML5 Color-well Control</a:t>
            </a:r>
          </a:p>
        </p:txBody>
      </p:sp>
      <p:sp>
        <p:nvSpPr>
          <p:cNvPr id="37891" name="Content Placeholder 2">
            <a:extLst>
              <a:ext uri="{FF2B5EF4-FFF2-40B4-BE49-F238E27FC236}">
                <a16:creationId xmlns:a16="http://schemas.microsoft.com/office/drawing/2014/main" id="{3697405F-2932-45AF-8C3C-19FF15BE4387}"/>
              </a:ext>
            </a:extLst>
          </p:cNvPr>
          <p:cNvSpPr>
            <a:spLocks noGrp="1"/>
          </p:cNvSpPr>
          <p:nvPr>
            <p:ph idx="1"/>
          </p:nvPr>
        </p:nvSpPr>
        <p:spPr>
          <a:xfrm>
            <a:off x="1981200" y="1600201"/>
            <a:ext cx="8534400" cy="4525963"/>
          </a:xfrm>
        </p:spPr>
        <p:txBody>
          <a:bodyPr/>
          <a:lstStyle/>
          <a:p>
            <a:pPr marL="34925" indent="0" eaLnBrk="1" fontAlgn="auto" hangingPunct="1">
              <a:spcAft>
                <a:spcPts val="0"/>
              </a:spcAft>
              <a:buNone/>
              <a:defRPr/>
            </a:pPr>
            <a:r>
              <a:rPr lang="en-US" altLang="en-US" sz="2800"/>
              <a:t>&lt;label for="myColor"&gt;Choose a color:&lt;/label&gt;</a:t>
            </a:r>
          </a:p>
          <a:p>
            <a:pPr marL="34925" indent="0" eaLnBrk="1" fontAlgn="auto" hangingPunct="1">
              <a:spcAft>
                <a:spcPts val="0"/>
              </a:spcAft>
              <a:buNone/>
              <a:defRPr/>
            </a:pPr>
            <a:r>
              <a:rPr lang="en-US" altLang="en-US" sz="2800"/>
              <a:t>&lt;input type="color" name="myColor" id="myColor"&gt;</a:t>
            </a:r>
          </a:p>
        </p:txBody>
      </p:sp>
      <p:sp>
        <p:nvSpPr>
          <p:cNvPr id="67588" name="Slide Number Placeholder 3">
            <a:extLst>
              <a:ext uri="{FF2B5EF4-FFF2-40B4-BE49-F238E27FC236}">
                <a16:creationId xmlns:a16="http://schemas.microsoft.com/office/drawing/2014/main" id="{1623BD9D-953D-4E18-B19C-90868AD2508C}"/>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DC256D3B-49E8-4570-A436-EE1AE6AC6E6C}" type="slidenum">
              <a:rPr lang="en-US" altLang="en-US" sz="1000">
                <a:solidFill>
                  <a:srgbClr val="A1B4B7"/>
                </a:solidFill>
              </a:rPr>
              <a:pPr/>
              <a:t>34</a:t>
            </a:fld>
            <a:endParaRPr lang="en-US" altLang="en-US" sz="1000">
              <a:solidFill>
                <a:srgbClr val="A1B4B7"/>
              </a:solidFill>
            </a:endParaRPr>
          </a:p>
        </p:txBody>
      </p:sp>
      <p:pic>
        <p:nvPicPr>
          <p:cNvPr id="67589" name="Picture 4">
            <a:extLst>
              <a:ext uri="{FF2B5EF4-FFF2-40B4-BE49-F238E27FC236}">
                <a16:creationId xmlns:a16="http://schemas.microsoft.com/office/drawing/2014/main" id="{8E9E3501-FB98-41DD-8ACE-7525E756E5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743200"/>
            <a:ext cx="4643438" cy="36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Footer Placeholder 1">
            <a:extLst>
              <a:ext uri="{FF2B5EF4-FFF2-40B4-BE49-F238E27FC236}">
                <a16:creationId xmlns:a16="http://schemas.microsoft.com/office/drawing/2014/main" id="{4EA22F56-35FF-49AB-BD07-7DA16BC68C1F}"/>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671B4E02-6ECA-44BF-AE55-1E0926E4FDC5}"/>
              </a:ext>
            </a:extLst>
          </p:cNvPr>
          <p:cNvSpPr>
            <a:spLocks noGrp="1"/>
          </p:cNvSpPr>
          <p:nvPr>
            <p:ph type="title"/>
          </p:nvPr>
        </p:nvSpPr>
        <p:spPr>
          <a:xfrm>
            <a:off x="2152650" y="365127"/>
            <a:ext cx="7886700" cy="1325563"/>
          </a:xfrm>
        </p:spPr>
        <p:txBody>
          <a:bodyPr/>
          <a:lstStyle/>
          <a:p>
            <a:pPr eaLnBrk="1" fontAlgn="auto" hangingPunct="1">
              <a:spcAft>
                <a:spcPts val="0"/>
              </a:spcAft>
              <a:defRPr/>
            </a:pPr>
            <a:r>
              <a:rPr lang="en-US" altLang="en-US"/>
              <a:t>Practice with an HTML5 Form</a:t>
            </a:r>
          </a:p>
        </p:txBody>
      </p:sp>
      <p:sp>
        <p:nvSpPr>
          <p:cNvPr id="38915" name="Content Placeholder 2">
            <a:extLst>
              <a:ext uri="{FF2B5EF4-FFF2-40B4-BE49-F238E27FC236}">
                <a16:creationId xmlns:a16="http://schemas.microsoft.com/office/drawing/2014/main" id="{DC512FCD-5D88-4BB6-8C50-60B0D2C3AB82}"/>
              </a:ext>
            </a:extLst>
          </p:cNvPr>
          <p:cNvSpPr>
            <a:spLocks noGrp="1"/>
          </p:cNvSpPr>
          <p:nvPr>
            <p:ph idx="1"/>
          </p:nvPr>
        </p:nvSpPr>
        <p:spPr>
          <a:xfrm>
            <a:off x="1981200" y="1882775"/>
            <a:ext cx="8229600" cy="4572000"/>
          </a:xfrm>
        </p:spPr>
        <p:txBody>
          <a:bodyPr/>
          <a:lstStyle/>
          <a:p>
            <a:pPr eaLnBrk="1" fontAlgn="auto" hangingPunct="1">
              <a:spcAft>
                <a:spcPts val="0"/>
              </a:spcAft>
              <a:defRPr/>
            </a:pPr>
            <a:r>
              <a:rPr lang="en-US" altLang="en-US"/>
              <a:t>The form display and functioning varies with browser support.</a:t>
            </a:r>
          </a:p>
        </p:txBody>
      </p:sp>
      <p:sp>
        <p:nvSpPr>
          <p:cNvPr id="68612" name="Slide Number Placeholder 3">
            <a:extLst>
              <a:ext uri="{FF2B5EF4-FFF2-40B4-BE49-F238E27FC236}">
                <a16:creationId xmlns:a16="http://schemas.microsoft.com/office/drawing/2014/main" id="{058E915D-B9DB-4A3E-8CF8-63E7C5509CD8}"/>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E4B3832C-A354-4005-AA35-F978BDFEBE66}" type="slidenum">
              <a:rPr lang="en-US" altLang="en-US" sz="1200"/>
              <a:pPr/>
              <a:t>35</a:t>
            </a:fld>
            <a:endParaRPr lang="en-US" altLang="en-US" sz="1200"/>
          </a:p>
        </p:txBody>
      </p:sp>
      <p:pic>
        <p:nvPicPr>
          <p:cNvPr id="68613" name="Picture 2">
            <a:extLst>
              <a:ext uri="{FF2B5EF4-FFF2-40B4-BE49-F238E27FC236}">
                <a16:creationId xmlns:a16="http://schemas.microsoft.com/office/drawing/2014/main" id="{B9D78FD3-3AD7-4E18-9B66-01927C27F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1" y="2520951"/>
            <a:ext cx="2843213" cy="373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614" name="Picture 3">
            <a:extLst>
              <a:ext uri="{FF2B5EF4-FFF2-40B4-BE49-F238E27FC236}">
                <a16:creationId xmlns:a16="http://schemas.microsoft.com/office/drawing/2014/main" id="{3AE6003E-FD7E-4572-A207-20E0CE9A12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1" y="2520951"/>
            <a:ext cx="2843213" cy="373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615" name="Footer Placeholder 1">
            <a:extLst>
              <a:ext uri="{FF2B5EF4-FFF2-40B4-BE49-F238E27FC236}">
                <a16:creationId xmlns:a16="http://schemas.microsoft.com/office/drawing/2014/main" id="{03A5BE99-9D83-4C87-AAB9-D7E2DA07E9FA}"/>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FED54E28-A741-43D4-887E-2A57F4555156}"/>
              </a:ext>
            </a:extLst>
          </p:cNvPr>
          <p:cNvSpPr>
            <a:spLocks noGrp="1" noChangeArrowheads="1"/>
          </p:cNvSpPr>
          <p:nvPr>
            <p:ph type="title"/>
          </p:nvPr>
        </p:nvSpPr>
        <p:spPr>
          <a:xfrm>
            <a:off x="3657600" y="228600"/>
            <a:ext cx="6400800" cy="769938"/>
          </a:xfrm>
        </p:spPr>
        <p:txBody>
          <a:bodyPr/>
          <a:lstStyle/>
          <a:p>
            <a:pPr algn="r" eaLnBrk="1" fontAlgn="auto" hangingPunct="1">
              <a:spcAft>
                <a:spcPts val="0"/>
              </a:spcAft>
              <a:defRPr/>
            </a:pPr>
            <a:r>
              <a:rPr lang="en-US">
                <a:solidFill>
                  <a:schemeClr val="tx2">
                    <a:satMod val="130000"/>
                  </a:schemeClr>
                </a:solidFill>
              </a:rPr>
              <a:t>Summary</a:t>
            </a:r>
          </a:p>
        </p:txBody>
      </p:sp>
      <p:sp>
        <p:nvSpPr>
          <p:cNvPr id="39939" name="Rectangle 3">
            <a:extLst>
              <a:ext uri="{FF2B5EF4-FFF2-40B4-BE49-F238E27FC236}">
                <a16:creationId xmlns:a16="http://schemas.microsoft.com/office/drawing/2014/main" id="{035204BC-CB87-4F5F-ABA7-40980D57C960}"/>
              </a:ext>
            </a:extLst>
          </p:cNvPr>
          <p:cNvSpPr>
            <a:spLocks noGrp="1" noChangeArrowheads="1"/>
          </p:cNvSpPr>
          <p:nvPr>
            <p:ph idx="1"/>
          </p:nvPr>
        </p:nvSpPr>
        <p:spPr>
          <a:xfrm>
            <a:off x="2209800" y="1828800"/>
            <a:ext cx="7880350" cy="4572000"/>
          </a:xfrm>
        </p:spPr>
        <p:txBody>
          <a:bodyPr/>
          <a:lstStyle/>
          <a:p>
            <a:pPr eaLnBrk="1" fontAlgn="auto" hangingPunct="1">
              <a:spcAft>
                <a:spcPts val="0"/>
              </a:spcAft>
              <a:defRPr/>
            </a:pPr>
            <a:r>
              <a:rPr lang="en-US" altLang="en-US" sz="2800">
                <a:cs typeface="Times New Roman" panose="02020603050405020304" pitchFamily="18" charset="0"/>
              </a:rPr>
              <a:t>This chapter introduced the use of forms on web pages. </a:t>
            </a:r>
          </a:p>
          <a:p>
            <a:pPr eaLnBrk="1" fontAlgn="auto" hangingPunct="1">
              <a:spcAft>
                <a:spcPts val="0"/>
              </a:spcAft>
              <a:defRPr/>
            </a:pPr>
            <a:r>
              <a:rPr lang="en-US" altLang="en-US" sz="2800">
                <a:cs typeface="Times New Roman" panose="02020603050405020304" pitchFamily="18" charset="0"/>
              </a:rPr>
              <a:t>You learned about how to configure form elements and provide for accessibility. </a:t>
            </a:r>
          </a:p>
          <a:p>
            <a:pPr eaLnBrk="1" fontAlgn="auto" hangingPunct="1">
              <a:spcAft>
                <a:spcPts val="0"/>
              </a:spcAft>
              <a:defRPr/>
            </a:pPr>
            <a:r>
              <a:rPr lang="en-US" altLang="en-US" sz="2800">
                <a:cs typeface="Times New Roman" panose="02020603050405020304" pitchFamily="18" charset="0"/>
              </a:rPr>
              <a:t>You learned how to configure a form to access server-side processing. </a:t>
            </a:r>
          </a:p>
          <a:p>
            <a:pPr eaLnBrk="1" fontAlgn="auto" hangingPunct="1">
              <a:spcAft>
                <a:spcPts val="0"/>
              </a:spcAft>
              <a:defRPr/>
            </a:pPr>
            <a:r>
              <a:rPr lang="en-US" altLang="en-US" sz="2800">
                <a:cs typeface="Times New Roman" panose="02020603050405020304" pitchFamily="18" charset="0"/>
              </a:rPr>
              <a:t>You also learned about new HTML5 form controls and attributes. </a:t>
            </a:r>
          </a:p>
        </p:txBody>
      </p:sp>
      <p:sp>
        <p:nvSpPr>
          <p:cNvPr id="69636" name="Slide Number Placeholder 5">
            <a:extLst>
              <a:ext uri="{FF2B5EF4-FFF2-40B4-BE49-F238E27FC236}">
                <a16:creationId xmlns:a16="http://schemas.microsoft.com/office/drawing/2014/main" id="{E04E583D-5234-4E2D-83A1-BF4B9CFE15C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55F2A48B-C006-4094-9CB8-0D12D69D9724}" type="slidenum">
              <a:rPr lang="en-US" altLang="en-US" sz="1200"/>
              <a:pPr/>
              <a:t>36</a:t>
            </a:fld>
            <a:endParaRPr lang="en-US" altLang="en-US" sz="1200"/>
          </a:p>
        </p:txBody>
      </p:sp>
      <p:sp>
        <p:nvSpPr>
          <p:cNvPr id="69637" name="Footer Placeholder 1">
            <a:extLst>
              <a:ext uri="{FF2B5EF4-FFF2-40B4-BE49-F238E27FC236}">
                <a16:creationId xmlns:a16="http://schemas.microsoft.com/office/drawing/2014/main" id="{D298BB13-24D3-4853-98D5-84AE3DF09B5E}"/>
              </a:ext>
            </a:extLst>
          </p:cNvPr>
          <p:cNvSpPr>
            <a:spLocks noGrp="1"/>
          </p:cNvSpPr>
          <p:nvPr>
            <p:ph type="ftr" sz="quarter" idx="12"/>
          </p:nvPr>
        </p:nvSpPr>
        <p:spPr>
          <a:noFill/>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200"/>
              <a:t>Copyright © 2016 Pearson Education, Inc., Hoboken NJ</a:t>
            </a:r>
          </a:p>
        </p:txBody>
      </p:sp>
    </p:spTree>
  </p:cSld>
  <p:clrMapOvr>
    <a:masterClrMapping/>
  </p:clrMapOvr>
  <p:transition/>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Depth</Template>
  <TotalTime>3084</TotalTime>
  <Words>2590</Words>
  <Application>Microsoft Office PowerPoint</Application>
  <PresentationFormat>Widescreen</PresentationFormat>
  <Paragraphs>416</Paragraphs>
  <Slides>36</Slides>
  <Notes>32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36</vt:i4>
      </vt:variant>
    </vt:vector>
  </HeadingPairs>
  <TitlesOfParts>
    <vt:vector size="49" baseType="lpstr">
      <vt:lpstr>Arial Unicode MS</vt:lpstr>
      <vt:lpstr>Helvetica Neue</vt:lpstr>
      <vt:lpstr>inherit</vt:lpstr>
      <vt:lpstr>Menlo</vt:lpstr>
      <vt:lpstr>Oxygen</vt:lpstr>
      <vt:lpstr>SimSun</vt:lpstr>
      <vt:lpstr>Arial</vt:lpstr>
      <vt:lpstr>Calibri</vt:lpstr>
      <vt:lpstr>Corbel</vt:lpstr>
      <vt:lpstr>Times New Roman</vt:lpstr>
      <vt:lpstr>Verdana</vt:lpstr>
      <vt:lpstr>Wingdings 2</vt:lpstr>
      <vt:lpstr>Depth</vt:lpstr>
      <vt:lpstr>Basics of  Web Design</vt:lpstr>
      <vt:lpstr>Learning  Outcomes</vt:lpstr>
      <vt:lpstr>Overview of Forms</vt:lpstr>
      <vt:lpstr>Two Components of Using Forms</vt:lpstr>
      <vt:lpstr>PowerPoint Presentation</vt:lpstr>
      <vt:lpstr>HTML Using Forms</vt:lpstr>
      <vt:lpstr>Sample Form HTML</vt:lpstr>
      <vt:lpstr>The Form Element  &lt;form&gt;</vt:lpstr>
      <vt:lpstr>PowerPoint Presentation</vt:lpstr>
      <vt:lpstr>What is the difference between a name and Id?</vt:lpstr>
      <vt:lpstr>The Input Element Text Box &lt;input&gt;  </vt:lpstr>
      <vt:lpstr>The Input Element Password Box &lt;input&gt; </vt:lpstr>
      <vt:lpstr>The Input Element Check box &lt;input&gt;</vt:lpstr>
      <vt:lpstr>The Input Element Radio Button &lt;input&gt;</vt:lpstr>
      <vt:lpstr>The Textarea Element &lt;textarea&gt;</vt:lpstr>
      <vt:lpstr>The Select Element &lt;select&gt;</vt:lpstr>
      <vt:lpstr>The Option Element &lt;option&gt;</vt:lpstr>
      <vt:lpstr>The Input Element Submit Button &lt;input&gt;</vt:lpstr>
      <vt:lpstr>The Input Element Reset Button &lt;input&gt;</vt:lpstr>
      <vt:lpstr>The Input Element Hidden Field &lt;input&gt;</vt:lpstr>
      <vt:lpstr>The Label Element &lt;label&gt;</vt:lpstr>
      <vt:lpstr>The Fieldset &amp; Legend Elements</vt:lpstr>
      <vt:lpstr>Using CSS to Style a Form</vt:lpstr>
      <vt:lpstr>Server-Side Processing</vt:lpstr>
      <vt:lpstr>Server-Side Scripting</vt:lpstr>
      <vt:lpstr>HTML5: Email Text Box &lt;input&gt;  </vt:lpstr>
      <vt:lpstr>HTML5: URL Text Box &lt;input&gt;  </vt:lpstr>
      <vt:lpstr>HTML5: Telephone Number Text Box &lt;input&gt;  </vt:lpstr>
      <vt:lpstr>HTML5: Search Text Box &lt;input&gt;  </vt:lpstr>
      <vt:lpstr>HTML5: Datalist Control  </vt:lpstr>
      <vt:lpstr>HTML5: Slider Control &lt;input&gt;  </vt:lpstr>
      <vt:lpstr>HTML5: Spinner Control &lt;input&gt;  </vt:lpstr>
      <vt:lpstr>HTML5: Calendar Control &lt;input&gt;  </vt:lpstr>
      <vt:lpstr>HTML5 Color-well Control</vt:lpstr>
      <vt:lpstr>Practice with an HTML5 Form</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Web Design: Chapter 10</dc:title>
  <dc:subject>Chapter 10</dc:subject>
  <dc:creator>Terry Felke-Morris</dc:creator>
  <cp:lastModifiedBy>Basker George</cp:lastModifiedBy>
  <cp:revision>141</cp:revision>
  <cp:lastPrinted>1601-01-01T00:00:00Z</cp:lastPrinted>
  <dcterms:created xsi:type="dcterms:W3CDTF">2002-01-17T02:49:49Z</dcterms:created>
  <dcterms:modified xsi:type="dcterms:W3CDTF">2025-04-21T11:02:36Z</dcterms:modified>
</cp:coreProperties>
</file>