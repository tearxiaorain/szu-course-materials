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40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22A841-BF6C-827C-2EC7-73A714964C2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C202D90-117A-D8EA-3276-C820055A85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B027E3D-E3BA-464C-F431-34B38933C201}"/>
              </a:ext>
            </a:extLst>
          </p:cNvPr>
          <p:cNvSpPr>
            <a:spLocks noGrp="1"/>
          </p:cNvSpPr>
          <p:nvPr>
            <p:ph type="dt" sz="half" idx="10"/>
          </p:nvPr>
        </p:nvSpPr>
        <p:spPr/>
        <p:txBody>
          <a:bodyPr/>
          <a:lstStyle/>
          <a:p>
            <a:fld id="{6F8863AE-2EB8-495E-99E0-B3CE91B43086}" type="datetimeFigureOut">
              <a:rPr lang="zh-CN" altLang="en-US" smtClean="0"/>
              <a:t>2023/11/13</a:t>
            </a:fld>
            <a:endParaRPr lang="zh-CN" altLang="en-US"/>
          </a:p>
        </p:txBody>
      </p:sp>
      <p:sp>
        <p:nvSpPr>
          <p:cNvPr id="5" name="页脚占位符 4">
            <a:extLst>
              <a:ext uri="{FF2B5EF4-FFF2-40B4-BE49-F238E27FC236}">
                <a16:creationId xmlns:a16="http://schemas.microsoft.com/office/drawing/2014/main" id="{77B1C963-DBB5-0F08-8278-592FE8716D2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F802A28-90A2-0ACC-0278-706FC2946E4E}"/>
              </a:ext>
            </a:extLst>
          </p:cNvPr>
          <p:cNvSpPr>
            <a:spLocks noGrp="1"/>
          </p:cNvSpPr>
          <p:nvPr>
            <p:ph type="sldNum" sz="quarter" idx="12"/>
          </p:nvPr>
        </p:nvSpPr>
        <p:spPr/>
        <p:txBody>
          <a:bodyPr/>
          <a:lstStyle/>
          <a:p>
            <a:fld id="{7F4FBDAC-1844-4C4B-8C8F-97E158D5F4A5}" type="slidenum">
              <a:rPr lang="zh-CN" altLang="en-US" smtClean="0"/>
              <a:t>‹#›</a:t>
            </a:fld>
            <a:endParaRPr lang="zh-CN" altLang="en-US"/>
          </a:p>
        </p:txBody>
      </p:sp>
    </p:spTree>
    <p:extLst>
      <p:ext uri="{BB962C8B-B14F-4D97-AF65-F5344CB8AC3E}">
        <p14:creationId xmlns:p14="http://schemas.microsoft.com/office/powerpoint/2010/main" val="1495594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35FE87-E9C2-E4EE-067D-908FFCA7F04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188E7CC-46EB-2B42-8941-021FFB17CAF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50A2F0D-CAB1-286E-AFDB-31DC46202C93}"/>
              </a:ext>
            </a:extLst>
          </p:cNvPr>
          <p:cNvSpPr>
            <a:spLocks noGrp="1"/>
          </p:cNvSpPr>
          <p:nvPr>
            <p:ph type="dt" sz="half" idx="10"/>
          </p:nvPr>
        </p:nvSpPr>
        <p:spPr/>
        <p:txBody>
          <a:bodyPr/>
          <a:lstStyle/>
          <a:p>
            <a:fld id="{6F8863AE-2EB8-495E-99E0-B3CE91B43086}" type="datetimeFigureOut">
              <a:rPr lang="zh-CN" altLang="en-US" smtClean="0"/>
              <a:t>2023/11/13</a:t>
            </a:fld>
            <a:endParaRPr lang="zh-CN" altLang="en-US"/>
          </a:p>
        </p:txBody>
      </p:sp>
      <p:sp>
        <p:nvSpPr>
          <p:cNvPr id="5" name="页脚占位符 4">
            <a:extLst>
              <a:ext uri="{FF2B5EF4-FFF2-40B4-BE49-F238E27FC236}">
                <a16:creationId xmlns:a16="http://schemas.microsoft.com/office/drawing/2014/main" id="{14157B21-833C-9FF3-DAE6-F34895EFFC5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FCC7607-15C2-EABB-8517-6F009F17BCD0}"/>
              </a:ext>
            </a:extLst>
          </p:cNvPr>
          <p:cNvSpPr>
            <a:spLocks noGrp="1"/>
          </p:cNvSpPr>
          <p:nvPr>
            <p:ph type="sldNum" sz="quarter" idx="12"/>
          </p:nvPr>
        </p:nvSpPr>
        <p:spPr/>
        <p:txBody>
          <a:bodyPr/>
          <a:lstStyle/>
          <a:p>
            <a:fld id="{7F4FBDAC-1844-4C4B-8C8F-97E158D5F4A5}" type="slidenum">
              <a:rPr lang="zh-CN" altLang="en-US" smtClean="0"/>
              <a:t>‹#›</a:t>
            </a:fld>
            <a:endParaRPr lang="zh-CN" altLang="en-US"/>
          </a:p>
        </p:txBody>
      </p:sp>
    </p:spTree>
    <p:extLst>
      <p:ext uri="{BB962C8B-B14F-4D97-AF65-F5344CB8AC3E}">
        <p14:creationId xmlns:p14="http://schemas.microsoft.com/office/powerpoint/2010/main" val="3878705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B50BE8-0DAC-3D9D-E530-36C78E11F48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5C90F14-961B-F078-DAEC-6775244929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9B61C0E-7081-A465-CE08-8A45C67FD490}"/>
              </a:ext>
            </a:extLst>
          </p:cNvPr>
          <p:cNvSpPr>
            <a:spLocks noGrp="1"/>
          </p:cNvSpPr>
          <p:nvPr>
            <p:ph type="dt" sz="half" idx="10"/>
          </p:nvPr>
        </p:nvSpPr>
        <p:spPr/>
        <p:txBody>
          <a:bodyPr/>
          <a:lstStyle/>
          <a:p>
            <a:fld id="{6F8863AE-2EB8-495E-99E0-B3CE91B43086}" type="datetimeFigureOut">
              <a:rPr lang="zh-CN" altLang="en-US" smtClean="0"/>
              <a:t>2023/11/13</a:t>
            </a:fld>
            <a:endParaRPr lang="zh-CN" altLang="en-US"/>
          </a:p>
        </p:txBody>
      </p:sp>
      <p:sp>
        <p:nvSpPr>
          <p:cNvPr id="5" name="页脚占位符 4">
            <a:extLst>
              <a:ext uri="{FF2B5EF4-FFF2-40B4-BE49-F238E27FC236}">
                <a16:creationId xmlns:a16="http://schemas.microsoft.com/office/drawing/2014/main" id="{F5659E2B-89F3-8E6A-B99A-4F4465D5AC1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4A38390-AFFA-7206-68AF-B7EAF5765DFB}"/>
              </a:ext>
            </a:extLst>
          </p:cNvPr>
          <p:cNvSpPr>
            <a:spLocks noGrp="1"/>
          </p:cNvSpPr>
          <p:nvPr>
            <p:ph type="sldNum" sz="quarter" idx="12"/>
          </p:nvPr>
        </p:nvSpPr>
        <p:spPr/>
        <p:txBody>
          <a:bodyPr/>
          <a:lstStyle/>
          <a:p>
            <a:fld id="{7F4FBDAC-1844-4C4B-8C8F-97E158D5F4A5}" type="slidenum">
              <a:rPr lang="zh-CN" altLang="en-US" smtClean="0"/>
              <a:t>‹#›</a:t>
            </a:fld>
            <a:endParaRPr lang="zh-CN" altLang="en-US"/>
          </a:p>
        </p:txBody>
      </p:sp>
    </p:spTree>
    <p:extLst>
      <p:ext uri="{BB962C8B-B14F-4D97-AF65-F5344CB8AC3E}">
        <p14:creationId xmlns:p14="http://schemas.microsoft.com/office/powerpoint/2010/main" val="21013478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53DDED-7E8B-30B8-88EF-CCE5D5D8FEE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CB07A4B-F635-3D58-5D93-8D7ADF71D2C4}"/>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D1AEE9A-63AB-8783-B936-552CA5BAE8B2}"/>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54E242BA-EC31-A5D5-2152-642390CDCCEE}"/>
              </a:ext>
            </a:extLst>
          </p:cNvPr>
          <p:cNvSpPr>
            <a:spLocks noGrp="1"/>
          </p:cNvSpPr>
          <p:nvPr>
            <p:ph type="dt" sz="half" idx="10"/>
          </p:nvPr>
        </p:nvSpPr>
        <p:spPr/>
        <p:txBody>
          <a:bodyPr/>
          <a:lstStyle/>
          <a:p>
            <a:fld id="{6F8863AE-2EB8-495E-99E0-B3CE91B43086}" type="datetimeFigureOut">
              <a:rPr lang="zh-CN" altLang="en-US" smtClean="0"/>
              <a:t>2023/11/13</a:t>
            </a:fld>
            <a:endParaRPr lang="zh-CN" altLang="en-US"/>
          </a:p>
        </p:txBody>
      </p:sp>
      <p:sp>
        <p:nvSpPr>
          <p:cNvPr id="6" name="页脚占位符 5">
            <a:extLst>
              <a:ext uri="{FF2B5EF4-FFF2-40B4-BE49-F238E27FC236}">
                <a16:creationId xmlns:a16="http://schemas.microsoft.com/office/drawing/2014/main" id="{84DCA36E-B475-2560-A79F-AD1BD289A75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24271BB-30BB-6050-5241-BCD21A88CACB}"/>
              </a:ext>
            </a:extLst>
          </p:cNvPr>
          <p:cNvSpPr>
            <a:spLocks noGrp="1"/>
          </p:cNvSpPr>
          <p:nvPr>
            <p:ph type="sldNum" sz="quarter" idx="12"/>
          </p:nvPr>
        </p:nvSpPr>
        <p:spPr/>
        <p:txBody>
          <a:bodyPr/>
          <a:lstStyle/>
          <a:p>
            <a:fld id="{7F4FBDAC-1844-4C4B-8C8F-97E158D5F4A5}" type="slidenum">
              <a:rPr lang="zh-CN" altLang="en-US" smtClean="0"/>
              <a:t>‹#›</a:t>
            </a:fld>
            <a:endParaRPr lang="zh-CN" altLang="en-US"/>
          </a:p>
        </p:txBody>
      </p:sp>
    </p:spTree>
    <p:extLst>
      <p:ext uri="{BB962C8B-B14F-4D97-AF65-F5344CB8AC3E}">
        <p14:creationId xmlns:p14="http://schemas.microsoft.com/office/powerpoint/2010/main" val="2229083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479F6B-3E55-B44B-D77E-495F30187C7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80C2EF7-6E73-6BB4-CB3F-71A07B6AE1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2AD680D-6067-5BFE-E2FC-CDD5DCA66966}"/>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A14FA4D-9F1C-F7E5-2989-F38EDFBA40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BC1E462-04FC-FA5E-C3AC-22F184232548}"/>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B0C167E-EBEC-DF58-A66A-772FD2F2DC71}"/>
              </a:ext>
            </a:extLst>
          </p:cNvPr>
          <p:cNvSpPr>
            <a:spLocks noGrp="1"/>
          </p:cNvSpPr>
          <p:nvPr>
            <p:ph type="dt" sz="half" idx="10"/>
          </p:nvPr>
        </p:nvSpPr>
        <p:spPr/>
        <p:txBody>
          <a:bodyPr/>
          <a:lstStyle/>
          <a:p>
            <a:fld id="{6F8863AE-2EB8-495E-99E0-B3CE91B43086}" type="datetimeFigureOut">
              <a:rPr lang="zh-CN" altLang="en-US" smtClean="0"/>
              <a:t>2023/11/13</a:t>
            </a:fld>
            <a:endParaRPr lang="zh-CN" altLang="en-US"/>
          </a:p>
        </p:txBody>
      </p:sp>
      <p:sp>
        <p:nvSpPr>
          <p:cNvPr id="8" name="页脚占位符 7">
            <a:extLst>
              <a:ext uri="{FF2B5EF4-FFF2-40B4-BE49-F238E27FC236}">
                <a16:creationId xmlns:a16="http://schemas.microsoft.com/office/drawing/2014/main" id="{64049020-9934-275D-83D1-12F7BB20DD2B}"/>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ABCE745E-96DC-5DD3-88D2-824B78CB817E}"/>
              </a:ext>
            </a:extLst>
          </p:cNvPr>
          <p:cNvSpPr>
            <a:spLocks noGrp="1"/>
          </p:cNvSpPr>
          <p:nvPr>
            <p:ph type="sldNum" sz="quarter" idx="12"/>
          </p:nvPr>
        </p:nvSpPr>
        <p:spPr/>
        <p:txBody>
          <a:bodyPr/>
          <a:lstStyle/>
          <a:p>
            <a:fld id="{7F4FBDAC-1844-4C4B-8C8F-97E158D5F4A5}" type="slidenum">
              <a:rPr lang="zh-CN" altLang="en-US" smtClean="0"/>
              <a:t>‹#›</a:t>
            </a:fld>
            <a:endParaRPr lang="zh-CN" altLang="en-US"/>
          </a:p>
        </p:txBody>
      </p:sp>
    </p:spTree>
    <p:extLst>
      <p:ext uri="{BB962C8B-B14F-4D97-AF65-F5344CB8AC3E}">
        <p14:creationId xmlns:p14="http://schemas.microsoft.com/office/powerpoint/2010/main" val="3528125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28FE49-27A7-9DC3-68C6-593E4CB801E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2029767-F406-DEB3-E6D5-0DD43AD1368E}"/>
              </a:ext>
            </a:extLst>
          </p:cNvPr>
          <p:cNvSpPr>
            <a:spLocks noGrp="1"/>
          </p:cNvSpPr>
          <p:nvPr>
            <p:ph type="dt" sz="half" idx="10"/>
          </p:nvPr>
        </p:nvSpPr>
        <p:spPr/>
        <p:txBody>
          <a:bodyPr/>
          <a:lstStyle/>
          <a:p>
            <a:fld id="{6F8863AE-2EB8-495E-99E0-B3CE91B43086}" type="datetimeFigureOut">
              <a:rPr lang="zh-CN" altLang="en-US" smtClean="0"/>
              <a:t>2023/11/13</a:t>
            </a:fld>
            <a:endParaRPr lang="zh-CN" altLang="en-US"/>
          </a:p>
        </p:txBody>
      </p:sp>
      <p:sp>
        <p:nvSpPr>
          <p:cNvPr id="4" name="页脚占位符 3">
            <a:extLst>
              <a:ext uri="{FF2B5EF4-FFF2-40B4-BE49-F238E27FC236}">
                <a16:creationId xmlns:a16="http://schemas.microsoft.com/office/drawing/2014/main" id="{2D7FAE69-EC05-87B6-F568-9C314C98451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8A0A23ED-82D5-7FE5-AC35-44A69F5A1AF9}"/>
              </a:ext>
            </a:extLst>
          </p:cNvPr>
          <p:cNvSpPr>
            <a:spLocks noGrp="1"/>
          </p:cNvSpPr>
          <p:nvPr>
            <p:ph type="sldNum" sz="quarter" idx="12"/>
          </p:nvPr>
        </p:nvSpPr>
        <p:spPr/>
        <p:txBody>
          <a:bodyPr/>
          <a:lstStyle/>
          <a:p>
            <a:fld id="{7F4FBDAC-1844-4C4B-8C8F-97E158D5F4A5}" type="slidenum">
              <a:rPr lang="zh-CN" altLang="en-US" smtClean="0"/>
              <a:t>‹#›</a:t>
            </a:fld>
            <a:endParaRPr lang="zh-CN" altLang="en-US"/>
          </a:p>
        </p:txBody>
      </p:sp>
    </p:spTree>
    <p:extLst>
      <p:ext uri="{BB962C8B-B14F-4D97-AF65-F5344CB8AC3E}">
        <p14:creationId xmlns:p14="http://schemas.microsoft.com/office/powerpoint/2010/main" val="2299214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B3CDF87-F09B-F296-58DA-0C5261070B5B}"/>
              </a:ext>
            </a:extLst>
          </p:cNvPr>
          <p:cNvSpPr>
            <a:spLocks noGrp="1"/>
          </p:cNvSpPr>
          <p:nvPr>
            <p:ph type="dt" sz="half" idx="10"/>
          </p:nvPr>
        </p:nvSpPr>
        <p:spPr/>
        <p:txBody>
          <a:bodyPr/>
          <a:lstStyle/>
          <a:p>
            <a:fld id="{6F8863AE-2EB8-495E-99E0-B3CE91B43086}" type="datetimeFigureOut">
              <a:rPr lang="zh-CN" altLang="en-US" smtClean="0"/>
              <a:t>2023/11/13</a:t>
            </a:fld>
            <a:endParaRPr lang="zh-CN" altLang="en-US"/>
          </a:p>
        </p:txBody>
      </p:sp>
      <p:sp>
        <p:nvSpPr>
          <p:cNvPr id="3" name="页脚占位符 2">
            <a:extLst>
              <a:ext uri="{FF2B5EF4-FFF2-40B4-BE49-F238E27FC236}">
                <a16:creationId xmlns:a16="http://schemas.microsoft.com/office/drawing/2014/main" id="{65599311-54BD-C459-0501-BBD4792D864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4672304-B63D-469A-F462-26D3F5E781B6}"/>
              </a:ext>
            </a:extLst>
          </p:cNvPr>
          <p:cNvSpPr>
            <a:spLocks noGrp="1"/>
          </p:cNvSpPr>
          <p:nvPr>
            <p:ph type="sldNum" sz="quarter" idx="12"/>
          </p:nvPr>
        </p:nvSpPr>
        <p:spPr/>
        <p:txBody>
          <a:bodyPr/>
          <a:lstStyle/>
          <a:p>
            <a:fld id="{7F4FBDAC-1844-4C4B-8C8F-97E158D5F4A5}" type="slidenum">
              <a:rPr lang="zh-CN" altLang="en-US" smtClean="0"/>
              <a:t>‹#›</a:t>
            </a:fld>
            <a:endParaRPr lang="zh-CN" altLang="en-US"/>
          </a:p>
        </p:txBody>
      </p:sp>
    </p:spTree>
    <p:extLst>
      <p:ext uri="{BB962C8B-B14F-4D97-AF65-F5344CB8AC3E}">
        <p14:creationId xmlns:p14="http://schemas.microsoft.com/office/powerpoint/2010/main" val="2983103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8B377F-4FFB-174F-97F0-D94488D5098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7DA51D4-D54A-2FE0-E0E3-1E79903676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1BF3D1A8-F8D7-0BFE-73C4-E7A93C7AB1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81D2C54-A61B-61C5-0B8A-58B7970FF7F0}"/>
              </a:ext>
            </a:extLst>
          </p:cNvPr>
          <p:cNvSpPr>
            <a:spLocks noGrp="1"/>
          </p:cNvSpPr>
          <p:nvPr>
            <p:ph type="dt" sz="half" idx="10"/>
          </p:nvPr>
        </p:nvSpPr>
        <p:spPr/>
        <p:txBody>
          <a:bodyPr/>
          <a:lstStyle/>
          <a:p>
            <a:fld id="{6F8863AE-2EB8-495E-99E0-B3CE91B43086}" type="datetimeFigureOut">
              <a:rPr lang="zh-CN" altLang="en-US" smtClean="0"/>
              <a:t>2023/11/13</a:t>
            </a:fld>
            <a:endParaRPr lang="zh-CN" altLang="en-US"/>
          </a:p>
        </p:txBody>
      </p:sp>
      <p:sp>
        <p:nvSpPr>
          <p:cNvPr id="6" name="页脚占位符 5">
            <a:extLst>
              <a:ext uri="{FF2B5EF4-FFF2-40B4-BE49-F238E27FC236}">
                <a16:creationId xmlns:a16="http://schemas.microsoft.com/office/drawing/2014/main" id="{13B96C8E-8EAE-D666-0B17-6533A8D882A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E497914-1BCD-D11F-0B01-99197ED91D28}"/>
              </a:ext>
            </a:extLst>
          </p:cNvPr>
          <p:cNvSpPr>
            <a:spLocks noGrp="1"/>
          </p:cNvSpPr>
          <p:nvPr>
            <p:ph type="sldNum" sz="quarter" idx="12"/>
          </p:nvPr>
        </p:nvSpPr>
        <p:spPr/>
        <p:txBody>
          <a:bodyPr/>
          <a:lstStyle/>
          <a:p>
            <a:fld id="{7F4FBDAC-1844-4C4B-8C8F-97E158D5F4A5}" type="slidenum">
              <a:rPr lang="zh-CN" altLang="en-US" smtClean="0"/>
              <a:t>‹#›</a:t>
            </a:fld>
            <a:endParaRPr lang="zh-CN" altLang="en-US"/>
          </a:p>
        </p:txBody>
      </p:sp>
    </p:spTree>
    <p:extLst>
      <p:ext uri="{BB962C8B-B14F-4D97-AF65-F5344CB8AC3E}">
        <p14:creationId xmlns:p14="http://schemas.microsoft.com/office/powerpoint/2010/main" val="1806387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A1A721-45DB-2DE4-74E9-4D708A3CC74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F2E20F2-6B22-BC24-5C9B-41055B93DE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A81BB9F-F5AC-1B56-386D-A446652721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B1F6988-6D33-2FEF-EB82-C9CC41C09CB1}"/>
              </a:ext>
            </a:extLst>
          </p:cNvPr>
          <p:cNvSpPr>
            <a:spLocks noGrp="1"/>
          </p:cNvSpPr>
          <p:nvPr>
            <p:ph type="dt" sz="half" idx="10"/>
          </p:nvPr>
        </p:nvSpPr>
        <p:spPr/>
        <p:txBody>
          <a:bodyPr/>
          <a:lstStyle/>
          <a:p>
            <a:fld id="{6F8863AE-2EB8-495E-99E0-B3CE91B43086}" type="datetimeFigureOut">
              <a:rPr lang="zh-CN" altLang="en-US" smtClean="0"/>
              <a:t>2023/11/13</a:t>
            </a:fld>
            <a:endParaRPr lang="zh-CN" altLang="en-US"/>
          </a:p>
        </p:txBody>
      </p:sp>
      <p:sp>
        <p:nvSpPr>
          <p:cNvPr id="6" name="页脚占位符 5">
            <a:extLst>
              <a:ext uri="{FF2B5EF4-FFF2-40B4-BE49-F238E27FC236}">
                <a16:creationId xmlns:a16="http://schemas.microsoft.com/office/drawing/2014/main" id="{D423E5A4-980A-1EB8-8DDC-E39D700C869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7ABC7DE-60BB-0156-78E2-4B3C783E3DED}"/>
              </a:ext>
            </a:extLst>
          </p:cNvPr>
          <p:cNvSpPr>
            <a:spLocks noGrp="1"/>
          </p:cNvSpPr>
          <p:nvPr>
            <p:ph type="sldNum" sz="quarter" idx="12"/>
          </p:nvPr>
        </p:nvSpPr>
        <p:spPr/>
        <p:txBody>
          <a:bodyPr/>
          <a:lstStyle/>
          <a:p>
            <a:fld id="{7F4FBDAC-1844-4C4B-8C8F-97E158D5F4A5}" type="slidenum">
              <a:rPr lang="zh-CN" altLang="en-US" smtClean="0"/>
              <a:t>‹#›</a:t>
            </a:fld>
            <a:endParaRPr lang="zh-CN" altLang="en-US"/>
          </a:p>
        </p:txBody>
      </p:sp>
    </p:spTree>
    <p:extLst>
      <p:ext uri="{BB962C8B-B14F-4D97-AF65-F5344CB8AC3E}">
        <p14:creationId xmlns:p14="http://schemas.microsoft.com/office/powerpoint/2010/main" val="6099544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890747-C795-0E71-ECB8-4576EA01003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EE5CD30-E5E6-DE4D-6E56-5FACC3AA104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F0C494F-E5C8-DAA5-3DA0-E524A88707AE}"/>
              </a:ext>
            </a:extLst>
          </p:cNvPr>
          <p:cNvSpPr>
            <a:spLocks noGrp="1"/>
          </p:cNvSpPr>
          <p:nvPr>
            <p:ph type="dt" sz="half" idx="10"/>
          </p:nvPr>
        </p:nvSpPr>
        <p:spPr/>
        <p:txBody>
          <a:bodyPr/>
          <a:lstStyle/>
          <a:p>
            <a:fld id="{6F8863AE-2EB8-495E-99E0-B3CE91B43086}" type="datetimeFigureOut">
              <a:rPr lang="zh-CN" altLang="en-US" smtClean="0"/>
              <a:t>2023/11/13</a:t>
            </a:fld>
            <a:endParaRPr lang="zh-CN" altLang="en-US"/>
          </a:p>
        </p:txBody>
      </p:sp>
      <p:sp>
        <p:nvSpPr>
          <p:cNvPr id="5" name="页脚占位符 4">
            <a:extLst>
              <a:ext uri="{FF2B5EF4-FFF2-40B4-BE49-F238E27FC236}">
                <a16:creationId xmlns:a16="http://schemas.microsoft.com/office/drawing/2014/main" id="{1879620A-50FB-F54D-8E67-377B5AA2B13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CC08F5D-9F69-F41B-6F69-379943AFA689}"/>
              </a:ext>
            </a:extLst>
          </p:cNvPr>
          <p:cNvSpPr>
            <a:spLocks noGrp="1"/>
          </p:cNvSpPr>
          <p:nvPr>
            <p:ph type="sldNum" sz="quarter" idx="12"/>
          </p:nvPr>
        </p:nvSpPr>
        <p:spPr/>
        <p:txBody>
          <a:bodyPr/>
          <a:lstStyle/>
          <a:p>
            <a:fld id="{7F4FBDAC-1844-4C4B-8C8F-97E158D5F4A5}" type="slidenum">
              <a:rPr lang="zh-CN" altLang="en-US" smtClean="0"/>
              <a:t>‹#›</a:t>
            </a:fld>
            <a:endParaRPr lang="zh-CN" altLang="en-US"/>
          </a:p>
        </p:txBody>
      </p:sp>
    </p:spTree>
    <p:extLst>
      <p:ext uri="{BB962C8B-B14F-4D97-AF65-F5344CB8AC3E}">
        <p14:creationId xmlns:p14="http://schemas.microsoft.com/office/powerpoint/2010/main" val="2557297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88FE0A4-F0E4-F2D6-95BA-73B78BB1E63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D9BB6E5-379A-CF17-76BE-87F39CF989C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0713E01-3B50-CEF3-EABA-50751701E1AD}"/>
              </a:ext>
            </a:extLst>
          </p:cNvPr>
          <p:cNvSpPr>
            <a:spLocks noGrp="1"/>
          </p:cNvSpPr>
          <p:nvPr>
            <p:ph type="dt" sz="half" idx="10"/>
          </p:nvPr>
        </p:nvSpPr>
        <p:spPr/>
        <p:txBody>
          <a:bodyPr/>
          <a:lstStyle/>
          <a:p>
            <a:fld id="{6F8863AE-2EB8-495E-99E0-B3CE91B43086}" type="datetimeFigureOut">
              <a:rPr lang="zh-CN" altLang="en-US" smtClean="0"/>
              <a:t>2023/11/13</a:t>
            </a:fld>
            <a:endParaRPr lang="zh-CN" altLang="en-US"/>
          </a:p>
        </p:txBody>
      </p:sp>
      <p:sp>
        <p:nvSpPr>
          <p:cNvPr id="5" name="页脚占位符 4">
            <a:extLst>
              <a:ext uri="{FF2B5EF4-FFF2-40B4-BE49-F238E27FC236}">
                <a16:creationId xmlns:a16="http://schemas.microsoft.com/office/drawing/2014/main" id="{50AA2362-D9B3-2BC3-67F5-4DB31D65B31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EDF79B3-1DEA-BBE4-30DC-8D35A94E9494}"/>
              </a:ext>
            </a:extLst>
          </p:cNvPr>
          <p:cNvSpPr>
            <a:spLocks noGrp="1"/>
          </p:cNvSpPr>
          <p:nvPr>
            <p:ph type="sldNum" sz="quarter" idx="12"/>
          </p:nvPr>
        </p:nvSpPr>
        <p:spPr/>
        <p:txBody>
          <a:bodyPr/>
          <a:lstStyle/>
          <a:p>
            <a:fld id="{7F4FBDAC-1844-4C4B-8C8F-97E158D5F4A5}" type="slidenum">
              <a:rPr lang="zh-CN" altLang="en-US" smtClean="0"/>
              <a:t>‹#›</a:t>
            </a:fld>
            <a:endParaRPr lang="zh-CN" altLang="en-US"/>
          </a:p>
        </p:txBody>
      </p:sp>
    </p:spTree>
    <p:extLst>
      <p:ext uri="{BB962C8B-B14F-4D97-AF65-F5344CB8AC3E}">
        <p14:creationId xmlns:p14="http://schemas.microsoft.com/office/powerpoint/2010/main" val="31137483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1FB13E3-3DAF-EA39-8AB8-E5B56161ED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38A3AE5-3BC8-55CC-E529-9DBDC57A95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B947DC8-787C-267D-5620-4285596802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8863AE-2EB8-495E-99E0-B3CE91B43086}" type="datetimeFigureOut">
              <a:rPr lang="zh-CN" altLang="en-US" smtClean="0"/>
              <a:t>2023/11/13</a:t>
            </a:fld>
            <a:endParaRPr lang="zh-CN" altLang="en-US"/>
          </a:p>
        </p:txBody>
      </p:sp>
      <p:sp>
        <p:nvSpPr>
          <p:cNvPr id="5" name="页脚占位符 4">
            <a:extLst>
              <a:ext uri="{FF2B5EF4-FFF2-40B4-BE49-F238E27FC236}">
                <a16:creationId xmlns:a16="http://schemas.microsoft.com/office/drawing/2014/main" id="{F7285487-6102-6847-D50D-6A15604450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F32771C-4EFF-F463-E0F9-D0C09140EF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4FBDAC-1844-4C4B-8C8F-97E158D5F4A5}" type="slidenum">
              <a:rPr lang="zh-CN" altLang="en-US" smtClean="0"/>
              <a:t>‹#›</a:t>
            </a:fld>
            <a:endParaRPr lang="zh-CN" altLang="en-US"/>
          </a:p>
        </p:txBody>
      </p:sp>
    </p:spTree>
    <p:extLst>
      <p:ext uri="{BB962C8B-B14F-4D97-AF65-F5344CB8AC3E}">
        <p14:creationId xmlns:p14="http://schemas.microsoft.com/office/powerpoint/2010/main" val="14214430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FAA54F-8F51-BCFA-A859-6EFD22001A7D}"/>
              </a:ext>
            </a:extLst>
          </p:cNvPr>
          <p:cNvSpPr>
            <a:spLocks noGrp="1"/>
          </p:cNvSpPr>
          <p:nvPr>
            <p:ph type="ctrTitle"/>
          </p:nvPr>
        </p:nvSpPr>
        <p:spPr/>
        <p:txBody>
          <a:bodyPr/>
          <a:lstStyle/>
          <a:p>
            <a:r>
              <a:rPr lang="zh-CN" altLang="en-US" dirty="0"/>
              <a:t>生涯发展规划</a:t>
            </a:r>
          </a:p>
        </p:txBody>
      </p:sp>
      <p:sp>
        <p:nvSpPr>
          <p:cNvPr id="3" name="副标题 2">
            <a:extLst>
              <a:ext uri="{FF2B5EF4-FFF2-40B4-BE49-F238E27FC236}">
                <a16:creationId xmlns:a16="http://schemas.microsoft.com/office/drawing/2014/main" id="{BCC3FF3E-19D7-2773-890D-0284445F6EDE}"/>
              </a:ext>
            </a:extLst>
          </p:cNvPr>
          <p:cNvSpPr>
            <a:spLocks noGrp="1"/>
          </p:cNvSpPr>
          <p:nvPr>
            <p:ph type="subTitle" idx="1"/>
          </p:nvPr>
        </p:nvSpPr>
        <p:spPr/>
        <p:txBody>
          <a:bodyPr/>
          <a:lstStyle/>
          <a:p>
            <a:r>
              <a:rPr lang="zh-CN" altLang="en-US" dirty="0"/>
              <a:t>姚健文 </a:t>
            </a:r>
            <a:r>
              <a:rPr lang="en-US" altLang="zh-CN" dirty="0"/>
              <a:t>2023150131</a:t>
            </a:r>
            <a:endParaRPr lang="zh-CN" altLang="en-US" dirty="0"/>
          </a:p>
        </p:txBody>
      </p:sp>
    </p:spTree>
    <p:extLst>
      <p:ext uri="{BB962C8B-B14F-4D97-AF65-F5344CB8AC3E}">
        <p14:creationId xmlns:p14="http://schemas.microsoft.com/office/powerpoint/2010/main" val="24510773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14B72D-5D73-EFC5-63DE-57113C04C38E}"/>
              </a:ext>
            </a:extLst>
          </p:cNvPr>
          <p:cNvSpPr>
            <a:spLocks noGrp="1"/>
          </p:cNvSpPr>
          <p:nvPr>
            <p:ph type="title"/>
          </p:nvPr>
        </p:nvSpPr>
        <p:spPr>
          <a:xfrm>
            <a:off x="838199" y="365125"/>
            <a:ext cx="9887309" cy="2211298"/>
          </a:xfrm>
        </p:spPr>
        <p:txBody>
          <a:bodyPr>
            <a:noAutofit/>
          </a:bodyPr>
          <a:lstStyle/>
          <a:p>
            <a:r>
              <a:rPr lang="zh-CN" altLang="en-US" sz="3600" dirty="0"/>
              <a:t>代码书写美好</a:t>
            </a:r>
            <a:br>
              <a:rPr lang="en-US" altLang="zh-CN" sz="3600" dirty="0"/>
            </a:br>
            <a:r>
              <a:rPr lang="en-US" altLang="zh-CN" sz="3600" dirty="0"/>
              <a:t>    </a:t>
            </a:r>
            <a:r>
              <a:rPr lang="zh-CN" altLang="en-US" sz="3600" dirty="0"/>
              <a:t>软件福泽民生</a:t>
            </a:r>
            <a:r>
              <a:rPr lang="en-US" altLang="zh-CN" sz="3600" dirty="0"/>
              <a:t>            </a:t>
            </a:r>
            <a:br>
              <a:rPr lang="en-US" altLang="zh-CN" sz="3600" dirty="0"/>
            </a:br>
            <a:r>
              <a:rPr lang="en-US" altLang="zh-CN" sz="3600" dirty="0"/>
              <a:t>                                           ——</a:t>
            </a:r>
            <a:r>
              <a:rPr lang="zh-CN" altLang="en-US" sz="3600" dirty="0"/>
              <a:t>软件开发工程师</a:t>
            </a:r>
          </a:p>
        </p:txBody>
      </p:sp>
      <p:sp>
        <p:nvSpPr>
          <p:cNvPr id="3" name="内容占位符 2">
            <a:extLst>
              <a:ext uri="{FF2B5EF4-FFF2-40B4-BE49-F238E27FC236}">
                <a16:creationId xmlns:a16="http://schemas.microsoft.com/office/drawing/2014/main" id="{AE7288C4-412C-E068-97C4-2BE6833613FE}"/>
              </a:ext>
            </a:extLst>
          </p:cNvPr>
          <p:cNvSpPr>
            <a:spLocks noGrp="1"/>
          </p:cNvSpPr>
          <p:nvPr>
            <p:ph idx="1"/>
          </p:nvPr>
        </p:nvSpPr>
        <p:spPr>
          <a:xfrm>
            <a:off x="2298940" y="2892725"/>
            <a:ext cx="10515600" cy="3399257"/>
          </a:xfrm>
        </p:spPr>
        <p:txBody>
          <a:bodyPr/>
          <a:lstStyle/>
          <a:p>
            <a:r>
              <a:rPr lang="zh-CN" altLang="en-US" dirty="0"/>
              <a:t>职业目标及诞生</a:t>
            </a:r>
            <a:endParaRPr lang="en-US" altLang="zh-CN" dirty="0"/>
          </a:p>
          <a:p>
            <a:r>
              <a:rPr lang="zh-CN" altLang="en-US" dirty="0"/>
              <a:t>职业世界探索</a:t>
            </a:r>
            <a:endParaRPr lang="en-US" altLang="zh-CN" dirty="0"/>
          </a:p>
          <a:p>
            <a:r>
              <a:rPr lang="zh-CN" altLang="en-US" dirty="0"/>
              <a:t>个人经历与收获</a:t>
            </a:r>
            <a:endParaRPr lang="en-US" altLang="zh-CN" dirty="0"/>
          </a:p>
          <a:p>
            <a:r>
              <a:rPr lang="zh-CN" altLang="en-US" dirty="0"/>
              <a:t>成长计划</a:t>
            </a:r>
            <a:endParaRPr lang="en-US" altLang="zh-CN" dirty="0"/>
          </a:p>
          <a:p>
            <a:endParaRPr lang="en-US" altLang="zh-CN" dirty="0"/>
          </a:p>
        </p:txBody>
      </p:sp>
    </p:spTree>
    <p:extLst>
      <p:ext uri="{BB962C8B-B14F-4D97-AF65-F5344CB8AC3E}">
        <p14:creationId xmlns:p14="http://schemas.microsoft.com/office/powerpoint/2010/main" val="345438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61E728-9A54-4F51-1D77-7B75548E66D0}"/>
              </a:ext>
            </a:extLst>
          </p:cNvPr>
          <p:cNvSpPr>
            <a:spLocks noGrp="1"/>
          </p:cNvSpPr>
          <p:nvPr>
            <p:ph type="title"/>
          </p:nvPr>
        </p:nvSpPr>
        <p:spPr/>
        <p:txBody>
          <a:bodyPr/>
          <a:lstStyle/>
          <a:p>
            <a:r>
              <a:rPr lang="zh-CN" altLang="en-US" dirty="0"/>
              <a:t>职业目标及诞生</a:t>
            </a:r>
          </a:p>
        </p:txBody>
      </p:sp>
      <p:sp>
        <p:nvSpPr>
          <p:cNvPr id="3" name="内容占位符 2">
            <a:extLst>
              <a:ext uri="{FF2B5EF4-FFF2-40B4-BE49-F238E27FC236}">
                <a16:creationId xmlns:a16="http://schemas.microsoft.com/office/drawing/2014/main" id="{0C263020-024B-A816-AD75-007545195285}"/>
              </a:ext>
            </a:extLst>
          </p:cNvPr>
          <p:cNvSpPr>
            <a:spLocks noGrp="1"/>
          </p:cNvSpPr>
          <p:nvPr>
            <p:ph idx="1"/>
          </p:nvPr>
        </p:nvSpPr>
        <p:spPr/>
        <p:txBody>
          <a:bodyPr>
            <a:normAutofit fontScale="92500" lnSpcReduction="10000"/>
          </a:bodyPr>
          <a:lstStyle/>
          <a:p>
            <a:pPr marL="0" indent="0">
              <a:buNone/>
            </a:pPr>
            <a:r>
              <a:rPr lang="zh-CN" altLang="en-US" dirty="0"/>
              <a:t>       我希望在未来从事计算机软件开发工程师。当我还处于懵懂时期的时候，我便对电子荧幕上跳动的光点产生了极大的兴趣。无论是对话框中一个个候选的字符滚动，还是应用界面与用户的交互，抑或是在电子游戏世界里的光怪陆离，我都深感好奇。家人见我着迷于此，便问我：“你以后想做一个软件开发工程师吗？”彼时的我还困惑于各种各样的问题：软件是什么？开发是什么？工程师是什么？但就在这个时候，一颗成为软件开发工程师的种子悄然种下。就读小学的时候，因为对此感兴趣，我报名了学校的机器人课程并跟随挑选出的队伍参赛。在学习的过程中我学会了简单的基础编程，收获了信心与快乐。在我往后的学习成长的过程中我也发现，软件不仅服务于人们的日常生活，还在更大更广的范围里造福百姓、造福国家，例如将其与种植畜牧业相结合，促使农产品增产增收，提高经济效益。这一系列的认知坚定了我的职业目标</a:t>
            </a:r>
            <a:r>
              <a:rPr lang="en-US" altLang="zh-CN" dirty="0"/>
              <a:t>——</a:t>
            </a:r>
            <a:r>
              <a:rPr lang="zh-CN" altLang="en-US" dirty="0"/>
              <a:t>成为一个软件开发工程师，并将自己的力量运用于建设祖国。</a:t>
            </a:r>
          </a:p>
        </p:txBody>
      </p:sp>
    </p:spTree>
    <p:extLst>
      <p:ext uri="{BB962C8B-B14F-4D97-AF65-F5344CB8AC3E}">
        <p14:creationId xmlns:p14="http://schemas.microsoft.com/office/powerpoint/2010/main" val="1054618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C7A29E-AA46-FD93-22BA-C78BB278CD33}"/>
              </a:ext>
            </a:extLst>
          </p:cNvPr>
          <p:cNvSpPr>
            <a:spLocks noGrp="1"/>
          </p:cNvSpPr>
          <p:nvPr>
            <p:ph type="title"/>
          </p:nvPr>
        </p:nvSpPr>
        <p:spPr/>
        <p:txBody>
          <a:bodyPr/>
          <a:lstStyle/>
          <a:p>
            <a:r>
              <a:rPr lang="zh-CN" altLang="en-US" dirty="0"/>
              <a:t>职业世界探索</a:t>
            </a:r>
          </a:p>
        </p:txBody>
      </p:sp>
      <p:sp>
        <p:nvSpPr>
          <p:cNvPr id="3" name="内容占位符 2">
            <a:extLst>
              <a:ext uri="{FF2B5EF4-FFF2-40B4-BE49-F238E27FC236}">
                <a16:creationId xmlns:a16="http://schemas.microsoft.com/office/drawing/2014/main" id="{DCA2BE44-4D76-DACF-2208-A6FD12DCA6E9}"/>
              </a:ext>
            </a:extLst>
          </p:cNvPr>
          <p:cNvSpPr>
            <a:spLocks noGrp="1"/>
          </p:cNvSpPr>
          <p:nvPr>
            <p:ph idx="1"/>
          </p:nvPr>
        </p:nvSpPr>
        <p:spPr>
          <a:xfrm>
            <a:off x="838199" y="1541254"/>
            <a:ext cx="10629181" cy="5164346"/>
          </a:xfrm>
        </p:spPr>
        <p:txBody>
          <a:bodyPr>
            <a:noAutofit/>
          </a:bodyPr>
          <a:lstStyle/>
          <a:p>
            <a:pPr marL="0" indent="0">
              <a:buNone/>
            </a:pPr>
            <a:r>
              <a:rPr lang="zh-CN" altLang="en-US" sz="2400" dirty="0"/>
              <a:t>        软件开发工程师是指从事软件开发职业的人，其工作主要涉及项目成员的培训、项目系统的设计与开发等方面。软件开发工程师主要针对目标用户的需求，进行产品研发；负责产品的上线推广，软件功能的维护和</a:t>
            </a:r>
            <a:r>
              <a:rPr lang="en-US" altLang="zh-CN" sz="2400" dirty="0"/>
              <a:t>BUG</a:t>
            </a:r>
            <a:r>
              <a:rPr lang="zh-CN" altLang="en-US" sz="2400" dirty="0"/>
              <a:t>的紧急修复；根据产品的需求变化不断改进产品。它需要从业人员参与过一定规模的软件开发工作</a:t>
            </a:r>
            <a:r>
              <a:rPr lang="en-US" altLang="zh-CN" sz="2400" dirty="0"/>
              <a:t>,</a:t>
            </a:r>
            <a:r>
              <a:rPr lang="zh-CN" altLang="en-US" sz="2400" dirty="0"/>
              <a:t>积极参与开源社区并贡献过代码</a:t>
            </a:r>
            <a:r>
              <a:rPr lang="en-US" altLang="zh-CN" sz="2400" dirty="0"/>
              <a:t>,</a:t>
            </a:r>
            <a:r>
              <a:rPr lang="zh-CN" altLang="en-US" sz="2400" dirty="0"/>
              <a:t>自己编写过一定规模的代码。在专业知识层面上，它需要职业目标操作系统、计算机组成原理、数据结构、算法分析与设计、基本的编程语言、编译原理等学科的基础知识，并能熟练掌握其概念和原理</a:t>
            </a:r>
            <a:r>
              <a:rPr lang="en-US" altLang="zh-CN" sz="2400" dirty="0"/>
              <a:t>,</a:t>
            </a:r>
            <a:r>
              <a:rPr lang="zh-CN" altLang="en-US" sz="2400" dirty="0"/>
              <a:t>将其应用到实际场景。软件开发工程师主要在室内工作，加班较为常见。在我了解更多后我发现，这个岗位是一个相对高薪但不稳定的职业，在各大公司间“跳槽”辗转是家常便饭，且较为看重年龄，大多数软件开发工程师会在</a:t>
            </a:r>
            <a:r>
              <a:rPr lang="en-US" altLang="zh-CN" sz="2400" dirty="0"/>
              <a:t>35</a:t>
            </a:r>
            <a:r>
              <a:rPr lang="zh-CN" altLang="en-US" sz="2400" dirty="0"/>
              <a:t>岁左右被辞退，陷入难以再就业的困境。虽然该行业在用人上有较多限制，但由于软件可以在多方面上与其他产业相结合，促进企业经济发展，产生</a:t>
            </a:r>
            <a:r>
              <a:rPr lang="en-US" altLang="zh-CN" sz="2400" dirty="0"/>
              <a:t>1+1&gt;2</a:t>
            </a:r>
            <a:r>
              <a:rPr lang="zh-CN" altLang="en-US" sz="2400" dirty="0"/>
              <a:t>的效果，且随着时代的进步与技术的发展，越来越多的风口出现，因此其仍然具有较为光明的前景。对于我个人，我对计算机较为感兴趣，且擅长理科，因此我认为将软件开发工程师作为自己的职业目标是恰当的。</a:t>
            </a:r>
          </a:p>
        </p:txBody>
      </p:sp>
    </p:spTree>
    <p:extLst>
      <p:ext uri="{BB962C8B-B14F-4D97-AF65-F5344CB8AC3E}">
        <p14:creationId xmlns:p14="http://schemas.microsoft.com/office/powerpoint/2010/main" val="2072845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586A37-6684-325F-968D-3226265A6244}"/>
              </a:ext>
            </a:extLst>
          </p:cNvPr>
          <p:cNvSpPr>
            <a:spLocks noGrp="1"/>
          </p:cNvSpPr>
          <p:nvPr>
            <p:ph type="title"/>
          </p:nvPr>
        </p:nvSpPr>
        <p:spPr/>
        <p:txBody>
          <a:bodyPr/>
          <a:lstStyle/>
          <a:p>
            <a:r>
              <a:rPr lang="zh-CN" altLang="en-US" dirty="0"/>
              <a:t>个人经历与收获</a:t>
            </a:r>
          </a:p>
        </p:txBody>
      </p:sp>
      <p:sp>
        <p:nvSpPr>
          <p:cNvPr id="3" name="内容占位符 2">
            <a:extLst>
              <a:ext uri="{FF2B5EF4-FFF2-40B4-BE49-F238E27FC236}">
                <a16:creationId xmlns:a16="http://schemas.microsoft.com/office/drawing/2014/main" id="{1E6FBA0F-4FDE-A50E-2F62-716DBEF11DFC}"/>
              </a:ext>
            </a:extLst>
          </p:cNvPr>
          <p:cNvSpPr>
            <a:spLocks noGrp="1"/>
          </p:cNvSpPr>
          <p:nvPr>
            <p:ph idx="1"/>
          </p:nvPr>
        </p:nvSpPr>
        <p:spPr/>
        <p:txBody>
          <a:bodyPr/>
          <a:lstStyle/>
          <a:p>
            <a:pPr marL="0" indent="0">
              <a:buNone/>
            </a:pPr>
            <a:r>
              <a:rPr lang="en-US" altLang="zh-CN" dirty="0"/>
              <a:t>        2023</a:t>
            </a:r>
            <a:r>
              <a:rPr lang="zh-CN" altLang="en-US" dirty="0"/>
              <a:t>年</a:t>
            </a:r>
            <a:r>
              <a:rPr lang="en-US" altLang="zh-CN" dirty="0"/>
              <a:t>9</a:t>
            </a:r>
            <a:r>
              <a:rPr lang="zh-CN" altLang="en-US" dirty="0"/>
              <a:t>月，我进入学院的学生代表大会理事会中的秘书部。入学初学院需要尽快完成学生的困难认定工作，接下来我们以小组的形式进行资料的审查与联系电访，其中出现了时间紧促、经验缺乏等困难，经过调整以及沟通解决了所遇到的难题。最终学院的困难认定工作顺利完成。在这一过程中我的沟通能力、表达能力以及团队合作能力得到了锻炼，为以后与他人的项目合作打下了良好的基础。</a:t>
            </a:r>
          </a:p>
        </p:txBody>
      </p:sp>
    </p:spTree>
    <p:extLst>
      <p:ext uri="{BB962C8B-B14F-4D97-AF65-F5344CB8AC3E}">
        <p14:creationId xmlns:p14="http://schemas.microsoft.com/office/powerpoint/2010/main" val="34786132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137B3C-6389-C914-46DA-0854EDCB2D17}"/>
              </a:ext>
            </a:extLst>
          </p:cNvPr>
          <p:cNvSpPr>
            <a:spLocks noGrp="1"/>
          </p:cNvSpPr>
          <p:nvPr>
            <p:ph type="title"/>
          </p:nvPr>
        </p:nvSpPr>
        <p:spPr/>
        <p:txBody>
          <a:bodyPr/>
          <a:lstStyle/>
          <a:p>
            <a:r>
              <a:rPr lang="zh-CN" altLang="en-US" dirty="0"/>
              <a:t>成长计划</a:t>
            </a:r>
          </a:p>
        </p:txBody>
      </p:sp>
      <p:sp>
        <p:nvSpPr>
          <p:cNvPr id="3" name="内容占位符 2">
            <a:extLst>
              <a:ext uri="{FF2B5EF4-FFF2-40B4-BE49-F238E27FC236}">
                <a16:creationId xmlns:a16="http://schemas.microsoft.com/office/drawing/2014/main" id="{D7F0942F-1F94-2915-2EAE-D5BEAF7ACA1B}"/>
              </a:ext>
            </a:extLst>
          </p:cNvPr>
          <p:cNvSpPr>
            <a:spLocks noGrp="1"/>
          </p:cNvSpPr>
          <p:nvPr>
            <p:ph idx="1"/>
          </p:nvPr>
        </p:nvSpPr>
        <p:spPr/>
        <p:txBody>
          <a:bodyPr/>
          <a:lstStyle/>
          <a:p>
            <a:pPr marL="0" indent="0">
              <a:buNone/>
            </a:pPr>
            <a:r>
              <a:rPr lang="zh-CN" altLang="en-US" dirty="0"/>
              <a:t>       为了实现我自己的职业目标，我也做出了相应的努力。我的编程能力较弱，因此我会主动观看相关的课程以及与学长学姐沟通交流。此外，沟通能力、表达能力以及团队合作能力也是必不可少的，软件开发工程师需要能够与团队中的成员协同开发</a:t>
            </a:r>
            <a:r>
              <a:rPr lang="en-US" altLang="zh-CN" dirty="0"/>
              <a:t>,</a:t>
            </a:r>
            <a:r>
              <a:rPr lang="zh-CN" altLang="en-US" dirty="0"/>
              <a:t>共同完成任务，而我在多次社团经历与活动组织中锻炼了此类技能，帮助我日后的求职与工作更加顺利。对于专业知识中所需的数据结构等知识将于更高年级的专业课中开设，我将认真学习有关内容。在未来的学习生活中我将继续认真学习专业的知识技能，在社团中锻炼自己的能力，争取在大一下参加比赛，大二取得实习机会，在毕业后顺利从事软件开发工程师。</a:t>
            </a:r>
          </a:p>
        </p:txBody>
      </p:sp>
    </p:spTree>
    <p:extLst>
      <p:ext uri="{BB962C8B-B14F-4D97-AF65-F5344CB8AC3E}">
        <p14:creationId xmlns:p14="http://schemas.microsoft.com/office/powerpoint/2010/main" val="29997639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TotalTime>
  <Words>870</Words>
  <Application>Microsoft Office PowerPoint</Application>
  <PresentationFormat>宽屏</PresentationFormat>
  <Paragraphs>15</Paragraphs>
  <Slides>6</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6</vt:i4>
      </vt:variant>
    </vt:vector>
  </HeadingPairs>
  <TitlesOfParts>
    <vt:vector size="10" baseType="lpstr">
      <vt:lpstr>等线</vt:lpstr>
      <vt:lpstr>等线 Light</vt:lpstr>
      <vt:lpstr>Arial</vt:lpstr>
      <vt:lpstr>Office 主题​​</vt:lpstr>
      <vt:lpstr>生涯发展规划</vt:lpstr>
      <vt:lpstr>代码书写美好     软件福泽民生                                                        ——软件开发工程师</vt:lpstr>
      <vt:lpstr>职业目标及诞生</vt:lpstr>
      <vt:lpstr>职业世界探索</vt:lpstr>
      <vt:lpstr>个人经历与收获</vt:lpstr>
      <vt:lpstr>成长计划</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健文 姚</dc:creator>
  <cp:lastModifiedBy>健文 姚</cp:lastModifiedBy>
  <cp:revision>2</cp:revision>
  <dcterms:created xsi:type="dcterms:W3CDTF">2023-11-13T04:14:49Z</dcterms:created>
  <dcterms:modified xsi:type="dcterms:W3CDTF">2023-11-13T05:26:13Z</dcterms:modified>
</cp:coreProperties>
</file>