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04" autoAdjust="0"/>
  </p:normalViewPr>
  <p:slideViewPr>
    <p:cSldViewPr snapToGrid="0">
      <p:cViewPr>
        <p:scale>
          <a:sx n="65" d="100"/>
          <a:sy n="65" d="100"/>
        </p:scale>
        <p:origin x="-1011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9D2B0-AEFE-4AD0-AC29-7E328BADB0CA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DA01E-7493-423C-B985-C145057DD0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648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DA01E-7493-423C-B985-C145057DD06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960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4C8F94-F31B-777E-BD31-9E088F835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A5358D-8FCA-401C-F63E-22DC30E2F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32695D-9D8C-7C38-2D1D-5221058CF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5957-4219-4E99-AEB0-1972BC6D1945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4960AB-43EF-79EF-4D92-FD3F0CCFF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98ABCB-9858-EE12-F191-BABBBBBA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B74D5-DD1C-49C6-B6A9-E6749ACAC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018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08FEC2-B224-E64D-4AD6-5B2439214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68E7DF-689B-145E-6639-D7619763E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51E450-2C7D-C9BF-B8B1-A072148B3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5957-4219-4E99-AEB0-1972BC6D1945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B9130E-F680-6885-9654-4419AAA75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5DE09D-FC29-A13C-8CA6-4A59623D9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B74D5-DD1C-49C6-B6A9-E6749ACAC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8192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C0C8-EFE1-7464-B08E-78151F39D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7C6039-6627-1915-98B1-B3483C683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3E254A-77AD-493E-8F7D-7531D85B8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5957-4219-4E99-AEB0-1972BC6D1945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746D84-6B08-5812-912C-C1A254646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27E8FF-D5FC-F79B-2123-15AA4B03E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B74D5-DD1C-49C6-B6A9-E6749ACAC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56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CF294-DA99-7D85-F86D-F50174619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1DC47A-5B41-A59D-CF44-1C02EF1B33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7A6B6F-35C5-C23F-D305-28CB74B4A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40993D-5904-E30C-C7CC-665E605F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5957-4219-4E99-AEB0-1972BC6D1945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51C9BF-54E7-8A21-568F-B535D56EC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159EE3-D62B-3B02-B259-9909285E8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B74D5-DD1C-49C6-B6A9-E6749ACAC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021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3DFA0-7953-879F-F025-5581CA38C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C0993A-A705-33D6-087E-205A06B81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1617F4-E9EA-08F8-EE19-CADC01378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06B95CB-EDDD-9A5D-C791-80FA3DECB0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42993C2-48DF-AFEF-A23E-A6365F0E5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4D6D60E-5D2D-75F8-4F53-8F92C28EE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5957-4219-4E99-AEB0-1972BC6D1945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F147BAC-A58B-C078-FA3F-49EBA98CC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A8A5370-1F5D-A316-C6D9-4B3E59FFD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B74D5-DD1C-49C6-B6A9-E6749ACAC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8635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4A017C-70B9-70D2-8A88-050DAD3EA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DA0FB24-AC7C-72AB-9586-CC0A9435D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5957-4219-4E99-AEB0-1972BC6D1945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58EA02-BB7B-58A5-9EF5-17A71EB51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F74A71-54AD-5E3E-8283-C02C6257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B74D5-DD1C-49C6-B6A9-E6749ACAC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82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D0AD7FC-CA9E-0E74-5641-A44316A5B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5957-4219-4E99-AEB0-1972BC6D1945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703A80-1C83-ED58-B0AD-82EA6459B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3C4500-F160-3D33-B085-8CDAD4A24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B74D5-DD1C-49C6-B6A9-E6749ACAC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357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F2F04C-9E3E-1AE9-7334-8445ADD01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4FC502-014F-38E0-2002-DD2333460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93E80D-64CA-8089-B48C-97FC8449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B4F0E1-DAE3-6713-B46D-0B86805CA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5957-4219-4E99-AEB0-1972BC6D1945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A4B86E-2A2B-1ACE-550F-A54EE9F37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B07D91-CE2E-36F6-43F3-DBD65A9AE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B74D5-DD1C-49C6-B6A9-E6749ACAC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526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6DDFDE-1DE4-222E-E7C7-3B20B761B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0C3F9B0-BF4F-10E1-6B0C-130E66EC5C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3D5081-C2B3-0D79-1D2F-29E2E105B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DD210B-9968-C733-4561-A96CE01AD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5957-4219-4E99-AEB0-1972BC6D1945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2609C5-B1E5-4F47-4243-101FC5379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4AA04D-3EE0-3DF2-A1E0-FCBDAB766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B74D5-DD1C-49C6-B6A9-E6749ACAC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552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9A0060-3AFF-52EB-AFAD-D9897A91F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B38E08-AF65-3751-5152-3D49132D6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109DA4-07DE-C733-67A4-968CE77A1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5957-4219-4E99-AEB0-1972BC6D1945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DE841B-10E4-A906-CB5A-D3C65AB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630C96-0826-B784-098C-AEE055818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B74D5-DD1C-49C6-B6A9-E6749ACAC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060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25D1389-132F-C73A-42F0-0BD59DE7E4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F7EED8-AA60-D357-2DE6-CA6AFC3CF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104155-0691-0E2E-478F-15F3FA8FB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5957-4219-4E99-AEB0-1972BC6D1945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01391-1EDF-23A8-7EC9-A4646558B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A25894-0BB0-CE12-71AF-6F4D6AC89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B74D5-DD1C-49C6-B6A9-E6749ACAC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53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6F2C67-F3F1-4187-6AE8-32C0F5859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F0705A-ABA1-F7F1-687E-0A64174A2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4CF21A-505F-93CB-6BA3-A237701240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F5957-4219-4E99-AEB0-1972BC6D1945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1D87A8-5285-F9CE-E3D4-1EE5DA8F27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42D2CC-65B3-9AAA-738D-3CF49E989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B74D5-DD1C-49C6-B6A9-E6749ACAC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700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B9A8E22C-C25E-B324-E07F-B0F3834E1892}"/>
              </a:ext>
            </a:extLst>
          </p:cNvPr>
          <p:cNvSpPr/>
          <p:nvPr/>
        </p:nvSpPr>
        <p:spPr>
          <a:xfrm>
            <a:off x="4898093" y="3141428"/>
            <a:ext cx="350875" cy="3508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B3072E5-F94C-DD80-1A4F-4A6F58362CD4}"/>
              </a:ext>
            </a:extLst>
          </p:cNvPr>
          <p:cNvSpPr/>
          <p:nvPr/>
        </p:nvSpPr>
        <p:spPr>
          <a:xfrm>
            <a:off x="6899658" y="3316865"/>
            <a:ext cx="350875" cy="3508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45DD14D2-EE56-85C6-D07B-CDC56CD68D69}"/>
              </a:ext>
            </a:extLst>
          </p:cNvPr>
          <p:cNvSpPr/>
          <p:nvPr/>
        </p:nvSpPr>
        <p:spPr>
          <a:xfrm>
            <a:off x="6288860" y="2460073"/>
            <a:ext cx="1817674" cy="2064460"/>
          </a:xfrm>
          <a:custGeom>
            <a:avLst/>
            <a:gdLst>
              <a:gd name="connsiteX0" fmla="*/ 785444 w 1817674"/>
              <a:gd name="connsiteY0" fmla="*/ 0 h 2064460"/>
              <a:gd name="connsiteX1" fmla="*/ 1817674 w 1817674"/>
              <a:gd name="connsiteY1" fmla="*/ 1032230 h 2064460"/>
              <a:gd name="connsiteX2" fmla="*/ 785444 w 1817674"/>
              <a:gd name="connsiteY2" fmla="*/ 2064460 h 2064460"/>
              <a:gd name="connsiteX3" fmla="*/ 55547 w 1817674"/>
              <a:gd name="connsiteY3" fmla="*/ 1762127 h 2064460"/>
              <a:gd name="connsiteX4" fmla="*/ 0 w 1817674"/>
              <a:gd name="connsiteY4" fmla="*/ 1694803 h 2064460"/>
              <a:gd name="connsiteX5" fmla="*/ 7782 w 1817674"/>
              <a:gd name="connsiteY5" fmla="*/ 1684395 h 2064460"/>
              <a:gd name="connsiteX6" fmla="*/ 260580 w 1817674"/>
              <a:gd name="connsiteY6" fmla="*/ 856792 h 2064460"/>
              <a:gd name="connsiteX7" fmla="*/ 144257 w 1817674"/>
              <a:gd name="connsiteY7" fmla="*/ 280625 h 2064460"/>
              <a:gd name="connsiteX8" fmla="*/ 124518 w 1817674"/>
              <a:gd name="connsiteY8" fmla="*/ 239648 h 2064460"/>
              <a:gd name="connsiteX9" fmla="*/ 128850 w 1817674"/>
              <a:gd name="connsiteY9" fmla="*/ 235711 h 2064460"/>
              <a:gd name="connsiteX10" fmla="*/ 785444 w 1817674"/>
              <a:gd name="connsiteY10" fmla="*/ 0 h 2064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17674" h="2064460">
                <a:moveTo>
                  <a:pt x="785444" y="0"/>
                </a:moveTo>
                <a:cubicBezTo>
                  <a:pt x="1355529" y="0"/>
                  <a:pt x="1817674" y="462145"/>
                  <a:pt x="1817674" y="1032230"/>
                </a:cubicBezTo>
                <a:cubicBezTo>
                  <a:pt x="1817674" y="1602315"/>
                  <a:pt x="1355529" y="2064460"/>
                  <a:pt x="785444" y="2064460"/>
                </a:cubicBezTo>
                <a:cubicBezTo>
                  <a:pt x="500402" y="2064460"/>
                  <a:pt x="242344" y="1948924"/>
                  <a:pt x="55547" y="1762127"/>
                </a:cubicBezTo>
                <a:lnTo>
                  <a:pt x="0" y="1694803"/>
                </a:lnTo>
                <a:lnTo>
                  <a:pt x="7782" y="1684395"/>
                </a:lnTo>
                <a:cubicBezTo>
                  <a:pt x="167386" y="1448151"/>
                  <a:pt x="260580" y="1163355"/>
                  <a:pt x="260580" y="856792"/>
                </a:cubicBezTo>
                <a:cubicBezTo>
                  <a:pt x="260580" y="652417"/>
                  <a:pt x="219160" y="457716"/>
                  <a:pt x="144257" y="280625"/>
                </a:cubicBezTo>
                <a:lnTo>
                  <a:pt x="124518" y="239648"/>
                </a:lnTo>
                <a:lnTo>
                  <a:pt x="128850" y="235711"/>
                </a:lnTo>
                <a:cubicBezTo>
                  <a:pt x="307280" y="88458"/>
                  <a:pt x="536032" y="0"/>
                  <a:pt x="785444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CE8F148-8926-FC98-7B23-1FDB168F4FE0}"/>
              </a:ext>
            </a:extLst>
          </p:cNvPr>
          <p:cNvSpPr/>
          <p:nvPr/>
        </p:nvSpPr>
        <p:spPr>
          <a:xfrm>
            <a:off x="2660920" y="904255"/>
            <a:ext cx="4825219" cy="482521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1F68253A-F36D-14A8-D10D-CD4477C2FD1E}"/>
              </a:ext>
            </a:extLst>
          </p:cNvPr>
          <p:cNvSpPr/>
          <p:nvPr/>
        </p:nvSpPr>
        <p:spPr>
          <a:xfrm>
            <a:off x="3593312" y="1836647"/>
            <a:ext cx="2960433" cy="296043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2554875A-2E19-0141-1E65-2682421AD0E2}"/>
              </a:ext>
            </a:extLst>
          </p:cNvPr>
          <p:cNvSpPr/>
          <p:nvPr/>
        </p:nvSpPr>
        <p:spPr>
          <a:xfrm>
            <a:off x="4371632" y="788839"/>
            <a:ext cx="5406926" cy="540692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142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</Words>
  <Application>Microsoft Office PowerPoint</Application>
  <PresentationFormat>宽屏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健文 姚</dc:creator>
  <cp:lastModifiedBy>健文 姚</cp:lastModifiedBy>
  <cp:revision>1</cp:revision>
  <dcterms:created xsi:type="dcterms:W3CDTF">2023-12-04T21:56:36Z</dcterms:created>
  <dcterms:modified xsi:type="dcterms:W3CDTF">2023-12-04T22:16:29Z</dcterms:modified>
</cp:coreProperties>
</file>