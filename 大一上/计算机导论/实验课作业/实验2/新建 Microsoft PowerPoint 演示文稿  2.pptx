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78" d="100"/>
          <a:sy n="78" d="100"/>
        </p:scale>
        <p:origin x="-675" y="2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123ED27-1551-C081-A3F2-01BC8BFF56F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EE7F6DA0-8CFC-4FE8-0A0A-E400DDAAE01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8351F80-2021-4A69-5DC5-92F87D721E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433623-5F67-4D3A-86FB-DEE6F279A73B}" type="datetimeFigureOut">
              <a:rPr lang="zh-CN" altLang="en-US" smtClean="0"/>
              <a:t>2023/12/5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4A66BF1-1AEE-DA06-D7EC-EE6E3B8E6C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086108E-7381-FF4A-F7CE-60A2A77613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F71067-2AF6-4924-B3F9-B1BFEC7C151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636104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38447DC-602B-841C-A626-8D3C5C001A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DE7336C-BEBE-2DEE-ADED-60DF2B8AB3E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7C02F5A-225C-0048-A724-512E3D0274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433623-5F67-4D3A-86FB-DEE6F279A73B}" type="datetimeFigureOut">
              <a:rPr lang="zh-CN" altLang="en-US" smtClean="0"/>
              <a:t>2023/12/5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C4DFBA-FB47-5DA1-150C-8EEC149A0B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A304AD4-E898-1801-513A-77C96BB54F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F71067-2AF6-4924-B3F9-B1BFEC7C151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1601842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784108-8389-1A09-0C05-61F2D9A99C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3470DA75-42BA-3DB5-B523-78811411565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7D64388-9103-8649-DA57-E76DF6F002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433623-5F67-4D3A-86FB-DEE6F279A73B}" type="datetimeFigureOut">
              <a:rPr lang="zh-CN" altLang="en-US" smtClean="0"/>
              <a:t>2023/12/5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B3FE3CD-1FB7-F95E-2BBB-5A59CE8AB7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93BF79D-B53B-D566-F449-862FF7DA25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F71067-2AF6-4924-B3F9-B1BFEC7C151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547357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08446DC-C75E-A3B4-6E99-405B283628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F5D6C62-9BF7-98C7-29DC-2850C85B932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CC4B17DB-A222-B422-C8BD-0F3225FB526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BB5212CD-55D4-C96C-8953-6A8D602950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433623-5F67-4D3A-86FB-DEE6F279A73B}" type="datetimeFigureOut">
              <a:rPr lang="zh-CN" altLang="en-US" smtClean="0"/>
              <a:t>2023/12/5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4C3964C7-98A4-6BD3-2F1E-7C1C9583D4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F33713FC-0779-EDAA-3114-EAB0FFFC29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F71067-2AF6-4924-B3F9-B1BFEC7C151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0697627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9F00333-1BD2-0158-9EEE-25E1B71752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2FC75631-073E-A64B-9A84-C30B867770A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332E0CAD-A1F0-07D1-64C0-BA2738399FB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DCFF2073-70BF-F11C-CD06-8C44D2BE978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89E7A12B-876E-4FC8-2370-E5D6618EC8E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F0D95512-3714-A6DC-0AD4-0A874E0101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433623-5F67-4D3A-86FB-DEE6F279A73B}" type="datetimeFigureOut">
              <a:rPr lang="zh-CN" altLang="en-US" smtClean="0"/>
              <a:t>2023/12/5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F2151C09-F0EA-F48B-4347-E2ED182E9E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CB64F67E-CF2C-B7C5-5585-C1FA3F9CE9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F71067-2AF6-4924-B3F9-B1BFEC7C151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1876908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35F50C1-9B0E-D75C-E0BD-7D76323825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9DCFF515-1368-6DC4-4538-B4D91E134B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433623-5F67-4D3A-86FB-DEE6F279A73B}" type="datetimeFigureOut">
              <a:rPr lang="zh-CN" altLang="en-US" smtClean="0"/>
              <a:t>2023/12/5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60EB3202-7368-C9AE-B7CB-7EF7D1C714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3F84684F-EED8-5D6C-B327-C162E37260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F71067-2AF6-4924-B3F9-B1BFEC7C151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5152844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FB650F83-7602-C2B8-43AF-7AB258C634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433623-5F67-4D3A-86FB-DEE6F279A73B}" type="datetimeFigureOut">
              <a:rPr lang="zh-CN" altLang="en-US" smtClean="0"/>
              <a:t>2023/12/5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D5B3EC21-7AA1-D751-F071-9D9D513F74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442B9CD3-F932-3736-6CBD-C06C7FF1F3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F71067-2AF6-4924-B3F9-B1BFEC7C151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0158888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C7C70EE-9F16-7B6E-51D2-958CFAD93E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0F9BFFC-1028-899E-9756-C1B6B1C3B9A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717BE412-8F5E-9552-3ED5-EDF6F159104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FF1AA854-E053-C2A0-0F97-F2B3B9E998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433623-5F67-4D3A-86FB-DEE6F279A73B}" type="datetimeFigureOut">
              <a:rPr lang="zh-CN" altLang="en-US" smtClean="0"/>
              <a:t>2023/12/5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A7DE10B0-61EB-5E0D-0D12-9D3C9CAE99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F6BD6535-5A52-E114-7FA6-CD34F51A6E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F71067-2AF6-4924-B3F9-B1BFEC7C151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2502758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7E02935-8834-1FBB-8665-01391C60EF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D1E88787-E53C-EBE1-55E5-E7D847FF558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7CEA347D-C463-13A5-72FB-9B446C2B179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237A3C9D-33BB-9330-97B0-017E47DEC0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433623-5F67-4D3A-86FB-DEE6F279A73B}" type="datetimeFigureOut">
              <a:rPr lang="zh-CN" altLang="en-US" smtClean="0"/>
              <a:t>2023/12/5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55D280A-5E37-6BFF-ECD9-A5AFAEEA98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BBED330B-C0BE-17B4-EF17-5DC29A8429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F71067-2AF6-4924-B3F9-B1BFEC7C151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8324492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6E8A519-B659-CA0B-4213-E8FA4F831E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751C8B2F-A4DC-7FDC-13DC-E4B3EEF31F4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B020D03-8DED-C798-F386-5E892FFDE6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433623-5F67-4D3A-86FB-DEE6F279A73B}" type="datetimeFigureOut">
              <a:rPr lang="zh-CN" altLang="en-US" smtClean="0"/>
              <a:t>2023/12/5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4016E31-FDEA-E497-4F1F-7F01ECD094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29D9EAD-4ED4-CC96-6DC7-2374AB8E18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F71067-2AF6-4924-B3F9-B1BFEC7C151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2492088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9860AF9A-EECF-D7EE-7968-241B6DAA871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91C410DB-BB67-51C7-7251-408D3FACF11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5ECA012-B515-705F-57F8-152B098CAB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433623-5F67-4D3A-86FB-DEE6F279A73B}" type="datetimeFigureOut">
              <a:rPr lang="zh-CN" altLang="en-US" smtClean="0"/>
              <a:t>2023/12/5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F1BE3C9-A5F8-A2AC-D38F-CCCE91F449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CED1219-7EB6-C9CD-AB2B-72A3920B7A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F71067-2AF6-4924-B3F9-B1BFEC7C151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425070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C0C253FA-49FE-CD0E-E52E-06F54FE1E2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D4EA4A46-ED42-6F81-17FF-702E7205111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4F5FF9D-8D0E-9DF8-B6C8-33161F3F3A2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5433623-5F67-4D3A-86FB-DEE6F279A73B}" type="datetimeFigureOut">
              <a:rPr lang="zh-CN" altLang="en-US" smtClean="0"/>
              <a:t>2023/12/5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6A93855-4647-915F-B7C1-2B63460E4B3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6630BF7-4E1A-AE4B-A53B-A4443B10D33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CF71067-2AF6-4924-B3F9-B1BFEC7C151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942233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任意多边形: 形状 21">
            <a:extLst>
              <a:ext uri="{FF2B5EF4-FFF2-40B4-BE49-F238E27FC236}">
                <a16:creationId xmlns:a16="http://schemas.microsoft.com/office/drawing/2014/main" id="{DAA7E937-7F6B-4D50-0460-E3C82B65C113}"/>
              </a:ext>
            </a:extLst>
          </p:cNvPr>
          <p:cNvSpPr/>
          <p:nvPr/>
        </p:nvSpPr>
        <p:spPr>
          <a:xfrm>
            <a:off x="4996914" y="946514"/>
            <a:ext cx="3810582" cy="5085852"/>
          </a:xfrm>
          <a:custGeom>
            <a:avLst/>
            <a:gdLst>
              <a:gd name="connsiteX0" fmla="*/ 1286633 w 3810582"/>
              <a:gd name="connsiteY0" fmla="*/ 0 h 5085852"/>
              <a:gd name="connsiteX1" fmla="*/ 3810582 w 3810582"/>
              <a:gd name="connsiteY1" fmla="*/ 2542926 h 5085852"/>
              <a:gd name="connsiteX2" fmla="*/ 1286633 w 3810582"/>
              <a:gd name="connsiteY2" fmla="*/ 5085852 h 5085852"/>
              <a:gd name="connsiteX3" fmla="*/ 83569 w 3810582"/>
              <a:gd name="connsiteY3" fmla="*/ 4778935 h 5085852"/>
              <a:gd name="connsiteX4" fmla="*/ 0 w 3810582"/>
              <a:gd name="connsiteY4" fmla="*/ 4727784 h 5085852"/>
              <a:gd name="connsiteX5" fmla="*/ 76736 w 3810582"/>
              <a:gd name="connsiteY5" fmla="*/ 4708053 h 5085852"/>
              <a:gd name="connsiteX6" fmla="*/ 1060636 w 3810582"/>
              <a:gd name="connsiteY6" fmla="*/ 4112687 h 5085852"/>
              <a:gd name="connsiteX7" fmla="*/ 1143856 w 3810582"/>
              <a:gd name="connsiteY7" fmla="*/ 4021123 h 5085852"/>
              <a:gd name="connsiteX8" fmla="*/ 1286633 w 3810582"/>
              <a:gd name="connsiteY8" fmla="*/ 4028332 h 5085852"/>
              <a:gd name="connsiteX9" fmla="*/ 2772037 w 3810582"/>
              <a:gd name="connsiteY9" fmla="*/ 2542928 h 5085852"/>
              <a:gd name="connsiteX10" fmla="*/ 1438507 w 3810582"/>
              <a:gd name="connsiteY10" fmla="*/ 1065193 h 5085852"/>
              <a:gd name="connsiteX11" fmla="*/ 1345143 w 3810582"/>
              <a:gd name="connsiteY11" fmla="*/ 1060479 h 5085852"/>
              <a:gd name="connsiteX12" fmla="*/ 1215620 w 3810582"/>
              <a:gd name="connsiteY12" fmla="*/ 887270 h 5085852"/>
              <a:gd name="connsiteX13" fmla="*/ 507264 w 3810582"/>
              <a:gd name="connsiteY13" fmla="*/ 303245 h 5085852"/>
              <a:gd name="connsiteX14" fmla="*/ 298421 w 3810582"/>
              <a:gd name="connsiteY14" fmla="*/ 202640 h 5085852"/>
              <a:gd name="connsiteX15" fmla="*/ 304198 w 3810582"/>
              <a:gd name="connsiteY15" fmla="*/ 199836 h 5085852"/>
              <a:gd name="connsiteX16" fmla="*/ 1286633 w 3810582"/>
              <a:gd name="connsiteY16" fmla="*/ 0 h 50858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3810582" h="5085852">
                <a:moveTo>
                  <a:pt x="1286633" y="0"/>
                </a:moveTo>
                <a:cubicBezTo>
                  <a:pt x="2680572" y="0"/>
                  <a:pt x="3810582" y="1138507"/>
                  <a:pt x="3810582" y="2542926"/>
                </a:cubicBezTo>
                <a:cubicBezTo>
                  <a:pt x="3810582" y="3947345"/>
                  <a:pt x="2680572" y="5085852"/>
                  <a:pt x="1286633" y="5085852"/>
                </a:cubicBezTo>
                <a:cubicBezTo>
                  <a:pt x="851027" y="5085852"/>
                  <a:pt x="441196" y="4974670"/>
                  <a:pt x="83569" y="4778935"/>
                </a:cubicBezTo>
                <a:lnTo>
                  <a:pt x="0" y="4727784"/>
                </a:lnTo>
                <a:lnTo>
                  <a:pt x="76736" y="4708053"/>
                </a:lnTo>
                <a:cubicBezTo>
                  <a:pt x="452695" y="4591118"/>
                  <a:pt x="789044" y="4384280"/>
                  <a:pt x="1060636" y="4112687"/>
                </a:cubicBezTo>
                <a:lnTo>
                  <a:pt x="1143856" y="4021123"/>
                </a:lnTo>
                <a:lnTo>
                  <a:pt x="1286633" y="4028332"/>
                </a:lnTo>
                <a:cubicBezTo>
                  <a:pt x="2106999" y="4028332"/>
                  <a:pt x="2772037" y="3363294"/>
                  <a:pt x="2772037" y="2542928"/>
                </a:cubicBezTo>
                <a:cubicBezTo>
                  <a:pt x="2772037" y="1773835"/>
                  <a:pt x="2187531" y="1141261"/>
                  <a:pt x="1438507" y="1065193"/>
                </a:cubicBezTo>
                <a:lnTo>
                  <a:pt x="1345143" y="1060479"/>
                </a:lnTo>
                <a:lnTo>
                  <a:pt x="1215620" y="887270"/>
                </a:lnTo>
                <a:cubicBezTo>
                  <a:pt x="1019873" y="650079"/>
                  <a:pt x="779462" y="451112"/>
                  <a:pt x="507264" y="303245"/>
                </a:cubicBezTo>
                <a:lnTo>
                  <a:pt x="298421" y="202640"/>
                </a:lnTo>
                <a:lnTo>
                  <a:pt x="304198" y="199836"/>
                </a:lnTo>
                <a:cubicBezTo>
                  <a:pt x="606159" y="71157"/>
                  <a:pt x="938148" y="0"/>
                  <a:pt x="1286633" y="0"/>
                </a:cubicBezTo>
                <a:close/>
              </a:path>
            </a:pathLst>
          </a:custGeom>
          <a:solidFill>
            <a:schemeClr val="accent2"/>
          </a:solidFill>
          <a:ln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21" name="任意多边形: 形状 20">
            <a:extLst>
              <a:ext uri="{FF2B5EF4-FFF2-40B4-BE49-F238E27FC236}">
                <a16:creationId xmlns:a16="http://schemas.microsoft.com/office/drawing/2014/main" id="{06421D4B-6CEA-D78A-945B-C08B13A07E67}"/>
              </a:ext>
            </a:extLst>
          </p:cNvPr>
          <p:cNvSpPr/>
          <p:nvPr/>
        </p:nvSpPr>
        <p:spPr>
          <a:xfrm>
            <a:off x="4047647" y="1065419"/>
            <a:ext cx="1247688" cy="883803"/>
          </a:xfrm>
          <a:custGeom>
            <a:avLst/>
            <a:gdLst>
              <a:gd name="connsiteX0" fmla="*/ 1016377 w 1247688"/>
              <a:gd name="connsiteY0" fmla="*/ 0 h 883803"/>
              <a:gd name="connsiteX1" fmla="*/ 1026003 w 1247688"/>
              <a:gd name="connsiteY1" fmla="*/ 2475 h 883803"/>
              <a:gd name="connsiteX2" fmla="*/ 1246624 w 1247688"/>
              <a:gd name="connsiteY2" fmla="*/ 83224 h 883803"/>
              <a:gd name="connsiteX3" fmla="*/ 1247688 w 1247688"/>
              <a:gd name="connsiteY3" fmla="*/ 83736 h 883803"/>
              <a:gd name="connsiteX4" fmla="*/ 1032836 w 1247688"/>
              <a:gd name="connsiteY4" fmla="*/ 188013 h 883803"/>
              <a:gd name="connsiteX5" fmla="*/ 288298 w 1247688"/>
              <a:gd name="connsiteY5" fmla="*/ 806485 h 883803"/>
              <a:gd name="connsiteX6" fmla="*/ 254463 w 1247688"/>
              <a:gd name="connsiteY6" fmla="*/ 852073 h 883803"/>
              <a:gd name="connsiteX7" fmla="*/ 164021 w 1247688"/>
              <a:gd name="connsiteY7" fmla="*/ 856640 h 883803"/>
              <a:gd name="connsiteX8" fmla="*/ 20383 w 1247688"/>
              <a:gd name="connsiteY8" fmla="*/ 878562 h 883803"/>
              <a:gd name="connsiteX9" fmla="*/ 0 w 1247688"/>
              <a:gd name="connsiteY9" fmla="*/ 883803 h 883803"/>
              <a:gd name="connsiteX10" fmla="*/ 139841 w 1247688"/>
              <a:gd name="connsiteY10" fmla="*/ 696797 h 883803"/>
              <a:gd name="connsiteX11" fmla="*/ 940846 w 1247688"/>
              <a:gd name="connsiteY11" fmla="*/ 36385 h 883803"/>
              <a:gd name="connsiteX12" fmla="*/ 1016377 w 1247688"/>
              <a:gd name="connsiteY12" fmla="*/ 0 h 8838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1247688" h="883803">
                <a:moveTo>
                  <a:pt x="1016377" y="0"/>
                </a:moveTo>
                <a:lnTo>
                  <a:pt x="1026003" y="2475"/>
                </a:lnTo>
                <a:cubicBezTo>
                  <a:pt x="1101195" y="25863"/>
                  <a:pt x="1174803" y="52846"/>
                  <a:pt x="1246624" y="83224"/>
                </a:cubicBezTo>
                <a:lnTo>
                  <a:pt x="1247688" y="83736"/>
                </a:lnTo>
                <a:lnTo>
                  <a:pt x="1032836" y="188013"/>
                </a:lnTo>
                <a:cubicBezTo>
                  <a:pt x="746735" y="344602"/>
                  <a:pt x="494045" y="555304"/>
                  <a:pt x="288298" y="806485"/>
                </a:cubicBezTo>
                <a:lnTo>
                  <a:pt x="254463" y="852073"/>
                </a:lnTo>
                <a:lnTo>
                  <a:pt x="164021" y="856640"/>
                </a:lnTo>
                <a:cubicBezTo>
                  <a:pt x="115390" y="861579"/>
                  <a:pt x="67470" y="868926"/>
                  <a:pt x="20383" y="878562"/>
                </a:cubicBezTo>
                <a:lnTo>
                  <a:pt x="0" y="883803"/>
                </a:lnTo>
                <a:lnTo>
                  <a:pt x="139841" y="696797"/>
                </a:lnTo>
                <a:cubicBezTo>
                  <a:pt x="361192" y="428582"/>
                  <a:pt x="633046" y="203592"/>
                  <a:pt x="940846" y="36385"/>
                </a:cubicBezTo>
                <a:lnTo>
                  <a:pt x="1016377" y="0"/>
                </a:lnTo>
                <a:close/>
              </a:path>
            </a:pathLst>
          </a:custGeom>
          <a:solidFill>
            <a:schemeClr val="bg2">
              <a:lumMod val="75000"/>
            </a:schemeClr>
          </a:solidFill>
          <a:ln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20" name="任意多边形: 形状 19">
            <a:extLst>
              <a:ext uri="{FF2B5EF4-FFF2-40B4-BE49-F238E27FC236}">
                <a16:creationId xmlns:a16="http://schemas.microsoft.com/office/drawing/2014/main" id="{C39D0517-32DB-A596-A4E8-B898E0B57FB0}"/>
              </a:ext>
            </a:extLst>
          </p:cNvPr>
          <p:cNvSpPr/>
          <p:nvPr/>
        </p:nvSpPr>
        <p:spPr>
          <a:xfrm>
            <a:off x="3759598" y="1914589"/>
            <a:ext cx="1606110" cy="2893282"/>
          </a:xfrm>
          <a:custGeom>
            <a:avLst/>
            <a:gdLst>
              <a:gd name="connsiteX0" fmla="*/ 599981 w 1606110"/>
              <a:gd name="connsiteY0" fmla="*/ 0 h 2893282"/>
              <a:gd name="connsiteX1" fmla="*/ 1520179 w 1606110"/>
              <a:gd name="connsiteY1" fmla="*/ 330342 h 2893282"/>
              <a:gd name="connsiteX2" fmla="*/ 1606110 w 1606110"/>
              <a:gd name="connsiteY2" fmla="*/ 408441 h 2893282"/>
              <a:gd name="connsiteX3" fmla="*/ 1579094 w 1606110"/>
              <a:gd name="connsiteY3" fmla="*/ 428643 h 2893282"/>
              <a:gd name="connsiteX4" fmla="*/ 1038545 w 1606110"/>
              <a:gd name="connsiteY4" fmla="*/ 1574853 h 2893282"/>
              <a:gd name="connsiteX5" fmla="*/ 1377739 w 1606110"/>
              <a:gd name="connsiteY5" fmla="*/ 2519708 h 2893282"/>
              <a:gd name="connsiteX6" fmla="*/ 1458769 w 1606110"/>
              <a:gd name="connsiteY6" fmla="*/ 2608862 h 2893282"/>
              <a:gd name="connsiteX7" fmla="*/ 1408812 w 1606110"/>
              <a:gd name="connsiteY7" fmla="*/ 2646219 h 2893282"/>
              <a:gd name="connsiteX8" fmla="*/ 599981 w 1606110"/>
              <a:gd name="connsiteY8" fmla="*/ 2893282 h 2893282"/>
              <a:gd name="connsiteX9" fmla="*/ 452070 w 1606110"/>
              <a:gd name="connsiteY9" fmla="*/ 2885813 h 2893282"/>
              <a:gd name="connsiteX10" fmla="*/ 355331 w 1606110"/>
              <a:gd name="connsiteY10" fmla="*/ 2871049 h 2893282"/>
              <a:gd name="connsiteX11" fmla="*/ 304627 w 1606110"/>
              <a:gd name="connsiteY11" fmla="*/ 2786960 h 2893282"/>
              <a:gd name="connsiteX12" fmla="*/ 0 w 1606110"/>
              <a:gd name="connsiteY12" fmla="*/ 1574851 h 2893282"/>
              <a:gd name="connsiteX13" fmla="*/ 431051 w 1606110"/>
              <a:gd name="connsiteY13" fmla="*/ 153077 h 2893282"/>
              <a:gd name="connsiteX14" fmla="*/ 542512 w 1606110"/>
              <a:gd name="connsiteY14" fmla="*/ 2902 h 2893282"/>
              <a:gd name="connsiteX15" fmla="*/ 599981 w 1606110"/>
              <a:gd name="connsiteY15" fmla="*/ 0 h 28932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1606110" h="2893282">
                <a:moveTo>
                  <a:pt x="599981" y="0"/>
                </a:moveTo>
                <a:cubicBezTo>
                  <a:pt x="949525" y="0"/>
                  <a:pt x="1270115" y="123971"/>
                  <a:pt x="1520179" y="330342"/>
                </a:cubicBezTo>
                <a:lnTo>
                  <a:pt x="1606110" y="408441"/>
                </a:lnTo>
                <a:lnTo>
                  <a:pt x="1579094" y="428643"/>
                </a:lnTo>
                <a:cubicBezTo>
                  <a:pt x="1248967" y="701088"/>
                  <a:pt x="1038545" y="1113397"/>
                  <a:pt x="1038545" y="1574853"/>
                </a:cubicBezTo>
                <a:cubicBezTo>
                  <a:pt x="1038545" y="1933763"/>
                  <a:pt x="1165838" y="2262943"/>
                  <a:pt x="1377739" y="2519708"/>
                </a:cubicBezTo>
                <a:lnTo>
                  <a:pt x="1458769" y="2608862"/>
                </a:lnTo>
                <a:lnTo>
                  <a:pt x="1408812" y="2646219"/>
                </a:lnTo>
                <a:cubicBezTo>
                  <a:pt x="1177927" y="2802202"/>
                  <a:pt x="899590" y="2893282"/>
                  <a:pt x="599981" y="2893282"/>
                </a:cubicBezTo>
                <a:cubicBezTo>
                  <a:pt x="550046" y="2893282"/>
                  <a:pt x="500702" y="2890752"/>
                  <a:pt x="452070" y="2885813"/>
                </a:cubicBezTo>
                <a:lnTo>
                  <a:pt x="355331" y="2871049"/>
                </a:lnTo>
                <a:lnTo>
                  <a:pt x="304627" y="2786960"/>
                </a:lnTo>
                <a:cubicBezTo>
                  <a:pt x="110353" y="2426645"/>
                  <a:pt x="0" y="2013732"/>
                  <a:pt x="0" y="1574851"/>
                </a:cubicBezTo>
                <a:cubicBezTo>
                  <a:pt x="0" y="1048194"/>
                  <a:pt x="158908" y="558931"/>
                  <a:pt x="431051" y="153077"/>
                </a:cubicBezTo>
                <a:lnTo>
                  <a:pt x="542512" y="2902"/>
                </a:lnTo>
                <a:lnTo>
                  <a:pt x="599981" y="0"/>
                </a:lnTo>
                <a:close/>
              </a:path>
            </a:pathLst>
          </a:custGeom>
          <a:solidFill>
            <a:schemeClr val="accent2"/>
          </a:solidFill>
          <a:ln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B548D42A-9B0C-79B5-C871-5F82F2EF0355}"/>
              </a:ext>
            </a:extLst>
          </p:cNvPr>
          <p:cNvSpPr/>
          <p:nvPr/>
        </p:nvSpPr>
        <p:spPr>
          <a:xfrm>
            <a:off x="2912938" y="1949222"/>
            <a:ext cx="1134709" cy="2769643"/>
          </a:xfrm>
          <a:custGeom>
            <a:avLst/>
            <a:gdLst>
              <a:gd name="connsiteX0" fmla="*/ 1134709 w 1134709"/>
              <a:gd name="connsiteY0" fmla="*/ 0 h 2769643"/>
              <a:gd name="connsiteX1" fmla="*/ 1118234 w 1134709"/>
              <a:gd name="connsiteY1" fmla="*/ 22032 h 2769643"/>
              <a:gd name="connsiteX2" fmla="*/ 654491 w 1134709"/>
              <a:gd name="connsiteY2" fmla="*/ 1540222 h 2769643"/>
              <a:gd name="connsiteX3" fmla="*/ 867878 w 1134709"/>
              <a:gd name="connsiteY3" fmla="*/ 2597167 h 2769643"/>
              <a:gd name="connsiteX4" fmla="*/ 950964 w 1134709"/>
              <a:gd name="connsiteY4" fmla="*/ 2769643 h 2769643"/>
              <a:gd name="connsiteX5" fmla="*/ 883543 w 1134709"/>
              <a:gd name="connsiteY5" fmla="*/ 2744966 h 2769643"/>
              <a:gd name="connsiteX6" fmla="*/ 0 w 1134709"/>
              <a:gd name="connsiteY6" fmla="*/ 1412009 h 2769643"/>
              <a:gd name="connsiteX7" fmla="*/ 1016454 w 1134709"/>
              <a:gd name="connsiteY7" fmla="*/ 30406 h 2769643"/>
              <a:gd name="connsiteX8" fmla="*/ 1134709 w 1134709"/>
              <a:gd name="connsiteY8" fmla="*/ 0 h 27696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134709" h="2769643">
                <a:moveTo>
                  <a:pt x="1134709" y="0"/>
                </a:moveTo>
                <a:lnTo>
                  <a:pt x="1118234" y="22032"/>
                </a:lnTo>
                <a:cubicBezTo>
                  <a:pt x="825451" y="455408"/>
                  <a:pt x="654491" y="977850"/>
                  <a:pt x="654491" y="1540222"/>
                </a:cubicBezTo>
                <a:cubicBezTo>
                  <a:pt x="654491" y="1915137"/>
                  <a:pt x="730473" y="2272305"/>
                  <a:pt x="867878" y="2597167"/>
                </a:cubicBezTo>
                <a:lnTo>
                  <a:pt x="950964" y="2769643"/>
                </a:lnTo>
                <a:lnTo>
                  <a:pt x="883543" y="2744966"/>
                </a:lnTo>
                <a:cubicBezTo>
                  <a:pt x="364322" y="2525354"/>
                  <a:pt x="0" y="2011228"/>
                  <a:pt x="0" y="1412009"/>
                </a:cubicBezTo>
                <a:cubicBezTo>
                  <a:pt x="0" y="762856"/>
                  <a:pt x="427572" y="213568"/>
                  <a:pt x="1016454" y="30406"/>
                </a:cubicBezTo>
                <a:lnTo>
                  <a:pt x="1134709" y="0"/>
                </a:lnTo>
                <a:close/>
              </a:path>
            </a:pathLst>
          </a:custGeom>
          <a:solidFill>
            <a:schemeClr val="accent1">
              <a:lumMod val="40000"/>
              <a:lumOff val="60000"/>
            </a:schemeClr>
          </a:solidFill>
          <a:ln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87617B68-B276-0222-19D4-91FE5D342ACB}"/>
              </a:ext>
            </a:extLst>
          </p:cNvPr>
          <p:cNvSpPr/>
          <p:nvPr/>
        </p:nvSpPr>
        <p:spPr>
          <a:xfrm>
            <a:off x="5365708" y="2004038"/>
            <a:ext cx="1037218" cy="399140"/>
          </a:xfrm>
          <a:custGeom>
            <a:avLst/>
            <a:gdLst>
              <a:gd name="connsiteX0" fmla="*/ 917839 w 1037218"/>
              <a:gd name="connsiteY0" fmla="*/ 0 h 399140"/>
              <a:gd name="connsiteX1" fmla="*/ 976349 w 1037218"/>
              <a:gd name="connsiteY1" fmla="*/ 2955 h 399140"/>
              <a:gd name="connsiteX2" fmla="*/ 985062 w 1037218"/>
              <a:gd name="connsiteY2" fmla="*/ 14606 h 399140"/>
              <a:gd name="connsiteX3" fmla="*/ 1037218 w 1037218"/>
              <a:gd name="connsiteY3" fmla="*/ 100458 h 399140"/>
              <a:gd name="connsiteX4" fmla="*/ 917091 w 1037218"/>
              <a:gd name="connsiteY4" fmla="*/ 94200 h 399140"/>
              <a:gd name="connsiteX5" fmla="*/ 163068 w 1037218"/>
              <a:gd name="connsiteY5" fmla="*/ 331796 h 399140"/>
              <a:gd name="connsiteX6" fmla="*/ 75766 w 1037218"/>
              <a:gd name="connsiteY6" fmla="*/ 399140 h 399140"/>
              <a:gd name="connsiteX7" fmla="*/ 16801 w 1037218"/>
              <a:gd name="connsiteY7" fmla="*/ 334262 h 399140"/>
              <a:gd name="connsiteX8" fmla="*/ 0 w 1037218"/>
              <a:gd name="connsiteY8" fmla="*/ 318992 h 399140"/>
              <a:gd name="connsiteX9" fmla="*/ 87335 w 1037218"/>
              <a:gd name="connsiteY9" fmla="*/ 253684 h 399140"/>
              <a:gd name="connsiteX10" fmla="*/ 917839 w 1037218"/>
              <a:gd name="connsiteY10" fmla="*/ 0 h 3991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037218" h="399140">
                <a:moveTo>
                  <a:pt x="917839" y="0"/>
                </a:moveTo>
                <a:lnTo>
                  <a:pt x="976349" y="2955"/>
                </a:lnTo>
                <a:lnTo>
                  <a:pt x="985062" y="14606"/>
                </a:lnTo>
                <a:lnTo>
                  <a:pt x="1037218" y="100458"/>
                </a:lnTo>
                <a:lnTo>
                  <a:pt x="917091" y="94200"/>
                </a:lnTo>
                <a:cubicBezTo>
                  <a:pt x="637784" y="94200"/>
                  <a:pt x="378308" y="181790"/>
                  <a:pt x="163068" y="331796"/>
                </a:cubicBezTo>
                <a:lnTo>
                  <a:pt x="75766" y="399140"/>
                </a:lnTo>
                <a:lnTo>
                  <a:pt x="16801" y="334262"/>
                </a:lnTo>
                <a:lnTo>
                  <a:pt x="0" y="318992"/>
                </a:lnTo>
                <a:lnTo>
                  <a:pt x="87335" y="253684"/>
                </a:lnTo>
                <a:cubicBezTo>
                  <a:pt x="324408" y="93521"/>
                  <a:pt x="610202" y="0"/>
                  <a:pt x="917839" y="0"/>
                </a:cubicBezTo>
                <a:close/>
              </a:path>
            </a:pathLst>
          </a:custGeom>
          <a:solidFill>
            <a:schemeClr val="accent1"/>
          </a:solidFill>
          <a:ln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7" name="任意多边形: 形状 16">
            <a:extLst>
              <a:ext uri="{FF2B5EF4-FFF2-40B4-BE49-F238E27FC236}">
                <a16:creationId xmlns:a16="http://schemas.microsoft.com/office/drawing/2014/main" id="{6DAA4F53-5B79-0342-45C0-3D362A696F26}"/>
              </a:ext>
            </a:extLst>
          </p:cNvPr>
          <p:cNvSpPr/>
          <p:nvPr/>
        </p:nvSpPr>
        <p:spPr>
          <a:xfrm>
            <a:off x="6220950" y="2104496"/>
            <a:ext cx="1410464" cy="2776148"/>
          </a:xfrm>
          <a:custGeom>
            <a:avLst/>
            <a:gdLst>
              <a:gd name="connsiteX0" fmla="*/ 181976 w 1410464"/>
              <a:gd name="connsiteY0" fmla="*/ 0 h 2776148"/>
              <a:gd name="connsiteX1" fmla="*/ 199737 w 1410464"/>
              <a:gd name="connsiteY1" fmla="*/ 925 h 2776148"/>
              <a:gd name="connsiteX2" fmla="*/ 1410464 w 1410464"/>
              <a:gd name="connsiteY2" fmla="*/ 1384945 h 2776148"/>
              <a:gd name="connsiteX3" fmla="*/ 61849 w 1410464"/>
              <a:gd name="connsiteY3" fmla="*/ 2776148 h 2776148"/>
              <a:gd name="connsiteX4" fmla="*/ 0 w 1410464"/>
              <a:gd name="connsiteY4" fmla="*/ 2772926 h 2776148"/>
              <a:gd name="connsiteX5" fmla="*/ 129820 w 1410464"/>
              <a:gd name="connsiteY5" fmla="*/ 2599320 h 2776148"/>
              <a:gd name="connsiteX6" fmla="*/ 250100 w 1410464"/>
              <a:gd name="connsiteY6" fmla="*/ 2401333 h 2776148"/>
              <a:gd name="connsiteX7" fmla="*/ 349676 w 1410464"/>
              <a:gd name="connsiteY7" fmla="*/ 2194627 h 2776148"/>
              <a:gd name="connsiteX8" fmla="*/ 384113 w 1410464"/>
              <a:gd name="connsiteY8" fmla="*/ 2181436 h 2776148"/>
              <a:gd name="connsiteX9" fmla="*/ 888598 w 1410464"/>
              <a:gd name="connsiteY9" fmla="*/ 1384945 h 2776148"/>
              <a:gd name="connsiteX10" fmla="*/ 524421 w 1410464"/>
              <a:gd name="connsiteY10" fmla="*/ 668153 h 2776148"/>
              <a:gd name="connsiteX11" fmla="*/ 453938 w 1410464"/>
              <a:gd name="connsiteY11" fmla="*/ 628117 h 2776148"/>
              <a:gd name="connsiteX12" fmla="*/ 431966 w 1410464"/>
              <a:gd name="connsiteY12" fmla="*/ 542663 h 2776148"/>
              <a:gd name="connsiteX13" fmla="*/ 250100 w 1410464"/>
              <a:gd name="connsiteY13" fmla="*/ 112135 h 2776148"/>
              <a:gd name="connsiteX14" fmla="*/ 181976 w 1410464"/>
              <a:gd name="connsiteY14" fmla="*/ 0 h 27761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1410464" h="2776148">
                <a:moveTo>
                  <a:pt x="181976" y="0"/>
                </a:moveTo>
                <a:lnTo>
                  <a:pt x="199737" y="925"/>
                </a:lnTo>
                <a:cubicBezTo>
                  <a:pt x="879784" y="72168"/>
                  <a:pt x="1410464" y="664626"/>
                  <a:pt x="1410464" y="1384945"/>
                </a:cubicBezTo>
                <a:cubicBezTo>
                  <a:pt x="1410464" y="2153285"/>
                  <a:pt x="806668" y="2776148"/>
                  <a:pt x="61849" y="2776148"/>
                </a:cubicBezTo>
                <a:lnTo>
                  <a:pt x="0" y="2772926"/>
                </a:lnTo>
                <a:lnTo>
                  <a:pt x="129820" y="2599320"/>
                </a:lnTo>
                <a:cubicBezTo>
                  <a:pt x="172973" y="2535446"/>
                  <a:pt x="213133" y="2469383"/>
                  <a:pt x="250100" y="2401333"/>
                </a:cubicBezTo>
                <a:lnTo>
                  <a:pt x="349676" y="2194627"/>
                </a:lnTo>
                <a:lnTo>
                  <a:pt x="384113" y="2181436"/>
                </a:lnTo>
                <a:cubicBezTo>
                  <a:pt x="680578" y="2050210"/>
                  <a:pt x="888598" y="1743000"/>
                  <a:pt x="888598" y="1384945"/>
                </a:cubicBezTo>
                <a:cubicBezTo>
                  <a:pt x="888598" y="1086566"/>
                  <a:pt x="744140" y="823496"/>
                  <a:pt x="524421" y="668153"/>
                </a:cubicBezTo>
                <a:lnTo>
                  <a:pt x="453938" y="628117"/>
                </a:lnTo>
                <a:lnTo>
                  <a:pt x="431966" y="542663"/>
                </a:lnTo>
                <a:cubicBezTo>
                  <a:pt x="385192" y="392279"/>
                  <a:pt x="324033" y="248234"/>
                  <a:pt x="250100" y="112135"/>
                </a:cubicBezTo>
                <a:lnTo>
                  <a:pt x="181976" y="0"/>
                </a:lnTo>
                <a:close/>
              </a:path>
            </a:pathLst>
          </a:custGeom>
          <a:solidFill>
            <a:schemeClr val="accent4">
              <a:lumMod val="20000"/>
              <a:lumOff val="80000"/>
            </a:schemeClr>
          </a:solidFill>
          <a:ln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6" name="任意多边形: 形状 15">
            <a:extLst>
              <a:ext uri="{FF2B5EF4-FFF2-40B4-BE49-F238E27FC236}">
                <a16:creationId xmlns:a16="http://schemas.microsoft.com/office/drawing/2014/main" id="{399AD029-689D-0C5B-E97B-A2B65B5663E4}"/>
              </a:ext>
            </a:extLst>
          </p:cNvPr>
          <p:cNvSpPr/>
          <p:nvPr/>
        </p:nvSpPr>
        <p:spPr>
          <a:xfrm>
            <a:off x="4934184" y="2403178"/>
            <a:ext cx="782287" cy="2047476"/>
          </a:xfrm>
          <a:custGeom>
            <a:avLst/>
            <a:gdLst>
              <a:gd name="connsiteX0" fmla="*/ 507290 w 782287"/>
              <a:gd name="connsiteY0" fmla="*/ 0 h 2047476"/>
              <a:gd name="connsiteX1" fmla="*/ 541694 w 782287"/>
              <a:gd name="connsiteY1" fmla="*/ 37854 h 2047476"/>
              <a:gd name="connsiteX2" fmla="*/ 758352 w 782287"/>
              <a:gd name="connsiteY2" fmla="*/ 394954 h 2047476"/>
              <a:gd name="connsiteX3" fmla="*/ 782287 w 782287"/>
              <a:gd name="connsiteY3" fmla="*/ 460350 h 2047476"/>
              <a:gd name="connsiteX4" fmla="*/ 765291 w 782287"/>
              <a:gd name="connsiteY4" fmla="*/ 475025 h 2047476"/>
              <a:gd name="connsiteX5" fmla="*/ 523360 w 782287"/>
              <a:gd name="connsiteY5" fmla="*/ 1086263 h 2047476"/>
              <a:gd name="connsiteX6" fmla="*/ 664428 w 782287"/>
              <a:gd name="connsiteY6" fmla="*/ 1569569 h 2047476"/>
              <a:gd name="connsiteX7" fmla="*/ 708251 w 782287"/>
              <a:gd name="connsiteY7" fmla="*/ 1625153 h 2047476"/>
              <a:gd name="connsiteX8" fmla="*/ 697434 w 782287"/>
              <a:gd name="connsiteY8" fmla="*/ 1647607 h 2047476"/>
              <a:gd name="connsiteX9" fmla="*/ 448325 w 782287"/>
              <a:gd name="connsiteY9" fmla="*/ 1980982 h 2047476"/>
              <a:gd name="connsiteX10" fmla="*/ 375163 w 782287"/>
              <a:gd name="connsiteY10" fmla="*/ 2047476 h 2047476"/>
              <a:gd name="connsiteX11" fmla="*/ 307958 w 782287"/>
              <a:gd name="connsiteY11" fmla="*/ 1971197 h 2047476"/>
              <a:gd name="connsiteX12" fmla="*/ 0 w 782287"/>
              <a:gd name="connsiteY12" fmla="*/ 1086263 h 2047476"/>
              <a:gd name="connsiteX13" fmla="*/ 490771 w 782287"/>
              <a:gd name="connsiteY13" fmla="*/ 12743 h 2047476"/>
              <a:gd name="connsiteX14" fmla="*/ 507290 w 782287"/>
              <a:gd name="connsiteY14" fmla="*/ 0 h 20474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782287" h="2047476">
                <a:moveTo>
                  <a:pt x="507290" y="0"/>
                </a:moveTo>
                <a:lnTo>
                  <a:pt x="541694" y="37854"/>
                </a:lnTo>
                <a:cubicBezTo>
                  <a:pt x="630139" y="145025"/>
                  <a:pt x="703449" y="265149"/>
                  <a:pt x="758352" y="394954"/>
                </a:cubicBezTo>
                <a:lnTo>
                  <a:pt x="782287" y="460350"/>
                </a:lnTo>
                <a:lnTo>
                  <a:pt x="765291" y="475025"/>
                </a:lnTo>
                <a:cubicBezTo>
                  <a:pt x="615814" y="631454"/>
                  <a:pt x="523360" y="847560"/>
                  <a:pt x="523360" y="1086263"/>
                </a:cubicBezTo>
                <a:cubicBezTo>
                  <a:pt x="523360" y="1265291"/>
                  <a:pt x="575365" y="1431607"/>
                  <a:pt x="664428" y="1569569"/>
                </a:cubicBezTo>
                <a:lnTo>
                  <a:pt x="708251" y="1625153"/>
                </a:lnTo>
                <a:lnTo>
                  <a:pt x="697434" y="1647607"/>
                </a:lnTo>
                <a:cubicBezTo>
                  <a:pt x="630624" y="1770595"/>
                  <a:pt x="546496" y="1882811"/>
                  <a:pt x="448325" y="1980982"/>
                </a:cubicBezTo>
                <a:lnTo>
                  <a:pt x="375163" y="2047476"/>
                </a:lnTo>
                <a:lnTo>
                  <a:pt x="307958" y="1971197"/>
                </a:lnTo>
                <a:cubicBezTo>
                  <a:pt x="115571" y="1730715"/>
                  <a:pt x="0" y="1422412"/>
                  <a:pt x="0" y="1086263"/>
                </a:cubicBezTo>
                <a:cubicBezTo>
                  <a:pt x="0" y="654072"/>
                  <a:pt x="191045" y="267910"/>
                  <a:pt x="490771" y="12743"/>
                </a:cubicBezTo>
                <a:lnTo>
                  <a:pt x="507290" y="0"/>
                </a:lnTo>
                <a:close/>
              </a:path>
            </a:pathLst>
          </a:custGeom>
          <a:solidFill>
            <a:schemeClr val="accent6"/>
          </a:solidFill>
          <a:ln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5" name="任意多边形: 形状 14">
            <a:extLst>
              <a:ext uri="{FF2B5EF4-FFF2-40B4-BE49-F238E27FC236}">
                <a16:creationId xmlns:a16="http://schemas.microsoft.com/office/drawing/2014/main" id="{FEB57A40-E5F8-EA58-8717-9B802378360A}"/>
              </a:ext>
            </a:extLst>
          </p:cNvPr>
          <p:cNvSpPr/>
          <p:nvPr/>
        </p:nvSpPr>
        <p:spPr>
          <a:xfrm>
            <a:off x="5642435" y="2625020"/>
            <a:ext cx="1118438" cy="1728842"/>
          </a:xfrm>
          <a:custGeom>
            <a:avLst/>
            <a:gdLst>
              <a:gd name="connsiteX0" fmla="*/ 641111 w 1118438"/>
              <a:gd name="connsiteY0" fmla="*/ 0 h 1728842"/>
              <a:gd name="connsiteX1" fmla="*/ 962628 w 1118438"/>
              <a:gd name="connsiteY1" fmla="*/ 67930 h 1728842"/>
              <a:gd name="connsiteX2" fmla="*/ 1032453 w 1118438"/>
              <a:gd name="connsiteY2" fmla="*/ 107593 h 1728842"/>
              <a:gd name="connsiteX3" fmla="*/ 1069652 w 1118438"/>
              <a:gd name="connsiteY3" fmla="*/ 252266 h 1728842"/>
              <a:gd name="connsiteX4" fmla="*/ 1118438 w 1118438"/>
              <a:gd name="connsiteY4" fmla="*/ 736210 h 1728842"/>
              <a:gd name="connsiteX5" fmla="*/ 929732 w 1118438"/>
              <a:gd name="connsiteY5" fmla="*/ 1670902 h 1728842"/>
              <a:gd name="connsiteX6" fmla="*/ 928191 w 1118438"/>
              <a:gd name="connsiteY6" fmla="*/ 1674103 h 1728842"/>
              <a:gd name="connsiteX7" fmla="*/ 886739 w 1118438"/>
              <a:gd name="connsiteY7" fmla="*/ 1689979 h 1728842"/>
              <a:gd name="connsiteX8" fmla="*/ 641111 w 1118438"/>
              <a:gd name="connsiteY8" fmla="*/ 1728842 h 1728842"/>
              <a:gd name="connsiteX9" fmla="*/ 57040 w 1118438"/>
              <a:gd name="connsiteY9" fmla="*/ 1475659 h 1728842"/>
              <a:gd name="connsiteX10" fmla="*/ 0 w 1118438"/>
              <a:gd name="connsiteY10" fmla="*/ 1403311 h 1728842"/>
              <a:gd name="connsiteX11" fmla="*/ 50101 w 1118438"/>
              <a:gd name="connsiteY11" fmla="*/ 1299308 h 1728842"/>
              <a:gd name="connsiteX12" fmla="*/ 163785 w 1118438"/>
              <a:gd name="connsiteY12" fmla="*/ 736210 h 1728842"/>
              <a:gd name="connsiteX13" fmla="*/ 98747 w 1118438"/>
              <a:gd name="connsiteY13" fmla="*/ 306023 h 1728842"/>
              <a:gd name="connsiteX14" fmla="*/ 74036 w 1118438"/>
              <a:gd name="connsiteY14" fmla="*/ 238508 h 1728842"/>
              <a:gd name="connsiteX15" fmla="*/ 179286 w 1118438"/>
              <a:gd name="connsiteY15" fmla="*/ 147629 h 1728842"/>
              <a:gd name="connsiteX16" fmla="*/ 641111 w 1118438"/>
              <a:gd name="connsiteY16" fmla="*/ 0 h 17288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118438" h="1728842">
                <a:moveTo>
                  <a:pt x="641111" y="0"/>
                </a:moveTo>
                <a:cubicBezTo>
                  <a:pt x="755158" y="0"/>
                  <a:pt x="863807" y="24189"/>
                  <a:pt x="962628" y="67930"/>
                </a:cubicBezTo>
                <a:lnTo>
                  <a:pt x="1032453" y="107593"/>
                </a:lnTo>
                <a:lnTo>
                  <a:pt x="1069652" y="252266"/>
                </a:lnTo>
                <a:cubicBezTo>
                  <a:pt x="1101640" y="408584"/>
                  <a:pt x="1118438" y="570435"/>
                  <a:pt x="1118438" y="736210"/>
                </a:cubicBezTo>
                <a:cubicBezTo>
                  <a:pt x="1118438" y="1067760"/>
                  <a:pt x="1051245" y="1383615"/>
                  <a:pt x="929732" y="1670902"/>
                </a:cubicBezTo>
                <a:lnTo>
                  <a:pt x="928191" y="1674103"/>
                </a:lnTo>
                <a:lnTo>
                  <a:pt x="886739" y="1689979"/>
                </a:lnTo>
                <a:cubicBezTo>
                  <a:pt x="809145" y="1715236"/>
                  <a:pt x="726646" y="1728842"/>
                  <a:pt x="641111" y="1728842"/>
                </a:cubicBezTo>
                <a:cubicBezTo>
                  <a:pt x="413017" y="1728842"/>
                  <a:pt x="206517" y="1632089"/>
                  <a:pt x="57040" y="1475659"/>
                </a:cubicBezTo>
                <a:lnTo>
                  <a:pt x="0" y="1403311"/>
                </a:lnTo>
                <a:lnTo>
                  <a:pt x="50101" y="1299308"/>
                </a:lnTo>
                <a:cubicBezTo>
                  <a:pt x="123305" y="1126234"/>
                  <a:pt x="163785" y="935950"/>
                  <a:pt x="163785" y="736210"/>
                </a:cubicBezTo>
                <a:cubicBezTo>
                  <a:pt x="163785" y="586406"/>
                  <a:pt x="141015" y="441919"/>
                  <a:pt x="98747" y="306023"/>
                </a:cubicBezTo>
                <a:lnTo>
                  <a:pt x="74036" y="238508"/>
                </a:lnTo>
                <a:lnTo>
                  <a:pt x="179286" y="147629"/>
                </a:lnTo>
                <a:cubicBezTo>
                  <a:pt x="311117" y="54424"/>
                  <a:pt x="470041" y="0"/>
                  <a:pt x="641111" y="0"/>
                </a:cubicBezTo>
                <a:close/>
              </a:path>
            </a:pathLst>
          </a:custGeom>
          <a:solidFill>
            <a:schemeClr val="tx2">
              <a:lumMod val="60000"/>
              <a:lumOff val="40000"/>
            </a:schemeClr>
          </a:solidFill>
          <a:ln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487CAC74-BC51-74F4-6F55-52D878331E0E}"/>
              </a:ext>
            </a:extLst>
          </p:cNvPr>
          <p:cNvSpPr/>
          <p:nvPr/>
        </p:nvSpPr>
        <p:spPr>
          <a:xfrm>
            <a:off x="5218367" y="4450655"/>
            <a:ext cx="1002583" cy="516983"/>
          </a:xfrm>
          <a:custGeom>
            <a:avLst/>
            <a:gdLst>
              <a:gd name="connsiteX0" fmla="*/ 90980 w 1002583"/>
              <a:gd name="connsiteY0" fmla="*/ 0 h 516983"/>
              <a:gd name="connsiteX1" fmla="*/ 110817 w 1002583"/>
              <a:gd name="connsiteY1" fmla="*/ 22516 h 516983"/>
              <a:gd name="connsiteX2" fmla="*/ 926544 w 1002583"/>
              <a:gd name="connsiteY2" fmla="*/ 422807 h 516983"/>
              <a:gd name="connsiteX3" fmla="*/ 1002583 w 1002583"/>
              <a:gd name="connsiteY3" fmla="*/ 426768 h 516983"/>
              <a:gd name="connsiteX4" fmla="*/ 994167 w 1002583"/>
              <a:gd name="connsiteY4" fmla="*/ 438022 h 516983"/>
              <a:gd name="connsiteX5" fmla="*/ 922403 w 1002583"/>
              <a:gd name="connsiteY5" fmla="*/ 516983 h 516983"/>
              <a:gd name="connsiteX6" fmla="*/ 913306 w 1002583"/>
              <a:gd name="connsiteY6" fmla="*/ 516523 h 516983"/>
              <a:gd name="connsiteX7" fmla="*/ 14841 w 1002583"/>
              <a:gd name="connsiteY7" fmla="*/ 89127 h 516983"/>
              <a:gd name="connsiteX8" fmla="*/ 0 w 1002583"/>
              <a:gd name="connsiteY8" fmla="*/ 72797 h 516983"/>
              <a:gd name="connsiteX9" fmla="*/ 61410 w 1002583"/>
              <a:gd name="connsiteY9" fmla="*/ 26875 h 516983"/>
              <a:gd name="connsiteX10" fmla="*/ 90980 w 1002583"/>
              <a:gd name="connsiteY10" fmla="*/ 0 h 5169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002583" h="516983">
                <a:moveTo>
                  <a:pt x="90980" y="0"/>
                </a:moveTo>
                <a:lnTo>
                  <a:pt x="110817" y="22516"/>
                </a:lnTo>
                <a:cubicBezTo>
                  <a:pt x="324363" y="242805"/>
                  <a:pt x="609189" y="389561"/>
                  <a:pt x="926544" y="422807"/>
                </a:cubicBezTo>
                <a:lnTo>
                  <a:pt x="1002583" y="426768"/>
                </a:lnTo>
                <a:lnTo>
                  <a:pt x="994167" y="438022"/>
                </a:lnTo>
                <a:lnTo>
                  <a:pt x="922403" y="516983"/>
                </a:lnTo>
                <a:lnTo>
                  <a:pt x="913306" y="516523"/>
                </a:lnTo>
                <a:cubicBezTo>
                  <a:pt x="563762" y="481025"/>
                  <a:pt x="250046" y="324332"/>
                  <a:pt x="14841" y="89127"/>
                </a:cubicBezTo>
                <a:lnTo>
                  <a:pt x="0" y="72797"/>
                </a:lnTo>
                <a:lnTo>
                  <a:pt x="61410" y="26875"/>
                </a:lnTo>
                <a:lnTo>
                  <a:pt x="90980" y="0"/>
                </a:lnTo>
                <a:close/>
              </a:path>
            </a:pathLst>
          </a:custGeom>
          <a:solidFill>
            <a:schemeClr val="accent1"/>
          </a:solidFill>
          <a:ln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3" name="任意多边形: 形状 12">
            <a:extLst>
              <a:ext uri="{FF2B5EF4-FFF2-40B4-BE49-F238E27FC236}">
                <a16:creationId xmlns:a16="http://schemas.microsoft.com/office/drawing/2014/main" id="{4F931BD1-03F0-FE1D-6A15-3E74FC562D1E}"/>
              </a:ext>
            </a:extLst>
          </p:cNvPr>
          <p:cNvSpPr/>
          <p:nvPr/>
        </p:nvSpPr>
        <p:spPr>
          <a:xfrm>
            <a:off x="3863902" y="4718865"/>
            <a:ext cx="1133012" cy="1009509"/>
          </a:xfrm>
          <a:custGeom>
            <a:avLst/>
            <a:gdLst>
              <a:gd name="connsiteX0" fmla="*/ 0 w 1133012"/>
              <a:gd name="connsiteY0" fmla="*/ 0 h 1009509"/>
              <a:gd name="connsiteX1" fmla="*/ 65490 w 1133012"/>
              <a:gd name="connsiteY1" fmla="*/ 23969 h 1009509"/>
              <a:gd name="connsiteX2" fmla="*/ 204128 w 1133012"/>
              <a:gd name="connsiteY2" fmla="*/ 59616 h 1009509"/>
              <a:gd name="connsiteX3" fmla="*/ 251027 w 1133012"/>
              <a:gd name="connsiteY3" fmla="*/ 66774 h 1009509"/>
              <a:gd name="connsiteX4" fmla="*/ 326747 w 1133012"/>
              <a:gd name="connsiteY4" fmla="*/ 192350 h 1009509"/>
              <a:gd name="connsiteX5" fmla="*/ 1008481 w 1133012"/>
              <a:gd name="connsiteY5" fmla="*/ 879210 h 1009509"/>
              <a:gd name="connsiteX6" fmla="*/ 1133012 w 1133012"/>
              <a:gd name="connsiteY6" fmla="*/ 955434 h 1009509"/>
              <a:gd name="connsiteX7" fmla="*/ 979621 w 1133012"/>
              <a:gd name="connsiteY7" fmla="*/ 994874 h 1009509"/>
              <a:gd name="connsiteX8" fmla="*/ 883728 w 1133012"/>
              <a:gd name="connsiteY8" fmla="*/ 1009509 h 1009509"/>
              <a:gd name="connsiteX9" fmla="*/ 691670 w 1133012"/>
              <a:gd name="connsiteY9" fmla="*/ 865891 h 1009509"/>
              <a:gd name="connsiteX10" fmla="*/ 31258 w 1133012"/>
              <a:gd name="connsiteY10" fmla="*/ 64886 h 1009509"/>
              <a:gd name="connsiteX11" fmla="*/ 0 w 1133012"/>
              <a:gd name="connsiteY11" fmla="*/ 0 h 1009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133012" h="1009509">
                <a:moveTo>
                  <a:pt x="0" y="0"/>
                </a:moveTo>
                <a:lnTo>
                  <a:pt x="65490" y="23969"/>
                </a:lnTo>
                <a:cubicBezTo>
                  <a:pt x="110789" y="38058"/>
                  <a:pt x="157042" y="49981"/>
                  <a:pt x="204128" y="59616"/>
                </a:cubicBezTo>
                <a:lnTo>
                  <a:pt x="251027" y="66774"/>
                </a:lnTo>
                <a:lnTo>
                  <a:pt x="326747" y="192350"/>
                </a:lnTo>
                <a:cubicBezTo>
                  <a:pt x="508176" y="462919"/>
                  <a:pt x="739931" y="696417"/>
                  <a:pt x="1008481" y="879210"/>
                </a:cubicBezTo>
                <a:lnTo>
                  <a:pt x="1133012" y="955434"/>
                </a:lnTo>
                <a:lnTo>
                  <a:pt x="979621" y="994874"/>
                </a:lnTo>
                <a:lnTo>
                  <a:pt x="883728" y="1009509"/>
                </a:lnTo>
                <a:lnTo>
                  <a:pt x="691670" y="865891"/>
                </a:lnTo>
                <a:cubicBezTo>
                  <a:pt x="423455" y="644541"/>
                  <a:pt x="198465" y="372686"/>
                  <a:pt x="31258" y="64886"/>
                </a:cubicBezTo>
                <a:lnTo>
                  <a:pt x="0" y="0"/>
                </a:lnTo>
                <a:close/>
              </a:path>
            </a:pathLst>
          </a:custGeom>
          <a:solidFill>
            <a:schemeClr val="bg2">
              <a:lumMod val="75000"/>
            </a:schemeClr>
          </a:solidFill>
          <a:ln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2B01AF89-B954-B90E-69AD-8F3184CE7641}"/>
              </a:ext>
            </a:extLst>
          </p:cNvPr>
          <p:cNvSpPr/>
          <p:nvPr/>
        </p:nvSpPr>
        <p:spPr>
          <a:xfrm>
            <a:off x="4747630" y="774072"/>
            <a:ext cx="4250541" cy="5430742"/>
          </a:xfrm>
          <a:custGeom>
            <a:avLst/>
            <a:gdLst>
              <a:gd name="connsiteX0" fmla="*/ 1535170 w 4250541"/>
              <a:gd name="connsiteY0" fmla="*/ 0 h 5430742"/>
              <a:gd name="connsiteX1" fmla="*/ 4250541 w 4250541"/>
              <a:gd name="connsiteY1" fmla="*/ 2715371 h 5430742"/>
              <a:gd name="connsiteX2" fmla="*/ 1535170 w 4250541"/>
              <a:gd name="connsiteY2" fmla="*/ 5430742 h 5430742"/>
              <a:gd name="connsiteX3" fmla="*/ 16980 w 4250541"/>
              <a:gd name="connsiteY3" fmla="*/ 4966999 h 5430742"/>
              <a:gd name="connsiteX4" fmla="*/ 0 w 4250541"/>
              <a:gd name="connsiteY4" fmla="*/ 4954301 h 5430742"/>
              <a:gd name="connsiteX5" fmla="*/ 95893 w 4250541"/>
              <a:gd name="connsiteY5" fmla="*/ 4939666 h 5430742"/>
              <a:gd name="connsiteX6" fmla="*/ 249284 w 4250541"/>
              <a:gd name="connsiteY6" fmla="*/ 4900226 h 5430742"/>
              <a:gd name="connsiteX7" fmla="*/ 332853 w 4250541"/>
              <a:gd name="connsiteY7" fmla="*/ 4951377 h 5430742"/>
              <a:gd name="connsiteX8" fmla="*/ 1535917 w 4250541"/>
              <a:gd name="connsiteY8" fmla="*/ 5258294 h 5430742"/>
              <a:gd name="connsiteX9" fmla="*/ 4059866 w 4250541"/>
              <a:gd name="connsiteY9" fmla="*/ 2715368 h 5430742"/>
              <a:gd name="connsiteX10" fmla="*/ 1535917 w 4250541"/>
              <a:gd name="connsiteY10" fmla="*/ 172442 h 5430742"/>
              <a:gd name="connsiteX11" fmla="*/ 553482 w 4250541"/>
              <a:gd name="connsiteY11" fmla="*/ 372278 h 5430742"/>
              <a:gd name="connsiteX12" fmla="*/ 547705 w 4250541"/>
              <a:gd name="connsiteY12" fmla="*/ 375082 h 5430742"/>
              <a:gd name="connsiteX13" fmla="*/ 546641 w 4250541"/>
              <a:gd name="connsiteY13" fmla="*/ 374570 h 5430742"/>
              <a:gd name="connsiteX14" fmla="*/ 326020 w 4250541"/>
              <a:gd name="connsiteY14" fmla="*/ 293821 h 5430742"/>
              <a:gd name="connsiteX15" fmla="*/ 316394 w 4250541"/>
              <a:gd name="connsiteY15" fmla="*/ 291346 h 5430742"/>
              <a:gd name="connsiteX16" fmla="*/ 478225 w 4250541"/>
              <a:gd name="connsiteY16" fmla="*/ 213387 h 5430742"/>
              <a:gd name="connsiteX17" fmla="*/ 1535170 w 4250541"/>
              <a:gd name="connsiteY17" fmla="*/ 0 h 54307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4250541" h="5430742">
                <a:moveTo>
                  <a:pt x="1535170" y="0"/>
                </a:moveTo>
                <a:cubicBezTo>
                  <a:pt x="3034828" y="0"/>
                  <a:pt x="4250541" y="1215713"/>
                  <a:pt x="4250541" y="2715371"/>
                </a:cubicBezTo>
                <a:cubicBezTo>
                  <a:pt x="4250541" y="4215029"/>
                  <a:pt x="3034828" y="5430742"/>
                  <a:pt x="1535170" y="5430742"/>
                </a:cubicBezTo>
                <a:cubicBezTo>
                  <a:pt x="972798" y="5430742"/>
                  <a:pt x="450357" y="5259783"/>
                  <a:pt x="16980" y="4966999"/>
                </a:cubicBezTo>
                <a:lnTo>
                  <a:pt x="0" y="4954301"/>
                </a:lnTo>
                <a:lnTo>
                  <a:pt x="95893" y="4939666"/>
                </a:lnTo>
                <a:lnTo>
                  <a:pt x="249284" y="4900226"/>
                </a:lnTo>
                <a:lnTo>
                  <a:pt x="332853" y="4951377"/>
                </a:lnTo>
                <a:cubicBezTo>
                  <a:pt x="690480" y="5147112"/>
                  <a:pt x="1100311" y="5258294"/>
                  <a:pt x="1535917" y="5258294"/>
                </a:cubicBezTo>
                <a:cubicBezTo>
                  <a:pt x="2929856" y="5258294"/>
                  <a:pt x="4059866" y="4119787"/>
                  <a:pt x="4059866" y="2715368"/>
                </a:cubicBezTo>
                <a:cubicBezTo>
                  <a:pt x="4059866" y="1310949"/>
                  <a:pt x="2929856" y="172442"/>
                  <a:pt x="1535917" y="172442"/>
                </a:cubicBezTo>
                <a:cubicBezTo>
                  <a:pt x="1187432" y="172442"/>
                  <a:pt x="855443" y="243599"/>
                  <a:pt x="553482" y="372278"/>
                </a:cubicBezTo>
                <a:lnTo>
                  <a:pt x="547705" y="375082"/>
                </a:lnTo>
                <a:lnTo>
                  <a:pt x="546641" y="374570"/>
                </a:lnTo>
                <a:cubicBezTo>
                  <a:pt x="474820" y="344192"/>
                  <a:pt x="401212" y="317209"/>
                  <a:pt x="326020" y="293821"/>
                </a:cubicBezTo>
                <a:lnTo>
                  <a:pt x="316394" y="291346"/>
                </a:lnTo>
                <a:lnTo>
                  <a:pt x="478225" y="213387"/>
                </a:lnTo>
                <a:cubicBezTo>
                  <a:pt x="803088" y="75982"/>
                  <a:pt x="1160256" y="0"/>
                  <a:pt x="1535170" y="0"/>
                </a:cubicBezTo>
                <a:close/>
              </a:path>
            </a:pathLst>
          </a:custGeom>
          <a:solidFill>
            <a:schemeClr val="accent2"/>
          </a:solidFill>
          <a:ln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1" name="任意多边形: 形状 10">
            <a:extLst>
              <a:ext uri="{FF2B5EF4-FFF2-40B4-BE49-F238E27FC236}">
                <a16:creationId xmlns:a16="http://schemas.microsoft.com/office/drawing/2014/main" id="{0EFAE957-965E-77A7-7706-542C370B951E}"/>
              </a:ext>
            </a:extLst>
          </p:cNvPr>
          <p:cNvSpPr/>
          <p:nvPr/>
        </p:nvSpPr>
        <p:spPr>
          <a:xfrm>
            <a:off x="1958285" y="959936"/>
            <a:ext cx="3105739" cy="4802588"/>
          </a:xfrm>
          <a:custGeom>
            <a:avLst/>
            <a:gdLst>
              <a:gd name="connsiteX0" fmla="*/ 2401294 w 3105739"/>
              <a:gd name="connsiteY0" fmla="*/ 0 h 4802588"/>
              <a:gd name="connsiteX1" fmla="*/ 2885238 w 3105739"/>
              <a:gd name="connsiteY1" fmla="*/ 48786 h 4802588"/>
              <a:gd name="connsiteX2" fmla="*/ 3105739 w 3105739"/>
              <a:gd name="connsiteY2" fmla="*/ 105482 h 4802588"/>
              <a:gd name="connsiteX3" fmla="*/ 3030208 w 3105739"/>
              <a:gd name="connsiteY3" fmla="*/ 141867 h 4802588"/>
              <a:gd name="connsiteX4" fmla="*/ 2229203 w 3105739"/>
              <a:gd name="connsiteY4" fmla="*/ 802279 h 4802588"/>
              <a:gd name="connsiteX5" fmla="*/ 2089362 w 3105739"/>
              <a:gd name="connsiteY5" fmla="*/ 989285 h 4802588"/>
              <a:gd name="connsiteX6" fmla="*/ 1971107 w 3105739"/>
              <a:gd name="connsiteY6" fmla="*/ 1019691 h 4802588"/>
              <a:gd name="connsiteX7" fmla="*/ 954653 w 3105739"/>
              <a:gd name="connsiteY7" fmla="*/ 2401294 h 4802588"/>
              <a:gd name="connsiteX8" fmla="*/ 1838196 w 3105739"/>
              <a:gd name="connsiteY8" fmla="*/ 3734251 h 4802588"/>
              <a:gd name="connsiteX9" fmla="*/ 1905617 w 3105739"/>
              <a:gd name="connsiteY9" fmla="*/ 3758928 h 4802588"/>
              <a:gd name="connsiteX10" fmla="*/ 1936875 w 3105739"/>
              <a:gd name="connsiteY10" fmla="*/ 3823814 h 4802588"/>
              <a:gd name="connsiteX11" fmla="*/ 2597287 w 3105739"/>
              <a:gd name="connsiteY11" fmla="*/ 4624819 h 4802588"/>
              <a:gd name="connsiteX12" fmla="*/ 2789345 w 3105739"/>
              <a:gd name="connsiteY12" fmla="*/ 4768437 h 4802588"/>
              <a:gd name="connsiteX13" fmla="*/ 2646812 w 3105739"/>
              <a:gd name="connsiteY13" fmla="*/ 4790190 h 4802588"/>
              <a:gd name="connsiteX14" fmla="*/ 2401294 w 3105739"/>
              <a:gd name="connsiteY14" fmla="*/ 4802588 h 4802588"/>
              <a:gd name="connsiteX15" fmla="*/ 0 w 3105739"/>
              <a:gd name="connsiteY15" fmla="*/ 2401294 h 4802588"/>
              <a:gd name="connsiteX16" fmla="*/ 2401294 w 3105739"/>
              <a:gd name="connsiteY16" fmla="*/ 0 h 48025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3105739" h="4802588">
                <a:moveTo>
                  <a:pt x="2401294" y="0"/>
                </a:moveTo>
                <a:cubicBezTo>
                  <a:pt x="2567069" y="0"/>
                  <a:pt x="2728920" y="16798"/>
                  <a:pt x="2885238" y="48786"/>
                </a:cubicBezTo>
                <a:lnTo>
                  <a:pt x="3105739" y="105482"/>
                </a:lnTo>
                <a:lnTo>
                  <a:pt x="3030208" y="141867"/>
                </a:lnTo>
                <a:cubicBezTo>
                  <a:pt x="2722408" y="309074"/>
                  <a:pt x="2450554" y="534064"/>
                  <a:pt x="2229203" y="802279"/>
                </a:cubicBezTo>
                <a:lnTo>
                  <a:pt x="2089362" y="989285"/>
                </a:lnTo>
                <a:lnTo>
                  <a:pt x="1971107" y="1019691"/>
                </a:lnTo>
                <a:cubicBezTo>
                  <a:pt x="1382225" y="1202853"/>
                  <a:pt x="954653" y="1752141"/>
                  <a:pt x="954653" y="2401294"/>
                </a:cubicBezTo>
                <a:cubicBezTo>
                  <a:pt x="954653" y="3000513"/>
                  <a:pt x="1318975" y="3514639"/>
                  <a:pt x="1838196" y="3734251"/>
                </a:cubicBezTo>
                <a:lnTo>
                  <a:pt x="1905617" y="3758928"/>
                </a:lnTo>
                <a:lnTo>
                  <a:pt x="1936875" y="3823814"/>
                </a:lnTo>
                <a:cubicBezTo>
                  <a:pt x="2104082" y="4131614"/>
                  <a:pt x="2329072" y="4403469"/>
                  <a:pt x="2597287" y="4624819"/>
                </a:cubicBezTo>
                <a:lnTo>
                  <a:pt x="2789345" y="4768437"/>
                </a:lnTo>
                <a:lnTo>
                  <a:pt x="2646812" y="4790190"/>
                </a:lnTo>
                <a:cubicBezTo>
                  <a:pt x="2566088" y="4798389"/>
                  <a:pt x="2484182" y="4802588"/>
                  <a:pt x="2401294" y="4802588"/>
                </a:cubicBezTo>
                <a:cubicBezTo>
                  <a:pt x="1075096" y="4802588"/>
                  <a:pt x="0" y="3727492"/>
                  <a:pt x="0" y="2401294"/>
                </a:cubicBezTo>
                <a:cubicBezTo>
                  <a:pt x="0" y="1075096"/>
                  <a:pt x="1075096" y="0"/>
                  <a:pt x="2401294" y="0"/>
                </a:cubicBezTo>
                <a:close/>
              </a:path>
            </a:pathLst>
          </a:custGeom>
          <a:solidFill>
            <a:schemeClr val="bg2">
              <a:lumMod val="75000"/>
            </a:schemeClr>
          </a:solidFill>
          <a:ln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0" name="任意多边形: 形状 9">
            <a:extLst>
              <a:ext uri="{FF2B5EF4-FFF2-40B4-BE49-F238E27FC236}">
                <a16:creationId xmlns:a16="http://schemas.microsoft.com/office/drawing/2014/main" id="{8AD894DB-84D3-6B6F-E6D2-CA9019C8E796}"/>
              </a:ext>
            </a:extLst>
          </p:cNvPr>
          <p:cNvSpPr/>
          <p:nvPr/>
        </p:nvSpPr>
        <p:spPr>
          <a:xfrm>
            <a:off x="4302110" y="1149154"/>
            <a:ext cx="2039947" cy="1173876"/>
          </a:xfrm>
          <a:custGeom>
            <a:avLst/>
            <a:gdLst>
              <a:gd name="connsiteX0" fmla="*/ 993225 w 2039947"/>
              <a:gd name="connsiteY0" fmla="*/ 0 h 1173876"/>
              <a:gd name="connsiteX1" fmla="*/ 1202068 w 2039947"/>
              <a:gd name="connsiteY1" fmla="*/ 100605 h 1173876"/>
              <a:gd name="connsiteX2" fmla="*/ 1910424 w 2039947"/>
              <a:gd name="connsiteY2" fmla="*/ 684630 h 1173876"/>
              <a:gd name="connsiteX3" fmla="*/ 2039947 w 2039947"/>
              <a:gd name="connsiteY3" fmla="*/ 857839 h 1173876"/>
              <a:gd name="connsiteX4" fmla="*/ 1981437 w 2039947"/>
              <a:gd name="connsiteY4" fmla="*/ 854884 h 1173876"/>
              <a:gd name="connsiteX5" fmla="*/ 1150933 w 2039947"/>
              <a:gd name="connsiteY5" fmla="*/ 1108568 h 1173876"/>
              <a:gd name="connsiteX6" fmla="*/ 1063598 w 2039947"/>
              <a:gd name="connsiteY6" fmla="*/ 1173876 h 1173876"/>
              <a:gd name="connsiteX7" fmla="*/ 977667 w 2039947"/>
              <a:gd name="connsiteY7" fmla="*/ 1095777 h 1173876"/>
              <a:gd name="connsiteX8" fmla="*/ 57469 w 2039947"/>
              <a:gd name="connsiteY8" fmla="*/ 765435 h 1173876"/>
              <a:gd name="connsiteX9" fmla="*/ 0 w 2039947"/>
              <a:gd name="connsiteY9" fmla="*/ 768337 h 1173876"/>
              <a:gd name="connsiteX10" fmla="*/ 33835 w 2039947"/>
              <a:gd name="connsiteY10" fmla="*/ 722749 h 1173876"/>
              <a:gd name="connsiteX11" fmla="*/ 778373 w 2039947"/>
              <a:gd name="connsiteY11" fmla="*/ 104277 h 1173876"/>
              <a:gd name="connsiteX12" fmla="*/ 993225 w 2039947"/>
              <a:gd name="connsiteY12" fmla="*/ 0 h 11738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2039947" h="1173876">
                <a:moveTo>
                  <a:pt x="993225" y="0"/>
                </a:moveTo>
                <a:lnTo>
                  <a:pt x="1202068" y="100605"/>
                </a:lnTo>
                <a:cubicBezTo>
                  <a:pt x="1474266" y="248472"/>
                  <a:pt x="1714677" y="447439"/>
                  <a:pt x="1910424" y="684630"/>
                </a:cubicBezTo>
                <a:lnTo>
                  <a:pt x="2039947" y="857839"/>
                </a:lnTo>
                <a:lnTo>
                  <a:pt x="1981437" y="854884"/>
                </a:lnTo>
                <a:cubicBezTo>
                  <a:pt x="1673800" y="854884"/>
                  <a:pt x="1388006" y="948405"/>
                  <a:pt x="1150933" y="1108568"/>
                </a:cubicBezTo>
                <a:lnTo>
                  <a:pt x="1063598" y="1173876"/>
                </a:lnTo>
                <a:lnTo>
                  <a:pt x="977667" y="1095777"/>
                </a:lnTo>
                <a:cubicBezTo>
                  <a:pt x="727603" y="889406"/>
                  <a:pt x="407013" y="765435"/>
                  <a:pt x="57469" y="765435"/>
                </a:cubicBezTo>
                <a:lnTo>
                  <a:pt x="0" y="768337"/>
                </a:lnTo>
                <a:lnTo>
                  <a:pt x="33835" y="722749"/>
                </a:lnTo>
                <a:cubicBezTo>
                  <a:pt x="239582" y="471568"/>
                  <a:pt x="492272" y="260866"/>
                  <a:pt x="778373" y="104277"/>
                </a:cubicBezTo>
                <a:lnTo>
                  <a:pt x="993225" y="0"/>
                </a:lnTo>
                <a:close/>
              </a:path>
            </a:pathLst>
          </a:custGeom>
          <a:solidFill>
            <a:schemeClr val="accent1"/>
          </a:solidFill>
          <a:ln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9" name="任意多边形: 形状 8">
            <a:extLst>
              <a:ext uri="{FF2B5EF4-FFF2-40B4-BE49-F238E27FC236}">
                <a16:creationId xmlns:a16="http://schemas.microsoft.com/office/drawing/2014/main" id="{2C633E3E-7745-C02E-FEA7-A9DA9BAB1FFC}"/>
              </a:ext>
            </a:extLst>
          </p:cNvPr>
          <p:cNvSpPr/>
          <p:nvPr/>
        </p:nvSpPr>
        <p:spPr>
          <a:xfrm>
            <a:off x="3567429" y="1917492"/>
            <a:ext cx="734681" cy="2868147"/>
          </a:xfrm>
          <a:custGeom>
            <a:avLst/>
            <a:gdLst>
              <a:gd name="connsiteX0" fmla="*/ 734681 w 734681"/>
              <a:gd name="connsiteY0" fmla="*/ 0 h 2868147"/>
              <a:gd name="connsiteX1" fmla="*/ 623220 w 734681"/>
              <a:gd name="connsiteY1" fmla="*/ 150175 h 2868147"/>
              <a:gd name="connsiteX2" fmla="*/ 192169 w 734681"/>
              <a:gd name="connsiteY2" fmla="*/ 1571949 h 2868147"/>
              <a:gd name="connsiteX3" fmla="*/ 496796 w 734681"/>
              <a:gd name="connsiteY3" fmla="*/ 2784058 h 2868147"/>
              <a:gd name="connsiteX4" fmla="*/ 547500 w 734681"/>
              <a:gd name="connsiteY4" fmla="*/ 2868147 h 2868147"/>
              <a:gd name="connsiteX5" fmla="*/ 500601 w 734681"/>
              <a:gd name="connsiteY5" fmla="*/ 2860989 h 2868147"/>
              <a:gd name="connsiteX6" fmla="*/ 361963 w 734681"/>
              <a:gd name="connsiteY6" fmla="*/ 2825342 h 2868147"/>
              <a:gd name="connsiteX7" fmla="*/ 296473 w 734681"/>
              <a:gd name="connsiteY7" fmla="*/ 2801373 h 2868147"/>
              <a:gd name="connsiteX8" fmla="*/ 213387 w 734681"/>
              <a:gd name="connsiteY8" fmla="*/ 2628897 h 2868147"/>
              <a:gd name="connsiteX9" fmla="*/ 0 w 734681"/>
              <a:gd name="connsiteY9" fmla="*/ 1571952 h 2868147"/>
              <a:gd name="connsiteX10" fmla="*/ 463743 w 734681"/>
              <a:gd name="connsiteY10" fmla="*/ 53762 h 2868147"/>
              <a:gd name="connsiteX11" fmla="*/ 480218 w 734681"/>
              <a:gd name="connsiteY11" fmla="*/ 31730 h 2868147"/>
              <a:gd name="connsiteX12" fmla="*/ 500601 w 734681"/>
              <a:gd name="connsiteY12" fmla="*/ 26489 h 2868147"/>
              <a:gd name="connsiteX13" fmla="*/ 644239 w 734681"/>
              <a:gd name="connsiteY13" fmla="*/ 4567 h 2868147"/>
              <a:gd name="connsiteX14" fmla="*/ 734681 w 734681"/>
              <a:gd name="connsiteY14" fmla="*/ 0 h 28681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734681" h="2868147">
                <a:moveTo>
                  <a:pt x="734681" y="0"/>
                </a:moveTo>
                <a:lnTo>
                  <a:pt x="623220" y="150175"/>
                </a:lnTo>
                <a:cubicBezTo>
                  <a:pt x="351077" y="556029"/>
                  <a:pt x="192169" y="1045292"/>
                  <a:pt x="192169" y="1571949"/>
                </a:cubicBezTo>
                <a:cubicBezTo>
                  <a:pt x="192169" y="2010830"/>
                  <a:pt x="302522" y="2423743"/>
                  <a:pt x="496796" y="2784058"/>
                </a:cubicBezTo>
                <a:lnTo>
                  <a:pt x="547500" y="2868147"/>
                </a:lnTo>
                <a:lnTo>
                  <a:pt x="500601" y="2860989"/>
                </a:lnTo>
                <a:cubicBezTo>
                  <a:pt x="453515" y="2851354"/>
                  <a:pt x="407262" y="2839431"/>
                  <a:pt x="361963" y="2825342"/>
                </a:cubicBezTo>
                <a:lnTo>
                  <a:pt x="296473" y="2801373"/>
                </a:lnTo>
                <a:lnTo>
                  <a:pt x="213387" y="2628897"/>
                </a:lnTo>
                <a:cubicBezTo>
                  <a:pt x="75982" y="2304035"/>
                  <a:pt x="0" y="1946867"/>
                  <a:pt x="0" y="1571952"/>
                </a:cubicBezTo>
                <a:cubicBezTo>
                  <a:pt x="0" y="1009580"/>
                  <a:pt x="170960" y="487138"/>
                  <a:pt x="463743" y="53762"/>
                </a:cubicBezTo>
                <a:lnTo>
                  <a:pt x="480218" y="31730"/>
                </a:lnTo>
                <a:lnTo>
                  <a:pt x="500601" y="26489"/>
                </a:lnTo>
                <a:cubicBezTo>
                  <a:pt x="547688" y="16853"/>
                  <a:pt x="595608" y="9506"/>
                  <a:pt x="644239" y="4567"/>
                </a:cubicBezTo>
                <a:lnTo>
                  <a:pt x="734681" y="0"/>
                </a:lnTo>
                <a:close/>
              </a:path>
            </a:pathLst>
          </a:custGeom>
          <a:solidFill>
            <a:schemeClr val="accent2"/>
          </a:solidFill>
          <a:ln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8" name="任意多边形: 形状 7">
            <a:extLst>
              <a:ext uri="{FF2B5EF4-FFF2-40B4-BE49-F238E27FC236}">
                <a16:creationId xmlns:a16="http://schemas.microsoft.com/office/drawing/2014/main" id="{151E8B5A-21A6-A270-D2D5-ED03DAFC96E4}"/>
              </a:ext>
            </a:extLst>
          </p:cNvPr>
          <p:cNvSpPr/>
          <p:nvPr/>
        </p:nvSpPr>
        <p:spPr>
          <a:xfrm>
            <a:off x="6140770" y="2006994"/>
            <a:ext cx="1628181" cy="2967853"/>
          </a:xfrm>
          <a:custGeom>
            <a:avLst/>
            <a:gdLst>
              <a:gd name="connsiteX0" fmla="*/ 201287 w 1628181"/>
              <a:gd name="connsiteY0" fmla="*/ 0 h 2967853"/>
              <a:gd name="connsiteX1" fmla="*/ 294651 w 1628181"/>
              <a:gd name="connsiteY1" fmla="*/ 4714 h 2967853"/>
              <a:gd name="connsiteX2" fmla="*/ 1628181 w 1628181"/>
              <a:gd name="connsiteY2" fmla="*/ 1482449 h 2967853"/>
              <a:gd name="connsiteX3" fmla="*/ 142777 w 1628181"/>
              <a:gd name="connsiteY3" fmla="*/ 2967853 h 2967853"/>
              <a:gd name="connsiteX4" fmla="*/ 0 w 1628181"/>
              <a:gd name="connsiteY4" fmla="*/ 2960644 h 2967853"/>
              <a:gd name="connsiteX5" fmla="*/ 71764 w 1628181"/>
              <a:gd name="connsiteY5" fmla="*/ 2881683 h 2967853"/>
              <a:gd name="connsiteX6" fmla="*/ 80180 w 1628181"/>
              <a:gd name="connsiteY6" fmla="*/ 2870429 h 2967853"/>
              <a:gd name="connsiteX7" fmla="*/ 142029 w 1628181"/>
              <a:gd name="connsiteY7" fmla="*/ 2873651 h 2967853"/>
              <a:gd name="connsiteX8" fmla="*/ 1490644 w 1628181"/>
              <a:gd name="connsiteY8" fmla="*/ 1482448 h 2967853"/>
              <a:gd name="connsiteX9" fmla="*/ 279917 w 1628181"/>
              <a:gd name="connsiteY9" fmla="*/ 98428 h 2967853"/>
              <a:gd name="connsiteX10" fmla="*/ 262156 w 1628181"/>
              <a:gd name="connsiteY10" fmla="*/ 97503 h 2967853"/>
              <a:gd name="connsiteX11" fmla="*/ 210000 w 1628181"/>
              <a:gd name="connsiteY11" fmla="*/ 11651 h 2967853"/>
              <a:gd name="connsiteX12" fmla="*/ 201287 w 1628181"/>
              <a:gd name="connsiteY12" fmla="*/ 0 h 29678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1628181" h="2967853">
                <a:moveTo>
                  <a:pt x="201287" y="0"/>
                </a:moveTo>
                <a:lnTo>
                  <a:pt x="294651" y="4714"/>
                </a:lnTo>
                <a:cubicBezTo>
                  <a:pt x="1043675" y="80782"/>
                  <a:pt x="1628181" y="713356"/>
                  <a:pt x="1628181" y="1482449"/>
                </a:cubicBezTo>
                <a:cubicBezTo>
                  <a:pt x="1628181" y="2302815"/>
                  <a:pt x="963143" y="2967853"/>
                  <a:pt x="142777" y="2967853"/>
                </a:cubicBezTo>
                <a:lnTo>
                  <a:pt x="0" y="2960644"/>
                </a:lnTo>
                <a:lnTo>
                  <a:pt x="71764" y="2881683"/>
                </a:lnTo>
                <a:lnTo>
                  <a:pt x="80180" y="2870429"/>
                </a:lnTo>
                <a:lnTo>
                  <a:pt x="142029" y="2873651"/>
                </a:lnTo>
                <a:cubicBezTo>
                  <a:pt x="886848" y="2873651"/>
                  <a:pt x="1490644" y="2250788"/>
                  <a:pt x="1490644" y="1482448"/>
                </a:cubicBezTo>
                <a:cubicBezTo>
                  <a:pt x="1490644" y="762129"/>
                  <a:pt x="959964" y="169671"/>
                  <a:pt x="279917" y="98428"/>
                </a:cubicBezTo>
                <a:lnTo>
                  <a:pt x="262156" y="97503"/>
                </a:lnTo>
                <a:lnTo>
                  <a:pt x="210000" y="11651"/>
                </a:lnTo>
                <a:lnTo>
                  <a:pt x="201287" y="0"/>
                </a:lnTo>
                <a:close/>
              </a:path>
            </a:pathLst>
          </a:custGeom>
          <a:solidFill>
            <a:schemeClr val="accent2"/>
          </a:solidFill>
          <a:ln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7" name="任意多边形: 形状 6">
            <a:extLst>
              <a:ext uri="{FF2B5EF4-FFF2-40B4-BE49-F238E27FC236}">
                <a16:creationId xmlns:a16="http://schemas.microsoft.com/office/drawing/2014/main" id="{0593C3E2-FE72-D859-804F-50770A9D527D}"/>
              </a:ext>
            </a:extLst>
          </p:cNvPr>
          <p:cNvSpPr/>
          <p:nvPr/>
        </p:nvSpPr>
        <p:spPr>
          <a:xfrm>
            <a:off x="5441474" y="2098238"/>
            <a:ext cx="1233414" cy="765290"/>
          </a:xfrm>
          <a:custGeom>
            <a:avLst/>
            <a:gdLst>
              <a:gd name="connsiteX0" fmla="*/ 841325 w 1233414"/>
              <a:gd name="connsiteY0" fmla="*/ 0 h 765290"/>
              <a:gd name="connsiteX1" fmla="*/ 961452 w 1233414"/>
              <a:gd name="connsiteY1" fmla="*/ 6258 h 765290"/>
              <a:gd name="connsiteX2" fmla="*/ 1029576 w 1233414"/>
              <a:gd name="connsiteY2" fmla="*/ 118393 h 765290"/>
              <a:gd name="connsiteX3" fmla="*/ 1211442 w 1233414"/>
              <a:gd name="connsiteY3" fmla="*/ 548921 h 765290"/>
              <a:gd name="connsiteX4" fmla="*/ 1233414 w 1233414"/>
              <a:gd name="connsiteY4" fmla="*/ 634375 h 765290"/>
              <a:gd name="connsiteX5" fmla="*/ 1163589 w 1233414"/>
              <a:gd name="connsiteY5" fmla="*/ 594712 h 765290"/>
              <a:gd name="connsiteX6" fmla="*/ 842072 w 1233414"/>
              <a:gd name="connsiteY6" fmla="*/ 526782 h 765290"/>
              <a:gd name="connsiteX7" fmla="*/ 380247 w 1233414"/>
              <a:gd name="connsiteY7" fmla="*/ 674411 h 765290"/>
              <a:gd name="connsiteX8" fmla="*/ 274997 w 1233414"/>
              <a:gd name="connsiteY8" fmla="*/ 765290 h 765290"/>
              <a:gd name="connsiteX9" fmla="*/ 251062 w 1233414"/>
              <a:gd name="connsiteY9" fmla="*/ 699894 h 765290"/>
              <a:gd name="connsiteX10" fmla="*/ 34404 w 1233414"/>
              <a:gd name="connsiteY10" fmla="*/ 342794 h 765290"/>
              <a:gd name="connsiteX11" fmla="*/ 0 w 1233414"/>
              <a:gd name="connsiteY11" fmla="*/ 304940 h 765290"/>
              <a:gd name="connsiteX12" fmla="*/ 87302 w 1233414"/>
              <a:gd name="connsiteY12" fmla="*/ 237596 h 765290"/>
              <a:gd name="connsiteX13" fmla="*/ 841325 w 1233414"/>
              <a:gd name="connsiteY13" fmla="*/ 0 h 7652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233414" h="765290">
                <a:moveTo>
                  <a:pt x="841325" y="0"/>
                </a:moveTo>
                <a:lnTo>
                  <a:pt x="961452" y="6258"/>
                </a:lnTo>
                <a:lnTo>
                  <a:pt x="1029576" y="118393"/>
                </a:lnTo>
                <a:cubicBezTo>
                  <a:pt x="1103509" y="254492"/>
                  <a:pt x="1164668" y="398537"/>
                  <a:pt x="1211442" y="548921"/>
                </a:cubicBezTo>
                <a:lnTo>
                  <a:pt x="1233414" y="634375"/>
                </a:lnTo>
                <a:lnTo>
                  <a:pt x="1163589" y="594712"/>
                </a:lnTo>
                <a:cubicBezTo>
                  <a:pt x="1064768" y="550971"/>
                  <a:pt x="956119" y="526782"/>
                  <a:pt x="842072" y="526782"/>
                </a:cubicBezTo>
                <a:cubicBezTo>
                  <a:pt x="671002" y="526782"/>
                  <a:pt x="512078" y="581206"/>
                  <a:pt x="380247" y="674411"/>
                </a:cubicBezTo>
                <a:lnTo>
                  <a:pt x="274997" y="765290"/>
                </a:lnTo>
                <a:lnTo>
                  <a:pt x="251062" y="699894"/>
                </a:lnTo>
                <a:cubicBezTo>
                  <a:pt x="196159" y="570089"/>
                  <a:pt x="122849" y="449965"/>
                  <a:pt x="34404" y="342794"/>
                </a:cubicBezTo>
                <a:lnTo>
                  <a:pt x="0" y="304940"/>
                </a:lnTo>
                <a:lnTo>
                  <a:pt x="87302" y="237596"/>
                </a:lnTo>
                <a:cubicBezTo>
                  <a:pt x="302542" y="87590"/>
                  <a:pt x="562018" y="0"/>
                  <a:pt x="841325" y="0"/>
                </a:cubicBezTo>
                <a:close/>
              </a:path>
            </a:pathLst>
          </a:custGeom>
          <a:solidFill>
            <a:schemeClr val="accent1"/>
          </a:solidFill>
          <a:ln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6" name="任意多边形: 形状 5">
            <a:extLst>
              <a:ext uri="{FF2B5EF4-FFF2-40B4-BE49-F238E27FC236}">
                <a16:creationId xmlns:a16="http://schemas.microsoft.com/office/drawing/2014/main" id="{61D486A8-72AB-2F9A-7CED-8A78A3A9E69F}"/>
              </a:ext>
            </a:extLst>
          </p:cNvPr>
          <p:cNvSpPr/>
          <p:nvPr/>
        </p:nvSpPr>
        <p:spPr>
          <a:xfrm>
            <a:off x="4798143" y="2323031"/>
            <a:ext cx="643331" cy="2200421"/>
          </a:xfrm>
          <a:custGeom>
            <a:avLst/>
            <a:gdLst>
              <a:gd name="connsiteX0" fmla="*/ 567565 w 643331"/>
              <a:gd name="connsiteY0" fmla="*/ 0 h 2200421"/>
              <a:gd name="connsiteX1" fmla="*/ 584366 w 643331"/>
              <a:gd name="connsiteY1" fmla="*/ 15270 h 2200421"/>
              <a:gd name="connsiteX2" fmla="*/ 643331 w 643331"/>
              <a:gd name="connsiteY2" fmla="*/ 80148 h 2200421"/>
              <a:gd name="connsiteX3" fmla="*/ 626812 w 643331"/>
              <a:gd name="connsiteY3" fmla="*/ 92891 h 2200421"/>
              <a:gd name="connsiteX4" fmla="*/ 136041 w 643331"/>
              <a:gd name="connsiteY4" fmla="*/ 1166411 h 2200421"/>
              <a:gd name="connsiteX5" fmla="*/ 443999 w 643331"/>
              <a:gd name="connsiteY5" fmla="*/ 2051345 h 2200421"/>
              <a:gd name="connsiteX6" fmla="*/ 511204 w 643331"/>
              <a:gd name="connsiteY6" fmla="*/ 2127624 h 2200421"/>
              <a:gd name="connsiteX7" fmla="*/ 481634 w 643331"/>
              <a:gd name="connsiteY7" fmla="*/ 2154499 h 2200421"/>
              <a:gd name="connsiteX8" fmla="*/ 420224 w 643331"/>
              <a:gd name="connsiteY8" fmla="*/ 2200421 h 2200421"/>
              <a:gd name="connsiteX9" fmla="*/ 339194 w 643331"/>
              <a:gd name="connsiteY9" fmla="*/ 2111267 h 2200421"/>
              <a:gd name="connsiteX10" fmla="*/ 0 w 643331"/>
              <a:gd name="connsiteY10" fmla="*/ 1166412 h 2200421"/>
              <a:gd name="connsiteX11" fmla="*/ 540549 w 643331"/>
              <a:gd name="connsiteY11" fmla="*/ 20202 h 2200421"/>
              <a:gd name="connsiteX12" fmla="*/ 567565 w 643331"/>
              <a:gd name="connsiteY12" fmla="*/ 0 h 22004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643331" h="2200421">
                <a:moveTo>
                  <a:pt x="567565" y="0"/>
                </a:moveTo>
                <a:lnTo>
                  <a:pt x="584366" y="15270"/>
                </a:lnTo>
                <a:lnTo>
                  <a:pt x="643331" y="80148"/>
                </a:lnTo>
                <a:lnTo>
                  <a:pt x="626812" y="92891"/>
                </a:lnTo>
                <a:cubicBezTo>
                  <a:pt x="327086" y="348058"/>
                  <a:pt x="136041" y="734220"/>
                  <a:pt x="136041" y="1166411"/>
                </a:cubicBezTo>
                <a:cubicBezTo>
                  <a:pt x="136041" y="1502560"/>
                  <a:pt x="251612" y="1810863"/>
                  <a:pt x="443999" y="2051345"/>
                </a:cubicBezTo>
                <a:lnTo>
                  <a:pt x="511204" y="2127624"/>
                </a:lnTo>
                <a:lnTo>
                  <a:pt x="481634" y="2154499"/>
                </a:lnTo>
                <a:lnTo>
                  <a:pt x="420224" y="2200421"/>
                </a:lnTo>
                <a:lnTo>
                  <a:pt x="339194" y="2111267"/>
                </a:lnTo>
                <a:cubicBezTo>
                  <a:pt x="127293" y="1854502"/>
                  <a:pt x="0" y="1525322"/>
                  <a:pt x="0" y="1166412"/>
                </a:cubicBezTo>
                <a:cubicBezTo>
                  <a:pt x="0" y="704956"/>
                  <a:pt x="210422" y="292647"/>
                  <a:pt x="540549" y="20202"/>
                </a:cubicBezTo>
                <a:lnTo>
                  <a:pt x="567565" y="0"/>
                </a:lnTo>
                <a:close/>
              </a:path>
            </a:pathLst>
          </a:custGeom>
          <a:solidFill>
            <a:schemeClr val="accent6"/>
          </a:solidFill>
          <a:ln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BEC02DA9-6E21-54AA-EB72-570EF8BFDC18}"/>
              </a:ext>
            </a:extLst>
          </p:cNvPr>
          <p:cNvSpPr/>
          <p:nvPr/>
        </p:nvSpPr>
        <p:spPr>
          <a:xfrm>
            <a:off x="6570626" y="2732613"/>
            <a:ext cx="538922" cy="1566510"/>
          </a:xfrm>
          <a:custGeom>
            <a:avLst/>
            <a:gdLst>
              <a:gd name="connsiteX0" fmla="*/ 104262 w 538922"/>
              <a:gd name="connsiteY0" fmla="*/ 0 h 1566510"/>
              <a:gd name="connsiteX1" fmla="*/ 174745 w 538922"/>
              <a:gd name="connsiteY1" fmla="*/ 40036 h 1566510"/>
              <a:gd name="connsiteX2" fmla="*/ 538922 w 538922"/>
              <a:gd name="connsiteY2" fmla="*/ 756828 h 1566510"/>
              <a:gd name="connsiteX3" fmla="*/ 34437 w 538922"/>
              <a:gd name="connsiteY3" fmla="*/ 1553319 h 1566510"/>
              <a:gd name="connsiteX4" fmla="*/ 0 w 538922"/>
              <a:gd name="connsiteY4" fmla="*/ 1566510 h 1566510"/>
              <a:gd name="connsiteX5" fmla="*/ 1541 w 538922"/>
              <a:gd name="connsiteY5" fmla="*/ 1563309 h 1566510"/>
              <a:gd name="connsiteX6" fmla="*/ 190247 w 538922"/>
              <a:gd name="connsiteY6" fmla="*/ 628617 h 1566510"/>
              <a:gd name="connsiteX7" fmla="*/ 141461 w 538922"/>
              <a:gd name="connsiteY7" fmla="*/ 144673 h 1566510"/>
              <a:gd name="connsiteX8" fmla="*/ 104262 w 538922"/>
              <a:gd name="connsiteY8" fmla="*/ 0 h 15665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538922" h="1566510">
                <a:moveTo>
                  <a:pt x="104262" y="0"/>
                </a:moveTo>
                <a:lnTo>
                  <a:pt x="174745" y="40036"/>
                </a:lnTo>
                <a:cubicBezTo>
                  <a:pt x="394464" y="195379"/>
                  <a:pt x="538922" y="458449"/>
                  <a:pt x="538922" y="756828"/>
                </a:cubicBezTo>
                <a:cubicBezTo>
                  <a:pt x="538922" y="1114883"/>
                  <a:pt x="330902" y="1422093"/>
                  <a:pt x="34437" y="1553319"/>
                </a:cubicBezTo>
                <a:lnTo>
                  <a:pt x="0" y="1566510"/>
                </a:lnTo>
                <a:lnTo>
                  <a:pt x="1541" y="1563309"/>
                </a:lnTo>
                <a:cubicBezTo>
                  <a:pt x="123054" y="1276022"/>
                  <a:pt x="190247" y="960167"/>
                  <a:pt x="190247" y="628617"/>
                </a:cubicBezTo>
                <a:cubicBezTo>
                  <a:pt x="190247" y="462842"/>
                  <a:pt x="173449" y="300991"/>
                  <a:pt x="141461" y="144673"/>
                </a:cubicBezTo>
                <a:lnTo>
                  <a:pt x="104262" y="0"/>
                </a:lnTo>
                <a:close/>
              </a:path>
            </a:pathLst>
          </a:custGeom>
          <a:solidFill>
            <a:schemeClr val="accent4">
              <a:lumMod val="20000"/>
              <a:lumOff val="80000"/>
            </a:schemeClr>
          </a:solidFill>
          <a:ln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D80591B9-3857-9DB9-F8E6-871CF39AC8B1}"/>
              </a:ext>
            </a:extLst>
          </p:cNvPr>
          <p:cNvSpPr/>
          <p:nvPr/>
        </p:nvSpPr>
        <p:spPr>
          <a:xfrm>
            <a:off x="5457544" y="2863529"/>
            <a:ext cx="348676" cy="1164803"/>
          </a:xfrm>
          <a:custGeom>
            <a:avLst/>
            <a:gdLst>
              <a:gd name="connsiteX0" fmla="*/ 258927 w 348676"/>
              <a:gd name="connsiteY0" fmla="*/ 0 h 1164803"/>
              <a:gd name="connsiteX1" fmla="*/ 283638 w 348676"/>
              <a:gd name="connsiteY1" fmla="*/ 67515 h 1164803"/>
              <a:gd name="connsiteX2" fmla="*/ 348676 w 348676"/>
              <a:gd name="connsiteY2" fmla="*/ 497702 h 1164803"/>
              <a:gd name="connsiteX3" fmla="*/ 234992 w 348676"/>
              <a:gd name="connsiteY3" fmla="*/ 1060800 h 1164803"/>
              <a:gd name="connsiteX4" fmla="*/ 184891 w 348676"/>
              <a:gd name="connsiteY4" fmla="*/ 1164803 h 1164803"/>
              <a:gd name="connsiteX5" fmla="*/ 141068 w 348676"/>
              <a:gd name="connsiteY5" fmla="*/ 1109219 h 1164803"/>
              <a:gd name="connsiteX6" fmla="*/ 0 w 348676"/>
              <a:gd name="connsiteY6" fmla="*/ 625913 h 1164803"/>
              <a:gd name="connsiteX7" fmla="*/ 241931 w 348676"/>
              <a:gd name="connsiteY7" fmla="*/ 14675 h 1164803"/>
              <a:gd name="connsiteX8" fmla="*/ 258927 w 348676"/>
              <a:gd name="connsiteY8" fmla="*/ 0 h 11648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48676" h="1164803">
                <a:moveTo>
                  <a:pt x="258927" y="0"/>
                </a:moveTo>
                <a:lnTo>
                  <a:pt x="283638" y="67515"/>
                </a:lnTo>
                <a:cubicBezTo>
                  <a:pt x="325906" y="203411"/>
                  <a:pt x="348676" y="347898"/>
                  <a:pt x="348676" y="497702"/>
                </a:cubicBezTo>
                <a:cubicBezTo>
                  <a:pt x="348676" y="697442"/>
                  <a:pt x="308196" y="887726"/>
                  <a:pt x="234992" y="1060800"/>
                </a:cubicBezTo>
                <a:lnTo>
                  <a:pt x="184891" y="1164803"/>
                </a:lnTo>
                <a:lnTo>
                  <a:pt x="141068" y="1109219"/>
                </a:lnTo>
                <a:cubicBezTo>
                  <a:pt x="52005" y="971257"/>
                  <a:pt x="0" y="804941"/>
                  <a:pt x="0" y="625913"/>
                </a:cubicBezTo>
                <a:cubicBezTo>
                  <a:pt x="0" y="387210"/>
                  <a:pt x="92454" y="171104"/>
                  <a:pt x="241931" y="14675"/>
                </a:cubicBezTo>
                <a:lnTo>
                  <a:pt x="258927" y="0"/>
                </a:lnTo>
                <a:close/>
              </a:path>
            </a:pathLst>
          </a:custGeom>
          <a:solidFill>
            <a:schemeClr val="accent6"/>
          </a:solidFill>
          <a:ln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3" name="任意多边形: 形状 2">
            <a:extLst>
              <a:ext uri="{FF2B5EF4-FFF2-40B4-BE49-F238E27FC236}">
                <a16:creationId xmlns:a16="http://schemas.microsoft.com/office/drawing/2014/main" id="{37761A76-2C82-DB20-FFFB-B38DB046684F}"/>
              </a:ext>
            </a:extLst>
          </p:cNvPr>
          <p:cNvSpPr/>
          <p:nvPr/>
        </p:nvSpPr>
        <p:spPr>
          <a:xfrm>
            <a:off x="5309347" y="4028332"/>
            <a:ext cx="1261279" cy="849091"/>
          </a:xfrm>
          <a:custGeom>
            <a:avLst/>
            <a:gdLst>
              <a:gd name="connsiteX0" fmla="*/ 333088 w 1261279"/>
              <a:gd name="connsiteY0" fmla="*/ 0 h 849091"/>
              <a:gd name="connsiteX1" fmla="*/ 390128 w 1261279"/>
              <a:gd name="connsiteY1" fmla="*/ 72348 h 849091"/>
              <a:gd name="connsiteX2" fmla="*/ 974199 w 1261279"/>
              <a:gd name="connsiteY2" fmla="*/ 325531 h 849091"/>
              <a:gd name="connsiteX3" fmla="*/ 1219827 w 1261279"/>
              <a:gd name="connsiteY3" fmla="*/ 286668 h 849091"/>
              <a:gd name="connsiteX4" fmla="*/ 1261279 w 1261279"/>
              <a:gd name="connsiteY4" fmla="*/ 270792 h 849091"/>
              <a:gd name="connsiteX5" fmla="*/ 1161703 w 1261279"/>
              <a:gd name="connsiteY5" fmla="*/ 477498 h 849091"/>
              <a:gd name="connsiteX6" fmla="*/ 1041423 w 1261279"/>
              <a:gd name="connsiteY6" fmla="*/ 675485 h 849091"/>
              <a:gd name="connsiteX7" fmla="*/ 911603 w 1261279"/>
              <a:gd name="connsiteY7" fmla="*/ 849091 h 849091"/>
              <a:gd name="connsiteX8" fmla="*/ 835564 w 1261279"/>
              <a:gd name="connsiteY8" fmla="*/ 845130 h 849091"/>
              <a:gd name="connsiteX9" fmla="*/ 19837 w 1261279"/>
              <a:gd name="connsiteY9" fmla="*/ 444839 h 849091"/>
              <a:gd name="connsiteX10" fmla="*/ 0 w 1261279"/>
              <a:gd name="connsiteY10" fmla="*/ 422323 h 849091"/>
              <a:gd name="connsiteX11" fmla="*/ 73162 w 1261279"/>
              <a:gd name="connsiteY11" fmla="*/ 355829 h 849091"/>
              <a:gd name="connsiteX12" fmla="*/ 322271 w 1261279"/>
              <a:gd name="connsiteY12" fmla="*/ 22454 h 849091"/>
              <a:gd name="connsiteX13" fmla="*/ 333088 w 1261279"/>
              <a:gd name="connsiteY13" fmla="*/ 0 h 8490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261279" h="849091">
                <a:moveTo>
                  <a:pt x="333088" y="0"/>
                </a:moveTo>
                <a:lnTo>
                  <a:pt x="390128" y="72348"/>
                </a:lnTo>
                <a:cubicBezTo>
                  <a:pt x="539605" y="228778"/>
                  <a:pt x="746105" y="325531"/>
                  <a:pt x="974199" y="325531"/>
                </a:cubicBezTo>
                <a:cubicBezTo>
                  <a:pt x="1059734" y="325531"/>
                  <a:pt x="1142233" y="311925"/>
                  <a:pt x="1219827" y="286668"/>
                </a:cubicBezTo>
                <a:lnTo>
                  <a:pt x="1261279" y="270792"/>
                </a:lnTo>
                <a:lnTo>
                  <a:pt x="1161703" y="477498"/>
                </a:lnTo>
                <a:cubicBezTo>
                  <a:pt x="1124736" y="545548"/>
                  <a:pt x="1084576" y="611611"/>
                  <a:pt x="1041423" y="675485"/>
                </a:cubicBezTo>
                <a:lnTo>
                  <a:pt x="911603" y="849091"/>
                </a:lnTo>
                <a:lnTo>
                  <a:pt x="835564" y="845130"/>
                </a:lnTo>
                <a:cubicBezTo>
                  <a:pt x="518209" y="811884"/>
                  <a:pt x="233383" y="665128"/>
                  <a:pt x="19837" y="444839"/>
                </a:cubicBezTo>
                <a:lnTo>
                  <a:pt x="0" y="422323"/>
                </a:lnTo>
                <a:lnTo>
                  <a:pt x="73162" y="355829"/>
                </a:lnTo>
                <a:cubicBezTo>
                  <a:pt x="171333" y="257658"/>
                  <a:pt x="255461" y="145442"/>
                  <a:pt x="322271" y="22454"/>
                </a:cubicBezTo>
                <a:lnTo>
                  <a:pt x="333088" y="0"/>
                </a:lnTo>
                <a:close/>
              </a:path>
            </a:pathLst>
          </a:custGeom>
          <a:solidFill>
            <a:schemeClr val="accent1"/>
          </a:solidFill>
          <a:ln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2" name="任意多边形: 形状 1">
            <a:extLst>
              <a:ext uri="{FF2B5EF4-FFF2-40B4-BE49-F238E27FC236}">
                <a16:creationId xmlns:a16="http://schemas.microsoft.com/office/drawing/2014/main" id="{EC145F77-8DEA-C4D5-48FA-E5E1415E3594}"/>
              </a:ext>
            </a:extLst>
          </p:cNvPr>
          <p:cNvSpPr/>
          <p:nvPr/>
        </p:nvSpPr>
        <p:spPr>
          <a:xfrm>
            <a:off x="4114929" y="4523452"/>
            <a:ext cx="2025841" cy="1150847"/>
          </a:xfrm>
          <a:custGeom>
            <a:avLst/>
            <a:gdLst>
              <a:gd name="connsiteX0" fmla="*/ 1103438 w 2025841"/>
              <a:gd name="connsiteY0" fmla="*/ 0 h 1150847"/>
              <a:gd name="connsiteX1" fmla="*/ 1118279 w 2025841"/>
              <a:gd name="connsiteY1" fmla="*/ 16330 h 1150847"/>
              <a:gd name="connsiteX2" fmla="*/ 2016744 w 2025841"/>
              <a:gd name="connsiteY2" fmla="*/ 443726 h 1150847"/>
              <a:gd name="connsiteX3" fmla="*/ 2025841 w 2025841"/>
              <a:gd name="connsiteY3" fmla="*/ 444186 h 1150847"/>
              <a:gd name="connsiteX4" fmla="*/ 1942621 w 2025841"/>
              <a:gd name="connsiteY4" fmla="*/ 535750 h 1150847"/>
              <a:gd name="connsiteX5" fmla="*/ 958721 w 2025841"/>
              <a:gd name="connsiteY5" fmla="*/ 1131116 h 1150847"/>
              <a:gd name="connsiteX6" fmla="*/ 881985 w 2025841"/>
              <a:gd name="connsiteY6" fmla="*/ 1150847 h 1150847"/>
              <a:gd name="connsiteX7" fmla="*/ 757454 w 2025841"/>
              <a:gd name="connsiteY7" fmla="*/ 1074623 h 1150847"/>
              <a:gd name="connsiteX8" fmla="*/ 75720 w 2025841"/>
              <a:gd name="connsiteY8" fmla="*/ 387763 h 1150847"/>
              <a:gd name="connsiteX9" fmla="*/ 0 w 2025841"/>
              <a:gd name="connsiteY9" fmla="*/ 262187 h 1150847"/>
              <a:gd name="connsiteX10" fmla="*/ 96739 w 2025841"/>
              <a:gd name="connsiteY10" fmla="*/ 276951 h 1150847"/>
              <a:gd name="connsiteX11" fmla="*/ 244650 w 2025841"/>
              <a:gd name="connsiteY11" fmla="*/ 284420 h 1150847"/>
              <a:gd name="connsiteX12" fmla="*/ 1053481 w 2025841"/>
              <a:gd name="connsiteY12" fmla="*/ 37357 h 1150847"/>
              <a:gd name="connsiteX13" fmla="*/ 1103438 w 2025841"/>
              <a:gd name="connsiteY13" fmla="*/ 0 h 11508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2025841" h="1150847">
                <a:moveTo>
                  <a:pt x="1103438" y="0"/>
                </a:moveTo>
                <a:lnTo>
                  <a:pt x="1118279" y="16330"/>
                </a:lnTo>
                <a:cubicBezTo>
                  <a:pt x="1353484" y="251535"/>
                  <a:pt x="1667200" y="408228"/>
                  <a:pt x="2016744" y="443726"/>
                </a:cubicBezTo>
                <a:lnTo>
                  <a:pt x="2025841" y="444186"/>
                </a:lnTo>
                <a:lnTo>
                  <a:pt x="1942621" y="535750"/>
                </a:lnTo>
                <a:cubicBezTo>
                  <a:pt x="1671029" y="807343"/>
                  <a:pt x="1334680" y="1014181"/>
                  <a:pt x="958721" y="1131116"/>
                </a:cubicBezTo>
                <a:lnTo>
                  <a:pt x="881985" y="1150847"/>
                </a:lnTo>
                <a:lnTo>
                  <a:pt x="757454" y="1074623"/>
                </a:lnTo>
                <a:cubicBezTo>
                  <a:pt x="488904" y="891830"/>
                  <a:pt x="257149" y="658332"/>
                  <a:pt x="75720" y="387763"/>
                </a:cubicBezTo>
                <a:lnTo>
                  <a:pt x="0" y="262187"/>
                </a:lnTo>
                <a:lnTo>
                  <a:pt x="96739" y="276951"/>
                </a:lnTo>
                <a:cubicBezTo>
                  <a:pt x="145371" y="281890"/>
                  <a:pt x="194715" y="284420"/>
                  <a:pt x="244650" y="284420"/>
                </a:cubicBezTo>
                <a:cubicBezTo>
                  <a:pt x="544259" y="284420"/>
                  <a:pt x="822596" y="193340"/>
                  <a:pt x="1053481" y="37357"/>
                </a:cubicBezTo>
                <a:lnTo>
                  <a:pt x="1103438" y="0"/>
                </a:lnTo>
                <a:close/>
              </a:path>
            </a:pathLst>
          </a:custGeom>
          <a:solidFill>
            <a:schemeClr val="accent1"/>
          </a:solidFill>
          <a:ln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7540014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54</TotalTime>
  <Words>0</Words>
  <Application>Microsoft Office PowerPoint</Application>
  <PresentationFormat>宽屏</PresentationFormat>
  <Paragraphs>0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5" baseType="lpstr">
      <vt:lpstr>等线</vt:lpstr>
      <vt:lpstr>等线 Light</vt:lpstr>
      <vt:lpstr>Arial</vt:lpstr>
      <vt:lpstr>Office 主题​​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健文 姚</dc:creator>
  <cp:lastModifiedBy>健文 姚</cp:lastModifiedBy>
  <cp:revision>2</cp:revision>
  <dcterms:created xsi:type="dcterms:W3CDTF">2023-12-04T20:12:37Z</dcterms:created>
  <dcterms:modified xsi:type="dcterms:W3CDTF">2023-12-04T21:31:43Z</dcterms:modified>
</cp:coreProperties>
</file>