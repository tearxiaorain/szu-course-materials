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6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3ED27-1551-C081-A3F2-01BC8BFF5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7F6DA0-8CFC-4FE8-0A0A-E400DDAAE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51F80-2021-4A69-5DC5-92F87D72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66BF1-1AEE-DA06-D7EC-EE6E3B8E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86108E-7381-FF4A-F7CE-60A2A776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1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447DC-602B-841C-A626-8D3C5C001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E7336C-BEBE-2DEE-ADED-60DF2B8AB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C02F5A-225C-0048-A724-512E3D02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C4DFBA-FB47-5DA1-150C-8EEC149A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04AD4-E898-1801-513A-77C96BB54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01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84108-8389-1A09-0C05-61F2D9A9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70DA75-42BA-3DB5-B523-788114115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D64388-9103-8649-DA57-E76DF6F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FE3CD-1FB7-F95E-2BBB-5A59CE8A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BF79D-B53B-D566-F449-862FF7DA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73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446DC-C75E-A3B4-6E99-405B2836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D6C62-9BF7-98C7-29DC-2850C85B9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4B17DB-A222-B422-C8BD-0F3225FB5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5212CD-55D4-C96C-8953-6A8D6029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3964C7-98A4-6BD3-2F1E-7C1C9583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3713FC-0779-EDAA-3114-EAB0FFFC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976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00333-1BD2-0158-9EEE-25E1B717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75631-073E-A64B-9A84-C30B86777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2E0CAD-A1F0-07D1-64C0-BA2738399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FF2073-70BF-F11C-CD06-8C44D2BE9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E7A12B-876E-4FC8-2370-E5D6618EC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D95512-3714-A6DC-0AD4-0A874E01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151C09-F0EA-F48B-4347-E2ED182E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64F67E-CF2C-B7C5-5585-C1FA3F9C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76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F50C1-9B0E-D75C-E0BD-7D763238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CFF515-1368-6DC4-4538-B4D91E13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EB3202-7368-C9AE-B7CB-7EF7D1C7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84684F-EED8-5D6C-B327-C162E372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52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650F83-7602-C2B8-43AF-7AB258C6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B3EC21-7AA1-D751-F071-9D9D513F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2B9CD3-F932-3736-6CBD-C06C7FF1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58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C70EE-9F16-7B6E-51D2-958CFAD9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F9BFFC-1028-899E-9756-C1B6B1C3B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7BE412-8F5E-9552-3ED5-EDF6F1591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1AA854-E053-C2A0-0F97-F2B3B9E9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DE10B0-61EB-5E0D-0D12-9D3C9CAE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BD6535-5A52-E114-7FA6-CD34F51A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02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02935-8834-1FBB-8665-01391C60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E88787-E53C-EBE1-55E5-E7D847FF5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EA347D-C463-13A5-72FB-9B446C2B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7A3C9D-33BB-9330-97B0-017E47DE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5D280A-5E37-6BFF-ECD9-A5AFAEEA9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D330B-C0BE-17B4-EF17-5DC29A84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24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E8A519-B659-CA0B-4213-E8FA4F831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1C8B2F-A4DC-7FDC-13DC-E4B3EEF31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020D03-8DED-C798-F386-5E892FFD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16E31-FDEA-E497-4F1F-7F01ECD0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D9EAD-4ED4-CC96-6DC7-2374AB8E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92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60AF9A-EECF-D7EE-7968-241B6DAA8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C410DB-BB67-51C7-7251-408D3FACF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ECA012-B515-705F-57F8-152B098C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BE3C9-A5F8-A2AC-D38F-CCCE91F4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ED1219-7EB6-C9CD-AB2B-72A3920B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50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C253FA-49FE-CD0E-E52E-06F54FE1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EA4A46-ED42-6F81-17FF-702E72051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F5FF9D-8D0E-9DF8-B6C8-33161F3F3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33623-5F67-4D3A-86FB-DEE6F279A73B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A93855-4647-915F-B7C1-2B63460E4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630BF7-4E1A-AE4B-A53B-A4443B10D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71067-2AF6-4924-B3F9-B1BFEC7C1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22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任意多边形: 形状 1299">
            <a:extLst>
              <a:ext uri="{FF2B5EF4-FFF2-40B4-BE49-F238E27FC236}">
                <a16:creationId xmlns:a16="http://schemas.microsoft.com/office/drawing/2014/main" id="{C36246F3-971A-32FA-9699-881D1631DD7D}"/>
              </a:ext>
            </a:extLst>
          </p:cNvPr>
          <p:cNvSpPr/>
          <p:nvPr/>
        </p:nvSpPr>
        <p:spPr>
          <a:xfrm>
            <a:off x="4302112" y="1149899"/>
            <a:ext cx="2372777" cy="1905746"/>
          </a:xfrm>
          <a:custGeom>
            <a:avLst/>
            <a:gdLst>
              <a:gd name="connsiteX0" fmla="*/ 991689 w 2372777"/>
              <a:gd name="connsiteY0" fmla="*/ 0 h 1905746"/>
              <a:gd name="connsiteX1" fmla="*/ 1036178 w 2372777"/>
              <a:gd name="connsiteY1" fmla="*/ 19948 h 1905746"/>
              <a:gd name="connsiteX2" fmla="*/ 1169859 w 2372777"/>
              <a:gd name="connsiteY2" fmla="*/ 84344 h 1905746"/>
              <a:gd name="connsiteX3" fmla="*/ 1236909 w 2372777"/>
              <a:gd name="connsiteY3" fmla="*/ 121027 h 1905746"/>
              <a:gd name="connsiteX4" fmla="*/ 1359734 w 2372777"/>
              <a:gd name="connsiteY4" fmla="*/ 195645 h 1905746"/>
              <a:gd name="connsiteX5" fmla="*/ 1411350 w 2372777"/>
              <a:gd name="connsiteY5" fmla="*/ 229395 h 1905746"/>
              <a:gd name="connsiteX6" fmla="*/ 1423254 w 2372777"/>
              <a:gd name="connsiteY6" fmla="*/ 237489 h 1905746"/>
              <a:gd name="connsiteX7" fmla="*/ 1557300 w 2372777"/>
              <a:gd name="connsiteY7" fmla="*/ 337726 h 1905746"/>
              <a:gd name="connsiteX8" fmla="*/ 1589658 w 2372777"/>
              <a:gd name="connsiteY8" fmla="*/ 362688 h 1905746"/>
              <a:gd name="connsiteX9" fmla="*/ 1739731 w 2372777"/>
              <a:gd name="connsiteY9" fmla="*/ 499084 h 1905746"/>
              <a:gd name="connsiteX10" fmla="*/ 1764683 w 2372777"/>
              <a:gd name="connsiteY10" fmla="*/ 524486 h 1905746"/>
              <a:gd name="connsiteX11" fmla="*/ 1785850 w 2372777"/>
              <a:gd name="connsiteY11" fmla="*/ 546821 h 1905746"/>
              <a:gd name="connsiteX12" fmla="*/ 1889983 w 2372777"/>
              <a:gd name="connsiteY12" fmla="*/ 661395 h 1905746"/>
              <a:gd name="connsiteX13" fmla="*/ 1936952 w 2372777"/>
              <a:gd name="connsiteY13" fmla="*/ 719362 h 1905746"/>
              <a:gd name="connsiteX14" fmla="*/ 2021971 w 2372777"/>
              <a:gd name="connsiteY14" fmla="*/ 833055 h 1905746"/>
              <a:gd name="connsiteX15" fmla="*/ 2063576 w 2372777"/>
              <a:gd name="connsiteY15" fmla="*/ 893463 h 1905746"/>
              <a:gd name="connsiteX16" fmla="*/ 2064985 w 2372777"/>
              <a:gd name="connsiteY16" fmla="*/ 895618 h 1905746"/>
              <a:gd name="connsiteX17" fmla="*/ 2100816 w 2372777"/>
              <a:gd name="connsiteY17" fmla="*/ 954597 h 1905746"/>
              <a:gd name="connsiteX18" fmla="*/ 2100815 w 2372777"/>
              <a:gd name="connsiteY18" fmla="*/ 954597 h 1905746"/>
              <a:gd name="connsiteX19" fmla="*/ 2145181 w 2372777"/>
              <a:gd name="connsiteY19" fmla="*/ 1027625 h 1905746"/>
              <a:gd name="connsiteX20" fmla="*/ 2164420 w 2372777"/>
              <a:gd name="connsiteY20" fmla="*/ 1060855 h 1905746"/>
              <a:gd name="connsiteX21" fmla="*/ 2176119 w 2372777"/>
              <a:gd name="connsiteY21" fmla="*/ 1081636 h 1905746"/>
              <a:gd name="connsiteX22" fmla="*/ 2259136 w 2372777"/>
              <a:gd name="connsiteY22" fmla="*/ 1253971 h 1905746"/>
              <a:gd name="connsiteX23" fmla="*/ 2272877 w 2372777"/>
              <a:gd name="connsiteY23" fmla="*/ 1285915 h 1905746"/>
              <a:gd name="connsiteX24" fmla="*/ 2277355 w 2372777"/>
              <a:gd name="connsiteY24" fmla="*/ 1297170 h 1905746"/>
              <a:gd name="connsiteX25" fmla="*/ 2282068 w 2372777"/>
              <a:gd name="connsiteY25" fmla="*/ 1309456 h 1905746"/>
              <a:gd name="connsiteX26" fmla="*/ 2339827 w 2372777"/>
              <a:gd name="connsiteY26" fmla="*/ 1467266 h 1905746"/>
              <a:gd name="connsiteX27" fmla="*/ 2345013 w 2372777"/>
              <a:gd name="connsiteY27" fmla="*/ 1483412 h 1905746"/>
              <a:gd name="connsiteX28" fmla="*/ 2362804 w 2372777"/>
              <a:gd name="connsiteY28" fmla="*/ 1543927 h 1905746"/>
              <a:gd name="connsiteX29" fmla="*/ 2372777 w 2372777"/>
              <a:gd name="connsiteY29" fmla="*/ 1582713 h 1905746"/>
              <a:gd name="connsiteX30" fmla="*/ 2302952 w 2372777"/>
              <a:gd name="connsiteY30" fmla="*/ 1543051 h 1905746"/>
              <a:gd name="connsiteX31" fmla="*/ 1981435 w 2372777"/>
              <a:gd name="connsiteY31" fmla="*/ 1475120 h 1905746"/>
              <a:gd name="connsiteX32" fmla="*/ 1519610 w 2372777"/>
              <a:gd name="connsiteY32" fmla="*/ 1622750 h 1905746"/>
              <a:gd name="connsiteX33" fmla="*/ 1414360 w 2372777"/>
              <a:gd name="connsiteY33" fmla="*/ 1713628 h 1905746"/>
              <a:gd name="connsiteX34" fmla="*/ 1439071 w 2372777"/>
              <a:gd name="connsiteY34" fmla="*/ 1781143 h 1905746"/>
              <a:gd name="connsiteX35" fmla="*/ 1467065 w 2372777"/>
              <a:gd name="connsiteY35" fmla="*/ 1884625 h 1905746"/>
              <a:gd name="connsiteX36" fmla="*/ 1471110 w 2372777"/>
              <a:gd name="connsiteY36" fmla="*/ 1905746 h 1905746"/>
              <a:gd name="connsiteX37" fmla="*/ 1439071 w 2372777"/>
              <a:gd name="connsiteY37" fmla="*/ 1781144 h 1905746"/>
              <a:gd name="connsiteX38" fmla="*/ 1390425 w 2372777"/>
              <a:gd name="connsiteY38" fmla="*/ 1648233 h 1905746"/>
              <a:gd name="connsiteX39" fmla="*/ 1257046 w 2372777"/>
              <a:gd name="connsiteY39" fmla="*/ 1402500 h 1905746"/>
              <a:gd name="connsiteX40" fmla="*/ 1173767 w 2372777"/>
              <a:gd name="connsiteY40" fmla="*/ 1291133 h 1905746"/>
              <a:gd name="connsiteX41" fmla="*/ 1080398 w 2372777"/>
              <a:gd name="connsiteY41" fmla="*/ 1188401 h 1905746"/>
              <a:gd name="connsiteX42" fmla="*/ 1080398 w 2372777"/>
              <a:gd name="connsiteY42" fmla="*/ 1188401 h 1905746"/>
              <a:gd name="connsiteX43" fmla="*/ 1080397 w 2372777"/>
              <a:gd name="connsiteY43" fmla="*/ 1188400 h 1905746"/>
              <a:gd name="connsiteX44" fmla="*/ 1074124 w 2372777"/>
              <a:gd name="connsiteY44" fmla="*/ 1182698 h 1905746"/>
              <a:gd name="connsiteX45" fmla="*/ 1063597 w 2372777"/>
              <a:gd name="connsiteY45" fmla="*/ 1173131 h 1905746"/>
              <a:gd name="connsiteX46" fmla="*/ 1063597 w 2372777"/>
              <a:gd name="connsiteY46" fmla="*/ 1173131 h 1905746"/>
              <a:gd name="connsiteX47" fmla="*/ 977665 w 2372777"/>
              <a:gd name="connsiteY47" fmla="*/ 1095031 h 1905746"/>
              <a:gd name="connsiteX48" fmla="*/ 57467 w 2372777"/>
              <a:gd name="connsiteY48" fmla="*/ 764689 h 1905746"/>
              <a:gd name="connsiteX49" fmla="*/ 0 w 2372777"/>
              <a:gd name="connsiteY49" fmla="*/ 767591 h 1905746"/>
              <a:gd name="connsiteX50" fmla="*/ 33834 w 2372777"/>
              <a:gd name="connsiteY50" fmla="*/ 722004 h 1905746"/>
              <a:gd name="connsiteX51" fmla="*/ 778372 w 2372777"/>
              <a:gd name="connsiteY51" fmla="*/ 103533 h 1905746"/>
              <a:gd name="connsiteX52" fmla="*/ 991689 w 2372777"/>
              <a:gd name="connsiteY52" fmla="*/ 0 h 1905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2372777" h="1905746">
                <a:moveTo>
                  <a:pt x="991689" y="0"/>
                </a:moveTo>
                <a:lnTo>
                  <a:pt x="1036178" y="19948"/>
                </a:lnTo>
                <a:lnTo>
                  <a:pt x="1169859" y="84344"/>
                </a:lnTo>
                <a:lnTo>
                  <a:pt x="1236909" y="121027"/>
                </a:lnTo>
                <a:lnTo>
                  <a:pt x="1359734" y="195645"/>
                </a:lnTo>
                <a:lnTo>
                  <a:pt x="1411350" y="229395"/>
                </a:lnTo>
                <a:lnTo>
                  <a:pt x="1423254" y="237489"/>
                </a:lnTo>
                <a:lnTo>
                  <a:pt x="1557300" y="337726"/>
                </a:lnTo>
                <a:lnTo>
                  <a:pt x="1589658" y="362688"/>
                </a:lnTo>
                <a:lnTo>
                  <a:pt x="1739731" y="499084"/>
                </a:lnTo>
                <a:lnTo>
                  <a:pt x="1764683" y="524486"/>
                </a:lnTo>
                <a:lnTo>
                  <a:pt x="1785850" y="546821"/>
                </a:lnTo>
                <a:lnTo>
                  <a:pt x="1889983" y="661395"/>
                </a:lnTo>
                <a:lnTo>
                  <a:pt x="1936952" y="719362"/>
                </a:lnTo>
                <a:lnTo>
                  <a:pt x="2021971" y="833055"/>
                </a:lnTo>
                <a:lnTo>
                  <a:pt x="2063576" y="893463"/>
                </a:lnTo>
                <a:lnTo>
                  <a:pt x="2064985" y="895618"/>
                </a:lnTo>
                <a:lnTo>
                  <a:pt x="2100816" y="954597"/>
                </a:lnTo>
                <a:lnTo>
                  <a:pt x="2100815" y="954597"/>
                </a:lnTo>
                <a:lnTo>
                  <a:pt x="2145181" y="1027625"/>
                </a:lnTo>
                <a:lnTo>
                  <a:pt x="2164420" y="1060855"/>
                </a:lnTo>
                <a:lnTo>
                  <a:pt x="2176119" y="1081636"/>
                </a:lnTo>
                <a:lnTo>
                  <a:pt x="2259136" y="1253971"/>
                </a:lnTo>
                <a:lnTo>
                  <a:pt x="2272877" y="1285915"/>
                </a:lnTo>
                <a:lnTo>
                  <a:pt x="2277355" y="1297170"/>
                </a:lnTo>
                <a:lnTo>
                  <a:pt x="2282068" y="1309456"/>
                </a:lnTo>
                <a:lnTo>
                  <a:pt x="2339827" y="1467266"/>
                </a:lnTo>
                <a:lnTo>
                  <a:pt x="2345013" y="1483412"/>
                </a:lnTo>
                <a:lnTo>
                  <a:pt x="2362804" y="1543927"/>
                </a:lnTo>
                <a:lnTo>
                  <a:pt x="2372777" y="1582713"/>
                </a:lnTo>
                <a:lnTo>
                  <a:pt x="2302952" y="1543051"/>
                </a:lnTo>
                <a:cubicBezTo>
                  <a:pt x="2204131" y="1499309"/>
                  <a:pt x="2095482" y="1475120"/>
                  <a:pt x="1981435" y="1475120"/>
                </a:cubicBezTo>
                <a:cubicBezTo>
                  <a:pt x="1810365" y="1475120"/>
                  <a:pt x="1651441" y="1529544"/>
                  <a:pt x="1519610" y="1622750"/>
                </a:cubicBezTo>
                <a:lnTo>
                  <a:pt x="1414360" y="1713628"/>
                </a:lnTo>
                <a:lnTo>
                  <a:pt x="1439071" y="1781143"/>
                </a:lnTo>
                <a:cubicBezTo>
                  <a:pt x="1449638" y="1815117"/>
                  <a:pt x="1458987" y="1849628"/>
                  <a:pt x="1467065" y="1884625"/>
                </a:cubicBezTo>
                <a:lnTo>
                  <a:pt x="1471110" y="1905746"/>
                </a:lnTo>
                <a:lnTo>
                  <a:pt x="1439071" y="1781144"/>
                </a:lnTo>
                <a:cubicBezTo>
                  <a:pt x="1424982" y="1735846"/>
                  <a:pt x="1408726" y="1691502"/>
                  <a:pt x="1390425" y="1648233"/>
                </a:cubicBezTo>
                <a:cubicBezTo>
                  <a:pt x="1353823" y="1561696"/>
                  <a:pt x="1309041" y="1479462"/>
                  <a:pt x="1257046" y="1402500"/>
                </a:cubicBezTo>
                <a:cubicBezTo>
                  <a:pt x="1231049" y="1364019"/>
                  <a:pt x="1203249" y="1326857"/>
                  <a:pt x="1173767" y="1291133"/>
                </a:cubicBezTo>
                <a:cubicBezTo>
                  <a:pt x="1144286" y="1255409"/>
                  <a:pt x="1113122" y="1221125"/>
                  <a:pt x="1080398" y="1188401"/>
                </a:cubicBezTo>
                <a:lnTo>
                  <a:pt x="1080398" y="1188401"/>
                </a:lnTo>
                <a:lnTo>
                  <a:pt x="1080397" y="1188400"/>
                </a:lnTo>
                <a:lnTo>
                  <a:pt x="1074124" y="1182698"/>
                </a:lnTo>
                <a:lnTo>
                  <a:pt x="1063597" y="1173131"/>
                </a:lnTo>
                <a:lnTo>
                  <a:pt x="1063597" y="1173131"/>
                </a:lnTo>
                <a:lnTo>
                  <a:pt x="977665" y="1095031"/>
                </a:lnTo>
                <a:cubicBezTo>
                  <a:pt x="727601" y="888660"/>
                  <a:pt x="407011" y="764689"/>
                  <a:pt x="57467" y="764689"/>
                </a:cubicBezTo>
                <a:lnTo>
                  <a:pt x="0" y="767591"/>
                </a:lnTo>
                <a:lnTo>
                  <a:pt x="33834" y="722004"/>
                </a:lnTo>
                <a:cubicBezTo>
                  <a:pt x="239581" y="470823"/>
                  <a:pt x="492271" y="260121"/>
                  <a:pt x="778372" y="103533"/>
                </a:cubicBezTo>
                <a:lnTo>
                  <a:pt x="991689" y="0"/>
                </a:lnTo>
                <a:close/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79" name="任意多边形: 形状 1278">
            <a:extLst>
              <a:ext uri="{FF2B5EF4-FFF2-40B4-BE49-F238E27FC236}">
                <a16:creationId xmlns:a16="http://schemas.microsoft.com/office/drawing/2014/main" id="{23EF086D-968F-71E9-67E2-C17EAFB93F41}"/>
              </a:ext>
            </a:extLst>
          </p:cNvPr>
          <p:cNvSpPr/>
          <p:nvPr/>
        </p:nvSpPr>
        <p:spPr>
          <a:xfrm>
            <a:off x="2912938" y="1949221"/>
            <a:ext cx="1134708" cy="2793626"/>
          </a:xfrm>
          <a:custGeom>
            <a:avLst/>
            <a:gdLst>
              <a:gd name="connsiteX0" fmla="*/ 1134708 w 1134708"/>
              <a:gd name="connsiteY0" fmla="*/ 0 h 2793626"/>
              <a:gd name="connsiteX1" fmla="*/ 1118233 w 1134708"/>
              <a:gd name="connsiteY1" fmla="*/ 22031 h 2793626"/>
              <a:gd name="connsiteX2" fmla="*/ 654490 w 1134708"/>
              <a:gd name="connsiteY2" fmla="*/ 1540221 h 2793626"/>
              <a:gd name="connsiteX3" fmla="*/ 867877 w 1134708"/>
              <a:gd name="connsiteY3" fmla="*/ 2597166 h 2793626"/>
              <a:gd name="connsiteX4" fmla="*/ 950963 w 1134708"/>
              <a:gd name="connsiteY4" fmla="*/ 2769641 h 2793626"/>
              <a:gd name="connsiteX5" fmla="*/ 1016453 w 1134708"/>
              <a:gd name="connsiteY5" fmla="*/ 2793611 h 2793626"/>
              <a:gd name="connsiteX6" fmla="*/ 1016509 w 1134708"/>
              <a:gd name="connsiteY6" fmla="*/ 2793626 h 2793626"/>
              <a:gd name="connsiteX7" fmla="*/ 1016454 w 1134708"/>
              <a:gd name="connsiteY7" fmla="*/ 2793612 h 2793626"/>
              <a:gd name="connsiteX8" fmla="*/ 0 w 1134708"/>
              <a:gd name="connsiteY8" fmla="*/ 1412009 h 2793626"/>
              <a:gd name="connsiteX9" fmla="*/ 1016454 w 1134708"/>
              <a:gd name="connsiteY9" fmla="*/ 30406 h 2793626"/>
              <a:gd name="connsiteX10" fmla="*/ 1134708 w 1134708"/>
              <a:gd name="connsiteY10" fmla="*/ 0 h 279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34708" h="2793626">
                <a:moveTo>
                  <a:pt x="1134708" y="0"/>
                </a:moveTo>
                <a:lnTo>
                  <a:pt x="1118233" y="22031"/>
                </a:lnTo>
                <a:cubicBezTo>
                  <a:pt x="825450" y="455407"/>
                  <a:pt x="654490" y="977849"/>
                  <a:pt x="654490" y="1540221"/>
                </a:cubicBezTo>
                <a:cubicBezTo>
                  <a:pt x="654490" y="1915136"/>
                  <a:pt x="730472" y="2272304"/>
                  <a:pt x="867877" y="2597166"/>
                </a:cubicBezTo>
                <a:lnTo>
                  <a:pt x="950963" y="2769641"/>
                </a:lnTo>
                <a:lnTo>
                  <a:pt x="1016453" y="2793611"/>
                </a:lnTo>
                <a:lnTo>
                  <a:pt x="1016509" y="2793626"/>
                </a:lnTo>
                <a:lnTo>
                  <a:pt x="1016454" y="2793612"/>
                </a:lnTo>
                <a:cubicBezTo>
                  <a:pt x="427572" y="2610451"/>
                  <a:pt x="0" y="2061163"/>
                  <a:pt x="0" y="1412009"/>
                </a:cubicBezTo>
                <a:cubicBezTo>
                  <a:pt x="0" y="762856"/>
                  <a:pt x="427572" y="213568"/>
                  <a:pt x="1016454" y="30406"/>
                </a:cubicBezTo>
                <a:lnTo>
                  <a:pt x="1134708" y="0"/>
                </a:lnTo>
                <a:close/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69" name="任意多边形: 形状 1268">
            <a:extLst>
              <a:ext uri="{FF2B5EF4-FFF2-40B4-BE49-F238E27FC236}">
                <a16:creationId xmlns:a16="http://schemas.microsoft.com/office/drawing/2014/main" id="{83393FD6-FAE5-D1E6-8053-E4CC59F0EE72}"/>
              </a:ext>
            </a:extLst>
          </p:cNvPr>
          <p:cNvSpPr/>
          <p:nvPr/>
        </p:nvSpPr>
        <p:spPr>
          <a:xfrm>
            <a:off x="6221052" y="2104644"/>
            <a:ext cx="1410363" cy="2776000"/>
          </a:xfrm>
          <a:custGeom>
            <a:avLst/>
            <a:gdLst>
              <a:gd name="connsiteX0" fmla="*/ 184706 w 1410363"/>
              <a:gd name="connsiteY0" fmla="*/ 0 h 2776000"/>
              <a:gd name="connsiteX1" fmla="*/ 199636 w 1410363"/>
              <a:gd name="connsiteY1" fmla="*/ 777 h 2776000"/>
              <a:gd name="connsiteX2" fmla="*/ 1410363 w 1410363"/>
              <a:gd name="connsiteY2" fmla="*/ 1384797 h 2776000"/>
              <a:gd name="connsiteX3" fmla="*/ 61748 w 1410363"/>
              <a:gd name="connsiteY3" fmla="*/ 2776000 h 2776000"/>
              <a:gd name="connsiteX4" fmla="*/ 0 w 1410363"/>
              <a:gd name="connsiteY4" fmla="*/ 2772784 h 2776000"/>
              <a:gd name="connsiteX5" fmla="*/ 23093 w 1410363"/>
              <a:gd name="connsiteY5" fmla="*/ 2742287 h 2776000"/>
              <a:gd name="connsiteX6" fmla="*/ 62770 w 1410363"/>
              <a:gd name="connsiteY6" fmla="*/ 2693319 h 2776000"/>
              <a:gd name="connsiteX7" fmla="*/ 88931 w 1410363"/>
              <a:gd name="connsiteY7" fmla="*/ 2655335 h 2776000"/>
              <a:gd name="connsiteX8" fmla="*/ 113397 w 1410363"/>
              <a:gd name="connsiteY8" fmla="*/ 2623023 h 2776000"/>
              <a:gd name="connsiteX9" fmla="*/ 121700 w 1410363"/>
              <a:gd name="connsiteY9" fmla="*/ 2609897 h 2776000"/>
              <a:gd name="connsiteX10" fmla="*/ 129719 w 1410363"/>
              <a:gd name="connsiteY10" fmla="*/ 2599173 h 2776000"/>
              <a:gd name="connsiteX11" fmla="*/ 150102 w 1410363"/>
              <a:gd name="connsiteY11" fmla="*/ 2566519 h 2776000"/>
              <a:gd name="connsiteX12" fmla="*/ 169292 w 1410363"/>
              <a:gd name="connsiteY12" fmla="*/ 2538655 h 2776000"/>
              <a:gd name="connsiteX13" fmla="*/ 192320 w 1410363"/>
              <a:gd name="connsiteY13" fmla="*/ 2498882 h 2776000"/>
              <a:gd name="connsiteX14" fmla="*/ 221678 w 1410363"/>
              <a:gd name="connsiteY14" fmla="*/ 2451847 h 2776000"/>
              <a:gd name="connsiteX15" fmla="*/ 237891 w 1410363"/>
              <a:gd name="connsiteY15" fmla="*/ 2421115 h 2776000"/>
              <a:gd name="connsiteX16" fmla="*/ 249999 w 1410363"/>
              <a:gd name="connsiteY16" fmla="*/ 2401185 h 2776000"/>
              <a:gd name="connsiteX17" fmla="*/ 255527 w 1410363"/>
              <a:gd name="connsiteY17" fmla="*/ 2389709 h 2776000"/>
              <a:gd name="connsiteX18" fmla="*/ 263711 w 1410363"/>
              <a:gd name="connsiteY18" fmla="*/ 2375574 h 2776000"/>
              <a:gd name="connsiteX19" fmla="*/ 281018 w 1410363"/>
              <a:gd name="connsiteY19" fmla="*/ 2339370 h 2776000"/>
              <a:gd name="connsiteX20" fmla="*/ 303029 w 1410363"/>
              <a:gd name="connsiteY20" fmla="*/ 2297647 h 2776000"/>
              <a:gd name="connsiteX21" fmla="*/ 309382 w 1410363"/>
              <a:gd name="connsiteY21" fmla="*/ 2283123 h 2776000"/>
              <a:gd name="connsiteX22" fmla="*/ 315520 w 1410363"/>
              <a:gd name="connsiteY22" fmla="*/ 2271314 h 2776000"/>
              <a:gd name="connsiteX23" fmla="*/ 328653 w 1410363"/>
              <a:gd name="connsiteY23" fmla="*/ 2239719 h 2776000"/>
              <a:gd name="connsiteX24" fmla="*/ 345381 w 1410363"/>
              <a:gd name="connsiteY24" fmla="*/ 2204724 h 2776000"/>
              <a:gd name="connsiteX25" fmla="*/ 348283 w 1410363"/>
              <a:gd name="connsiteY25" fmla="*/ 2197159 h 2776000"/>
              <a:gd name="connsiteX26" fmla="*/ 349575 w 1410363"/>
              <a:gd name="connsiteY26" fmla="*/ 2194477 h 2776000"/>
              <a:gd name="connsiteX27" fmla="*/ 349575 w 1410363"/>
              <a:gd name="connsiteY27" fmla="*/ 2194477 h 2776000"/>
              <a:gd name="connsiteX28" fmla="*/ 351117 w 1410363"/>
              <a:gd name="connsiteY28" fmla="*/ 2191277 h 2776000"/>
              <a:gd name="connsiteX29" fmla="*/ 359127 w 1410363"/>
              <a:gd name="connsiteY29" fmla="*/ 2169392 h 2776000"/>
              <a:gd name="connsiteX30" fmla="*/ 373260 w 1410363"/>
              <a:gd name="connsiteY30" fmla="*/ 2137080 h 2776000"/>
              <a:gd name="connsiteX31" fmla="*/ 384049 w 1410363"/>
              <a:gd name="connsiteY31" fmla="*/ 2106443 h 2776000"/>
              <a:gd name="connsiteX32" fmla="*/ 394112 w 1410363"/>
              <a:gd name="connsiteY32" fmla="*/ 2082232 h 2776000"/>
              <a:gd name="connsiteX33" fmla="*/ 402513 w 1410363"/>
              <a:gd name="connsiteY33" fmla="*/ 2055791 h 2776000"/>
              <a:gd name="connsiteX34" fmla="*/ 413653 w 1410363"/>
              <a:gd name="connsiteY34" fmla="*/ 2026751 h 2776000"/>
              <a:gd name="connsiteX35" fmla="*/ 421445 w 1410363"/>
              <a:gd name="connsiteY35" fmla="*/ 2000249 h 2776000"/>
              <a:gd name="connsiteX36" fmla="*/ 431865 w 1410363"/>
              <a:gd name="connsiteY36" fmla="*/ 1970658 h 2776000"/>
              <a:gd name="connsiteX37" fmla="*/ 445063 w 1410363"/>
              <a:gd name="connsiteY37" fmla="*/ 1921870 h 2776000"/>
              <a:gd name="connsiteX38" fmla="*/ 456648 w 1410363"/>
              <a:gd name="connsiteY38" fmla="*/ 1885409 h 2776000"/>
              <a:gd name="connsiteX39" fmla="*/ 461269 w 1410363"/>
              <a:gd name="connsiteY39" fmla="*/ 1864794 h 2776000"/>
              <a:gd name="connsiteX40" fmla="*/ 467881 w 1410363"/>
              <a:gd name="connsiteY40" fmla="*/ 1842303 h 2776000"/>
              <a:gd name="connsiteX41" fmla="*/ 472166 w 1410363"/>
              <a:gd name="connsiteY41" fmla="*/ 1821684 h 2776000"/>
              <a:gd name="connsiteX42" fmla="*/ 478332 w 1410363"/>
              <a:gd name="connsiteY42" fmla="*/ 1798888 h 2776000"/>
              <a:gd name="connsiteX43" fmla="*/ 485046 w 1410363"/>
              <a:gd name="connsiteY43" fmla="*/ 1763830 h 2776000"/>
              <a:gd name="connsiteX44" fmla="*/ 491037 w 1410363"/>
              <a:gd name="connsiteY44" fmla="*/ 1740530 h 2776000"/>
              <a:gd name="connsiteX45" fmla="*/ 495127 w 1410363"/>
              <a:gd name="connsiteY45" fmla="*/ 1713733 h 2776000"/>
              <a:gd name="connsiteX46" fmla="*/ 502317 w 1410363"/>
              <a:gd name="connsiteY46" fmla="*/ 1681655 h 2776000"/>
              <a:gd name="connsiteX47" fmla="*/ 504210 w 1410363"/>
              <a:gd name="connsiteY47" fmla="*/ 1667461 h 2776000"/>
              <a:gd name="connsiteX48" fmla="*/ 507417 w 1410363"/>
              <a:gd name="connsiteY48" fmla="*/ 1652028 h 2776000"/>
              <a:gd name="connsiteX49" fmla="*/ 509173 w 1410363"/>
              <a:gd name="connsiteY49" fmla="*/ 1637848 h 2776000"/>
              <a:gd name="connsiteX50" fmla="*/ 512154 w 1410363"/>
              <a:gd name="connsiteY50" fmla="*/ 1622279 h 2776000"/>
              <a:gd name="connsiteX51" fmla="*/ 521287 w 1410363"/>
              <a:gd name="connsiteY51" fmla="*/ 1542316 h 2776000"/>
              <a:gd name="connsiteX52" fmla="*/ 527424 w 1410363"/>
              <a:gd name="connsiteY52" fmla="*/ 1502104 h 2776000"/>
              <a:gd name="connsiteX53" fmla="*/ 528130 w 1410363"/>
              <a:gd name="connsiteY53" fmla="*/ 1488119 h 2776000"/>
              <a:gd name="connsiteX54" fmla="*/ 528131 w 1410363"/>
              <a:gd name="connsiteY54" fmla="*/ 1488117 h 2776000"/>
              <a:gd name="connsiteX55" fmla="*/ 528130 w 1410363"/>
              <a:gd name="connsiteY55" fmla="*/ 1488126 h 2776000"/>
              <a:gd name="connsiteX56" fmla="*/ 530311 w 1410363"/>
              <a:gd name="connsiteY56" fmla="*/ 1471778 h 2776000"/>
              <a:gd name="connsiteX57" fmla="*/ 530633 w 1410363"/>
              <a:gd name="connsiteY57" fmla="*/ 1464489 h 2776000"/>
              <a:gd name="connsiteX58" fmla="*/ 531613 w 1410363"/>
              <a:gd name="connsiteY58" fmla="*/ 1456574 h 2776000"/>
              <a:gd name="connsiteX59" fmla="*/ 531912 w 1410363"/>
              <a:gd name="connsiteY59" fmla="*/ 1449293 h 2776000"/>
              <a:gd name="connsiteX60" fmla="*/ 532820 w 1410363"/>
              <a:gd name="connsiteY60" fmla="*/ 1441342 h 2776000"/>
              <a:gd name="connsiteX61" fmla="*/ 539822 w 1410363"/>
              <a:gd name="connsiteY61" fmla="*/ 1256586 h 2776000"/>
              <a:gd name="connsiteX62" fmla="*/ 539822 w 1410363"/>
              <a:gd name="connsiteY62" fmla="*/ 1256586 h 2776000"/>
              <a:gd name="connsiteX63" fmla="*/ 539822 w 1410363"/>
              <a:gd name="connsiteY63" fmla="*/ 1256585 h 2776000"/>
              <a:gd name="connsiteX64" fmla="*/ 539822 w 1410363"/>
              <a:gd name="connsiteY64" fmla="*/ 1256583 h 2776000"/>
              <a:gd name="connsiteX65" fmla="*/ 534950 w 1410363"/>
              <a:gd name="connsiteY65" fmla="*/ 1102371 h 2776000"/>
              <a:gd name="connsiteX66" fmla="*/ 534183 w 1410363"/>
              <a:gd name="connsiteY66" fmla="*/ 1094305 h 2776000"/>
              <a:gd name="connsiteX67" fmla="*/ 533932 w 1410363"/>
              <a:gd name="connsiteY67" fmla="*/ 1087087 h 2776000"/>
              <a:gd name="connsiteX68" fmla="*/ 533095 w 1410363"/>
              <a:gd name="connsiteY68" fmla="*/ 1079091 h 2776000"/>
              <a:gd name="connsiteX69" fmla="*/ 532820 w 1410363"/>
              <a:gd name="connsiteY69" fmla="*/ 1071830 h 2776000"/>
              <a:gd name="connsiteX70" fmla="*/ 531911 w 1410363"/>
              <a:gd name="connsiteY70" fmla="*/ 1063866 h 2776000"/>
              <a:gd name="connsiteX71" fmla="*/ 531612 w 1410363"/>
              <a:gd name="connsiteY71" fmla="*/ 1056597 h 2776000"/>
              <a:gd name="connsiteX72" fmla="*/ 528424 w 1410363"/>
              <a:gd name="connsiteY72" fmla="*/ 1030840 h 2776000"/>
              <a:gd name="connsiteX73" fmla="*/ 527425 w 1410363"/>
              <a:gd name="connsiteY73" fmla="*/ 1011067 h 2776000"/>
              <a:gd name="connsiteX74" fmla="*/ 524349 w 1410363"/>
              <a:gd name="connsiteY74" fmla="*/ 990912 h 2776000"/>
              <a:gd name="connsiteX75" fmla="*/ 520529 w 1410363"/>
              <a:gd name="connsiteY75" fmla="*/ 950749 h 2776000"/>
              <a:gd name="connsiteX76" fmla="*/ 518002 w 1410363"/>
              <a:gd name="connsiteY76" fmla="*/ 934870 h 2776000"/>
              <a:gd name="connsiteX77" fmla="*/ 516525 w 1410363"/>
              <a:gd name="connsiteY77" fmla="*/ 920762 h 2776000"/>
              <a:gd name="connsiteX78" fmla="*/ 513772 w 1410363"/>
              <a:gd name="connsiteY78" fmla="*/ 905055 h 2776000"/>
              <a:gd name="connsiteX79" fmla="*/ 512154 w 1410363"/>
              <a:gd name="connsiteY79" fmla="*/ 890893 h 2776000"/>
              <a:gd name="connsiteX80" fmla="*/ 509170 w 1410363"/>
              <a:gd name="connsiteY80" fmla="*/ 875309 h 2776000"/>
              <a:gd name="connsiteX81" fmla="*/ 507416 w 1410363"/>
              <a:gd name="connsiteY81" fmla="*/ 861143 h 2776000"/>
              <a:gd name="connsiteX82" fmla="*/ 502502 w 1410363"/>
              <a:gd name="connsiteY82" fmla="*/ 837493 h 2776000"/>
              <a:gd name="connsiteX83" fmla="*/ 496855 w 1410363"/>
              <a:gd name="connsiteY83" fmla="*/ 802016 h 2776000"/>
              <a:gd name="connsiteX84" fmla="*/ 492674 w 1410363"/>
              <a:gd name="connsiteY84" fmla="*/ 783367 h 2776000"/>
              <a:gd name="connsiteX85" fmla="*/ 491037 w 1410363"/>
              <a:gd name="connsiteY85" fmla="*/ 772641 h 2776000"/>
              <a:gd name="connsiteX86" fmla="*/ 489535 w 1410363"/>
              <a:gd name="connsiteY86" fmla="*/ 766801 h 2776000"/>
              <a:gd name="connsiteX87" fmla="*/ 487993 w 1410363"/>
              <a:gd name="connsiteY87" fmla="*/ 758003 h 2776000"/>
              <a:gd name="connsiteX88" fmla="*/ 482280 w 1410363"/>
              <a:gd name="connsiteY88" fmla="*/ 734897 h 2776000"/>
              <a:gd name="connsiteX89" fmla="*/ 478332 w 1410363"/>
              <a:gd name="connsiteY89" fmla="*/ 714285 h 2776000"/>
              <a:gd name="connsiteX90" fmla="*/ 472163 w 1410363"/>
              <a:gd name="connsiteY90" fmla="*/ 691480 h 2776000"/>
              <a:gd name="connsiteX91" fmla="*/ 467880 w 1410363"/>
              <a:gd name="connsiteY91" fmla="*/ 670868 h 2776000"/>
              <a:gd name="connsiteX92" fmla="*/ 466078 w 1410363"/>
              <a:gd name="connsiteY92" fmla="*/ 664738 h 2776000"/>
              <a:gd name="connsiteX93" fmla="*/ 464223 w 1410363"/>
              <a:gd name="connsiteY93" fmla="*/ 656465 h 2776000"/>
              <a:gd name="connsiteX94" fmla="*/ 455272 w 1410363"/>
              <a:gd name="connsiteY94" fmla="*/ 625670 h 2776000"/>
              <a:gd name="connsiteX95" fmla="*/ 448727 w 1410363"/>
              <a:gd name="connsiteY95" fmla="*/ 599202 h 2776000"/>
              <a:gd name="connsiteX96" fmla="*/ 439046 w 1410363"/>
              <a:gd name="connsiteY96" fmla="*/ 569058 h 2776000"/>
              <a:gd name="connsiteX97" fmla="*/ 431865 w 1410363"/>
              <a:gd name="connsiteY97" fmla="*/ 542515 h 2776000"/>
              <a:gd name="connsiteX98" fmla="*/ 427485 w 1410363"/>
              <a:gd name="connsiteY98" fmla="*/ 530075 h 2776000"/>
              <a:gd name="connsiteX99" fmla="*/ 422926 w 1410363"/>
              <a:gd name="connsiteY99" fmla="*/ 514393 h 2776000"/>
              <a:gd name="connsiteX100" fmla="*/ 417136 w 1410363"/>
              <a:gd name="connsiteY100" fmla="*/ 498269 h 2776000"/>
              <a:gd name="connsiteX101" fmla="*/ 413652 w 1410363"/>
              <a:gd name="connsiteY101" fmla="*/ 486420 h 2776000"/>
              <a:gd name="connsiteX102" fmla="*/ 406597 w 1410363"/>
              <a:gd name="connsiteY102" fmla="*/ 468029 h 2776000"/>
              <a:gd name="connsiteX103" fmla="*/ 399121 w 1410363"/>
              <a:gd name="connsiteY103" fmla="*/ 444752 h 2776000"/>
              <a:gd name="connsiteX104" fmla="*/ 386742 w 1410363"/>
              <a:gd name="connsiteY104" fmla="*/ 413633 h 2776000"/>
              <a:gd name="connsiteX105" fmla="*/ 373312 w 1410363"/>
              <a:gd name="connsiteY105" fmla="*/ 376235 h 2776000"/>
              <a:gd name="connsiteX106" fmla="*/ 373261 w 1410363"/>
              <a:gd name="connsiteY106" fmla="*/ 376092 h 2776000"/>
              <a:gd name="connsiteX107" fmla="*/ 373201 w 1410363"/>
              <a:gd name="connsiteY107" fmla="*/ 375955 h 2776000"/>
              <a:gd name="connsiteX108" fmla="*/ 357788 w 1410363"/>
              <a:gd name="connsiteY108" fmla="*/ 340122 h 2776000"/>
              <a:gd name="connsiteX109" fmla="*/ 351116 w 1410363"/>
              <a:gd name="connsiteY109" fmla="*/ 321894 h 2776000"/>
              <a:gd name="connsiteX110" fmla="*/ 348280 w 1410363"/>
              <a:gd name="connsiteY110" fmla="*/ 316007 h 2776000"/>
              <a:gd name="connsiteX111" fmla="*/ 345380 w 1410363"/>
              <a:gd name="connsiteY111" fmla="*/ 308447 h 2776000"/>
              <a:gd name="connsiteX112" fmla="*/ 342505 w 1410363"/>
              <a:gd name="connsiteY112" fmla="*/ 302431 h 2776000"/>
              <a:gd name="connsiteX113" fmla="*/ 339566 w 1410363"/>
              <a:gd name="connsiteY113" fmla="*/ 295045 h 2776000"/>
              <a:gd name="connsiteX114" fmla="*/ 327907 w 1410363"/>
              <a:gd name="connsiteY114" fmla="*/ 270656 h 2776000"/>
              <a:gd name="connsiteX115" fmla="*/ 315520 w 1410363"/>
              <a:gd name="connsiteY115" fmla="*/ 241859 h 2776000"/>
              <a:gd name="connsiteX116" fmla="*/ 308205 w 1410363"/>
              <a:gd name="connsiteY116" fmla="*/ 227359 h 2776000"/>
              <a:gd name="connsiteX117" fmla="*/ 303029 w 1410363"/>
              <a:gd name="connsiteY117" fmla="*/ 215526 h 2776000"/>
              <a:gd name="connsiteX118" fmla="*/ 287296 w 1410363"/>
              <a:gd name="connsiteY118" fmla="*/ 185703 h 2776000"/>
              <a:gd name="connsiteX119" fmla="*/ 270454 w 1410363"/>
              <a:gd name="connsiteY119" fmla="*/ 150473 h 2776000"/>
              <a:gd name="connsiteX120" fmla="*/ 266550 w 1410363"/>
              <a:gd name="connsiteY120" fmla="*/ 143538 h 2776000"/>
              <a:gd name="connsiteX121" fmla="*/ 263710 w 1410363"/>
              <a:gd name="connsiteY121" fmla="*/ 137597 h 2776000"/>
              <a:gd name="connsiteX122" fmla="*/ 257563 w 1410363"/>
              <a:gd name="connsiteY122" fmla="*/ 126980 h 2776000"/>
              <a:gd name="connsiteX123" fmla="*/ 249999 w 1410363"/>
              <a:gd name="connsiteY123" fmla="*/ 111987 h 2776000"/>
              <a:gd name="connsiteX124" fmla="*/ 233497 w 1410363"/>
              <a:gd name="connsiteY124" fmla="*/ 84824 h 2776000"/>
              <a:gd name="connsiteX125" fmla="*/ 233493 w 1410363"/>
              <a:gd name="connsiteY125" fmla="*/ 84816 h 2776000"/>
              <a:gd name="connsiteX126" fmla="*/ 237891 w 1410363"/>
              <a:gd name="connsiteY126" fmla="*/ 92056 h 2776000"/>
              <a:gd name="connsiteX127" fmla="*/ 221679 w 1410363"/>
              <a:gd name="connsiteY127" fmla="*/ 61326 h 2776000"/>
              <a:gd name="connsiteX128" fmla="*/ 207309 w 1410363"/>
              <a:gd name="connsiteY128" fmla="*/ 38304 h 2776000"/>
              <a:gd name="connsiteX129" fmla="*/ 192179 w 1410363"/>
              <a:gd name="connsiteY129" fmla="*/ 11428 h 2776000"/>
              <a:gd name="connsiteX130" fmla="*/ 184706 w 1410363"/>
              <a:gd name="connsiteY130" fmla="*/ 0 h 27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1410363" h="2776000">
                <a:moveTo>
                  <a:pt x="184706" y="0"/>
                </a:moveTo>
                <a:lnTo>
                  <a:pt x="199636" y="777"/>
                </a:lnTo>
                <a:cubicBezTo>
                  <a:pt x="879683" y="72020"/>
                  <a:pt x="1410363" y="664478"/>
                  <a:pt x="1410363" y="1384797"/>
                </a:cubicBezTo>
                <a:cubicBezTo>
                  <a:pt x="1410363" y="2153137"/>
                  <a:pt x="806567" y="2776000"/>
                  <a:pt x="61748" y="2776000"/>
                </a:cubicBezTo>
                <a:lnTo>
                  <a:pt x="0" y="2772784"/>
                </a:lnTo>
                <a:lnTo>
                  <a:pt x="23093" y="2742287"/>
                </a:lnTo>
                <a:lnTo>
                  <a:pt x="62770" y="2693319"/>
                </a:lnTo>
                <a:lnTo>
                  <a:pt x="88931" y="2655335"/>
                </a:lnTo>
                <a:lnTo>
                  <a:pt x="113397" y="2623023"/>
                </a:lnTo>
                <a:lnTo>
                  <a:pt x="121700" y="2609897"/>
                </a:lnTo>
                <a:lnTo>
                  <a:pt x="129719" y="2599173"/>
                </a:lnTo>
                <a:lnTo>
                  <a:pt x="150102" y="2566519"/>
                </a:lnTo>
                <a:lnTo>
                  <a:pt x="169292" y="2538655"/>
                </a:lnTo>
                <a:lnTo>
                  <a:pt x="192320" y="2498882"/>
                </a:lnTo>
                <a:lnTo>
                  <a:pt x="221678" y="2451847"/>
                </a:lnTo>
                <a:lnTo>
                  <a:pt x="237891" y="2421115"/>
                </a:lnTo>
                <a:lnTo>
                  <a:pt x="249999" y="2401185"/>
                </a:lnTo>
                <a:lnTo>
                  <a:pt x="255527" y="2389709"/>
                </a:lnTo>
                <a:lnTo>
                  <a:pt x="263711" y="2375574"/>
                </a:lnTo>
                <a:lnTo>
                  <a:pt x="281018" y="2339370"/>
                </a:lnTo>
                <a:lnTo>
                  <a:pt x="303029" y="2297647"/>
                </a:lnTo>
                <a:lnTo>
                  <a:pt x="309382" y="2283123"/>
                </a:lnTo>
                <a:lnTo>
                  <a:pt x="315520" y="2271314"/>
                </a:lnTo>
                <a:lnTo>
                  <a:pt x="328653" y="2239719"/>
                </a:lnTo>
                <a:lnTo>
                  <a:pt x="345381" y="2204724"/>
                </a:lnTo>
                <a:lnTo>
                  <a:pt x="348283" y="2197159"/>
                </a:lnTo>
                <a:lnTo>
                  <a:pt x="349575" y="2194477"/>
                </a:lnTo>
                <a:lnTo>
                  <a:pt x="349575" y="2194477"/>
                </a:lnTo>
                <a:lnTo>
                  <a:pt x="351117" y="2191277"/>
                </a:lnTo>
                <a:lnTo>
                  <a:pt x="359127" y="2169392"/>
                </a:lnTo>
                <a:lnTo>
                  <a:pt x="373260" y="2137080"/>
                </a:lnTo>
                <a:lnTo>
                  <a:pt x="384049" y="2106443"/>
                </a:lnTo>
                <a:lnTo>
                  <a:pt x="394112" y="2082232"/>
                </a:lnTo>
                <a:lnTo>
                  <a:pt x="402513" y="2055791"/>
                </a:lnTo>
                <a:lnTo>
                  <a:pt x="413653" y="2026751"/>
                </a:lnTo>
                <a:lnTo>
                  <a:pt x="421445" y="2000249"/>
                </a:lnTo>
                <a:lnTo>
                  <a:pt x="431865" y="1970658"/>
                </a:lnTo>
                <a:lnTo>
                  <a:pt x="445063" y="1921870"/>
                </a:lnTo>
                <a:lnTo>
                  <a:pt x="456648" y="1885409"/>
                </a:lnTo>
                <a:lnTo>
                  <a:pt x="461269" y="1864794"/>
                </a:lnTo>
                <a:lnTo>
                  <a:pt x="467881" y="1842303"/>
                </a:lnTo>
                <a:lnTo>
                  <a:pt x="472166" y="1821684"/>
                </a:lnTo>
                <a:lnTo>
                  <a:pt x="478332" y="1798888"/>
                </a:lnTo>
                <a:lnTo>
                  <a:pt x="485046" y="1763830"/>
                </a:lnTo>
                <a:lnTo>
                  <a:pt x="491037" y="1740530"/>
                </a:lnTo>
                <a:lnTo>
                  <a:pt x="495127" y="1713733"/>
                </a:lnTo>
                <a:lnTo>
                  <a:pt x="502317" y="1681655"/>
                </a:lnTo>
                <a:lnTo>
                  <a:pt x="504210" y="1667461"/>
                </a:lnTo>
                <a:lnTo>
                  <a:pt x="507417" y="1652028"/>
                </a:lnTo>
                <a:lnTo>
                  <a:pt x="509173" y="1637848"/>
                </a:lnTo>
                <a:lnTo>
                  <a:pt x="512154" y="1622279"/>
                </a:lnTo>
                <a:lnTo>
                  <a:pt x="521287" y="1542316"/>
                </a:lnTo>
                <a:lnTo>
                  <a:pt x="527424" y="1502104"/>
                </a:lnTo>
                <a:lnTo>
                  <a:pt x="528130" y="1488119"/>
                </a:lnTo>
                <a:lnTo>
                  <a:pt x="528131" y="1488117"/>
                </a:lnTo>
                <a:lnTo>
                  <a:pt x="528130" y="1488126"/>
                </a:lnTo>
                <a:lnTo>
                  <a:pt x="530311" y="1471778"/>
                </a:lnTo>
                <a:lnTo>
                  <a:pt x="530633" y="1464489"/>
                </a:lnTo>
                <a:lnTo>
                  <a:pt x="531613" y="1456574"/>
                </a:lnTo>
                <a:lnTo>
                  <a:pt x="531912" y="1449293"/>
                </a:lnTo>
                <a:lnTo>
                  <a:pt x="532820" y="1441342"/>
                </a:lnTo>
                <a:cubicBezTo>
                  <a:pt x="537460" y="1380365"/>
                  <a:pt x="539822" y="1318752"/>
                  <a:pt x="539822" y="1256586"/>
                </a:cubicBezTo>
                <a:lnTo>
                  <a:pt x="539822" y="1256586"/>
                </a:lnTo>
                <a:lnTo>
                  <a:pt x="539822" y="1256585"/>
                </a:lnTo>
                <a:lnTo>
                  <a:pt x="539822" y="1256583"/>
                </a:lnTo>
                <a:lnTo>
                  <a:pt x="534950" y="1102371"/>
                </a:lnTo>
                <a:lnTo>
                  <a:pt x="534183" y="1094305"/>
                </a:lnTo>
                <a:lnTo>
                  <a:pt x="533932" y="1087087"/>
                </a:lnTo>
                <a:lnTo>
                  <a:pt x="533095" y="1079091"/>
                </a:lnTo>
                <a:lnTo>
                  <a:pt x="532820" y="1071830"/>
                </a:lnTo>
                <a:lnTo>
                  <a:pt x="531911" y="1063866"/>
                </a:lnTo>
                <a:lnTo>
                  <a:pt x="531612" y="1056597"/>
                </a:lnTo>
                <a:lnTo>
                  <a:pt x="528424" y="1030840"/>
                </a:lnTo>
                <a:lnTo>
                  <a:pt x="527425" y="1011067"/>
                </a:lnTo>
                <a:lnTo>
                  <a:pt x="524349" y="990912"/>
                </a:lnTo>
                <a:lnTo>
                  <a:pt x="520529" y="950749"/>
                </a:lnTo>
                <a:lnTo>
                  <a:pt x="518002" y="934870"/>
                </a:lnTo>
                <a:lnTo>
                  <a:pt x="516525" y="920762"/>
                </a:lnTo>
                <a:lnTo>
                  <a:pt x="513772" y="905055"/>
                </a:lnTo>
                <a:lnTo>
                  <a:pt x="512154" y="890893"/>
                </a:lnTo>
                <a:lnTo>
                  <a:pt x="509170" y="875309"/>
                </a:lnTo>
                <a:lnTo>
                  <a:pt x="507416" y="861143"/>
                </a:lnTo>
                <a:lnTo>
                  <a:pt x="502502" y="837493"/>
                </a:lnTo>
                <a:lnTo>
                  <a:pt x="496855" y="802016"/>
                </a:lnTo>
                <a:lnTo>
                  <a:pt x="492674" y="783367"/>
                </a:lnTo>
                <a:lnTo>
                  <a:pt x="491037" y="772641"/>
                </a:lnTo>
                <a:lnTo>
                  <a:pt x="489535" y="766801"/>
                </a:lnTo>
                <a:lnTo>
                  <a:pt x="487993" y="758003"/>
                </a:lnTo>
                <a:lnTo>
                  <a:pt x="482280" y="734897"/>
                </a:lnTo>
                <a:lnTo>
                  <a:pt x="478332" y="714285"/>
                </a:lnTo>
                <a:lnTo>
                  <a:pt x="472163" y="691480"/>
                </a:lnTo>
                <a:lnTo>
                  <a:pt x="467880" y="670868"/>
                </a:lnTo>
                <a:lnTo>
                  <a:pt x="466078" y="664738"/>
                </a:lnTo>
                <a:lnTo>
                  <a:pt x="464223" y="656465"/>
                </a:lnTo>
                <a:lnTo>
                  <a:pt x="455272" y="625670"/>
                </a:lnTo>
                <a:lnTo>
                  <a:pt x="448727" y="599202"/>
                </a:lnTo>
                <a:lnTo>
                  <a:pt x="439046" y="569058"/>
                </a:lnTo>
                <a:lnTo>
                  <a:pt x="431865" y="542515"/>
                </a:lnTo>
                <a:lnTo>
                  <a:pt x="427485" y="530075"/>
                </a:lnTo>
                <a:lnTo>
                  <a:pt x="422926" y="514393"/>
                </a:lnTo>
                <a:lnTo>
                  <a:pt x="417136" y="498269"/>
                </a:lnTo>
                <a:lnTo>
                  <a:pt x="413652" y="486420"/>
                </a:lnTo>
                <a:lnTo>
                  <a:pt x="406597" y="468029"/>
                </a:lnTo>
                <a:lnTo>
                  <a:pt x="399121" y="444752"/>
                </a:lnTo>
                <a:lnTo>
                  <a:pt x="386742" y="413633"/>
                </a:lnTo>
                <a:lnTo>
                  <a:pt x="373312" y="376235"/>
                </a:lnTo>
                <a:lnTo>
                  <a:pt x="373261" y="376092"/>
                </a:lnTo>
                <a:lnTo>
                  <a:pt x="373201" y="375955"/>
                </a:lnTo>
                <a:lnTo>
                  <a:pt x="357788" y="340122"/>
                </a:lnTo>
                <a:lnTo>
                  <a:pt x="351116" y="321894"/>
                </a:lnTo>
                <a:lnTo>
                  <a:pt x="348280" y="316007"/>
                </a:lnTo>
                <a:lnTo>
                  <a:pt x="345380" y="308447"/>
                </a:lnTo>
                <a:lnTo>
                  <a:pt x="342505" y="302431"/>
                </a:lnTo>
                <a:lnTo>
                  <a:pt x="339566" y="295045"/>
                </a:lnTo>
                <a:lnTo>
                  <a:pt x="327907" y="270656"/>
                </a:lnTo>
                <a:lnTo>
                  <a:pt x="315520" y="241859"/>
                </a:lnTo>
                <a:lnTo>
                  <a:pt x="308205" y="227359"/>
                </a:lnTo>
                <a:lnTo>
                  <a:pt x="303029" y="215526"/>
                </a:lnTo>
                <a:lnTo>
                  <a:pt x="287296" y="185703"/>
                </a:lnTo>
                <a:lnTo>
                  <a:pt x="270454" y="150473"/>
                </a:lnTo>
                <a:lnTo>
                  <a:pt x="266550" y="143538"/>
                </a:lnTo>
                <a:lnTo>
                  <a:pt x="263710" y="137597"/>
                </a:lnTo>
                <a:lnTo>
                  <a:pt x="257563" y="126980"/>
                </a:lnTo>
                <a:lnTo>
                  <a:pt x="249999" y="111987"/>
                </a:lnTo>
                <a:lnTo>
                  <a:pt x="233497" y="84824"/>
                </a:lnTo>
                <a:lnTo>
                  <a:pt x="233493" y="84816"/>
                </a:lnTo>
                <a:lnTo>
                  <a:pt x="237891" y="92056"/>
                </a:lnTo>
                <a:lnTo>
                  <a:pt x="221679" y="61326"/>
                </a:lnTo>
                <a:lnTo>
                  <a:pt x="207309" y="38304"/>
                </a:lnTo>
                <a:lnTo>
                  <a:pt x="192179" y="11428"/>
                </a:lnTo>
                <a:lnTo>
                  <a:pt x="184706" y="0"/>
                </a:lnTo>
                <a:close/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59" name="任意多边形: 形状 1258">
            <a:extLst>
              <a:ext uri="{FF2B5EF4-FFF2-40B4-BE49-F238E27FC236}">
                <a16:creationId xmlns:a16="http://schemas.microsoft.com/office/drawing/2014/main" id="{AB615303-36D1-27CE-46AC-48123033CF36}"/>
              </a:ext>
            </a:extLst>
          </p:cNvPr>
          <p:cNvSpPr/>
          <p:nvPr/>
        </p:nvSpPr>
        <p:spPr>
          <a:xfrm>
            <a:off x="4798143" y="2323030"/>
            <a:ext cx="1008076" cy="2200118"/>
          </a:xfrm>
          <a:custGeom>
            <a:avLst/>
            <a:gdLst>
              <a:gd name="connsiteX0" fmla="*/ 567565 w 1008076"/>
              <a:gd name="connsiteY0" fmla="*/ 0 h 2200118"/>
              <a:gd name="connsiteX1" fmla="*/ 578092 w 1008076"/>
              <a:gd name="connsiteY1" fmla="*/ 9567 h 2200118"/>
              <a:gd name="connsiteX2" fmla="*/ 584366 w 1008076"/>
              <a:gd name="connsiteY2" fmla="*/ 15270 h 2200118"/>
              <a:gd name="connsiteX3" fmla="*/ 584366 w 1008076"/>
              <a:gd name="connsiteY3" fmla="*/ 15270 h 2200118"/>
              <a:gd name="connsiteX4" fmla="*/ 677734 w 1008076"/>
              <a:gd name="connsiteY4" fmla="*/ 118001 h 2200118"/>
              <a:gd name="connsiteX5" fmla="*/ 943038 w 1008076"/>
              <a:gd name="connsiteY5" fmla="*/ 608012 h 2200118"/>
              <a:gd name="connsiteX6" fmla="*/ 975083 w 1008076"/>
              <a:gd name="connsiteY6" fmla="*/ 732640 h 2200118"/>
              <a:gd name="connsiteX7" fmla="*/ 982293 w 1008076"/>
              <a:gd name="connsiteY7" fmla="*/ 770286 h 2200118"/>
              <a:gd name="connsiteX8" fmla="*/ 996915 w 1008076"/>
              <a:gd name="connsiteY8" fmla="*/ 866098 h 2200118"/>
              <a:gd name="connsiteX9" fmla="*/ 1001343 w 1008076"/>
              <a:gd name="connsiteY9" fmla="*/ 904868 h 2200118"/>
              <a:gd name="connsiteX10" fmla="*/ 1008076 w 1008076"/>
              <a:gd name="connsiteY10" fmla="*/ 1038199 h 2200118"/>
              <a:gd name="connsiteX11" fmla="*/ 1008068 w 1008076"/>
              <a:gd name="connsiteY11" fmla="*/ 1038367 h 2200118"/>
              <a:gd name="connsiteX12" fmla="*/ 999126 w 1008076"/>
              <a:gd name="connsiteY12" fmla="*/ 1195817 h 2200118"/>
              <a:gd name="connsiteX13" fmla="*/ 991392 w 1008076"/>
              <a:gd name="connsiteY13" fmla="*/ 1246491 h 2200118"/>
              <a:gd name="connsiteX14" fmla="*/ 973834 w 1008076"/>
              <a:gd name="connsiteY14" fmla="*/ 1348615 h 2200118"/>
              <a:gd name="connsiteX15" fmla="*/ 958965 w 1008076"/>
              <a:gd name="connsiteY15" fmla="*/ 1406446 h 2200118"/>
              <a:gd name="connsiteX16" fmla="*/ 933001 w 1008076"/>
              <a:gd name="connsiteY16" fmla="*/ 1495809 h 2200118"/>
              <a:gd name="connsiteX17" fmla="*/ 911649 w 1008076"/>
              <a:gd name="connsiteY17" fmla="*/ 1554148 h 2200118"/>
              <a:gd name="connsiteX18" fmla="*/ 877368 w 1008076"/>
              <a:gd name="connsiteY18" fmla="*/ 1636637 h 2200118"/>
              <a:gd name="connsiteX19" fmla="*/ 850295 w 1008076"/>
              <a:gd name="connsiteY19" fmla="*/ 1692837 h 2200118"/>
              <a:gd name="connsiteX20" fmla="*/ 807497 w 1008076"/>
              <a:gd name="connsiteY20" fmla="*/ 1770515 h 2200118"/>
              <a:gd name="connsiteX21" fmla="*/ 775773 w 1008076"/>
              <a:gd name="connsiteY21" fmla="*/ 1822735 h 2200118"/>
              <a:gd name="connsiteX22" fmla="*/ 723476 w 1008076"/>
              <a:gd name="connsiteY22" fmla="*/ 1897228 h 2200118"/>
              <a:gd name="connsiteX23" fmla="*/ 688915 w 1008076"/>
              <a:gd name="connsiteY23" fmla="*/ 1943445 h 2200118"/>
              <a:gd name="connsiteX24" fmla="*/ 623293 w 1008076"/>
              <a:gd name="connsiteY24" fmla="*/ 2018298 h 2200118"/>
              <a:gd name="connsiteX25" fmla="*/ 590584 w 1008076"/>
              <a:gd name="connsiteY25" fmla="*/ 2054287 h 2200118"/>
              <a:gd name="connsiteX26" fmla="*/ 481809 w 1008076"/>
              <a:gd name="connsiteY26" fmla="*/ 2154339 h 2200118"/>
              <a:gd name="connsiteX27" fmla="*/ 481633 w 1008076"/>
              <a:gd name="connsiteY27" fmla="*/ 2154498 h 2200118"/>
              <a:gd name="connsiteX28" fmla="*/ 420627 w 1008076"/>
              <a:gd name="connsiteY28" fmla="*/ 2200118 h 2200118"/>
              <a:gd name="connsiteX29" fmla="*/ 385881 w 1008076"/>
              <a:gd name="connsiteY29" fmla="*/ 2165165 h 2200118"/>
              <a:gd name="connsiteX30" fmla="*/ 0 w 1008076"/>
              <a:gd name="connsiteY30" fmla="*/ 1166412 h 2200118"/>
              <a:gd name="connsiteX31" fmla="*/ 540549 w 1008076"/>
              <a:gd name="connsiteY31" fmla="*/ 20202 h 2200118"/>
              <a:gd name="connsiteX32" fmla="*/ 567565 w 1008076"/>
              <a:gd name="connsiteY32" fmla="*/ 0 h 2200118"/>
              <a:gd name="connsiteX33" fmla="*/ 567565 w 1008076"/>
              <a:gd name="connsiteY33" fmla="*/ 0 h 220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008076" h="2200118">
                <a:moveTo>
                  <a:pt x="567565" y="0"/>
                </a:moveTo>
                <a:lnTo>
                  <a:pt x="578092" y="9567"/>
                </a:lnTo>
                <a:lnTo>
                  <a:pt x="584366" y="15270"/>
                </a:lnTo>
                <a:lnTo>
                  <a:pt x="584366" y="15270"/>
                </a:lnTo>
                <a:lnTo>
                  <a:pt x="677734" y="118001"/>
                </a:lnTo>
                <a:cubicBezTo>
                  <a:pt x="795661" y="260895"/>
                  <a:pt x="886681" y="426818"/>
                  <a:pt x="943038" y="608012"/>
                </a:cubicBezTo>
                <a:lnTo>
                  <a:pt x="975083" y="732640"/>
                </a:lnTo>
                <a:lnTo>
                  <a:pt x="982293" y="770286"/>
                </a:lnTo>
                <a:lnTo>
                  <a:pt x="996915" y="866098"/>
                </a:lnTo>
                <a:lnTo>
                  <a:pt x="1001343" y="904868"/>
                </a:lnTo>
                <a:lnTo>
                  <a:pt x="1008076" y="1038199"/>
                </a:lnTo>
                <a:lnTo>
                  <a:pt x="1008068" y="1038367"/>
                </a:lnTo>
                <a:lnTo>
                  <a:pt x="999126" y="1195817"/>
                </a:lnTo>
                <a:lnTo>
                  <a:pt x="991392" y="1246491"/>
                </a:lnTo>
                <a:lnTo>
                  <a:pt x="973834" y="1348615"/>
                </a:lnTo>
                <a:lnTo>
                  <a:pt x="958965" y="1406446"/>
                </a:lnTo>
                <a:lnTo>
                  <a:pt x="933001" y="1495809"/>
                </a:lnTo>
                <a:lnTo>
                  <a:pt x="911649" y="1554148"/>
                </a:lnTo>
                <a:lnTo>
                  <a:pt x="877368" y="1636637"/>
                </a:lnTo>
                <a:lnTo>
                  <a:pt x="850295" y="1692837"/>
                </a:lnTo>
                <a:lnTo>
                  <a:pt x="807497" y="1770515"/>
                </a:lnTo>
                <a:lnTo>
                  <a:pt x="775773" y="1822735"/>
                </a:lnTo>
                <a:lnTo>
                  <a:pt x="723476" y="1897228"/>
                </a:lnTo>
                <a:lnTo>
                  <a:pt x="688915" y="1943445"/>
                </a:lnTo>
                <a:lnTo>
                  <a:pt x="623293" y="2018298"/>
                </a:lnTo>
                <a:lnTo>
                  <a:pt x="590584" y="2054287"/>
                </a:lnTo>
                <a:lnTo>
                  <a:pt x="481809" y="2154339"/>
                </a:lnTo>
                <a:lnTo>
                  <a:pt x="481633" y="2154498"/>
                </a:lnTo>
                <a:lnTo>
                  <a:pt x="420627" y="2200118"/>
                </a:lnTo>
                <a:lnTo>
                  <a:pt x="385881" y="2165165"/>
                </a:lnTo>
                <a:cubicBezTo>
                  <a:pt x="146127" y="1901376"/>
                  <a:pt x="0" y="1550959"/>
                  <a:pt x="0" y="1166412"/>
                </a:cubicBezTo>
                <a:cubicBezTo>
                  <a:pt x="0" y="704956"/>
                  <a:pt x="210422" y="292647"/>
                  <a:pt x="540549" y="20202"/>
                </a:cubicBezTo>
                <a:lnTo>
                  <a:pt x="567565" y="0"/>
                </a:lnTo>
                <a:lnTo>
                  <a:pt x="567565" y="0"/>
                </a:lnTo>
                <a:close/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69" name="任意多边形: 形状 1168">
            <a:extLst>
              <a:ext uri="{FF2B5EF4-FFF2-40B4-BE49-F238E27FC236}">
                <a16:creationId xmlns:a16="http://schemas.microsoft.com/office/drawing/2014/main" id="{BC02AF8B-E736-CEA5-E560-7AE88D340799}"/>
              </a:ext>
            </a:extLst>
          </p:cNvPr>
          <p:cNvSpPr/>
          <p:nvPr/>
        </p:nvSpPr>
        <p:spPr>
          <a:xfrm>
            <a:off x="4115544" y="4015850"/>
            <a:ext cx="2452562" cy="1658449"/>
          </a:xfrm>
          <a:custGeom>
            <a:avLst/>
            <a:gdLst>
              <a:gd name="connsiteX0" fmla="*/ 1532904 w 2452562"/>
              <a:gd name="connsiteY0" fmla="*/ 0 h 1658449"/>
              <a:gd name="connsiteX1" fmla="*/ 1526891 w 2452562"/>
              <a:gd name="connsiteY1" fmla="*/ 12481 h 1658449"/>
              <a:gd name="connsiteX2" fmla="*/ 1526891 w 2452562"/>
              <a:gd name="connsiteY2" fmla="*/ 12481 h 1658449"/>
              <a:gd name="connsiteX3" fmla="*/ 1583931 w 2452562"/>
              <a:gd name="connsiteY3" fmla="*/ 84829 h 1658449"/>
              <a:gd name="connsiteX4" fmla="*/ 2168002 w 2452562"/>
              <a:gd name="connsiteY4" fmla="*/ 338012 h 1658449"/>
              <a:gd name="connsiteX5" fmla="*/ 2413630 w 2452562"/>
              <a:gd name="connsiteY5" fmla="*/ 299150 h 1658449"/>
              <a:gd name="connsiteX6" fmla="*/ 2452562 w 2452562"/>
              <a:gd name="connsiteY6" fmla="*/ 284238 h 1658449"/>
              <a:gd name="connsiteX7" fmla="*/ 2439633 w 2452562"/>
              <a:gd name="connsiteY7" fmla="*/ 315344 h 1658449"/>
              <a:gd name="connsiteX8" fmla="*/ 2380655 w 2452562"/>
              <a:gd name="connsiteY8" fmla="*/ 437774 h 1658449"/>
              <a:gd name="connsiteX9" fmla="*/ 2345856 w 2452562"/>
              <a:gd name="connsiteY9" fmla="*/ 504721 h 1658449"/>
              <a:gd name="connsiteX10" fmla="*/ 2331754 w 2452562"/>
              <a:gd name="connsiteY10" fmla="*/ 529077 h 1658449"/>
              <a:gd name="connsiteX11" fmla="*/ 2265198 w 2452562"/>
              <a:gd name="connsiteY11" fmla="*/ 638632 h 1658449"/>
              <a:gd name="connsiteX12" fmla="*/ 2243798 w 2452562"/>
              <a:gd name="connsiteY12" fmla="*/ 672462 h 1658449"/>
              <a:gd name="connsiteX13" fmla="*/ 2208547 w 2452562"/>
              <a:gd name="connsiteY13" fmla="*/ 723645 h 1658449"/>
              <a:gd name="connsiteX14" fmla="*/ 2123511 w 2452562"/>
              <a:gd name="connsiteY14" fmla="*/ 837362 h 1658449"/>
              <a:gd name="connsiteX15" fmla="*/ 2076554 w 2452562"/>
              <a:gd name="connsiteY15" fmla="*/ 895313 h 1658449"/>
              <a:gd name="connsiteX16" fmla="*/ 1972416 w 2452562"/>
              <a:gd name="connsiteY16" fmla="*/ 1009893 h 1658449"/>
              <a:gd name="connsiteX17" fmla="*/ 1942399 w 2452562"/>
              <a:gd name="connsiteY17" fmla="*/ 1041566 h 1658449"/>
              <a:gd name="connsiteX18" fmla="*/ 1899378 w 2452562"/>
              <a:gd name="connsiteY18" fmla="*/ 1082096 h 1658449"/>
              <a:gd name="connsiteX19" fmla="*/ 1790913 w 2452562"/>
              <a:gd name="connsiteY19" fmla="*/ 1180676 h 1658449"/>
              <a:gd name="connsiteX20" fmla="*/ 1725349 w 2452562"/>
              <a:gd name="connsiteY20" fmla="*/ 1232834 h 1658449"/>
              <a:gd name="connsiteX21" fmla="*/ 1617576 w 2452562"/>
              <a:gd name="connsiteY21" fmla="*/ 1313425 h 1658449"/>
              <a:gd name="connsiteX22" fmla="*/ 1544345 w 2452562"/>
              <a:gd name="connsiteY22" fmla="*/ 1362256 h 1658449"/>
              <a:gd name="connsiteX23" fmla="*/ 1431308 w 2452562"/>
              <a:gd name="connsiteY23" fmla="*/ 1430927 h 1658449"/>
              <a:gd name="connsiteX24" fmla="*/ 1353847 w 2452562"/>
              <a:gd name="connsiteY24" fmla="*/ 1473610 h 1658449"/>
              <a:gd name="connsiteX25" fmla="*/ 1231564 w 2452562"/>
              <a:gd name="connsiteY25" fmla="*/ 1532517 h 1658449"/>
              <a:gd name="connsiteX26" fmla="*/ 1153849 w 2452562"/>
              <a:gd name="connsiteY26" fmla="*/ 1567075 h 1658449"/>
              <a:gd name="connsiteX27" fmla="*/ 1013751 w 2452562"/>
              <a:gd name="connsiteY27" fmla="*/ 1618352 h 1658449"/>
              <a:gd name="connsiteX28" fmla="*/ 944948 w 2452562"/>
              <a:gd name="connsiteY28" fmla="*/ 1642101 h 1658449"/>
              <a:gd name="connsiteX29" fmla="*/ 881370 w 2452562"/>
              <a:gd name="connsiteY29" fmla="*/ 1658449 h 1658449"/>
              <a:gd name="connsiteX30" fmla="*/ 756839 w 2452562"/>
              <a:gd name="connsiteY30" fmla="*/ 1582225 h 1658449"/>
              <a:gd name="connsiteX31" fmla="*/ 75105 w 2452562"/>
              <a:gd name="connsiteY31" fmla="*/ 895365 h 1658449"/>
              <a:gd name="connsiteX32" fmla="*/ 0 w 2452562"/>
              <a:gd name="connsiteY32" fmla="*/ 770810 h 1658449"/>
              <a:gd name="connsiteX33" fmla="*/ 23725 w 2452562"/>
              <a:gd name="connsiteY33" fmla="*/ 775353 h 1658449"/>
              <a:gd name="connsiteX34" fmla="*/ 71885 w 2452562"/>
              <a:gd name="connsiteY34" fmla="*/ 780854 h 1658449"/>
              <a:gd name="connsiteX35" fmla="*/ 96124 w 2452562"/>
              <a:gd name="connsiteY35" fmla="*/ 784553 h 1658449"/>
              <a:gd name="connsiteX36" fmla="*/ 110733 w 2452562"/>
              <a:gd name="connsiteY36" fmla="*/ 785291 h 1658449"/>
              <a:gd name="connsiteX37" fmla="*/ 132729 w 2452562"/>
              <a:gd name="connsiteY37" fmla="*/ 787803 h 1658449"/>
              <a:gd name="connsiteX38" fmla="*/ 243959 w 2452562"/>
              <a:gd name="connsiteY38" fmla="*/ 792018 h 1658449"/>
              <a:gd name="connsiteX39" fmla="*/ 244035 w 2452562"/>
              <a:gd name="connsiteY39" fmla="*/ 792022 h 1658449"/>
              <a:gd name="connsiteX40" fmla="*/ 243959 w 2452562"/>
              <a:gd name="connsiteY40" fmla="*/ 792018 h 1658449"/>
              <a:gd name="connsiteX41" fmla="*/ 244034 w 2452562"/>
              <a:gd name="connsiteY41" fmla="*/ 792021 h 1658449"/>
              <a:gd name="connsiteX42" fmla="*/ 1052865 w 2452562"/>
              <a:gd name="connsiteY42" fmla="*/ 544958 h 1658449"/>
              <a:gd name="connsiteX43" fmla="*/ 1103226 w 2452562"/>
              <a:gd name="connsiteY43" fmla="*/ 507299 h 1658449"/>
              <a:gd name="connsiteX44" fmla="*/ 1103227 w 2452562"/>
              <a:gd name="connsiteY44" fmla="*/ 507300 h 1658449"/>
              <a:gd name="connsiteX45" fmla="*/ 1103227 w 2452562"/>
              <a:gd name="connsiteY45" fmla="*/ 507300 h 1658449"/>
              <a:gd name="connsiteX46" fmla="*/ 1164233 w 2452562"/>
              <a:gd name="connsiteY46" fmla="*/ 461680 h 1658449"/>
              <a:gd name="connsiteX47" fmla="*/ 1164408 w 2452562"/>
              <a:gd name="connsiteY47" fmla="*/ 461520 h 1658449"/>
              <a:gd name="connsiteX48" fmla="*/ 1266964 w 2452562"/>
              <a:gd name="connsiteY48" fmla="*/ 368310 h 1658449"/>
              <a:gd name="connsiteX49" fmla="*/ 1273183 w 2452562"/>
              <a:gd name="connsiteY49" fmla="*/ 361468 h 1658449"/>
              <a:gd name="connsiteX50" fmla="*/ 1273195 w 2452562"/>
              <a:gd name="connsiteY50" fmla="*/ 361457 h 1658449"/>
              <a:gd name="connsiteX51" fmla="*/ 1279163 w 2452562"/>
              <a:gd name="connsiteY51" fmla="*/ 355967 h 1658449"/>
              <a:gd name="connsiteX52" fmla="*/ 1305840 w 2452562"/>
              <a:gd name="connsiteY52" fmla="*/ 325538 h 1658449"/>
              <a:gd name="connsiteX53" fmla="*/ 1305892 w 2452562"/>
              <a:gd name="connsiteY53" fmla="*/ 325479 h 1658449"/>
              <a:gd name="connsiteX54" fmla="*/ 1360333 w 2452562"/>
              <a:gd name="connsiteY54" fmla="*/ 265578 h 1658449"/>
              <a:gd name="connsiteX55" fmla="*/ 1371514 w 2452562"/>
              <a:gd name="connsiteY55" fmla="*/ 250626 h 1658449"/>
              <a:gd name="connsiteX56" fmla="*/ 1371526 w 2452562"/>
              <a:gd name="connsiteY56" fmla="*/ 250613 h 1658449"/>
              <a:gd name="connsiteX57" fmla="*/ 1382128 w 2452562"/>
              <a:gd name="connsiteY57" fmla="*/ 238519 h 1658449"/>
              <a:gd name="connsiteX58" fmla="*/ 1406048 w 2452562"/>
              <a:gd name="connsiteY58" fmla="*/ 204447 h 1658449"/>
              <a:gd name="connsiteX59" fmla="*/ 1406075 w 2452562"/>
              <a:gd name="connsiteY59" fmla="*/ 204409 h 1658449"/>
              <a:gd name="connsiteX60" fmla="*/ 1443612 w 2452562"/>
              <a:gd name="connsiteY60" fmla="*/ 154211 h 1658449"/>
              <a:gd name="connsiteX61" fmla="*/ 1458372 w 2452562"/>
              <a:gd name="connsiteY61" fmla="*/ 129916 h 1658449"/>
              <a:gd name="connsiteX62" fmla="*/ 1458384 w 2452562"/>
              <a:gd name="connsiteY62" fmla="*/ 129899 h 1658449"/>
              <a:gd name="connsiteX63" fmla="*/ 1472092 w 2452562"/>
              <a:gd name="connsiteY63" fmla="*/ 110372 h 1658449"/>
              <a:gd name="connsiteX64" fmla="*/ 1490080 w 2452562"/>
              <a:gd name="connsiteY64" fmla="*/ 77724 h 1658449"/>
              <a:gd name="connsiteX65" fmla="*/ 1490096 w 2452562"/>
              <a:gd name="connsiteY65" fmla="*/ 77696 h 1658449"/>
              <a:gd name="connsiteX66" fmla="*/ 1516073 w 2452562"/>
              <a:gd name="connsiteY66" fmla="*/ 34935 h 1658449"/>
              <a:gd name="connsiteX67" fmla="*/ 1532894 w 2452562"/>
              <a:gd name="connsiteY67" fmla="*/ 18 h 1658449"/>
              <a:gd name="connsiteX68" fmla="*/ 1532904 w 2452562"/>
              <a:gd name="connsiteY68" fmla="*/ 0 h 165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452562" h="1658449">
                <a:moveTo>
                  <a:pt x="1532904" y="0"/>
                </a:moveTo>
                <a:lnTo>
                  <a:pt x="1526891" y="12481"/>
                </a:lnTo>
                <a:lnTo>
                  <a:pt x="1526891" y="12481"/>
                </a:lnTo>
                <a:lnTo>
                  <a:pt x="1583931" y="84829"/>
                </a:lnTo>
                <a:cubicBezTo>
                  <a:pt x="1733408" y="241259"/>
                  <a:pt x="1939908" y="338012"/>
                  <a:pt x="2168002" y="338012"/>
                </a:cubicBezTo>
                <a:cubicBezTo>
                  <a:pt x="2253537" y="338012"/>
                  <a:pt x="2336036" y="324406"/>
                  <a:pt x="2413630" y="299150"/>
                </a:cubicBezTo>
                <a:lnTo>
                  <a:pt x="2452562" y="284238"/>
                </a:lnTo>
                <a:lnTo>
                  <a:pt x="2439633" y="315344"/>
                </a:lnTo>
                <a:lnTo>
                  <a:pt x="2380655" y="437774"/>
                </a:lnTo>
                <a:lnTo>
                  <a:pt x="2345856" y="504721"/>
                </a:lnTo>
                <a:lnTo>
                  <a:pt x="2331754" y="529077"/>
                </a:lnTo>
                <a:lnTo>
                  <a:pt x="2265198" y="638632"/>
                </a:lnTo>
                <a:lnTo>
                  <a:pt x="2243798" y="672462"/>
                </a:lnTo>
                <a:lnTo>
                  <a:pt x="2208547" y="723645"/>
                </a:lnTo>
                <a:lnTo>
                  <a:pt x="2123511" y="837362"/>
                </a:lnTo>
                <a:lnTo>
                  <a:pt x="2076554" y="895313"/>
                </a:lnTo>
                <a:lnTo>
                  <a:pt x="1972416" y="1009893"/>
                </a:lnTo>
                <a:lnTo>
                  <a:pt x="1942399" y="1041566"/>
                </a:lnTo>
                <a:lnTo>
                  <a:pt x="1899378" y="1082096"/>
                </a:lnTo>
                <a:lnTo>
                  <a:pt x="1790913" y="1180676"/>
                </a:lnTo>
                <a:lnTo>
                  <a:pt x="1725349" y="1232834"/>
                </a:lnTo>
                <a:lnTo>
                  <a:pt x="1617576" y="1313425"/>
                </a:lnTo>
                <a:lnTo>
                  <a:pt x="1544345" y="1362256"/>
                </a:lnTo>
                <a:lnTo>
                  <a:pt x="1431308" y="1430927"/>
                </a:lnTo>
                <a:lnTo>
                  <a:pt x="1353847" y="1473610"/>
                </a:lnTo>
                <a:lnTo>
                  <a:pt x="1231564" y="1532517"/>
                </a:lnTo>
                <a:lnTo>
                  <a:pt x="1153849" y="1567075"/>
                </a:lnTo>
                <a:lnTo>
                  <a:pt x="1013751" y="1618352"/>
                </a:lnTo>
                <a:lnTo>
                  <a:pt x="944948" y="1642101"/>
                </a:lnTo>
                <a:lnTo>
                  <a:pt x="881370" y="1658449"/>
                </a:lnTo>
                <a:lnTo>
                  <a:pt x="756839" y="1582225"/>
                </a:lnTo>
                <a:cubicBezTo>
                  <a:pt x="488289" y="1399432"/>
                  <a:pt x="256534" y="1165934"/>
                  <a:pt x="75105" y="895365"/>
                </a:cubicBezTo>
                <a:lnTo>
                  <a:pt x="0" y="770810"/>
                </a:lnTo>
                <a:lnTo>
                  <a:pt x="23725" y="775353"/>
                </a:lnTo>
                <a:lnTo>
                  <a:pt x="71885" y="780854"/>
                </a:lnTo>
                <a:lnTo>
                  <a:pt x="96124" y="784553"/>
                </a:lnTo>
                <a:lnTo>
                  <a:pt x="110733" y="785291"/>
                </a:lnTo>
                <a:lnTo>
                  <a:pt x="132729" y="787803"/>
                </a:lnTo>
                <a:lnTo>
                  <a:pt x="243959" y="792018"/>
                </a:lnTo>
                <a:lnTo>
                  <a:pt x="244035" y="792022"/>
                </a:lnTo>
                <a:lnTo>
                  <a:pt x="243959" y="792018"/>
                </a:lnTo>
                <a:lnTo>
                  <a:pt x="244034" y="792021"/>
                </a:lnTo>
                <a:cubicBezTo>
                  <a:pt x="543643" y="792021"/>
                  <a:pt x="821980" y="700941"/>
                  <a:pt x="1052865" y="544958"/>
                </a:cubicBezTo>
                <a:lnTo>
                  <a:pt x="1103226" y="507299"/>
                </a:lnTo>
                <a:lnTo>
                  <a:pt x="1103227" y="507300"/>
                </a:lnTo>
                <a:lnTo>
                  <a:pt x="1103227" y="507300"/>
                </a:lnTo>
                <a:lnTo>
                  <a:pt x="1164233" y="461680"/>
                </a:lnTo>
                <a:lnTo>
                  <a:pt x="1164408" y="461520"/>
                </a:lnTo>
                <a:lnTo>
                  <a:pt x="1266964" y="368310"/>
                </a:lnTo>
                <a:lnTo>
                  <a:pt x="1273183" y="361468"/>
                </a:lnTo>
                <a:lnTo>
                  <a:pt x="1273195" y="361457"/>
                </a:lnTo>
                <a:lnTo>
                  <a:pt x="1279163" y="355967"/>
                </a:lnTo>
                <a:lnTo>
                  <a:pt x="1305840" y="325538"/>
                </a:lnTo>
                <a:lnTo>
                  <a:pt x="1305892" y="325479"/>
                </a:lnTo>
                <a:lnTo>
                  <a:pt x="1360333" y="265578"/>
                </a:lnTo>
                <a:lnTo>
                  <a:pt x="1371514" y="250626"/>
                </a:lnTo>
                <a:lnTo>
                  <a:pt x="1371526" y="250613"/>
                </a:lnTo>
                <a:lnTo>
                  <a:pt x="1382128" y="238519"/>
                </a:lnTo>
                <a:lnTo>
                  <a:pt x="1406048" y="204447"/>
                </a:lnTo>
                <a:lnTo>
                  <a:pt x="1406075" y="204409"/>
                </a:lnTo>
                <a:lnTo>
                  <a:pt x="1443612" y="154211"/>
                </a:lnTo>
                <a:lnTo>
                  <a:pt x="1458372" y="129916"/>
                </a:lnTo>
                <a:lnTo>
                  <a:pt x="1458384" y="129899"/>
                </a:lnTo>
                <a:lnTo>
                  <a:pt x="1472092" y="110372"/>
                </a:lnTo>
                <a:lnTo>
                  <a:pt x="1490080" y="77724"/>
                </a:lnTo>
                <a:lnTo>
                  <a:pt x="1490096" y="77696"/>
                </a:lnTo>
                <a:lnTo>
                  <a:pt x="1516073" y="34935"/>
                </a:lnTo>
                <a:lnTo>
                  <a:pt x="1532894" y="18"/>
                </a:lnTo>
                <a:lnTo>
                  <a:pt x="1532904" y="0"/>
                </a:lnTo>
                <a:close/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01" name="任意多边形: 形状 1100">
            <a:extLst>
              <a:ext uri="{FF2B5EF4-FFF2-40B4-BE49-F238E27FC236}">
                <a16:creationId xmlns:a16="http://schemas.microsoft.com/office/drawing/2014/main" id="{45D47735-E4FC-DF76-68D0-F130D101AC37}"/>
              </a:ext>
            </a:extLst>
          </p:cNvPr>
          <p:cNvSpPr/>
          <p:nvPr/>
        </p:nvSpPr>
        <p:spPr>
          <a:xfrm>
            <a:off x="4747630" y="774071"/>
            <a:ext cx="4250541" cy="5430742"/>
          </a:xfrm>
          <a:custGeom>
            <a:avLst/>
            <a:gdLst>
              <a:gd name="connsiteX0" fmla="*/ 1535170 w 4250541"/>
              <a:gd name="connsiteY0" fmla="*/ 0 h 5430742"/>
              <a:gd name="connsiteX1" fmla="*/ 4250541 w 4250541"/>
              <a:gd name="connsiteY1" fmla="*/ 2715371 h 5430742"/>
              <a:gd name="connsiteX2" fmla="*/ 1535170 w 4250541"/>
              <a:gd name="connsiteY2" fmla="*/ 5430742 h 5430742"/>
              <a:gd name="connsiteX3" fmla="*/ 16981 w 4250541"/>
              <a:gd name="connsiteY3" fmla="*/ 4967000 h 5430742"/>
              <a:gd name="connsiteX4" fmla="*/ 0 w 4250541"/>
              <a:gd name="connsiteY4" fmla="*/ 4954302 h 5430742"/>
              <a:gd name="connsiteX5" fmla="*/ 95894 w 4250541"/>
              <a:gd name="connsiteY5" fmla="*/ 4939667 h 5430742"/>
              <a:gd name="connsiteX6" fmla="*/ 297750 w 4250541"/>
              <a:gd name="connsiteY6" fmla="*/ 4889096 h 5430742"/>
              <a:gd name="connsiteX7" fmla="*/ 312860 w 4250541"/>
              <a:gd name="connsiteY7" fmla="*/ 4883881 h 5430742"/>
              <a:gd name="connsiteX8" fmla="*/ 326022 w 4250541"/>
              <a:gd name="connsiteY8" fmla="*/ 4880496 h 5430742"/>
              <a:gd name="connsiteX9" fmla="*/ 437309 w 4250541"/>
              <a:gd name="connsiteY9" fmla="*/ 4840923 h 5430742"/>
              <a:gd name="connsiteX10" fmla="*/ 492443 w 4250541"/>
              <a:gd name="connsiteY10" fmla="*/ 4821891 h 5430742"/>
              <a:gd name="connsiteX11" fmla="*/ 498889 w 4250541"/>
              <a:gd name="connsiteY11" fmla="*/ 4819025 h 5430742"/>
              <a:gd name="connsiteX12" fmla="*/ 506056 w 4250541"/>
              <a:gd name="connsiteY12" fmla="*/ 4816476 h 5430742"/>
              <a:gd name="connsiteX13" fmla="*/ 528815 w 4250541"/>
              <a:gd name="connsiteY13" fmla="*/ 4806272 h 5430742"/>
              <a:gd name="connsiteX14" fmla="*/ 546642 w 4250541"/>
              <a:gd name="connsiteY14" fmla="*/ 4799747 h 5430742"/>
              <a:gd name="connsiteX15" fmla="*/ 590647 w 4250541"/>
              <a:gd name="connsiteY15" fmla="*/ 4778549 h 5430742"/>
              <a:gd name="connsiteX16" fmla="*/ 679167 w 4250541"/>
              <a:gd name="connsiteY16" fmla="*/ 4738860 h 5430742"/>
              <a:gd name="connsiteX17" fmla="*/ 724345 w 4250541"/>
              <a:gd name="connsiteY17" fmla="*/ 4714144 h 5430742"/>
              <a:gd name="connsiteX18" fmla="*/ 756549 w 4250541"/>
              <a:gd name="connsiteY18" fmla="*/ 4698630 h 5430742"/>
              <a:gd name="connsiteX19" fmla="*/ 791393 w 4250541"/>
              <a:gd name="connsiteY19" fmla="*/ 4677462 h 5430742"/>
              <a:gd name="connsiteX20" fmla="*/ 844707 w 4250541"/>
              <a:gd name="connsiteY20" fmla="*/ 4648294 h 5430742"/>
              <a:gd name="connsiteX21" fmla="*/ 851045 w 4250541"/>
              <a:gd name="connsiteY21" fmla="*/ 4644150 h 5430742"/>
              <a:gd name="connsiteX22" fmla="*/ 857108 w 4250541"/>
              <a:gd name="connsiteY22" fmla="*/ 4640809 h 5430742"/>
              <a:gd name="connsiteX23" fmla="*/ 905280 w 4250541"/>
              <a:gd name="connsiteY23" fmla="*/ 4608688 h 5430742"/>
              <a:gd name="connsiteX24" fmla="*/ 914209 w 4250541"/>
              <a:gd name="connsiteY24" fmla="*/ 4602850 h 5430742"/>
              <a:gd name="connsiteX25" fmla="*/ 954536 w 4250541"/>
              <a:gd name="connsiteY25" fmla="*/ 4578350 h 5430742"/>
              <a:gd name="connsiteX26" fmla="*/ 974436 w 4250541"/>
              <a:gd name="connsiteY26" fmla="*/ 4563469 h 5430742"/>
              <a:gd name="connsiteX27" fmla="*/ 1002029 w 4250541"/>
              <a:gd name="connsiteY27" fmla="*/ 4545427 h 5430742"/>
              <a:gd name="connsiteX28" fmla="*/ 1014003 w 4250541"/>
              <a:gd name="connsiteY28" fmla="*/ 4536191 h 5430742"/>
              <a:gd name="connsiteX29" fmla="*/ 1025461 w 4250541"/>
              <a:gd name="connsiteY29" fmla="*/ 4528550 h 5430742"/>
              <a:gd name="connsiteX30" fmla="*/ 1075145 w 4250541"/>
              <a:gd name="connsiteY30" fmla="*/ 4489026 h 5430742"/>
              <a:gd name="connsiteX31" fmla="*/ 1111772 w 4250541"/>
              <a:gd name="connsiteY31" fmla="*/ 4460771 h 5430742"/>
              <a:gd name="connsiteX32" fmla="*/ 1139396 w 4250541"/>
              <a:gd name="connsiteY32" fmla="*/ 4440114 h 5430742"/>
              <a:gd name="connsiteX33" fmla="*/ 1144142 w 4250541"/>
              <a:gd name="connsiteY33" fmla="*/ 4435801 h 5430742"/>
              <a:gd name="connsiteX34" fmla="*/ 1150487 w 4250541"/>
              <a:gd name="connsiteY34" fmla="*/ 4430906 h 5430742"/>
              <a:gd name="connsiteX35" fmla="*/ 1167329 w 4250541"/>
              <a:gd name="connsiteY35" fmla="*/ 4415691 h 5430742"/>
              <a:gd name="connsiteX36" fmla="*/ 1183418 w 4250541"/>
              <a:gd name="connsiteY36" fmla="*/ 4402891 h 5430742"/>
              <a:gd name="connsiteX37" fmla="*/ 1228343 w 4250541"/>
              <a:gd name="connsiteY37" fmla="*/ 4360568 h 5430742"/>
              <a:gd name="connsiteX38" fmla="*/ 1289431 w 4250541"/>
              <a:gd name="connsiteY38" fmla="*/ 4305378 h 5430742"/>
              <a:gd name="connsiteX39" fmla="*/ 1300542 w 4250541"/>
              <a:gd name="connsiteY39" fmla="*/ 4293655 h 5430742"/>
              <a:gd name="connsiteX40" fmla="*/ 1309921 w 4250541"/>
              <a:gd name="connsiteY40" fmla="*/ 4285130 h 5430742"/>
              <a:gd name="connsiteX41" fmla="*/ 1318876 w 4250541"/>
              <a:gd name="connsiteY41" fmla="*/ 4275278 h 5430742"/>
              <a:gd name="connsiteX42" fmla="*/ 1330168 w 4250541"/>
              <a:gd name="connsiteY42" fmla="*/ 4264639 h 5430742"/>
              <a:gd name="connsiteX43" fmla="*/ 1368616 w 4250541"/>
              <a:gd name="connsiteY43" fmla="*/ 4221826 h 5430742"/>
              <a:gd name="connsiteX44" fmla="*/ 1418215 w 4250541"/>
              <a:gd name="connsiteY44" fmla="*/ 4169491 h 5430742"/>
              <a:gd name="connsiteX45" fmla="*/ 1442230 w 4250541"/>
              <a:gd name="connsiteY45" fmla="*/ 4139854 h 5430742"/>
              <a:gd name="connsiteX46" fmla="*/ 1464821 w 4250541"/>
              <a:gd name="connsiteY46" fmla="*/ 4114698 h 5430742"/>
              <a:gd name="connsiteX47" fmla="*/ 1464905 w 4250541"/>
              <a:gd name="connsiteY47" fmla="*/ 4114605 h 5430742"/>
              <a:gd name="connsiteX48" fmla="*/ 1464985 w 4250541"/>
              <a:gd name="connsiteY48" fmla="*/ 4114499 h 5430742"/>
              <a:gd name="connsiteX49" fmla="*/ 1465008 w 4250541"/>
              <a:gd name="connsiteY49" fmla="*/ 4114468 h 5430742"/>
              <a:gd name="connsiteX50" fmla="*/ 1464918 w 4250541"/>
              <a:gd name="connsiteY50" fmla="*/ 4114588 h 5430742"/>
              <a:gd name="connsiteX51" fmla="*/ 1473422 w 4250541"/>
              <a:gd name="connsiteY51" fmla="*/ 4103357 h 5430742"/>
              <a:gd name="connsiteX52" fmla="*/ 1535170 w 4250541"/>
              <a:gd name="connsiteY52" fmla="*/ 4106573 h 5430742"/>
              <a:gd name="connsiteX53" fmla="*/ 2883785 w 4250541"/>
              <a:gd name="connsiteY53" fmla="*/ 2715370 h 5430742"/>
              <a:gd name="connsiteX54" fmla="*/ 1673058 w 4250541"/>
              <a:gd name="connsiteY54" fmla="*/ 1331350 h 5430742"/>
              <a:gd name="connsiteX55" fmla="*/ 1658128 w 4250541"/>
              <a:gd name="connsiteY55" fmla="*/ 1330573 h 5430742"/>
              <a:gd name="connsiteX56" fmla="*/ 1652359 w 4250541"/>
              <a:gd name="connsiteY56" fmla="*/ 1321748 h 5430742"/>
              <a:gd name="connsiteX57" fmla="*/ 1642713 w 4250541"/>
              <a:gd name="connsiteY57" fmla="*/ 1305089 h 5430742"/>
              <a:gd name="connsiteX58" fmla="*/ 1623524 w 4250541"/>
              <a:gd name="connsiteY58" fmla="*/ 1277227 h 5430742"/>
              <a:gd name="connsiteX59" fmla="*/ 1603141 w 4250541"/>
              <a:gd name="connsiteY59" fmla="*/ 1244573 h 5430742"/>
              <a:gd name="connsiteX60" fmla="*/ 1593220 w 4250541"/>
              <a:gd name="connsiteY60" fmla="*/ 1231306 h 5430742"/>
              <a:gd name="connsiteX61" fmla="*/ 1578553 w 4250541"/>
              <a:gd name="connsiteY61" fmla="*/ 1208875 h 5430742"/>
              <a:gd name="connsiteX62" fmla="*/ 1553700 w 4250541"/>
              <a:gd name="connsiteY62" fmla="*/ 1175848 h 5430742"/>
              <a:gd name="connsiteX63" fmla="*/ 1536191 w 4250541"/>
              <a:gd name="connsiteY63" fmla="*/ 1150426 h 5430742"/>
              <a:gd name="connsiteX64" fmla="*/ 1513457 w 4250541"/>
              <a:gd name="connsiteY64" fmla="*/ 1122369 h 5430742"/>
              <a:gd name="connsiteX65" fmla="*/ 1483125 w 4250541"/>
              <a:gd name="connsiteY65" fmla="*/ 1082061 h 5430742"/>
              <a:gd name="connsiteX66" fmla="*/ 1471654 w 4250541"/>
              <a:gd name="connsiteY66" fmla="*/ 1068738 h 5430742"/>
              <a:gd name="connsiteX67" fmla="*/ 1464905 w 4250541"/>
              <a:gd name="connsiteY67" fmla="*/ 1059713 h 5430742"/>
              <a:gd name="connsiteX68" fmla="*/ 1445498 w 4250541"/>
              <a:gd name="connsiteY68" fmla="*/ 1038360 h 5430742"/>
              <a:gd name="connsiteX69" fmla="*/ 1443597 w 4250541"/>
              <a:gd name="connsiteY69" fmla="*/ 1036151 h 5430742"/>
              <a:gd name="connsiteX70" fmla="*/ 1418214 w 4250541"/>
              <a:gd name="connsiteY70" fmla="*/ 1004826 h 5430742"/>
              <a:gd name="connsiteX71" fmla="*/ 1400848 w 4250541"/>
              <a:gd name="connsiteY71" fmla="*/ 986502 h 5430742"/>
              <a:gd name="connsiteX72" fmla="*/ 1379710 w 4250541"/>
              <a:gd name="connsiteY72" fmla="*/ 961952 h 5430742"/>
              <a:gd name="connsiteX73" fmla="*/ 1330781 w 4250541"/>
              <a:gd name="connsiteY73" fmla="*/ 912140 h 5430742"/>
              <a:gd name="connsiteX74" fmla="*/ 1309921 w 4250541"/>
              <a:gd name="connsiteY74" fmla="*/ 889188 h 5430742"/>
              <a:gd name="connsiteX75" fmla="*/ 1300542 w 4250541"/>
              <a:gd name="connsiteY75" fmla="*/ 880663 h 5430742"/>
              <a:gd name="connsiteX76" fmla="*/ 1289430 w 4250541"/>
              <a:gd name="connsiteY76" fmla="*/ 868939 h 5430742"/>
              <a:gd name="connsiteX77" fmla="*/ 1279804 w 4250541"/>
              <a:gd name="connsiteY77" fmla="*/ 860243 h 5430742"/>
              <a:gd name="connsiteX78" fmla="*/ 1268700 w 4250541"/>
              <a:gd name="connsiteY78" fmla="*/ 848938 h 5430742"/>
              <a:gd name="connsiteX79" fmla="*/ 1150496 w 4250541"/>
              <a:gd name="connsiteY79" fmla="*/ 743420 h 5430742"/>
              <a:gd name="connsiteX80" fmla="*/ 1150486 w 4250541"/>
              <a:gd name="connsiteY80" fmla="*/ 743411 h 5430742"/>
              <a:gd name="connsiteX81" fmla="*/ 1150463 w 4250541"/>
              <a:gd name="connsiteY81" fmla="*/ 743393 h 5430742"/>
              <a:gd name="connsiteX82" fmla="*/ 1143666 w 4250541"/>
              <a:gd name="connsiteY82" fmla="*/ 738084 h 5430742"/>
              <a:gd name="connsiteX83" fmla="*/ 1139396 w 4250541"/>
              <a:gd name="connsiteY83" fmla="*/ 734204 h 5430742"/>
              <a:gd name="connsiteX84" fmla="*/ 1122962 w 4250541"/>
              <a:gd name="connsiteY84" fmla="*/ 721915 h 5430742"/>
              <a:gd name="connsiteX85" fmla="*/ 1025462 w 4250541"/>
              <a:gd name="connsiteY85" fmla="*/ 645767 h 5430742"/>
              <a:gd name="connsiteX86" fmla="*/ 1012343 w 4250541"/>
              <a:gd name="connsiteY86" fmla="*/ 636847 h 5430742"/>
              <a:gd name="connsiteX87" fmla="*/ 1002028 w 4250541"/>
              <a:gd name="connsiteY87" fmla="*/ 628890 h 5430742"/>
              <a:gd name="connsiteX88" fmla="*/ 974432 w 4250541"/>
              <a:gd name="connsiteY88" fmla="*/ 610846 h 5430742"/>
              <a:gd name="connsiteX89" fmla="*/ 954536 w 4250541"/>
              <a:gd name="connsiteY89" fmla="*/ 595968 h 5430742"/>
              <a:gd name="connsiteX90" fmla="*/ 932796 w 4250541"/>
              <a:gd name="connsiteY90" fmla="*/ 582761 h 5430742"/>
              <a:gd name="connsiteX91" fmla="*/ 894019 w 4250541"/>
              <a:gd name="connsiteY91" fmla="*/ 556395 h 5430742"/>
              <a:gd name="connsiteX92" fmla="*/ 865984 w 4250541"/>
              <a:gd name="connsiteY92" fmla="*/ 539936 h 5430742"/>
              <a:gd name="connsiteX93" fmla="*/ 844706 w 4250541"/>
              <a:gd name="connsiteY93" fmla="*/ 526023 h 5430742"/>
              <a:gd name="connsiteX94" fmla="*/ 809192 w 4250541"/>
              <a:gd name="connsiteY94" fmla="*/ 506594 h 5430742"/>
              <a:gd name="connsiteX95" fmla="*/ 756550 w 4250541"/>
              <a:gd name="connsiteY95" fmla="*/ 475688 h 5430742"/>
              <a:gd name="connsiteX96" fmla="*/ 724333 w 4250541"/>
              <a:gd name="connsiteY96" fmla="*/ 460168 h 5430742"/>
              <a:gd name="connsiteX97" fmla="*/ 679166 w 4250541"/>
              <a:gd name="connsiteY97" fmla="*/ 435458 h 5430742"/>
              <a:gd name="connsiteX98" fmla="*/ 590676 w 4250541"/>
              <a:gd name="connsiteY98" fmla="*/ 395783 h 5430742"/>
              <a:gd name="connsiteX99" fmla="*/ 547706 w 4250541"/>
              <a:gd name="connsiteY99" fmla="*/ 375083 h 5430742"/>
              <a:gd name="connsiteX100" fmla="*/ 547706 w 4250541"/>
              <a:gd name="connsiteY100" fmla="*/ 375083 h 5430742"/>
              <a:gd name="connsiteX101" fmla="*/ 546642 w 4250541"/>
              <a:gd name="connsiteY101" fmla="*/ 374571 h 5430742"/>
              <a:gd name="connsiteX102" fmla="*/ 528809 w 4250541"/>
              <a:gd name="connsiteY102" fmla="*/ 368044 h 5430742"/>
              <a:gd name="connsiteX103" fmla="*/ 506055 w 4250541"/>
              <a:gd name="connsiteY103" fmla="*/ 357842 h 5430742"/>
              <a:gd name="connsiteX104" fmla="*/ 326021 w 4250541"/>
              <a:gd name="connsiteY104" fmla="*/ 293822 h 5430742"/>
              <a:gd name="connsiteX105" fmla="*/ 316393 w 4250541"/>
              <a:gd name="connsiteY105" fmla="*/ 291346 h 5430742"/>
              <a:gd name="connsiteX106" fmla="*/ 478225 w 4250541"/>
              <a:gd name="connsiteY106" fmla="*/ 213387 h 5430742"/>
              <a:gd name="connsiteX107" fmla="*/ 1535170 w 4250541"/>
              <a:gd name="connsiteY107" fmla="*/ 0 h 5430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4250541" h="5430742">
                <a:moveTo>
                  <a:pt x="1535170" y="0"/>
                </a:moveTo>
                <a:cubicBezTo>
                  <a:pt x="3034828" y="0"/>
                  <a:pt x="4250541" y="1215713"/>
                  <a:pt x="4250541" y="2715371"/>
                </a:cubicBezTo>
                <a:cubicBezTo>
                  <a:pt x="4250541" y="4215029"/>
                  <a:pt x="3034828" y="5430742"/>
                  <a:pt x="1535170" y="5430742"/>
                </a:cubicBezTo>
                <a:cubicBezTo>
                  <a:pt x="972799" y="5430742"/>
                  <a:pt x="450357" y="5259783"/>
                  <a:pt x="16981" y="4967000"/>
                </a:cubicBezTo>
                <a:lnTo>
                  <a:pt x="0" y="4954302"/>
                </a:lnTo>
                <a:lnTo>
                  <a:pt x="95894" y="4939667"/>
                </a:lnTo>
                <a:cubicBezTo>
                  <a:pt x="164284" y="4925673"/>
                  <a:pt x="231614" y="4908771"/>
                  <a:pt x="297750" y="4889096"/>
                </a:cubicBezTo>
                <a:lnTo>
                  <a:pt x="312860" y="4883881"/>
                </a:lnTo>
                <a:lnTo>
                  <a:pt x="326022" y="4880496"/>
                </a:lnTo>
                <a:lnTo>
                  <a:pt x="437309" y="4840923"/>
                </a:lnTo>
                <a:lnTo>
                  <a:pt x="492443" y="4821891"/>
                </a:lnTo>
                <a:lnTo>
                  <a:pt x="498889" y="4819025"/>
                </a:lnTo>
                <a:lnTo>
                  <a:pt x="506056" y="4816476"/>
                </a:lnTo>
                <a:lnTo>
                  <a:pt x="528815" y="4806272"/>
                </a:lnTo>
                <a:lnTo>
                  <a:pt x="546642" y="4799747"/>
                </a:lnTo>
                <a:lnTo>
                  <a:pt x="590647" y="4778549"/>
                </a:lnTo>
                <a:lnTo>
                  <a:pt x="679167" y="4738860"/>
                </a:lnTo>
                <a:lnTo>
                  <a:pt x="724345" y="4714144"/>
                </a:lnTo>
                <a:lnTo>
                  <a:pt x="756549" y="4698630"/>
                </a:lnTo>
                <a:lnTo>
                  <a:pt x="791393" y="4677462"/>
                </a:lnTo>
                <a:lnTo>
                  <a:pt x="844707" y="4648294"/>
                </a:lnTo>
                <a:lnTo>
                  <a:pt x="851045" y="4644150"/>
                </a:lnTo>
                <a:lnTo>
                  <a:pt x="857108" y="4640809"/>
                </a:lnTo>
                <a:lnTo>
                  <a:pt x="905280" y="4608688"/>
                </a:lnTo>
                <a:lnTo>
                  <a:pt x="914209" y="4602850"/>
                </a:lnTo>
                <a:lnTo>
                  <a:pt x="954536" y="4578350"/>
                </a:lnTo>
                <a:lnTo>
                  <a:pt x="974436" y="4563469"/>
                </a:lnTo>
                <a:lnTo>
                  <a:pt x="1002029" y="4545427"/>
                </a:lnTo>
                <a:lnTo>
                  <a:pt x="1014003" y="4536191"/>
                </a:lnTo>
                <a:lnTo>
                  <a:pt x="1025461" y="4528550"/>
                </a:lnTo>
                <a:lnTo>
                  <a:pt x="1075145" y="4489026"/>
                </a:lnTo>
                <a:lnTo>
                  <a:pt x="1111772" y="4460771"/>
                </a:lnTo>
                <a:lnTo>
                  <a:pt x="1139396" y="4440114"/>
                </a:lnTo>
                <a:lnTo>
                  <a:pt x="1144142" y="4435801"/>
                </a:lnTo>
                <a:lnTo>
                  <a:pt x="1150487" y="4430906"/>
                </a:lnTo>
                <a:lnTo>
                  <a:pt x="1167329" y="4415691"/>
                </a:lnTo>
                <a:lnTo>
                  <a:pt x="1183418" y="4402891"/>
                </a:lnTo>
                <a:lnTo>
                  <a:pt x="1228343" y="4360568"/>
                </a:lnTo>
                <a:lnTo>
                  <a:pt x="1289431" y="4305378"/>
                </a:lnTo>
                <a:lnTo>
                  <a:pt x="1300542" y="4293655"/>
                </a:lnTo>
                <a:lnTo>
                  <a:pt x="1309921" y="4285130"/>
                </a:lnTo>
                <a:lnTo>
                  <a:pt x="1318876" y="4275278"/>
                </a:lnTo>
                <a:lnTo>
                  <a:pt x="1330168" y="4264639"/>
                </a:lnTo>
                <a:lnTo>
                  <a:pt x="1368616" y="4221826"/>
                </a:lnTo>
                <a:lnTo>
                  <a:pt x="1418215" y="4169491"/>
                </a:lnTo>
                <a:lnTo>
                  <a:pt x="1442230" y="4139854"/>
                </a:lnTo>
                <a:lnTo>
                  <a:pt x="1464821" y="4114698"/>
                </a:lnTo>
                <a:lnTo>
                  <a:pt x="1464905" y="4114605"/>
                </a:lnTo>
                <a:lnTo>
                  <a:pt x="1464985" y="4114499"/>
                </a:lnTo>
                <a:lnTo>
                  <a:pt x="1465008" y="4114468"/>
                </a:lnTo>
                <a:lnTo>
                  <a:pt x="1464918" y="4114588"/>
                </a:lnTo>
                <a:lnTo>
                  <a:pt x="1473422" y="4103357"/>
                </a:lnTo>
                <a:lnTo>
                  <a:pt x="1535170" y="4106573"/>
                </a:lnTo>
                <a:cubicBezTo>
                  <a:pt x="2279989" y="4106573"/>
                  <a:pt x="2883785" y="3483710"/>
                  <a:pt x="2883785" y="2715370"/>
                </a:cubicBezTo>
                <a:cubicBezTo>
                  <a:pt x="2883785" y="1995051"/>
                  <a:pt x="2353105" y="1402593"/>
                  <a:pt x="1673058" y="1331350"/>
                </a:cubicBezTo>
                <a:lnTo>
                  <a:pt x="1658128" y="1330573"/>
                </a:lnTo>
                <a:lnTo>
                  <a:pt x="1652359" y="1321748"/>
                </a:lnTo>
                <a:lnTo>
                  <a:pt x="1642713" y="1305089"/>
                </a:lnTo>
                <a:lnTo>
                  <a:pt x="1623524" y="1277227"/>
                </a:lnTo>
                <a:lnTo>
                  <a:pt x="1603141" y="1244573"/>
                </a:lnTo>
                <a:lnTo>
                  <a:pt x="1593220" y="1231306"/>
                </a:lnTo>
                <a:lnTo>
                  <a:pt x="1578553" y="1208875"/>
                </a:lnTo>
                <a:lnTo>
                  <a:pt x="1553700" y="1175848"/>
                </a:lnTo>
                <a:lnTo>
                  <a:pt x="1536191" y="1150426"/>
                </a:lnTo>
                <a:lnTo>
                  <a:pt x="1513457" y="1122369"/>
                </a:lnTo>
                <a:lnTo>
                  <a:pt x="1483125" y="1082061"/>
                </a:lnTo>
                <a:lnTo>
                  <a:pt x="1471654" y="1068738"/>
                </a:lnTo>
                <a:lnTo>
                  <a:pt x="1464905" y="1059713"/>
                </a:lnTo>
                <a:lnTo>
                  <a:pt x="1445498" y="1038360"/>
                </a:lnTo>
                <a:lnTo>
                  <a:pt x="1443597" y="1036151"/>
                </a:lnTo>
                <a:lnTo>
                  <a:pt x="1418214" y="1004826"/>
                </a:lnTo>
                <a:lnTo>
                  <a:pt x="1400848" y="986502"/>
                </a:lnTo>
                <a:lnTo>
                  <a:pt x="1379710" y="961952"/>
                </a:lnTo>
                <a:lnTo>
                  <a:pt x="1330781" y="912140"/>
                </a:lnTo>
                <a:lnTo>
                  <a:pt x="1309921" y="889188"/>
                </a:lnTo>
                <a:lnTo>
                  <a:pt x="1300542" y="880663"/>
                </a:lnTo>
                <a:lnTo>
                  <a:pt x="1289430" y="868939"/>
                </a:lnTo>
                <a:lnTo>
                  <a:pt x="1279804" y="860243"/>
                </a:lnTo>
                <a:lnTo>
                  <a:pt x="1268700" y="848938"/>
                </a:lnTo>
                <a:lnTo>
                  <a:pt x="1150496" y="743420"/>
                </a:lnTo>
                <a:lnTo>
                  <a:pt x="1150486" y="743411"/>
                </a:lnTo>
                <a:lnTo>
                  <a:pt x="1150463" y="743393"/>
                </a:lnTo>
                <a:lnTo>
                  <a:pt x="1143666" y="738084"/>
                </a:lnTo>
                <a:lnTo>
                  <a:pt x="1139396" y="734204"/>
                </a:lnTo>
                <a:lnTo>
                  <a:pt x="1122962" y="721915"/>
                </a:lnTo>
                <a:lnTo>
                  <a:pt x="1025462" y="645767"/>
                </a:lnTo>
                <a:lnTo>
                  <a:pt x="1012343" y="636847"/>
                </a:lnTo>
                <a:lnTo>
                  <a:pt x="1002028" y="628890"/>
                </a:lnTo>
                <a:lnTo>
                  <a:pt x="974432" y="610846"/>
                </a:lnTo>
                <a:lnTo>
                  <a:pt x="954536" y="595968"/>
                </a:lnTo>
                <a:lnTo>
                  <a:pt x="932796" y="582761"/>
                </a:lnTo>
                <a:lnTo>
                  <a:pt x="894019" y="556395"/>
                </a:lnTo>
                <a:lnTo>
                  <a:pt x="865984" y="539936"/>
                </a:lnTo>
                <a:lnTo>
                  <a:pt x="844706" y="526023"/>
                </a:lnTo>
                <a:lnTo>
                  <a:pt x="809192" y="506594"/>
                </a:lnTo>
                <a:lnTo>
                  <a:pt x="756550" y="475688"/>
                </a:lnTo>
                <a:lnTo>
                  <a:pt x="724333" y="460168"/>
                </a:lnTo>
                <a:lnTo>
                  <a:pt x="679166" y="435458"/>
                </a:lnTo>
                <a:lnTo>
                  <a:pt x="590676" y="395783"/>
                </a:lnTo>
                <a:lnTo>
                  <a:pt x="547706" y="375083"/>
                </a:lnTo>
                <a:lnTo>
                  <a:pt x="547706" y="375083"/>
                </a:lnTo>
                <a:lnTo>
                  <a:pt x="546642" y="374571"/>
                </a:lnTo>
                <a:lnTo>
                  <a:pt x="528809" y="368044"/>
                </a:lnTo>
                <a:lnTo>
                  <a:pt x="506055" y="357842"/>
                </a:lnTo>
                <a:cubicBezTo>
                  <a:pt x="447162" y="334200"/>
                  <a:pt x="387114" y="312824"/>
                  <a:pt x="326021" y="293822"/>
                </a:cubicBezTo>
                <a:lnTo>
                  <a:pt x="316393" y="291346"/>
                </a:lnTo>
                <a:lnTo>
                  <a:pt x="478225" y="213387"/>
                </a:lnTo>
                <a:cubicBezTo>
                  <a:pt x="803088" y="75982"/>
                  <a:pt x="1160256" y="0"/>
                  <a:pt x="1535170" y="0"/>
                </a:cubicBezTo>
                <a:close/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00" name="任意多边形: 形状 1099">
            <a:extLst>
              <a:ext uri="{FF2B5EF4-FFF2-40B4-BE49-F238E27FC236}">
                <a16:creationId xmlns:a16="http://schemas.microsoft.com/office/drawing/2014/main" id="{8165AE67-171E-5377-3D53-CABDC9C621E3}"/>
              </a:ext>
            </a:extLst>
          </p:cNvPr>
          <p:cNvSpPr/>
          <p:nvPr/>
        </p:nvSpPr>
        <p:spPr>
          <a:xfrm>
            <a:off x="1958286" y="959936"/>
            <a:ext cx="3335515" cy="4802588"/>
          </a:xfrm>
          <a:custGeom>
            <a:avLst/>
            <a:gdLst>
              <a:gd name="connsiteX0" fmla="*/ 2401294 w 3335515"/>
              <a:gd name="connsiteY0" fmla="*/ 0 h 4802588"/>
              <a:gd name="connsiteX1" fmla="*/ 3115365 w 3335515"/>
              <a:gd name="connsiteY1" fmla="*/ 107957 h 4802588"/>
              <a:gd name="connsiteX2" fmla="*/ 3318153 w 3335515"/>
              <a:gd name="connsiteY2" fmla="*/ 182179 h 4802588"/>
              <a:gd name="connsiteX3" fmla="*/ 3335515 w 3335515"/>
              <a:gd name="connsiteY3" fmla="*/ 189963 h 4802588"/>
              <a:gd name="connsiteX4" fmla="*/ 3122198 w 3335515"/>
              <a:gd name="connsiteY4" fmla="*/ 293496 h 4802588"/>
              <a:gd name="connsiteX5" fmla="*/ 2377660 w 3335515"/>
              <a:gd name="connsiteY5" fmla="*/ 911967 h 4802588"/>
              <a:gd name="connsiteX6" fmla="*/ 2343826 w 3335515"/>
              <a:gd name="connsiteY6" fmla="*/ 957554 h 4802588"/>
              <a:gd name="connsiteX7" fmla="*/ 2253383 w 3335515"/>
              <a:gd name="connsiteY7" fmla="*/ 962121 h 4802588"/>
              <a:gd name="connsiteX8" fmla="*/ 2109745 w 3335515"/>
              <a:gd name="connsiteY8" fmla="*/ 984043 h 4802588"/>
              <a:gd name="connsiteX9" fmla="*/ 2089362 w 3335515"/>
              <a:gd name="connsiteY9" fmla="*/ 989284 h 4802588"/>
              <a:gd name="connsiteX10" fmla="*/ 2089361 w 3335515"/>
              <a:gd name="connsiteY10" fmla="*/ 989285 h 4802588"/>
              <a:gd name="connsiteX11" fmla="*/ 1971107 w 3335515"/>
              <a:gd name="connsiteY11" fmla="*/ 1019691 h 4802588"/>
              <a:gd name="connsiteX12" fmla="*/ 954653 w 3335515"/>
              <a:gd name="connsiteY12" fmla="*/ 2401294 h 4802588"/>
              <a:gd name="connsiteX13" fmla="*/ 1971107 w 3335515"/>
              <a:gd name="connsiteY13" fmla="*/ 3782897 h 4802588"/>
              <a:gd name="connsiteX14" fmla="*/ 1971162 w 3335515"/>
              <a:gd name="connsiteY14" fmla="*/ 3782911 h 4802588"/>
              <a:gd name="connsiteX15" fmla="*/ 2074588 w 3335515"/>
              <a:gd name="connsiteY15" fmla="*/ 3810890 h 4802588"/>
              <a:gd name="connsiteX16" fmla="*/ 2095707 w 3335515"/>
              <a:gd name="connsiteY16" fmla="*/ 3814935 h 4802588"/>
              <a:gd name="connsiteX17" fmla="*/ 2109745 w 3335515"/>
              <a:gd name="connsiteY17" fmla="*/ 3818544 h 4802588"/>
              <a:gd name="connsiteX18" fmla="*/ 2133428 w 3335515"/>
              <a:gd name="connsiteY18" fmla="*/ 3822159 h 4802588"/>
              <a:gd name="connsiteX19" fmla="*/ 2157259 w 3335515"/>
              <a:gd name="connsiteY19" fmla="*/ 3826723 h 4802588"/>
              <a:gd name="connsiteX20" fmla="*/ 2232364 w 3335515"/>
              <a:gd name="connsiteY20" fmla="*/ 3951278 h 4802588"/>
              <a:gd name="connsiteX21" fmla="*/ 2914098 w 3335515"/>
              <a:gd name="connsiteY21" fmla="*/ 4638138 h 4802588"/>
              <a:gd name="connsiteX22" fmla="*/ 3038629 w 3335515"/>
              <a:gd name="connsiteY22" fmla="*/ 4714362 h 4802588"/>
              <a:gd name="connsiteX23" fmla="*/ 2885238 w 3335515"/>
              <a:gd name="connsiteY23" fmla="*/ 4753802 h 4802588"/>
              <a:gd name="connsiteX24" fmla="*/ 2789344 w 3335515"/>
              <a:gd name="connsiteY24" fmla="*/ 4768437 h 4802588"/>
              <a:gd name="connsiteX25" fmla="*/ 2789344 w 3335515"/>
              <a:gd name="connsiteY25" fmla="*/ 4768437 h 4802588"/>
              <a:gd name="connsiteX26" fmla="*/ 2646812 w 3335515"/>
              <a:gd name="connsiteY26" fmla="*/ 4790190 h 4802588"/>
              <a:gd name="connsiteX27" fmla="*/ 2401294 w 3335515"/>
              <a:gd name="connsiteY27" fmla="*/ 4802588 h 4802588"/>
              <a:gd name="connsiteX28" fmla="*/ 0 w 3335515"/>
              <a:gd name="connsiteY28" fmla="*/ 2401294 h 4802588"/>
              <a:gd name="connsiteX29" fmla="*/ 2401294 w 3335515"/>
              <a:gd name="connsiteY29" fmla="*/ 0 h 480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335515" h="4802588">
                <a:moveTo>
                  <a:pt x="2401294" y="0"/>
                </a:moveTo>
                <a:cubicBezTo>
                  <a:pt x="2649956" y="0"/>
                  <a:pt x="2889791" y="37796"/>
                  <a:pt x="3115365" y="107957"/>
                </a:cubicBezTo>
                <a:lnTo>
                  <a:pt x="3318153" y="182179"/>
                </a:lnTo>
                <a:lnTo>
                  <a:pt x="3335515" y="189963"/>
                </a:lnTo>
                <a:lnTo>
                  <a:pt x="3122198" y="293496"/>
                </a:lnTo>
                <a:cubicBezTo>
                  <a:pt x="2836097" y="450084"/>
                  <a:pt x="2583407" y="660786"/>
                  <a:pt x="2377660" y="911967"/>
                </a:cubicBezTo>
                <a:lnTo>
                  <a:pt x="2343826" y="957554"/>
                </a:lnTo>
                <a:lnTo>
                  <a:pt x="2253383" y="962121"/>
                </a:lnTo>
                <a:cubicBezTo>
                  <a:pt x="2204751" y="967060"/>
                  <a:pt x="2156831" y="974408"/>
                  <a:pt x="2109745" y="984043"/>
                </a:cubicBezTo>
                <a:lnTo>
                  <a:pt x="2089362" y="989284"/>
                </a:lnTo>
                <a:lnTo>
                  <a:pt x="2089361" y="989285"/>
                </a:lnTo>
                <a:lnTo>
                  <a:pt x="1971107" y="1019691"/>
                </a:lnTo>
                <a:cubicBezTo>
                  <a:pt x="1382225" y="1202853"/>
                  <a:pt x="954653" y="1752141"/>
                  <a:pt x="954653" y="2401294"/>
                </a:cubicBezTo>
                <a:cubicBezTo>
                  <a:pt x="954653" y="3050448"/>
                  <a:pt x="1382225" y="3599736"/>
                  <a:pt x="1971107" y="3782897"/>
                </a:cubicBezTo>
                <a:lnTo>
                  <a:pt x="1971162" y="3782911"/>
                </a:lnTo>
                <a:lnTo>
                  <a:pt x="2074588" y="3810890"/>
                </a:lnTo>
                <a:lnTo>
                  <a:pt x="2095707" y="3814935"/>
                </a:lnTo>
                <a:lnTo>
                  <a:pt x="2109745" y="3818544"/>
                </a:lnTo>
                <a:lnTo>
                  <a:pt x="2133428" y="3822159"/>
                </a:lnTo>
                <a:lnTo>
                  <a:pt x="2157259" y="3826723"/>
                </a:lnTo>
                <a:lnTo>
                  <a:pt x="2232364" y="3951278"/>
                </a:lnTo>
                <a:cubicBezTo>
                  <a:pt x="2413793" y="4221847"/>
                  <a:pt x="2645548" y="4455345"/>
                  <a:pt x="2914098" y="4638138"/>
                </a:cubicBezTo>
                <a:lnTo>
                  <a:pt x="3038629" y="4714362"/>
                </a:lnTo>
                <a:lnTo>
                  <a:pt x="2885238" y="4753802"/>
                </a:lnTo>
                <a:lnTo>
                  <a:pt x="2789344" y="4768437"/>
                </a:lnTo>
                <a:lnTo>
                  <a:pt x="2789344" y="4768437"/>
                </a:lnTo>
                <a:lnTo>
                  <a:pt x="2646812" y="4790190"/>
                </a:lnTo>
                <a:cubicBezTo>
                  <a:pt x="2566088" y="4798389"/>
                  <a:pt x="2484182" y="4802588"/>
                  <a:pt x="2401294" y="4802588"/>
                </a:cubicBezTo>
                <a:cubicBezTo>
                  <a:pt x="1075096" y="4802588"/>
                  <a:pt x="0" y="3727492"/>
                  <a:pt x="0" y="2401294"/>
                </a:cubicBezTo>
                <a:cubicBezTo>
                  <a:pt x="0" y="1075096"/>
                  <a:pt x="1075096" y="0"/>
                  <a:pt x="2401294" y="0"/>
                </a:cubicBezTo>
                <a:close/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85" name="任意多边形: 形状 1084">
            <a:extLst>
              <a:ext uri="{FF2B5EF4-FFF2-40B4-BE49-F238E27FC236}">
                <a16:creationId xmlns:a16="http://schemas.microsoft.com/office/drawing/2014/main" id="{89D4522D-08CE-4D11-E6B0-88B30EEE36F4}"/>
              </a:ext>
            </a:extLst>
          </p:cNvPr>
          <p:cNvSpPr/>
          <p:nvPr/>
        </p:nvSpPr>
        <p:spPr>
          <a:xfrm>
            <a:off x="3567428" y="1914588"/>
            <a:ext cx="1798280" cy="2893282"/>
          </a:xfrm>
          <a:custGeom>
            <a:avLst/>
            <a:gdLst>
              <a:gd name="connsiteX0" fmla="*/ 792150 w 1798280"/>
              <a:gd name="connsiteY0" fmla="*/ 0 h 2893282"/>
              <a:gd name="connsiteX1" fmla="*/ 1712348 w 1798280"/>
              <a:gd name="connsiteY1" fmla="*/ 330342 h 2893282"/>
              <a:gd name="connsiteX2" fmla="*/ 1798280 w 1798280"/>
              <a:gd name="connsiteY2" fmla="*/ 408442 h 2893282"/>
              <a:gd name="connsiteX3" fmla="*/ 1798280 w 1798280"/>
              <a:gd name="connsiteY3" fmla="*/ 408442 h 2893282"/>
              <a:gd name="connsiteX4" fmla="*/ 1771264 w 1798280"/>
              <a:gd name="connsiteY4" fmla="*/ 428644 h 2893282"/>
              <a:gd name="connsiteX5" fmla="*/ 1230715 w 1798280"/>
              <a:gd name="connsiteY5" fmla="*/ 1574854 h 2893282"/>
              <a:gd name="connsiteX6" fmla="*/ 1616596 w 1798280"/>
              <a:gd name="connsiteY6" fmla="*/ 2573607 h 2893282"/>
              <a:gd name="connsiteX7" fmla="*/ 1651342 w 1798280"/>
              <a:gd name="connsiteY7" fmla="*/ 2608560 h 2893282"/>
              <a:gd name="connsiteX8" fmla="*/ 1600981 w 1798280"/>
              <a:gd name="connsiteY8" fmla="*/ 2646219 h 2893282"/>
              <a:gd name="connsiteX9" fmla="*/ 792150 w 1798280"/>
              <a:gd name="connsiteY9" fmla="*/ 2893282 h 2893282"/>
              <a:gd name="connsiteX10" fmla="*/ 792075 w 1798280"/>
              <a:gd name="connsiteY10" fmla="*/ 2893279 h 2893282"/>
              <a:gd name="connsiteX11" fmla="*/ 658849 w 1798280"/>
              <a:gd name="connsiteY11" fmla="*/ 2886552 h 2893282"/>
              <a:gd name="connsiteX12" fmla="*/ 620002 w 1798280"/>
              <a:gd name="connsiteY12" fmla="*/ 2882115 h 2893282"/>
              <a:gd name="connsiteX13" fmla="*/ 610497 w 1798280"/>
              <a:gd name="connsiteY13" fmla="*/ 2880664 h 2893282"/>
              <a:gd name="connsiteX14" fmla="*/ 524285 w 1798280"/>
              <a:gd name="connsiteY14" fmla="*/ 2867507 h 2893282"/>
              <a:gd name="connsiteX15" fmla="*/ 486564 w 1798280"/>
              <a:gd name="connsiteY15" fmla="*/ 2860283 h 2893282"/>
              <a:gd name="connsiteX16" fmla="*/ 362019 w 1798280"/>
              <a:gd name="connsiteY16" fmla="*/ 2828259 h 2893282"/>
              <a:gd name="connsiteX17" fmla="*/ 361963 w 1798280"/>
              <a:gd name="connsiteY17" fmla="*/ 2828244 h 2893282"/>
              <a:gd name="connsiteX18" fmla="*/ 296473 w 1798280"/>
              <a:gd name="connsiteY18" fmla="*/ 2804274 h 2893282"/>
              <a:gd name="connsiteX19" fmla="*/ 213387 w 1798280"/>
              <a:gd name="connsiteY19" fmla="*/ 2631799 h 2893282"/>
              <a:gd name="connsiteX20" fmla="*/ 0 w 1798280"/>
              <a:gd name="connsiteY20" fmla="*/ 1574854 h 2893282"/>
              <a:gd name="connsiteX21" fmla="*/ 463743 w 1798280"/>
              <a:gd name="connsiteY21" fmla="*/ 56664 h 2893282"/>
              <a:gd name="connsiteX22" fmla="*/ 480218 w 1798280"/>
              <a:gd name="connsiteY22" fmla="*/ 34633 h 2893282"/>
              <a:gd name="connsiteX23" fmla="*/ 500602 w 1798280"/>
              <a:gd name="connsiteY23" fmla="*/ 29392 h 2893282"/>
              <a:gd name="connsiteX24" fmla="*/ 644240 w 1798280"/>
              <a:gd name="connsiteY24" fmla="*/ 7470 h 2893282"/>
              <a:gd name="connsiteX25" fmla="*/ 734682 w 1798280"/>
              <a:gd name="connsiteY25" fmla="*/ 2903 h 2893282"/>
              <a:gd name="connsiteX26" fmla="*/ 734682 w 1798280"/>
              <a:gd name="connsiteY26" fmla="*/ 2903 h 2893282"/>
              <a:gd name="connsiteX27" fmla="*/ 792151 w 1798280"/>
              <a:gd name="connsiteY27" fmla="*/ 1 h 2893282"/>
              <a:gd name="connsiteX28" fmla="*/ 734682 w 1798280"/>
              <a:gd name="connsiteY28" fmla="*/ 2903 h 2893282"/>
              <a:gd name="connsiteX29" fmla="*/ 734683 w 1798280"/>
              <a:gd name="connsiteY29" fmla="*/ 2902 h 2893282"/>
              <a:gd name="connsiteX30" fmla="*/ 792150 w 1798280"/>
              <a:gd name="connsiteY30" fmla="*/ 0 h 2893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798280" h="2893282">
                <a:moveTo>
                  <a:pt x="792150" y="0"/>
                </a:moveTo>
                <a:cubicBezTo>
                  <a:pt x="1141694" y="0"/>
                  <a:pt x="1462284" y="123971"/>
                  <a:pt x="1712348" y="330342"/>
                </a:cubicBezTo>
                <a:lnTo>
                  <a:pt x="1798280" y="408442"/>
                </a:lnTo>
                <a:lnTo>
                  <a:pt x="1798280" y="408442"/>
                </a:lnTo>
                <a:lnTo>
                  <a:pt x="1771264" y="428644"/>
                </a:lnTo>
                <a:cubicBezTo>
                  <a:pt x="1441137" y="701089"/>
                  <a:pt x="1230715" y="1113398"/>
                  <a:pt x="1230715" y="1574854"/>
                </a:cubicBezTo>
                <a:cubicBezTo>
                  <a:pt x="1230715" y="1959401"/>
                  <a:pt x="1376842" y="2309818"/>
                  <a:pt x="1616596" y="2573607"/>
                </a:cubicBezTo>
                <a:lnTo>
                  <a:pt x="1651342" y="2608560"/>
                </a:lnTo>
                <a:lnTo>
                  <a:pt x="1600981" y="2646219"/>
                </a:lnTo>
                <a:cubicBezTo>
                  <a:pt x="1370096" y="2802202"/>
                  <a:pt x="1091759" y="2893282"/>
                  <a:pt x="792150" y="2893282"/>
                </a:cubicBezTo>
                <a:lnTo>
                  <a:pt x="792075" y="2893279"/>
                </a:lnTo>
                <a:lnTo>
                  <a:pt x="658849" y="2886552"/>
                </a:lnTo>
                <a:lnTo>
                  <a:pt x="620002" y="2882115"/>
                </a:lnTo>
                <a:lnTo>
                  <a:pt x="610497" y="2880664"/>
                </a:lnTo>
                <a:lnTo>
                  <a:pt x="524285" y="2867507"/>
                </a:lnTo>
                <a:lnTo>
                  <a:pt x="486564" y="2860283"/>
                </a:lnTo>
                <a:lnTo>
                  <a:pt x="362019" y="2828259"/>
                </a:lnTo>
                <a:lnTo>
                  <a:pt x="361963" y="2828244"/>
                </a:lnTo>
                <a:lnTo>
                  <a:pt x="296473" y="2804274"/>
                </a:lnTo>
                <a:lnTo>
                  <a:pt x="213387" y="2631799"/>
                </a:lnTo>
                <a:cubicBezTo>
                  <a:pt x="75982" y="2306937"/>
                  <a:pt x="0" y="1949769"/>
                  <a:pt x="0" y="1574854"/>
                </a:cubicBezTo>
                <a:cubicBezTo>
                  <a:pt x="0" y="1012482"/>
                  <a:pt x="170960" y="490040"/>
                  <a:pt x="463743" y="56664"/>
                </a:cubicBezTo>
                <a:lnTo>
                  <a:pt x="480218" y="34633"/>
                </a:lnTo>
                <a:lnTo>
                  <a:pt x="500602" y="29392"/>
                </a:lnTo>
                <a:cubicBezTo>
                  <a:pt x="547689" y="19756"/>
                  <a:pt x="595609" y="12409"/>
                  <a:pt x="644240" y="7470"/>
                </a:cubicBezTo>
                <a:lnTo>
                  <a:pt x="734682" y="2903"/>
                </a:lnTo>
                <a:lnTo>
                  <a:pt x="734682" y="2903"/>
                </a:lnTo>
                <a:lnTo>
                  <a:pt x="792151" y="1"/>
                </a:lnTo>
                <a:lnTo>
                  <a:pt x="734682" y="2903"/>
                </a:lnTo>
                <a:lnTo>
                  <a:pt x="734683" y="2902"/>
                </a:lnTo>
                <a:lnTo>
                  <a:pt x="792150" y="0"/>
                </a:lnTo>
                <a:close/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2" name="任意多边形: 形状 1041">
            <a:extLst>
              <a:ext uri="{FF2B5EF4-FFF2-40B4-BE49-F238E27FC236}">
                <a16:creationId xmlns:a16="http://schemas.microsoft.com/office/drawing/2014/main" id="{EC12D29E-F778-CA32-B5A7-192B86DB2660}"/>
              </a:ext>
            </a:extLst>
          </p:cNvPr>
          <p:cNvSpPr/>
          <p:nvPr/>
        </p:nvSpPr>
        <p:spPr>
          <a:xfrm>
            <a:off x="5642436" y="2625019"/>
            <a:ext cx="1118437" cy="1728842"/>
          </a:xfrm>
          <a:custGeom>
            <a:avLst/>
            <a:gdLst>
              <a:gd name="connsiteX0" fmla="*/ 641111 w 1118437"/>
              <a:gd name="connsiteY0" fmla="*/ 0 h 1728842"/>
              <a:gd name="connsiteX1" fmla="*/ 962628 w 1118437"/>
              <a:gd name="connsiteY1" fmla="*/ 67931 h 1728842"/>
              <a:gd name="connsiteX2" fmla="*/ 1032453 w 1118437"/>
              <a:gd name="connsiteY2" fmla="*/ 107593 h 1728842"/>
              <a:gd name="connsiteX3" fmla="*/ 1059183 w 1118437"/>
              <a:gd name="connsiteY3" fmla="*/ 211549 h 1728842"/>
              <a:gd name="connsiteX4" fmla="*/ 1075210 w 1118437"/>
              <a:gd name="connsiteY4" fmla="*/ 288685 h 1728842"/>
              <a:gd name="connsiteX5" fmla="*/ 1098372 w 1118437"/>
              <a:gd name="connsiteY5" fmla="*/ 440450 h 1728842"/>
              <a:gd name="connsiteX6" fmla="*/ 1104594 w 1118437"/>
              <a:gd name="connsiteY6" fmla="*/ 490710 h 1728842"/>
              <a:gd name="connsiteX7" fmla="*/ 1107390 w 1118437"/>
              <a:gd name="connsiteY7" fmla="*/ 517427 h 1728842"/>
              <a:gd name="connsiteX8" fmla="*/ 1118433 w 1118437"/>
              <a:gd name="connsiteY8" fmla="*/ 736110 h 1728842"/>
              <a:gd name="connsiteX9" fmla="*/ 1118437 w 1118437"/>
              <a:gd name="connsiteY9" fmla="*/ 736210 h 1728842"/>
              <a:gd name="connsiteX10" fmla="*/ 1118430 w 1118437"/>
              <a:gd name="connsiteY10" fmla="*/ 736369 h 1728842"/>
              <a:gd name="connsiteX11" fmla="*/ 1107264 w 1118437"/>
              <a:gd name="connsiteY11" fmla="*/ 957497 h 1728842"/>
              <a:gd name="connsiteX12" fmla="*/ 1103343 w 1118437"/>
              <a:gd name="connsiteY12" fmla="*/ 991825 h 1728842"/>
              <a:gd name="connsiteX13" fmla="*/ 1100876 w 1118437"/>
              <a:gd name="connsiteY13" fmla="*/ 1011757 h 1728842"/>
              <a:gd name="connsiteX14" fmla="*/ 1096840 w 1118437"/>
              <a:gd name="connsiteY14" fmla="*/ 1042013 h 1728842"/>
              <a:gd name="connsiteX15" fmla="*/ 1075649 w 1118437"/>
              <a:gd name="connsiteY15" fmla="*/ 1180865 h 1728842"/>
              <a:gd name="connsiteX16" fmla="*/ 1073775 w 1118437"/>
              <a:gd name="connsiteY16" fmla="*/ 1190647 h 1728842"/>
              <a:gd name="connsiteX17" fmla="*/ 1066489 w 1118437"/>
              <a:gd name="connsiteY17" fmla="*/ 1225714 h 1728842"/>
              <a:gd name="connsiteX18" fmla="*/ 1054706 w 1118437"/>
              <a:gd name="connsiteY18" fmla="*/ 1278282 h 1728842"/>
              <a:gd name="connsiteX19" fmla="*/ 1025217 w 1118437"/>
              <a:gd name="connsiteY19" fmla="*/ 1392972 h 1728842"/>
              <a:gd name="connsiteX20" fmla="*/ 1022475 w 1118437"/>
              <a:gd name="connsiteY20" fmla="*/ 1403637 h 1728842"/>
              <a:gd name="connsiteX21" fmla="*/ 1016002 w 1118437"/>
              <a:gd name="connsiteY21" fmla="*/ 1425653 h 1728842"/>
              <a:gd name="connsiteX22" fmla="*/ 993014 w 1118437"/>
              <a:gd name="connsiteY22" fmla="*/ 1498005 h 1728842"/>
              <a:gd name="connsiteX23" fmla="*/ 980927 w 1118437"/>
              <a:gd name="connsiteY23" fmla="*/ 1531030 h 1728842"/>
              <a:gd name="connsiteX24" fmla="*/ 946914 w 1118437"/>
              <a:gd name="connsiteY24" fmla="*/ 1623959 h 1728842"/>
              <a:gd name="connsiteX25" fmla="*/ 925671 w 1118437"/>
              <a:gd name="connsiteY25" fmla="*/ 1675068 h 1728842"/>
              <a:gd name="connsiteX26" fmla="*/ 886739 w 1118437"/>
              <a:gd name="connsiteY26" fmla="*/ 1689980 h 1728842"/>
              <a:gd name="connsiteX27" fmla="*/ 641111 w 1118437"/>
              <a:gd name="connsiteY27" fmla="*/ 1728842 h 1728842"/>
              <a:gd name="connsiteX28" fmla="*/ 57040 w 1118437"/>
              <a:gd name="connsiteY28" fmla="*/ 1475659 h 1728842"/>
              <a:gd name="connsiteX29" fmla="*/ 0 w 1118437"/>
              <a:gd name="connsiteY29" fmla="*/ 1403311 h 1728842"/>
              <a:gd name="connsiteX30" fmla="*/ 0 w 1118437"/>
              <a:gd name="connsiteY30" fmla="*/ 1403311 h 1728842"/>
              <a:gd name="connsiteX31" fmla="*/ 6013 w 1118437"/>
              <a:gd name="connsiteY31" fmla="*/ 1390830 h 1728842"/>
              <a:gd name="connsiteX32" fmla="*/ 6015 w 1118437"/>
              <a:gd name="connsiteY32" fmla="*/ 1390827 h 1728842"/>
              <a:gd name="connsiteX33" fmla="*/ 21131 w 1118437"/>
              <a:gd name="connsiteY33" fmla="*/ 1363390 h 1728842"/>
              <a:gd name="connsiteX34" fmla="*/ 33067 w 1118437"/>
              <a:gd name="connsiteY34" fmla="*/ 1334671 h 1728842"/>
              <a:gd name="connsiteX35" fmla="*/ 33069 w 1118437"/>
              <a:gd name="connsiteY35" fmla="*/ 1334665 h 1728842"/>
              <a:gd name="connsiteX36" fmla="*/ 50101 w 1118437"/>
              <a:gd name="connsiteY36" fmla="*/ 1299308 h 1728842"/>
              <a:gd name="connsiteX37" fmla="*/ 67365 w 1118437"/>
              <a:gd name="connsiteY37" fmla="*/ 1252139 h 1728842"/>
              <a:gd name="connsiteX38" fmla="*/ 67368 w 1118437"/>
              <a:gd name="connsiteY38" fmla="*/ 1252131 h 1728842"/>
              <a:gd name="connsiteX39" fmla="*/ 81989 w 1118437"/>
              <a:gd name="connsiteY39" fmla="*/ 1216950 h 1728842"/>
              <a:gd name="connsiteX40" fmla="*/ 88704 w 1118437"/>
              <a:gd name="connsiteY40" fmla="*/ 1193838 h 1728842"/>
              <a:gd name="connsiteX41" fmla="*/ 88706 w 1118437"/>
              <a:gd name="connsiteY41" fmla="*/ 1193833 h 1728842"/>
              <a:gd name="connsiteX42" fmla="*/ 98747 w 1118437"/>
              <a:gd name="connsiteY42" fmla="*/ 1166397 h 1728842"/>
              <a:gd name="connsiteX43" fmla="*/ 107913 w 1118437"/>
              <a:gd name="connsiteY43" fmla="*/ 1130750 h 1728842"/>
              <a:gd name="connsiteX44" fmla="*/ 114685 w 1118437"/>
              <a:gd name="connsiteY44" fmla="*/ 1104413 h 1728842"/>
              <a:gd name="connsiteX45" fmla="*/ 126741 w 1118437"/>
              <a:gd name="connsiteY45" fmla="*/ 1062917 h 1728842"/>
              <a:gd name="connsiteX46" fmla="*/ 129538 w 1118437"/>
              <a:gd name="connsiteY46" fmla="*/ 1046648 h 1728842"/>
              <a:gd name="connsiteX47" fmla="*/ 134395 w 1118437"/>
              <a:gd name="connsiteY47" fmla="*/ 1027759 h 1728842"/>
              <a:gd name="connsiteX48" fmla="*/ 147113 w 1118437"/>
              <a:gd name="connsiteY48" fmla="*/ 944428 h 1728842"/>
              <a:gd name="connsiteX49" fmla="*/ 154351 w 1118437"/>
              <a:gd name="connsiteY49" fmla="*/ 902325 h 1728842"/>
              <a:gd name="connsiteX50" fmla="*/ 154833 w 1118437"/>
              <a:gd name="connsiteY50" fmla="*/ 893840 h 1728842"/>
              <a:gd name="connsiteX51" fmla="*/ 154833 w 1118437"/>
              <a:gd name="connsiteY51" fmla="*/ 893839 h 1728842"/>
              <a:gd name="connsiteX52" fmla="*/ 156316 w 1118437"/>
              <a:gd name="connsiteY52" fmla="*/ 884121 h 1728842"/>
              <a:gd name="connsiteX53" fmla="*/ 163785 w 1118437"/>
              <a:gd name="connsiteY53" fmla="*/ 736219 h 1728842"/>
              <a:gd name="connsiteX54" fmla="*/ 163785 w 1118437"/>
              <a:gd name="connsiteY54" fmla="*/ 736211 h 1728842"/>
              <a:gd name="connsiteX55" fmla="*/ 163785 w 1118437"/>
              <a:gd name="connsiteY55" fmla="*/ 736211 h 1728842"/>
              <a:gd name="connsiteX56" fmla="*/ 163785 w 1118437"/>
              <a:gd name="connsiteY56" fmla="*/ 736210 h 1728842"/>
              <a:gd name="connsiteX57" fmla="*/ 159567 w 1118437"/>
              <a:gd name="connsiteY57" fmla="*/ 624905 h 1728842"/>
              <a:gd name="connsiteX58" fmla="*/ 157053 w 1118437"/>
              <a:gd name="connsiteY58" fmla="*/ 602893 h 1728842"/>
              <a:gd name="connsiteX59" fmla="*/ 156316 w 1118437"/>
              <a:gd name="connsiteY59" fmla="*/ 588300 h 1728842"/>
              <a:gd name="connsiteX60" fmla="*/ 152620 w 1118437"/>
              <a:gd name="connsiteY60" fmla="*/ 564083 h 1728842"/>
              <a:gd name="connsiteX61" fmla="*/ 147117 w 1118437"/>
              <a:gd name="connsiteY61" fmla="*/ 515901 h 1728842"/>
              <a:gd name="connsiteX62" fmla="*/ 138009 w 1118437"/>
              <a:gd name="connsiteY62" fmla="*/ 468341 h 1728842"/>
              <a:gd name="connsiteX63" fmla="*/ 134395 w 1118437"/>
              <a:gd name="connsiteY63" fmla="*/ 444662 h 1728842"/>
              <a:gd name="connsiteX64" fmla="*/ 130786 w 1118437"/>
              <a:gd name="connsiteY64" fmla="*/ 430626 h 1728842"/>
              <a:gd name="connsiteX65" fmla="*/ 126741 w 1118437"/>
              <a:gd name="connsiteY65" fmla="*/ 409505 h 1728842"/>
              <a:gd name="connsiteX66" fmla="*/ 98747 w 1118437"/>
              <a:gd name="connsiteY66" fmla="*/ 306023 h 1728842"/>
              <a:gd name="connsiteX67" fmla="*/ 74036 w 1118437"/>
              <a:gd name="connsiteY67" fmla="*/ 238508 h 1728842"/>
              <a:gd name="connsiteX68" fmla="*/ 179286 w 1118437"/>
              <a:gd name="connsiteY68" fmla="*/ 147630 h 1728842"/>
              <a:gd name="connsiteX69" fmla="*/ 641111 w 1118437"/>
              <a:gd name="connsiteY69" fmla="*/ 0 h 172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118437" h="1728842">
                <a:moveTo>
                  <a:pt x="641111" y="0"/>
                </a:moveTo>
                <a:cubicBezTo>
                  <a:pt x="755158" y="0"/>
                  <a:pt x="863807" y="24189"/>
                  <a:pt x="962628" y="67931"/>
                </a:cubicBezTo>
                <a:lnTo>
                  <a:pt x="1032453" y="107593"/>
                </a:lnTo>
                <a:lnTo>
                  <a:pt x="1059183" y="211549"/>
                </a:lnTo>
                <a:lnTo>
                  <a:pt x="1075210" y="288685"/>
                </a:lnTo>
                <a:lnTo>
                  <a:pt x="1098372" y="440450"/>
                </a:lnTo>
                <a:lnTo>
                  <a:pt x="1104594" y="490710"/>
                </a:lnTo>
                <a:lnTo>
                  <a:pt x="1107390" y="517427"/>
                </a:lnTo>
                <a:lnTo>
                  <a:pt x="1118433" y="736110"/>
                </a:lnTo>
                <a:lnTo>
                  <a:pt x="1118437" y="736210"/>
                </a:lnTo>
                <a:lnTo>
                  <a:pt x="1118430" y="736369"/>
                </a:lnTo>
                <a:lnTo>
                  <a:pt x="1107264" y="957497"/>
                </a:lnTo>
                <a:lnTo>
                  <a:pt x="1103343" y="991825"/>
                </a:lnTo>
                <a:lnTo>
                  <a:pt x="1100876" y="1011757"/>
                </a:lnTo>
                <a:lnTo>
                  <a:pt x="1096840" y="1042013"/>
                </a:lnTo>
                <a:lnTo>
                  <a:pt x="1075649" y="1180865"/>
                </a:lnTo>
                <a:lnTo>
                  <a:pt x="1073775" y="1190647"/>
                </a:lnTo>
                <a:lnTo>
                  <a:pt x="1066489" y="1225714"/>
                </a:lnTo>
                <a:lnTo>
                  <a:pt x="1054706" y="1278282"/>
                </a:lnTo>
                <a:lnTo>
                  <a:pt x="1025217" y="1392972"/>
                </a:lnTo>
                <a:lnTo>
                  <a:pt x="1022475" y="1403637"/>
                </a:lnTo>
                <a:lnTo>
                  <a:pt x="1016002" y="1425653"/>
                </a:lnTo>
                <a:lnTo>
                  <a:pt x="993014" y="1498005"/>
                </a:lnTo>
                <a:lnTo>
                  <a:pt x="980927" y="1531030"/>
                </a:lnTo>
                <a:lnTo>
                  <a:pt x="946914" y="1623959"/>
                </a:lnTo>
                <a:lnTo>
                  <a:pt x="925671" y="1675068"/>
                </a:lnTo>
                <a:lnTo>
                  <a:pt x="886739" y="1689980"/>
                </a:lnTo>
                <a:cubicBezTo>
                  <a:pt x="809145" y="1715236"/>
                  <a:pt x="726646" y="1728842"/>
                  <a:pt x="641111" y="1728842"/>
                </a:cubicBezTo>
                <a:cubicBezTo>
                  <a:pt x="413017" y="1728842"/>
                  <a:pt x="206517" y="1632089"/>
                  <a:pt x="57040" y="1475659"/>
                </a:cubicBezTo>
                <a:lnTo>
                  <a:pt x="0" y="1403311"/>
                </a:lnTo>
                <a:lnTo>
                  <a:pt x="0" y="1403311"/>
                </a:lnTo>
                <a:lnTo>
                  <a:pt x="6013" y="1390830"/>
                </a:lnTo>
                <a:lnTo>
                  <a:pt x="6015" y="1390827"/>
                </a:lnTo>
                <a:lnTo>
                  <a:pt x="21131" y="1363390"/>
                </a:lnTo>
                <a:lnTo>
                  <a:pt x="33067" y="1334671"/>
                </a:lnTo>
                <a:lnTo>
                  <a:pt x="33069" y="1334665"/>
                </a:lnTo>
                <a:lnTo>
                  <a:pt x="50101" y="1299308"/>
                </a:lnTo>
                <a:lnTo>
                  <a:pt x="67365" y="1252139"/>
                </a:lnTo>
                <a:lnTo>
                  <a:pt x="67368" y="1252131"/>
                </a:lnTo>
                <a:lnTo>
                  <a:pt x="81989" y="1216950"/>
                </a:lnTo>
                <a:lnTo>
                  <a:pt x="88704" y="1193838"/>
                </a:lnTo>
                <a:lnTo>
                  <a:pt x="88706" y="1193833"/>
                </a:lnTo>
                <a:lnTo>
                  <a:pt x="98747" y="1166397"/>
                </a:lnTo>
                <a:lnTo>
                  <a:pt x="107913" y="1130750"/>
                </a:lnTo>
                <a:lnTo>
                  <a:pt x="114685" y="1104413"/>
                </a:lnTo>
                <a:lnTo>
                  <a:pt x="126741" y="1062917"/>
                </a:lnTo>
                <a:lnTo>
                  <a:pt x="129538" y="1046648"/>
                </a:lnTo>
                <a:lnTo>
                  <a:pt x="134395" y="1027759"/>
                </a:lnTo>
                <a:lnTo>
                  <a:pt x="147113" y="944428"/>
                </a:lnTo>
                <a:lnTo>
                  <a:pt x="154351" y="902325"/>
                </a:lnTo>
                <a:lnTo>
                  <a:pt x="154833" y="893840"/>
                </a:lnTo>
                <a:lnTo>
                  <a:pt x="154833" y="893839"/>
                </a:lnTo>
                <a:lnTo>
                  <a:pt x="156316" y="884121"/>
                </a:lnTo>
                <a:lnTo>
                  <a:pt x="163785" y="736219"/>
                </a:lnTo>
                <a:lnTo>
                  <a:pt x="163785" y="736211"/>
                </a:lnTo>
                <a:lnTo>
                  <a:pt x="163785" y="736211"/>
                </a:lnTo>
                <a:lnTo>
                  <a:pt x="163785" y="736210"/>
                </a:lnTo>
                <a:cubicBezTo>
                  <a:pt x="163785" y="698759"/>
                  <a:pt x="162362" y="661640"/>
                  <a:pt x="159567" y="624905"/>
                </a:cubicBezTo>
                <a:lnTo>
                  <a:pt x="157053" y="602893"/>
                </a:lnTo>
                <a:lnTo>
                  <a:pt x="156316" y="588300"/>
                </a:lnTo>
                <a:lnTo>
                  <a:pt x="152620" y="564083"/>
                </a:lnTo>
                <a:lnTo>
                  <a:pt x="147117" y="515901"/>
                </a:lnTo>
                <a:lnTo>
                  <a:pt x="138009" y="468341"/>
                </a:lnTo>
                <a:lnTo>
                  <a:pt x="134395" y="444662"/>
                </a:lnTo>
                <a:lnTo>
                  <a:pt x="130786" y="430626"/>
                </a:lnTo>
                <a:lnTo>
                  <a:pt x="126741" y="409505"/>
                </a:lnTo>
                <a:cubicBezTo>
                  <a:pt x="118663" y="374508"/>
                  <a:pt x="109314" y="339997"/>
                  <a:pt x="98747" y="306023"/>
                </a:cubicBezTo>
                <a:lnTo>
                  <a:pt x="74036" y="238508"/>
                </a:lnTo>
                <a:lnTo>
                  <a:pt x="179286" y="147630"/>
                </a:lnTo>
                <a:cubicBezTo>
                  <a:pt x="311117" y="54424"/>
                  <a:pt x="470041" y="0"/>
                  <a:pt x="641111" y="0"/>
                </a:cubicBezTo>
                <a:close/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04" name="椭圆 1303">
            <a:extLst>
              <a:ext uri="{FF2B5EF4-FFF2-40B4-BE49-F238E27FC236}">
                <a16:creationId xmlns:a16="http://schemas.microsoft.com/office/drawing/2014/main" id="{B224A285-09AF-1D0E-FFCB-8DAB24799423}"/>
              </a:ext>
            </a:extLst>
          </p:cNvPr>
          <p:cNvSpPr/>
          <p:nvPr/>
        </p:nvSpPr>
        <p:spPr>
          <a:xfrm>
            <a:off x="4153295" y="3210761"/>
            <a:ext cx="300936" cy="3009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5" name="椭圆 1304">
            <a:extLst>
              <a:ext uri="{FF2B5EF4-FFF2-40B4-BE49-F238E27FC236}">
                <a16:creationId xmlns:a16="http://schemas.microsoft.com/office/drawing/2014/main" id="{3E123420-5B46-F055-21CC-12F5D6CBBD67}"/>
              </a:ext>
            </a:extLst>
          </p:cNvPr>
          <p:cNvSpPr/>
          <p:nvPr/>
        </p:nvSpPr>
        <p:spPr>
          <a:xfrm>
            <a:off x="6065692" y="3334868"/>
            <a:ext cx="300936" cy="3009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6" name="椭圆 1305">
            <a:extLst>
              <a:ext uri="{FF2B5EF4-FFF2-40B4-BE49-F238E27FC236}">
                <a16:creationId xmlns:a16="http://schemas.microsoft.com/office/drawing/2014/main" id="{ADAFC008-81C0-F292-F0EF-078870BD7176}"/>
              </a:ext>
            </a:extLst>
          </p:cNvPr>
          <p:cNvSpPr/>
          <p:nvPr/>
        </p:nvSpPr>
        <p:spPr>
          <a:xfrm>
            <a:off x="2804243" y="2259829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7" name="椭圆 1306">
            <a:extLst>
              <a:ext uri="{FF2B5EF4-FFF2-40B4-BE49-F238E27FC236}">
                <a16:creationId xmlns:a16="http://schemas.microsoft.com/office/drawing/2014/main" id="{95745AE1-7475-7732-7803-C8D1E68ED32F}"/>
              </a:ext>
            </a:extLst>
          </p:cNvPr>
          <p:cNvSpPr/>
          <p:nvPr/>
        </p:nvSpPr>
        <p:spPr>
          <a:xfrm>
            <a:off x="1622401" y="1490013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8" name="椭圆 1307">
            <a:extLst>
              <a:ext uri="{FF2B5EF4-FFF2-40B4-BE49-F238E27FC236}">
                <a16:creationId xmlns:a16="http://schemas.microsoft.com/office/drawing/2014/main" id="{38D4BE9E-BD85-0470-B798-39C8AACC3D4B}"/>
              </a:ext>
            </a:extLst>
          </p:cNvPr>
          <p:cNvSpPr/>
          <p:nvPr/>
        </p:nvSpPr>
        <p:spPr>
          <a:xfrm>
            <a:off x="4949566" y="581788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9" name="椭圆 1308">
            <a:extLst>
              <a:ext uri="{FF2B5EF4-FFF2-40B4-BE49-F238E27FC236}">
                <a16:creationId xmlns:a16="http://schemas.microsoft.com/office/drawing/2014/main" id="{3B59EA67-09F1-9E23-F03D-C33109A8C044}"/>
              </a:ext>
            </a:extLst>
          </p:cNvPr>
          <p:cNvSpPr/>
          <p:nvPr/>
        </p:nvSpPr>
        <p:spPr>
          <a:xfrm>
            <a:off x="5548267" y="2005822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0" name="椭圆 1309">
            <a:extLst>
              <a:ext uri="{FF2B5EF4-FFF2-40B4-BE49-F238E27FC236}">
                <a16:creationId xmlns:a16="http://schemas.microsoft.com/office/drawing/2014/main" id="{F00A7B7A-4DFD-31FF-1477-06F583D37996}"/>
              </a:ext>
            </a:extLst>
          </p:cNvPr>
          <p:cNvSpPr/>
          <p:nvPr/>
        </p:nvSpPr>
        <p:spPr>
          <a:xfrm>
            <a:off x="5369901" y="3119206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1" name="椭圆 1310">
            <a:extLst>
              <a:ext uri="{FF2B5EF4-FFF2-40B4-BE49-F238E27FC236}">
                <a16:creationId xmlns:a16="http://schemas.microsoft.com/office/drawing/2014/main" id="{850FF00F-10E3-1ED3-CABB-EEA7ED622357}"/>
              </a:ext>
            </a:extLst>
          </p:cNvPr>
          <p:cNvSpPr/>
          <p:nvPr/>
        </p:nvSpPr>
        <p:spPr>
          <a:xfrm>
            <a:off x="1284095" y="3952649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2" name="椭圆 1311">
            <a:extLst>
              <a:ext uri="{FF2B5EF4-FFF2-40B4-BE49-F238E27FC236}">
                <a16:creationId xmlns:a16="http://schemas.microsoft.com/office/drawing/2014/main" id="{BF9CF8FD-34F9-C0CF-70C7-F50CD575AE26}"/>
              </a:ext>
            </a:extLst>
          </p:cNvPr>
          <p:cNvSpPr/>
          <p:nvPr/>
        </p:nvSpPr>
        <p:spPr>
          <a:xfrm>
            <a:off x="3854809" y="5114682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3" name="椭圆 1312">
            <a:extLst>
              <a:ext uri="{FF2B5EF4-FFF2-40B4-BE49-F238E27FC236}">
                <a16:creationId xmlns:a16="http://schemas.microsoft.com/office/drawing/2014/main" id="{EABEFD06-CBE8-2978-8A5E-744883A4056F}"/>
              </a:ext>
            </a:extLst>
          </p:cNvPr>
          <p:cNvSpPr/>
          <p:nvPr/>
        </p:nvSpPr>
        <p:spPr>
          <a:xfrm>
            <a:off x="3226556" y="6141612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4" name="椭圆 1313">
            <a:extLst>
              <a:ext uri="{FF2B5EF4-FFF2-40B4-BE49-F238E27FC236}">
                <a16:creationId xmlns:a16="http://schemas.microsoft.com/office/drawing/2014/main" id="{7102A914-3D95-B57C-F1F5-D58526817EEA}"/>
              </a:ext>
            </a:extLst>
          </p:cNvPr>
          <p:cNvSpPr/>
          <p:nvPr/>
        </p:nvSpPr>
        <p:spPr>
          <a:xfrm>
            <a:off x="5523999" y="4810093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5" name="椭圆 1314">
            <a:extLst>
              <a:ext uri="{FF2B5EF4-FFF2-40B4-BE49-F238E27FC236}">
                <a16:creationId xmlns:a16="http://schemas.microsoft.com/office/drawing/2014/main" id="{F38E9CBD-ECCE-6F39-90D5-96ED6E4B21F8}"/>
              </a:ext>
            </a:extLst>
          </p:cNvPr>
          <p:cNvSpPr/>
          <p:nvPr/>
        </p:nvSpPr>
        <p:spPr>
          <a:xfrm>
            <a:off x="7631415" y="1851387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6" name="椭圆 1315">
            <a:extLst>
              <a:ext uri="{FF2B5EF4-FFF2-40B4-BE49-F238E27FC236}">
                <a16:creationId xmlns:a16="http://schemas.microsoft.com/office/drawing/2014/main" id="{0CF8A358-1233-B00D-A8BB-CE11602AA22A}"/>
              </a:ext>
            </a:extLst>
          </p:cNvPr>
          <p:cNvSpPr/>
          <p:nvPr/>
        </p:nvSpPr>
        <p:spPr>
          <a:xfrm>
            <a:off x="9176561" y="1426812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7" name="椭圆 1316">
            <a:extLst>
              <a:ext uri="{FF2B5EF4-FFF2-40B4-BE49-F238E27FC236}">
                <a16:creationId xmlns:a16="http://schemas.microsoft.com/office/drawing/2014/main" id="{CB326D1F-6481-7FC5-C340-CECB361E9023}"/>
              </a:ext>
            </a:extLst>
          </p:cNvPr>
          <p:cNvSpPr/>
          <p:nvPr/>
        </p:nvSpPr>
        <p:spPr>
          <a:xfrm>
            <a:off x="6274672" y="3947189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8" name="椭圆 1317">
            <a:extLst>
              <a:ext uri="{FF2B5EF4-FFF2-40B4-BE49-F238E27FC236}">
                <a16:creationId xmlns:a16="http://schemas.microsoft.com/office/drawing/2014/main" id="{670471C6-C71C-44CE-D132-43079F9A63CF}"/>
              </a:ext>
            </a:extLst>
          </p:cNvPr>
          <p:cNvSpPr/>
          <p:nvPr/>
        </p:nvSpPr>
        <p:spPr>
          <a:xfrm>
            <a:off x="7101058" y="3993397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9" name="椭圆 1318">
            <a:extLst>
              <a:ext uri="{FF2B5EF4-FFF2-40B4-BE49-F238E27FC236}">
                <a16:creationId xmlns:a16="http://schemas.microsoft.com/office/drawing/2014/main" id="{86AE936A-F2A3-E79B-62D8-25E41E8AFC61}"/>
              </a:ext>
            </a:extLst>
          </p:cNvPr>
          <p:cNvSpPr/>
          <p:nvPr/>
        </p:nvSpPr>
        <p:spPr>
          <a:xfrm>
            <a:off x="7387858" y="5163798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0" name="椭圆 1319">
            <a:extLst>
              <a:ext uri="{FF2B5EF4-FFF2-40B4-BE49-F238E27FC236}">
                <a16:creationId xmlns:a16="http://schemas.microsoft.com/office/drawing/2014/main" id="{3C71B603-2EC5-2AF4-F1F1-82AFF5AC5CFE}"/>
              </a:ext>
            </a:extLst>
          </p:cNvPr>
          <p:cNvSpPr/>
          <p:nvPr/>
        </p:nvSpPr>
        <p:spPr>
          <a:xfrm>
            <a:off x="6760873" y="6538439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1" name="椭圆 1320">
            <a:extLst>
              <a:ext uri="{FF2B5EF4-FFF2-40B4-BE49-F238E27FC236}">
                <a16:creationId xmlns:a16="http://schemas.microsoft.com/office/drawing/2014/main" id="{9AA1302F-B47F-9803-42B4-E8844F85FFCC}"/>
              </a:ext>
            </a:extLst>
          </p:cNvPr>
          <p:cNvSpPr/>
          <p:nvPr/>
        </p:nvSpPr>
        <p:spPr>
          <a:xfrm>
            <a:off x="9481353" y="4718672"/>
            <a:ext cx="126402" cy="12640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40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20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2000" fill="hold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C6E7"/>
                                      </p:to>
                                    </p:animClr>
                                    <p:set>
                                      <p:cBhvr>
                                        <p:cTn id="121" dur="2000" fill="hold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2000" fill="hold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2000" fill="hold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F5496"/>
                                      </p:to>
                                    </p:animClr>
                                    <p:set>
                                      <p:cBhvr>
                                        <p:cTn id="127" dur="2000" fill="hold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2000" fill="hold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2000" fill="hold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55A11"/>
                                      </p:to>
                                    </p:animClr>
                                    <p:set>
                                      <p:cBhvr>
                                        <p:cTn id="133" dur="2000" fill="hold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2000" fill="hold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2000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2000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145" dur="2000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2000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2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1" dur="2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2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200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57" dur="200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200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2000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BE5D5"/>
                                      </p:to>
                                    </p:animClr>
                                    <p:set>
                                      <p:cBhvr>
                                        <p:cTn id="163" dur="2000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2000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" grpId="0" animBg="1"/>
      <p:bldP spid="1279" grpId="0" animBg="1"/>
      <p:bldP spid="1269" grpId="0" animBg="1"/>
      <p:bldP spid="1259" grpId="0" animBg="1"/>
      <p:bldP spid="1169" grpId="0" animBg="1"/>
      <p:bldP spid="1101" grpId="0" animBg="1"/>
      <p:bldP spid="1100" grpId="0" animBg="1"/>
      <p:bldP spid="1085" grpId="0" animBg="1"/>
      <p:bldP spid="1042" grpId="0" animBg="1"/>
      <p:bldP spid="1304" grpId="0" animBg="1"/>
      <p:bldP spid="1305" grpId="0" animBg="1"/>
      <p:bldP spid="1306" grpId="0" animBg="1"/>
      <p:bldP spid="1307" grpId="0" animBg="1"/>
      <p:bldP spid="1308" grpId="0" animBg="1"/>
      <p:bldP spid="1309" grpId="0" animBg="1"/>
      <p:bldP spid="1310" grpId="0" animBg="1"/>
      <p:bldP spid="1311" grpId="0" animBg="1"/>
      <p:bldP spid="1312" grpId="0" animBg="1"/>
      <p:bldP spid="1313" grpId="0" animBg="1"/>
      <p:bldP spid="1314" grpId="0" animBg="1"/>
      <p:bldP spid="1315" grpId="0" animBg="1"/>
      <p:bldP spid="1316" grpId="0" animBg="1"/>
      <p:bldP spid="1317" grpId="0" animBg="1"/>
      <p:bldP spid="1318" grpId="0" animBg="1"/>
      <p:bldP spid="1319" grpId="0" animBg="1"/>
      <p:bldP spid="1320" grpId="0" animBg="1"/>
      <p:bldP spid="1321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健文 姚</dc:creator>
  <cp:lastModifiedBy>健文 姚</cp:lastModifiedBy>
  <cp:revision>4</cp:revision>
  <dcterms:created xsi:type="dcterms:W3CDTF">2023-12-04T20:12:37Z</dcterms:created>
  <dcterms:modified xsi:type="dcterms:W3CDTF">2023-12-05T06:49:11Z</dcterms:modified>
</cp:coreProperties>
</file>