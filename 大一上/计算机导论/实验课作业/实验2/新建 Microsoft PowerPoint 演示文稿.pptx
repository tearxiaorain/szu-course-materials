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56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3ED27-1551-C081-A3F2-01BC8BFF5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7F6DA0-8CFC-4FE8-0A0A-E400DDAAE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51F80-2021-4A69-5DC5-92F87D72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66BF1-1AEE-DA06-D7EC-EE6E3B8E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86108E-7381-FF4A-F7CE-60A2A776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1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447DC-602B-841C-A626-8D3C5C00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E7336C-BEBE-2DEE-ADED-60DF2B8AB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C02F5A-225C-0048-A724-512E3D02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C4DFBA-FB47-5DA1-150C-8EEC149A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04AD4-E898-1801-513A-77C96BB54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01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84108-8389-1A09-0C05-61F2D9A9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70DA75-42BA-3DB5-B523-788114115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D64388-9103-8649-DA57-E76DF6F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FE3CD-1FB7-F95E-2BBB-5A59CE8A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BF79D-B53B-D566-F449-862FF7DA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73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446DC-C75E-A3B4-6E99-405B2836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D6C62-9BF7-98C7-29DC-2850C85B9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4B17DB-A222-B422-C8BD-0F3225FB5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5212CD-55D4-C96C-8953-6A8D6029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3964C7-98A4-6BD3-2F1E-7C1C9583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3713FC-0779-EDAA-3114-EAB0FFFC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97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00333-1BD2-0158-9EEE-25E1B717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75631-073E-A64B-9A84-C30B86777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2E0CAD-A1F0-07D1-64C0-BA2738399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FF2073-70BF-F11C-CD06-8C44D2BE9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E7A12B-876E-4FC8-2370-E5D6618EC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D95512-3714-A6DC-0AD4-0A874E01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151C09-F0EA-F48B-4347-E2ED182E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64F67E-CF2C-B7C5-5585-C1FA3F9C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76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F50C1-9B0E-D75C-E0BD-7D763238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CFF515-1368-6DC4-4538-B4D91E13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EB3202-7368-C9AE-B7CB-7EF7D1C7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84684F-EED8-5D6C-B327-C162E372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52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650F83-7602-C2B8-43AF-7AB258C6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B3EC21-7AA1-D751-F071-9D9D513F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2B9CD3-F932-3736-6CBD-C06C7FF1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58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C70EE-9F16-7B6E-51D2-958CFAD9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F9BFFC-1028-899E-9756-C1B6B1C3B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7BE412-8F5E-9552-3ED5-EDF6F1591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1AA854-E053-C2A0-0F97-F2B3B9E9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DE10B0-61EB-5E0D-0D12-9D3C9CAE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BD6535-5A52-E114-7FA6-CD34F51A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02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02935-8834-1FBB-8665-01391C60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E88787-E53C-EBE1-55E5-E7D847FF5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EA347D-C463-13A5-72FB-9B446C2B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7A3C9D-33BB-9330-97B0-017E47DE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5D280A-5E37-6BFF-ECD9-A5AFAEEA9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D330B-C0BE-17B4-EF17-5DC29A84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24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E8A519-B659-CA0B-4213-E8FA4F831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1C8B2F-A4DC-7FDC-13DC-E4B3EEF31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020D03-8DED-C798-F386-5E892FFD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16E31-FDEA-E497-4F1F-7F01ECD0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D9EAD-4ED4-CC96-6DC7-2374AB8E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92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60AF9A-EECF-D7EE-7968-241B6DAA8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C410DB-BB67-51C7-7251-408D3FACF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ECA012-B515-705F-57F8-152B098C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BE3C9-A5F8-A2AC-D38F-CCCE91F4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ED1219-7EB6-C9CD-AB2B-72A3920B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50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C253FA-49FE-CD0E-E52E-06F54FE1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EA4A46-ED42-6F81-17FF-702E72051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F5FF9D-8D0E-9DF8-B6C8-33161F3F3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A93855-4647-915F-B7C1-2B63460E4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630BF7-4E1A-AE4B-A53B-A4443B10D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22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椭圆 62">
            <a:extLst>
              <a:ext uri="{FF2B5EF4-FFF2-40B4-BE49-F238E27FC236}">
                <a16:creationId xmlns:a16="http://schemas.microsoft.com/office/drawing/2014/main" id="{43F36322-7924-7238-A6AA-DE7C1E99F39E}"/>
              </a:ext>
            </a:extLst>
          </p:cNvPr>
          <p:cNvSpPr/>
          <p:nvPr/>
        </p:nvSpPr>
        <p:spPr>
          <a:xfrm>
            <a:off x="3567429" y="774072"/>
            <a:ext cx="5430741" cy="5430741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E828D948-8510-2F5A-0EF4-B262354A5BC0}"/>
              </a:ext>
            </a:extLst>
          </p:cNvPr>
          <p:cNvSpPr/>
          <p:nvPr/>
        </p:nvSpPr>
        <p:spPr>
          <a:xfrm>
            <a:off x="1958285" y="959936"/>
            <a:ext cx="4802588" cy="4802588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F3886167-33E5-5AD0-34F0-75ECE4C5D7CD}"/>
              </a:ext>
            </a:extLst>
          </p:cNvPr>
          <p:cNvSpPr/>
          <p:nvPr/>
        </p:nvSpPr>
        <p:spPr>
          <a:xfrm>
            <a:off x="2912938" y="1914589"/>
            <a:ext cx="2893281" cy="2893281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B16E0350-25DF-28A0-ECB9-56EBEE3B6ED4}"/>
              </a:ext>
            </a:extLst>
          </p:cNvPr>
          <p:cNvSpPr/>
          <p:nvPr/>
        </p:nvSpPr>
        <p:spPr>
          <a:xfrm>
            <a:off x="4798143" y="2004038"/>
            <a:ext cx="2970807" cy="2970807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9E43ED50-D562-3A4D-5E1E-EAB0EE931D17}"/>
              </a:ext>
            </a:extLst>
          </p:cNvPr>
          <p:cNvSpPr/>
          <p:nvPr/>
        </p:nvSpPr>
        <p:spPr>
          <a:xfrm>
            <a:off x="4934184" y="2098238"/>
            <a:ext cx="2697230" cy="2782406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0E3C52C9-2EEB-F37B-3774-27BBA41FD6ED}"/>
              </a:ext>
            </a:extLst>
          </p:cNvPr>
          <p:cNvSpPr/>
          <p:nvPr/>
        </p:nvSpPr>
        <p:spPr>
          <a:xfrm>
            <a:off x="5457544" y="2625020"/>
            <a:ext cx="1652004" cy="1728841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A04D0F88-424F-6C49-A29B-A0F409F219FB}"/>
              </a:ext>
            </a:extLst>
          </p:cNvPr>
          <p:cNvSpPr/>
          <p:nvPr/>
        </p:nvSpPr>
        <p:spPr>
          <a:xfrm>
            <a:off x="3759598" y="946514"/>
            <a:ext cx="5047897" cy="5085852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400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健文 姚</dc:creator>
  <cp:lastModifiedBy>健文 姚</cp:lastModifiedBy>
  <cp:revision>1</cp:revision>
  <dcterms:created xsi:type="dcterms:W3CDTF">2023-12-04T20:12:37Z</dcterms:created>
  <dcterms:modified xsi:type="dcterms:W3CDTF">2023-12-04T20:57:43Z</dcterms:modified>
</cp:coreProperties>
</file>