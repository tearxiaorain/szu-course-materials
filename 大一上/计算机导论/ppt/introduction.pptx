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63" r:id="rId4"/>
    <p:sldId id="281" r:id="rId5"/>
    <p:sldId id="273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7" d="100"/>
          <a:sy n="157" d="100"/>
        </p:scale>
        <p:origin x="1900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FEE4BC1-EBBB-4A06-B1FD-AAD8E42F1F9D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5980B6-C8E3-43C3-B628-C6F9A6BC2B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8437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776F29-9733-460F-87AB-CB2A47E558E6}" type="slidenum">
              <a:rPr lang="zh-CN" altLang="en-US" smtClean="0">
                <a:latin typeface="Arial" pitchFamily="34" charset="0"/>
              </a:rPr>
              <a:pPr>
                <a:defRPr/>
              </a:pPr>
              <a:t>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83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E86F2-03DC-41A3-82C7-A47BD39957C6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E404B-AEC2-4957-B711-575AA2C6C3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16853" y="18706"/>
            <a:ext cx="720615" cy="208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42F16-403F-4F07-B65B-FCB7F9EEA7AA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DF8D9-3524-40AC-8C63-E2B5B3C785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16853" y="18706"/>
            <a:ext cx="720615" cy="208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CF634-C7E8-4633-9058-438DDF975A38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985AA-9C4C-425B-8BAE-172B62139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BC03B-5963-4F18-995C-720243E0D69E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F67D9-5ED2-4DEF-904C-C62C301068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C51BB-0297-41A5-9334-76AA3E95C65E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BF8E1-9332-405D-89A4-C623DA4669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E311B-38C1-4DFF-87B1-F0A5CF78B8CD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0DDCD-6F10-4EEF-8CDE-39DDBAF3782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866E5-15F2-463C-91B5-9840120FADF2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4FC50-2853-4D36-BE8F-B67953E409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99199-C1E7-47C1-9ADB-B01CB5395F4A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6E526-2B96-4CBC-AD5C-2EBAB91F3FB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25389-C22D-4153-A640-86F2B6BC1292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49F11-65D8-482D-82D4-D9DD64B2C2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B6A12-C2E5-4BC0-BBAB-814976436835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ED3EA-77B9-41D4-AC5E-4080786C24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EC4E8-14BB-429D-8804-E4B509CFDE09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90CDE-BD3B-45A5-ABE8-71FE79B843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8229600" cy="6334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268413"/>
            <a:ext cx="8229600" cy="48577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A7192-7C75-4FB8-B244-1ACE8E91D26D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AC9482-ADEF-4F03-9B36-59D42F6F82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68313" y="404813"/>
            <a:ext cx="822960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268413"/>
            <a:ext cx="82296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657FF2A-62D8-48BB-A431-8394F16CC1A1}" type="datetime1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5E71CBC-0676-4683-9760-7B31AF84049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16853" y="18706"/>
            <a:ext cx="720615" cy="2081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ao@szu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hyperlink" Target="http://www.amazon.cn/gp/product/images/B004INGFWM/ref=dp_image_z_0?ie=UTF8&amp;s=book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mazon.cn/gp/product/images/B002PEX52O/ref=dp_image_z_0?ie=UTF8&amp;s=books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://www.amazon.cn/gp/reader/B002OHCHTO/ref=sib_dp_pt#reader-link" TargetMode="External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/>
          </p:nvPr>
        </p:nvSpPr>
        <p:spPr>
          <a:xfrm>
            <a:off x="179388" y="1052513"/>
            <a:ext cx="8785225" cy="1974850"/>
          </a:xfrm>
        </p:spPr>
        <p:txBody>
          <a:bodyPr/>
          <a:lstStyle/>
          <a:p>
            <a:pPr algn="ctr" eaLnBrk="1" hangingPunct="1"/>
            <a:r>
              <a:rPr lang="zh-CN" altLang="en-US" sz="5400" dirty="0">
                <a:ea typeface="黑体" pitchFamily="49" charset="-122"/>
              </a:rPr>
              <a:t>  </a:t>
            </a:r>
            <a:r>
              <a:rPr lang="zh-CN" altLang="en-US" sz="4800" dirty="0">
                <a:ea typeface="黑体" pitchFamily="49" charset="-122"/>
              </a:rPr>
              <a:t>计算机导论（计算思维）</a:t>
            </a:r>
            <a:br>
              <a:rPr lang="en-US" altLang="zh-CN" sz="5400" dirty="0">
                <a:ea typeface="黑体" pitchFamily="49" charset="-122"/>
              </a:rPr>
            </a:br>
            <a:r>
              <a:rPr lang="zh-CN" altLang="en-US" sz="2800" dirty="0">
                <a:ea typeface="黑体" pitchFamily="49" charset="-122"/>
              </a:rPr>
              <a:t>高性能班入门课程</a:t>
            </a:r>
            <a:endParaRPr lang="zh-CN" altLang="en-US" sz="5400" dirty="0">
              <a:ea typeface="黑体" pitchFamily="49" charset="-122"/>
            </a:endParaRPr>
          </a:p>
        </p:txBody>
      </p:sp>
      <p:sp>
        <p:nvSpPr>
          <p:cNvPr id="2051" name="副标题 2"/>
          <p:cNvSpPr>
            <a:spLocks noGrp="1"/>
          </p:cNvSpPr>
          <p:nvPr>
            <p:ph type="subTitle" idx="1"/>
          </p:nvPr>
        </p:nvSpPr>
        <p:spPr>
          <a:xfrm>
            <a:off x="1371600" y="4629150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毛睿</a:t>
            </a:r>
            <a:endParaRPr lang="en-US" altLang="zh-CN" sz="2400" b="1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深圳大学</a:t>
            </a:r>
            <a:endParaRPr lang="en-US" altLang="zh-CN" sz="2400" b="1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计算机导论（计算思维）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550810"/>
              </p:ext>
            </p:extLst>
          </p:nvPr>
        </p:nvGraphicFramePr>
        <p:xfrm>
          <a:off x="684213" y="1268762"/>
          <a:ext cx="7848872" cy="4736986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025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课程编号：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1300860012</a:t>
                      </a:r>
                      <a:r>
                        <a:rPr lang="en-US" altLang="zh-CN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 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291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上课时间地点：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周三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1-3		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致理楼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L1-503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（上课）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周三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4		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致腾楼（学院楼）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326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（实验）</a:t>
                      </a:r>
                      <a:endParaRPr kumimoji="0" lang="zh-CN" altLang="en-US" sz="1800" b="0" kern="1200" dirty="0">
                        <a:solidFill>
                          <a:schemeClr val="dk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025">
                <a:tc>
                  <a:txBody>
                    <a:bodyPr/>
                    <a:lstStyle/>
                    <a:p>
                      <a:r>
                        <a:rPr kumimoji="0" lang="zh-CN" altLang="en-US" sz="1800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任课教师：</a:t>
                      </a:r>
                      <a:endParaRPr lang="zh-CN" altLang="en-US" b="1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zh-CN" altLang="en-US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毛睿 </a:t>
                      </a:r>
                      <a:r>
                        <a:rPr kumimoji="0" lang="en-US" altLang="zh-CN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(</a:t>
                      </a:r>
                      <a:r>
                        <a:rPr lang="en-US" altLang="zh-CN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http://nhpcc.szu.edu.cn/mao</a:t>
                      </a:r>
                      <a:r>
                        <a:rPr kumimoji="0" lang="en-US" altLang="zh-CN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)</a:t>
                      </a:r>
                      <a:endParaRPr lang="zh-CN" altLang="en-US" b="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025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电子邮件： </a:t>
                      </a:r>
                      <a:endParaRPr lang="zh-CN" altLang="en-US" b="1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hlinkClick r:id="rId2"/>
                        </a:rPr>
                        <a:t>mao@szu.edu.cn</a:t>
                      </a:r>
                      <a:endParaRPr lang="zh-CN" altLang="en-US" b="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025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办公电话： </a:t>
                      </a:r>
                      <a:endParaRPr lang="zh-CN" altLang="en-US" b="1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2653 4207</a:t>
                      </a:r>
                      <a:endParaRPr lang="zh-CN" altLang="en-US" b="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025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办公室：</a:t>
                      </a:r>
                      <a:endParaRPr lang="zh-CN" altLang="en-US" b="1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L6-504</a:t>
                      </a:r>
                      <a:endParaRPr lang="zh-CN" altLang="en-US" b="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025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接访：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周三</a:t>
                      </a:r>
                      <a:r>
                        <a:rPr lang="en-US" altLang="zh-CN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16:00-18:00</a:t>
                      </a:r>
                      <a:r>
                        <a:rPr lang="zh-CN" altLang="en-US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L6-504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微信随时，非隐私问题</a:t>
                      </a:r>
                      <a:r>
                        <a:rPr lang="zh-CN" altLang="en-US" sz="2400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只能</a:t>
                      </a:r>
                      <a:r>
                        <a:rPr lang="zh-CN" altLang="en-US" sz="1800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群里问</a:t>
                      </a:r>
                      <a:endParaRPr lang="zh-CN" altLang="en-US" b="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025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助教：</a:t>
                      </a:r>
                      <a:endParaRPr lang="zh-CN" altLang="en-US" b="1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陈欣雅</a:t>
                      </a:r>
                      <a:endParaRPr lang="en-US" altLang="zh-CN" b="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025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班级微信群：</a:t>
                      </a:r>
                      <a:endParaRPr lang="zh-CN" altLang="en-US" b="1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(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严格实名制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)</a:t>
                      </a:r>
                      <a:endParaRPr lang="zh-CN" altLang="en-US" b="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7DED2D-F37B-4FC7-9FA9-14F3223D758C}" type="slidenum">
              <a:rPr lang="zh-CN" altLang="en-US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itchFamily="49" charset="-122"/>
              </a:rPr>
              <a:t>教学内容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251520" y="1080202"/>
            <a:ext cx="8229600" cy="48577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计算思维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不插电的计算机科学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计算机基础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实验课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sz="4000" b="1" dirty="0">
                <a:solidFill>
                  <a:srgbClr val="FF0000"/>
                </a:solidFill>
              </a:rPr>
              <a:t>不</a:t>
            </a:r>
            <a:r>
              <a:rPr lang="zh-CN" altLang="en-US" dirty="0"/>
              <a:t>上</a:t>
            </a:r>
            <a:r>
              <a:rPr lang="en-US" altLang="zh-CN" dirty="0"/>
              <a:t>MOOC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D60F2-979E-462D-94A8-96FD9817B439}" type="slidenum">
              <a:rPr lang="zh-CN" altLang="en-US"/>
              <a:pPr>
                <a:defRPr/>
              </a:pPr>
              <a:t>3</a:t>
            </a:fld>
            <a:endParaRPr lang="zh-CN" altLang="en-US" dirty="0"/>
          </a:p>
        </p:txBody>
      </p:sp>
      <p:pic>
        <p:nvPicPr>
          <p:cNvPr id="5" name="Picture 2" descr="不插电的计算机科学(附光盘1张)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13028"/>
          <a:stretch/>
        </p:blipFill>
        <p:spPr bwMode="auto">
          <a:xfrm>
            <a:off x="6960518" y="557627"/>
            <a:ext cx="2088232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计算机科学概论(第10版)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78" y="3498850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国外著名高等院校信息科学与技术优秀教材•计算机科学概论(第10版)(英文版)">
            <a:hlinkClick r:id="rId6"/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9" r="10642"/>
          <a:stretch/>
        </p:blipFill>
        <p:spPr bwMode="auto">
          <a:xfrm>
            <a:off x="6816502" y="3533356"/>
            <a:ext cx="2232248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571937"/>
            <a:ext cx="2128070" cy="283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580" y="3800241"/>
            <a:ext cx="1728192" cy="2650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考勤</a:t>
            </a:r>
            <a:endParaRPr lang="en-US" altLang="zh-CN" dirty="0"/>
          </a:p>
          <a:p>
            <a:r>
              <a:rPr lang="zh-CN" altLang="en-US" dirty="0"/>
              <a:t>课堂表现</a:t>
            </a:r>
            <a:endParaRPr lang="en-US" altLang="zh-CN" dirty="0"/>
          </a:p>
          <a:p>
            <a:r>
              <a:rPr lang="zh-CN" altLang="en-US" dirty="0"/>
              <a:t>作业（课堂</a:t>
            </a:r>
            <a:r>
              <a:rPr lang="en-US" altLang="zh-CN" dirty="0"/>
              <a:t>+</a:t>
            </a:r>
            <a:r>
              <a:rPr lang="zh-CN" altLang="en-US" dirty="0"/>
              <a:t>实验）</a:t>
            </a:r>
            <a:endParaRPr lang="en-US" altLang="zh-CN" dirty="0"/>
          </a:p>
          <a:p>
            <a:r>
              <a:rPr lang="zh-CN" altLang="en-US" dirty="0"/>
              <a:t>高性能班课程论文：我理解的计算思维</a:t>
            </a:r>
            <a:endParaRPr lang="en-US" altLang="zh-CN" dirty="0"/>
          </a:p>
          <a:p>
            <a:r>
              <a:rPr lang="zh-CN" altLang="en-US" dirty="0"/>
              <a:t>期末考试（闭卷？）</a:t>
            </a:r>
            <a:endParaRPr lang="en-US" altLang="zh-CN" dirty="0"/>
          </a:p>
          <a:p>
            <a:r>
              <a:rPr lang="en-US" altLang="zh-CN" dirty="0"/>
              <a:t>Tips</a:t>
            </a:r>
          </a:p>
          <a:p>
            <a:pPr lvl="1"/>
            <a:r>
              <a:rPr lang="zh-CN" altLang="en-US" dirty="0"/>
              <a:t>双语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DF8D9-3524-40AC-8C63-E2B5B3C785FF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10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j028603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4024313"/>
            <a:ext cx="1833563" cy="176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 descr="Q&amp;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2057400"/>
            <a:ext cx="275272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962400" y="2457450"/>
            <a:ext cx="5029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003300"/>
                </a:solidFill>
              </a:rPr>
              <a:t>mao@szu.edu.cn</a:t>
            </a:r>
          </a:p>
          <a:p>
            <a:r>
              <a:rPr lang="en-US" altLang="zh-CN" sz="2400" dirty="0">
                <a:solidFill>
                  <a:srgbClr val="003300"/>
                </a:solidFill>
              </a:rPr>
              <a:t>http://nhpcc.szu.edu.cn/mao/</a:t>
            </a:r>
          </a:p>
          <a:p>
            <a:endParaRPr lang="en-US" altLang="zh-CN" sz="2400" dirty="0">
              <a:solidFill>
                <a:srgbClr val="003300"/>
              </a:solidFill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Thank you!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D92194-B4A7-4E27-A75E-A6C849EF06BF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hpcc-宣传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nhpcc-宣传册</Template>
  <TotalTime>4936</TotalTime>
  <Words>193</Words>
  <Application>Microsoft Office PowerPoint</Application>
  <PresentationFormat>全屏显示(4:3)</PresentationFormat>
  <Paragraphs>46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黑体</vt:lpstr>
      <vt:lpstr>华文中宋</vt:lpstr>
      <vt:lpstr>宋体</vt:lpstr>
      <vt:lpstr>Arial</vt:lpstr>
      <vt:lpstr>Calibri</vt:lpstr>
      <vt:lpstr>nhpcc-宣传册</vt:lpstr>
      <vt:lpstr>  计算机导论（计算思维） 高性能班入门课程</vt:lpstr>
      <vt:lpstr>计算机导论（计算思维）</vt:lpstr>
      <vt:lpstr>教学内容</vt:lpstr>
      <vt:lpstr>考核方式</vt:lpstr>
      <vt:lpstr>Thank you!</vt:lpstr>
    </vt:vector>
  </TitlesOfParts>
  <Company>深圳大学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计算机前沿技术讲座 2011年秋季</dc:title>
  <dc:creator>毛睿</dc:creator>
  <cp:lastModifiedBy>Rui Mao</cp:lastModifiedBy>
  <cp:revision>172</cp:revision>
  <dcterms:created xsi:type="dcterms:W3CDTF">2011-09-12T12:30:47Z</dcterms:created>
  <dcterms:modified xsi:type="dcterms:W3CDTF">2023-10-18T03:43:59Z</dcterms:modified>
</cp:coreProperties>
</file>