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6" r:id="rId1"/>
  </p:sldMasterIdLst>
  <p:notesMasterIdLst>
    <p:notesMasterId r:id="rId46"/>
  </p:notesMasterIdLst>
  <p:handoutMasterIdLst>
    <p:handoutMasterId r:id="rId47"/>
  </p:handoutMasterIdLst>
  <p:sldIdLst>
    <p:sldId id="277" r:id="rId2"/>
    <p:sldId id="280" r:id="rId3"/>
    <p:sldId id="281" r:id="rId4"/>
    <p:sldId id="272" r:id="rId5"/>
    <p:sldId id="275" r:id="rId6"/>
    <p:sldId id="279" r:id="rId7"/>
    <p:sldId id="282" r:id="rId8"/>
    <p:sldId id="302" r:id="rId9"/>
    <p:sldId id="303" r:id="rId10"/>
    <p:sldId id="304" r:id="rId11"/>
    <p:sldId id="305" r:id="rId12"/>
    <p:sldId id="306" r:id="rId13"/>
    <p:sldId id="307" r:id="rId14"/>
    <p:sldId id="308" r:id="rId15"/>
    <p:sldId id="309" r:id="rId16"/>
    <p:sldId id="283" r:id="rId17"/>
    <p:sldId id="310" r:id="rId18"/>
    <p:sldId id="301" r:id="rId19"/>
    <p:sldId id="311" r:id="rId20"/>
    <p:sldId id="312" r:id="rId21"/>
    <p:sldId id="313" r:id="rId22"/>
    <p:sldId id="314" r:id="rId23"/>
    <p:sldId id="315" r:id="rId24"/>
    <p:sldId id="316" r:id="rId25"/>
    <p:sldId id="317" r:id="rId26"/>
    <p:sldId id="318"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278" r:id="rId45"/>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94" autoAdjust="0"/>
  </p:normalViewPr>
  <p:slideViewPr>
    <p:cSldViewPr>
      <p:cViewPr varScale="1">
        <p:scale>
          <a:sx n="74" d="100"/>
          <a:sy n="74" d="100"/>
        </p:scale>
        <p:origin x="747" y="33"/>
      </p:cViewPr>
      <p:guideLst>
        <p:guide orient="horz" pos="2160"/>
        <p:guide pos="384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 Weike" userId="f48425db970607a4" providerId="LiveId" clId="{0980EDAB-3F5E-4A13-BDD2-5188CC07EABA}"/>
    <pc:docChg chg="undo custSel addSld delSld modSld sldOrd">
      <pc:chgData name="Pan Weike" userId="f48425db970607a4" providerId="LiveId" clId="{0980EDAB-3F5E-4A13-BDD2-5188CC07EABA}" dt="2020-02-19T07:45:01.241" v="2745" actId="113"/>
      <pc:docMkLst>
        <pc:docMk/>
      </pc:docMkLst>
      <pc:sldChg chg="addSp delSp modSp del">
        <pc:chgData name="Pan Weike" userId="f48425db970607a4" providerId="LiveId" clId="{0980EDAB-3F5E-4A13-BDD2-5188CC07EABA}" dt="2020-02-16T12:55:52.991" v="2133" actId="47"/>
        <pc:sldMkLst>
          <pc:docMk/>
          <pc:sldMk cId="4259365513" sldId="280"/>
        </pc:sldMkLst>
        <pc:spChg chg="mod">
          <ac:chgData name="Pan Weike" userId="f48425db970607a4" providerId="LiveId" clId="{0980EDAB-3F5E-4A13-BDD2-5188CC07EABA}" dt="2020-02-14T02:00:02.916" v="804" actId="2711"/>
          <ac:spMkLst>
            <pc:docMk/>
            <pc:sldMk cId="4259365513" sldId="280"/>
            <ac:spMk id="2" creationId="{00000000-0000-0000-0000-000000000000}"/>
          </ac:spMkLst>
        </pc:spChg>
        <pc:spChg chg="mod">
          <ac:chgData name="Pan Weike" userId="f48425db970607a4" providerId="LiveId" clId="{0980EDAB-3F5E-4A13-BDD2-5188CC07EABA}" dt="2020-02-14T02:01:04.340" v="814"/>
          <ac:spMkLst>
            <pc:docMk/>
            <pc:sldMk cId="4259365513" sldId="280"/>
            <ac:spMk id="3" creationId="{00000000-0000-0000-0000-000000000000}"/>
          </ac:spMkLst>
        </pc:spChg>
        <pc:picChg chg="add del mod ord">
          <ac:chgData name="Pan Weike" userId="f48425db970607a4" providerId="LiveId" clId="{0980EDAB-3F5E-4A13-BDD2-5188CC07EABA}" dt="2020-02-11T03:41:01.818" v="103" actId="167"/>
          <ac:picMkLst>
            <pc:docMk/>
            <pc:sldMk cId="4259365513" sldId="280"/>
            <ac:picMk id="6" creationId="{17C66C23-4F7C-466A-AB07-350FEA5579A8}"/>
          </ac:picMkLst>
        </pc:picChg>
        <pc:picChg chg="del">
          <ac:chgData name="Pan Weike" userId="f48425db970607a4" providerId="LiveId" clId="{0980EDAB-3F5E-4A13-BDD2-5188CC07EABA}" dt="2020-02-11T03:41:03.523" v="104" actId="478"/>
          <ac:picMkLst>
            <pc:docMk/>
            <pc:sldMk cId="4259365513" sldId="280"/>
            <ac:picMk id="1027" creationId="{00000000-0000-0000-0000-000000000000}"/>
          </ac:picMkLst>
        </pc:picChg>
      </pc:sldChg>
      <pc:sldChg chg="modSp del">
        <pc:chgData name="Pan Weike" userId="f48425db970607a4" providerId="LiveId" clId="{0980EDAB-3F5E-4A13-BDD2-5188CC07EABA}" dt="2020-02-16T12:55:52.991" v="2133" actId="47"/>
        <pc:sldMkLst>
          <pc:docMk/>
          <pc:sldMk cId="2240966349" sldId="281"/>
        </pc:sldMkLst>
        <pc:spChg chg="mod">
          <ac:chgData name="Pan Weike" userId="f48425db970607a4" providerId="LiveId" clId="{0980EDAB-3F5E-4A13-BDD2-5188CC07EABA}" dt="2020-02-14T02:21:16.399" v="1288" actId="20577"/>
          <ac:spMkLst>
            <pc:docMk/>
            <pc:sldMk cId="2240966349" sldId="281"/>
            <ac:spMk id="2" creationId="{00000000-0000-0000-0000-000000000000}"/>
          </ac:spMkLst>
        </pc:spChg>
        <pc:spChg chg="mod">
          <ac:chgData name="Pan Weike" userId="f48425db970607a4" providerId="LiveId" clId="{0980EDAB-3F5E-4A13-BDD2-5188CC07EABA}" dt="2020-02-14T02:24:07.089" v="1331" actId="21"/>
          <ac:spMkLst>
            <pc:docMk/>
            <pc:sldMk cId="2240966349" sldId="281"/>
            <ac:spMk id="3" creationId="{00000000-0000-0000-0000-000000000000}"/>
          </ac:spMkLst>
        </pc:spChg>
      </pc:sldChg>
      <pc:sldChg chg="addSp delSp modSp">
        <pc:chgData name="Pan Weike" userId="f48425db970607a4" providerId="LiveId" clId="{0980EDAB-3F5E-4A13-BDD2-5188CC07EABA}" dt="2020-02-14T02:21:32.725" v="1300" actId="20577"/>
        <pc:sldMkLst>
          <pc:docMk/>
          <pc:sldMk cId="4160280422" sldId="282"/>
        </pc:sldMkLst>
        <pc:spChg chg="mod">
          <ac:chgData name="Pan Weike" userId="f48425db970607a4" providerId="LiveId" clId="{0980EDAB-3F5E-4A13-BDD2-5188CC07EABA}" dt="2020-02-14T02:21:32.725" v="1300" actId="20577"/>
          <ac:spMkLst>
            <pc:docMk/>
            <pc:sldMk cId="4160280422" sldId="282"/>
            <ac:spMk id="2" creationId="{00000000-0000-0000-0000-000000000000}"/>
          </ac:spMkLst>
        </pc:spChg>
        <pc:spChg chg="mod">
          <ac:chgData name="Pan Weike" userId="f48425db970607a4" providerId="LiveId" clId="{0980EDAB-3F5E-4A13-BDD2-5188CC07EABA}" dt="2020-02-14T02:02:58.037" v="835" actId="2711"/>
          <ac:spMkLst>
            <pc:docMk/>
            <pc:sldMk cId="4160280422" sldId="282"/>
            <ac:spMk id="3" creationId="{00000000-0000-0000-0000-000000000000}"/>
          </ac:spMkLst>
        </pc:spChg>
        <pc:picChg chg="add del mod">
          <ac:chgData name="Pan Weike" userId="f48425db970607a4" providerId="LiveId" clId="{0980EDAB-3F5E-4A13-BDD2-5188CC07EABA}" dt="2020-02-14T01:35:53.045" v="677" actId="21"/>
          <ac:picMkLst>
            <pc:docMk/>
            <pc:sldMk cId="4160280422" sldId="282"/>
            <ac:picMk id="6" creationId="{CBF7E2B8-AAFC-494E-9210-667B6028F6DA}"/>
          </ac:picMkLst>
        </pc:picChg>
        <pc:picChg chg="add">
          <ac:chgData name="Pan Weike" userId="f48425db970607a4" providerId="LiveId" clId="{0980EDAB-3F5E-4A13-BDD2-5188CC07EABA}" dt="2020-02-14T01:36:25.955" v="708"/>
          <ac:picMkLst>
            <pc:docMk/>
            <pc:sldMk cId="4160280422" sldId="282"/>
            <ac:picMk id="7" creationId="{473EB2D0-F1DD-4FCF-BB03-B0D13EFCF66D}"/>
          </ac:picMkLst>
        </pc:picChg>
      </pc:sldChg>
      <pc:sldChg chg="modSp del">
        <pc:chgData name="Pan Weike" userId="f48425db970607a4" providerId="LiveId" clId="{0980EDAB-3F5E-4A13-BDD2-5188CC07EABA}" dt="2020-02-16T13:51:57.742" v="2182" actId="47"/>
        <pc:sldMkLst>
          <pc:docMk/>
          <pc:sldMk cId="2256619853" sldId="284"/>
        </pc:sldMkLst>
        <pc:spChg chg="mod">
          <ac:chgData name="Pan Weike" userId="f48425db970607a4" providerId="LiveId" clId="{0980EDAB-3F5E-4A13-BDD2-5188CC07EABA}" dt="2020-02-16T13:40:27.594" v="2165" actId="6549"/>
          <ac:spMkLst>
            <pc:docMk/>
            <pc:sldMk cId="2256619853" sldId="284"/>
            <ac:spMk id="3" creationId="{00000000-0000-0000-0000-000000000000}"/>
          </ac:spMkLst>
        </pc:spChg>
      </pc:sldChg>
      <pc:sldChg chg="addSp delSp modSp">
        <pc:chgData name="Pan Weike" userId="f48425db970607a4" providerId="LiveId" clId="{0980EDAB-3F5E-4A13-BDD2-5188CC07EABA}" dt="2020-02-16T15:03:37.952" v="2744" actId="1036"/>
        <pc:sldMkLst>
          <pc:docMk/>
          <pc:sldMk cId="1522259473" sldId="285"/>
        </pc:sldMkLst>
        <pc:spChg chg="mod">
          <ac:chgData name="Pan Weike" userId="f48425db970607a4" providerId="LiveId" clId="{0980EDAB-3F5E-4A13-BDD2-5188CC07EABA}" dt="2020-02-16T14:08:43.978" v="2630" actId="2711"/>
          <ac:spMkLst>
            <pc:docMk/>
            <pc:sldMk cId="1522259473" sldId="285"/>
            <ac:spMk id="2" creationId="{00000000-0000-0000-0000-000000000000}"/>
          </ac:spMkLst>
        </pc:spChg>
        <pc:spChg chg="mod">
          <ac:chgData name="Pan Weike" userId="f48425db970607a4" providerId="LiveId" clId="{0980EDAB-3F5E-4A13-BDD2-5188CC07EABA}" dt="2020-02-16T14:15:41.849" v="2727" actId="6549"/>
          <ac:spMkLst>
            <pc:docMk/>
            <pc:sldMk cId="1522259473" sldId="285"/>
            <ac:spMk id="3" creationId="{00000000-0000-0000-0000-000000000000}"/>
          </ac:spMkLst>
        </pc:spChg>
        <pc:picChg chg="add mod">
          <ac:chgData name="Pan Weike" userId="f48425db970607a4" providerId="LiveId" clId="{0980EDAB-3F5E-4A13-BDD2-5188CC07EABA}" dt="2020-02-14T01:33:45.310" v="670" actId="1037"/>
          <ac:picMkLst>
            <pc:docMk/>
            <pc:sldMk cId="1522259473" sldId="285"/>
            <ac:picMk id="5" creationId="{C65519D0-8683-4240-B583-C5E6FE1B51EF}"/>
          </ac:picMkLst>
        </pc:picChg>
        <pc:picChg chg="add del mod">
          <ac:chgData name="Pan Weike" userId="f48425db970607a4" providerId="LiveId" clId="{0980EDAB-3F5E-4A13-BDD2-5188CC07EABA}" dt="2020-02-14T01:36:24.961" v="707" actId="21"/>
          <ac:picMkLst>
            <pc:docMk/>
            <pc:sldMk cId="1522259473" sldId="285"/>
            <ac:picMk id="6" creationId="{0A52E2E6-40A6-4481-A5C9-BDF69FFD895A}"/>
          </ac:picMkLst>
        </pc:picChg>
        <pc:picChg chg="add mod">
          <ac:chgData name="Pan Weike" userId="f48425db970607a4" providerId="LiveId" clId="{0980EDAB-3F5E-4A13-BDD2-5188CC07EABA}" dt="2020-02-16T15:03:37.952" v="2744" actId="1036"/>
          <ac:picMkLst>
            <pc:docMk/>
            <pc:sldMk cId="1522259473" sldId="285"/>
            <ac:picMk id="6" creationId="{DE7DBA77-B704-4E88-8178-C906A20AB89E}"/>
          </ac:picMkLst>
        </pc:picChg>
        <pc:picChg chg="add del mod">
          <ac:chgData name="Pan Weike" userId="f48425db970607a4" providerId="LiveId" clId="{0980EDAB-3F5E-4A13-BDD2-5188CC07EABA}" dt="2020-02-14T01:51:46.208" v="744" actId="21"/>
          <ac:picMkLst>
            <pc:docMk/>
            <pc:sldMk cId="1522259473" sldId="285"/>
            <ac:picMk id="8" creationId="{42CE7D0F-46F6-4B70-988A-7B608A8B3D43}"/>
          </ac:picMkLst>
        </pc:picChg>
      </pc:sldChg>
      <pc:sldChg chg="modSp del">
        <pc:chgData name="Pan Weike" userId="f48425db970607a4" providerId="LiveId" clId="{0980EDAB-3F5E-4A13-BDD2-5188CC07EABA}" dt="2020-02-16T13:18:10.196" v="2139" actId="47"/>
        <pc:sldMkLst>
          <pc:docMk/>
          <pc:sldMk cId="2240966349" sldId="287"/>
        </pc:sldMkLst>
        <pc:spChg chg="mod">
          <ac:chgData name="Pan Weike" userId="f48425db970607a4" providerId="LiveId" clId="{0980EDAB-3F5E-4A13-BDD2-5188CC07EABA}" dt="2020-02-14T02:21:44.510" v="1312" actId="20577"/>
          <ac:spMkLst>
            <pc:docMk/>
            <pc:sldMk cId="2240966349" sldId="287"/>
            <ac:spMk id="2" creationId="{00000000-0000-0000-0000-000000000000}"/>
          </ac:spMkLst>
        </pc:spChg>
        <pc:spChg chg="mod">
          <ac:chgData name="Pan Weike" userId="f48425db970607a4" providerId="LiveId" clId="{0980EDAB-3F5E-4A13-BDD2-5188CC07EABA}" dt="2020-02-14T02:11:43.829" v="966"/>
          <ac:spMkLst>
            <pc:docMk/>
            <pc:sldMk cId="2240966349" sldId="287"/>
            <ac:spMk id="3" creationId="{00000000-0000-0000-0000-000000000000}"/>
          </ac:spMkLst>
        </pc:spChg>
      </pc:sldChg>
      <pc:sldChg chg="modSp">
        <pc:chgData name="Pan Weike" userId="f48425db970607a4" providerId="LiveId" clId="{0980EDAB-3F5E-4A13-BDD2-5188CC07EABA}" dt="2020-02-14T01:59:41.575" v="803" actId="2711"/>
        <pc:sldMkLst>
          <pc:docMk/>
          <pc:sldMk cId="3877230618" sldId="289"/>
        </pc:sldMkLst>
        <pc:spChg chg="mod">
          <ac:chgData name="Pan Weike" userId="f48425db970607a4" providerId="LiveId" clId="{0980EDAB-3F5E-4A13-BDD2-5188CC07EABA}" dt="2020-02-14T01:59:32.790" v="802" actId="2711"/>
          <ac:spMkLst>
            <pc:docMk/>
            <pc:sldMk cId="3877230618" sldId="289"/>
            <ac:spMk id="2" creationId="{00000000-0000-0000-0000-000000000000}"/>
          </ac:spMkLst>
        </pc:spChg>
        <pc:spChg chg="mod">
          <ac:chgData name="Pan Weike" userId="f48425db970607a4" providerId="LiveId" clId="{0980EDAB-3F5E-4A13-BDD2-5188CC07EABA}" dt="2020-02-14T01:59:41.575" v="803" actId="2711"/>
          <ac:spMkLst>
            <pc:docMk/>
            <pc:sldMk cId="3877230618" sldId="289"/>
            <ac:spMk id="3" creationId="{00000000-0000-0000-0000-000000000000}"/>
          </ac:spMkLst>
        </pc:spChg>
      </pc:sldChg>
      <pc:sldChg chg="addSp modSp add">
        <pc:chgData name="Pan Weike" userId="f48425db970607a4" providerId="LiveId" clId="{0980EDAB-3F5E-4A13-BDD2-5188CC07EABA}" dt="2020-02-16T13:08:41.502" v="2135" actId="6549"/>
        <pc:sldMkLst>
          <pc:docMk/>
          <pc:sldMk cId="1862819835" sldId="290"/>
        </pc:sldMkLst>
        <pc:spChg chg="mod">
          <ac:chgData name="Pan Weike" userId="f48425db970607a4" providerId="LiveId" clId="{0980EDAB-3F5E-4A13-BDD2-5188CC07EABA}" dt="2020-02-14T02:21:38.734" v="1306" actId="20577"/>
          <ac:spMkLst>
            <pc:docMk/>
            <pc:sldMk cId="1862819835" sldId="290"/>
            <ac:spMk id="2" creationId="{00000000-0000-0000-0000-000000000000}"/>
          </ac:spMkLst>
        </pc:spChg>
        <pc:spChg chg="mod">
          <ac:chgData name="Pan Weike" userId="f48425db970607a4" providerId="LiveId" clId="{0980EDAB-3F5E-4A13-BDD2-5188CC07EABA}" dt="2020-02-16T13:08:41.502" v="2135" actId="6549"/>
          <ac:spMkLst>
            <pc:docMk/>
            <pc:sldMk cId="1862819835" sldId="290"/>
            <ac:spMk id="3" creationId="{00000000-0000-0000-0000-000000000000}"/>
          </ac:spMkLst>
        </pc:spChg>
        <pc:picChg chg="add">
          <ac:chgData name="Pan Weike" userId="f48425db970607a4" providerId="LiveId" clId="{0980EDAB-3F5E-4A13-BDD2-5188CC07EABA}" dt="2020-02-14T01:51:47.425" v="745"/>
          <ac:picMkLst>
            <pc:docMk/>
            <pc:sldMk cId="1862819835" sldId="290"/>
            <ac:picMk id="5" creationId="{46A1515D-C9F0-4929-8064-6B4D6E404E46}"/>
          </ac:picMkLst>
        </pc:picChg>
      </pc:sldChg>
      <pc:sldChg chg="modSp add del">
        <pc:chgData name="Pan Weike" userId="f48425db970607a4" providerId="LiveId" clId="{0980EDAB-3F5E-4A13-BDD2-5188CC07EABA}" dt="2020-02-14T01:57:33.189" v="798" actId="47"/>
        <pc:sldMkLst>
          <pc:docMk/>
          <pc:sldMk cId="90265902" sldId="291"/>
        </pc:sldMkLst>
        <pc:spChg chg="mod">
          <ac:chgData name="Pan Weike" userId="f48425db970607a4" providerId="LiveId" clId="{0980EDAB-3F5E-4A13-BDD2-5188CC07EABA}" dt="2020-02-14T01:49:40.110" v="733" actId="20577"/>
          <ac:spMkLst>
            <pc:docMk/>
            <pc:sldMk cId="90265902" sldId="291"/>
            <ac:spMk id="2" creationId="{00000000-0000-0000-0000-000000000000}"/>
          </ac:spMkLst>
        </pc:spChg>
        <pc:spChg chg="mod">
          <ac:chgData name="Pan Weike" userId="f48425db970607a4" providerId="LiveId" clId="{0980EDAB-3F5E-4A13-BDD2-5188CC07EABA}" dt="2020-02-14T01:49:38.033" v="731" actId="6549"/>
          <ac:spMkLst>
            <pc:docMk/>
            <pc:sldMk cId="90265902" sldId="291"/>
            <ac:spMk id="3" creationId="{00000000-0000-0000-0000-000000000000}"/>
          </ac:spMkLst>
        </pc:spChg>
      </pc:sldChg>
      <pc:sldChg chg="modSp add del">
        <pc:chgData name="Pan Weike" userId="f48425db970607a4" providerId="LiveId" clId="{0980EDAB-3F5E-4A13-BDD2-5188CC07EABA}" dt="2020-02-16T12:55:52.991" v="2133" actId="47"/>
        <pc:sldMkLst>
          <pc:docMk/>
          <pc:sldMk cId="1597100348" sldId="291"/>
        </pc:sldMkLst>
        <pc:spChg chg="mod">
          <ac:chgData name="Pan Weike" userId="f48425db970607a4" providerId="LiveId" clId="{0980EDAB-3F5E-4A13-BDD2-5188CC07EABA}" dt="2020-02-14T02:21:23.662" v="1294" actId="20577"/>
          <ac:spMkLst>
            <pc:docMk/>
            <pc:sldMk cId="1597100348" sldId="291"/>
            <ac:spMk id="2" creationId="{00000000-0000-0000-0000-000000000000}"/>
          </ac:spMkLst>
        </pc:spChg>
        <pc:spChg chg="mod">
          <ac:chgData name="Pan Weike" userId="f48425db970607a4" providerId="LiveId" clId="{0980EDAB-3F5E-4A13-BDD2-5188CC07EABA}" dt="2020-02-14T02:07:31.966" v="875" actId="20577"/>
          <ac:spMkLst>
            <pc:docMk/>
            <pc:sldMk cId="1597100348" sldId="291"/>
            <ac:spMk id="3" creationId="{00000000-0000-0000-0000-000000000000}"/>
          </ac:spMkLst>
        </pc:spChg>
      </pc:sldChg>
      <pc:sldChg chg="add del">
        <pc:chgData name="Pan Weike" userId="f48425db970607a4" providerId="LiveId" clId="{0980EDAB-3F5E-4A13-BDD2-5188CC07EABA}" dt="2020-02-14T02:43:47.204" v="1537" actId="47"/>
        <pc:sldMkLst>
          <pc:docMk/>
          <pc:sldMk cId="3050791351" sldId="292"/>
        </pc:sldMkLst>
      </pc:sldChg>
      <pc:sldChg chg="modSp add del">
        <pc:chgData name="Pan Weike" userId="f48425db970607a4" providerId="LiveId" clId="{0980EDAB-3F5E-4A13-BDD2-5188CC07EABA}" dt="2020-02-16T13:18:14.673" v="2141" actId="47"/>
        <pc:sldMkLst>
          <pc:docMk/>
          <pc:sldMk cId="272636905" sldId="293"/>
        </pc:sldMkLst>
        <pc:spChg chg="mod">
          <ac:chgData name="Pan Weike" userId="f48425db970607a4" providerId="LiveId" clId="{0980EDAB-3F5E-4A13-BDD2-5188CC07EABA}" dt="2020-02-14T02:22:00.242" v="1329"/>
          <ac:spMkLst>
            <pc:docMk/>
            <pc:sldMk cId="272636905" sldId="293"/>
            <ac:spMk id="2" creationId="{00000000-0000-0000-0000-000000000000}"/>
          </ac:spMkLst>
        </pc:spChg>
        <pc:spChg chg="mod">
          <ac:chgData name="Pan Weike" userId="f48425db970607a4" providerId="LiveId" clId="{0980EDAB-3F5E-4A13-BDD2-5188CC07EABA}" dt="2020-02-14T03:01:54.321" v="2125" actId="2711"/>
          <ac:spMkLst>
            <pc:docMk/>
            <pc:sldMk cId="272636905" sldId="293"/>
            <ac:spMk id="3" creationId="{00000000-0000-0000-0000-000000000000}"/>
          </ac:spMkLst>
        </pc:spChg>
      </pc:sldChg>
      <pc:sldChg chg="modSp add del ord">
        <pc:chgData name="Pan Weike" userId="f48425db970607a4" providerId="LiveId" clId="{0980EDAB-3F5E-4A13-BDD2-5188CC07EABA}" dt="2020-02-16T13:18:12.751" v="2140" actId="47"/>
        <pc:sldMkLst>
          <pc:docMk/>
          <pc:sldMk cId="3582269748" sldId="294"/>
        </pc:sldMkLst>
        <pc:spChg chg="mod">
          <ac:chgData name="Pan Weike" userId="f48425db970607a4" providerId="LiveId" clId="{0980EDAB-3F5E-4A13-BDD2-5188CC07EABA}" dt="2020-02-14T02:21:53.599" v="1320" actId="6549"/>
          <ac:spMkLst>
            <pc:docMk/>
            <pc:sldMk cId="3582269748" sldId="294"/>
            <ac:spMk id="2" creationId="{00000000-0000-0000-0000-000000000000}"/>
          </ac:spMkLst>
        </pc:spChg>
        <pc:spChg chg="mod">
          <ac:chgData name="Pan Weike" userId="f48425db970607a4" providerId="LiveId" clId="{0980EDAB-3F5E-4A13-BDD2-5188CC07EABA}" dt="2020-02-14T02:18:00.590" v="1229" actId="20577"/>
          <ac:spMkLst>
            <pc:docMk/>
            <pc:sldMk cId="3582269748" sldId="294"/>
            <ac:spMk id="3" creationId="{00000000-0000-0000-0000-000000000000}"/>
          </ac:spMkLst>
        </pc:spChg>
      </pc:sldChg>
      <pc:sldChg chg="modSp add del">
        <pc:chgData name="Pan Weike" userId="f48425db970607a4" providerId="LiveId" clId="{0980EDAB-3F5E-4A13-BDD2-5188CC07EABA}" dt="2020-02-14T02:31:32.199" v="1445" actId="2696"/>
        <pc:sldMkLst>
          <pc:docMk/>
          <pc:sldMk cId="374403345" sldId="295"/>
        </pc:sldMkLst>
        <pc:spChg chg="mod">
          <ac:chgData name="Pan Weike" userId="f48425db970607a4" providerId="LiveId" clId="{0980EDAB-3F5E-4A13-BDD2-5188CC07EABA}" dt="2020-02-14T02:26:20.319" v="1367"/>
          <ac:spMkLst>
            <pc:docMk/>
            <pc:sldMk cId="374403345" sldId="295"/>
            <ac:spMk id="2" creationId="{00000000-0000-0000-0000-000000000000}"/>
          </ac:spMkLst>
        </pc:spChg>
        <pc:spChg chg="mod">
          <ac:chgData name="Pan Weike" userId="f48425db970607a4" providerId="LiveId" clId="{0980EDAB-3F5E-4A13-BDD2-5188CC07EABA}" dt="2020-02-14T02:30:43.319" v="1440" actId="2711"/>
          <ac:spMkLst>
            <pc:docMk/>
            <pc:sldMk cId="374403345" sldId="295"/>
            <ac:spMk id="3" creationId="{00000000-0000-0000-0000-000000000000}"/>
          </ac:spMkLst>
        </pc:spChg>
      </pc:sldChg>
      <pc:sldChg chg="modSp add">
        <pc:chgData name="Pan Weike" userId="f48425db970607a4" providerId="LiveId" clId="{0980EDAB-3F5E-4A13-BDD2-5188CC07EABA}" dt="2020-02-16T13:22:23.082" v="2161" actId="207"/>
        <pc:sldMkLst>
          <pc:docMk/>
          <pc:sldMk cId="1986528261" sldId="295"/>
        </pc:sldMkLst>
        <pc:spChg chg="mod">
          <ac:chgData name="Pan Weike" userId="f48425db970607a4" providerId="LiveId" clId="{0980EDAB-3F5E-4A13-BDD2-5188CC07EABA}" dt="2020-02-16T13:22:23.082" v="2161" actId="207"/>
          <ac:spMkLst>
            <pc:docMk/>
            <pc:sldMk cId="1986528261" sldId="295"/>
            <ac:spMk id="3" creationId="{00000000-0000-0000-0000-000000000000}"/>
          </ac:spMkLst>
        </pc:spChg>
      </pc:sldChg>
      <pc:sldChg chg="modSp add del">
        <pc:chgData name="Pan Weike" userId="f48425db970607a4" providerId="LiveId" clId="{0980EDAB-3F5E-4A13-BDD2-5188CC07EABA}" dt="2020-02-14T02:31:32.199" v="1445" actId="2696"/>
        <pc:sldMkLst>
          <pc:docMk/>
          <pc:sldMk cId="2250642970" sldId="296"/>
        </pc:sldMkLst>
        <pc:spChg chg="mod">
          <ac:chgData name="Pan Weike" userId="f48425db970607a4" providerId="LiveId" clId="{0980EDAB-3F5E-4A13-BDD2-5188CC07EABA}" dt="2020-02-14T02:26:47.010" v="1382"/>
          <ac:spMkLst>
            <pc:docMk/>
            <pc:sldMk cId="2250642970" sldId="296"/>
            <ac:spMk id="2" creationId="{00000000-0000-0000-0000-000000000000}"/>
          </ac:spMkLst>
        </pc:spChg>
        <pc:spChg chg="mod">
          <ac:chgData name="Pan Weike" userId="f48425db970607a4" providerId="LiveId" clId="{0980EDAB-3F5E-4A13-BDD2-5188CC07EABA}" dt="2020-02-14T02:30:54.300" v="1442" actId="2711"/>
          <ac:spMkLst>
            <pc:docMk/>
            <pc:sldMk cId="2250642970" sldId="296"/>
            <ac:spMk id="3" creationId="{00000000-0000-0000-0000-000000000000}"/>
          </ac:spMkLst>
        </pc:spChg>
      </pc:sldChg>
      <pc:sldChg chg="modSp add">
        <pc:chgData name="Pan Weike" userId="f48425db970607a4" providerId="LiveId" clId="{0980EDAB-3F5E-4A13-BDD2-5188CC07EABA}" dt="2020-02-16T13:20:59.304" v="2160" actId="207"/>
        <pc:sldMkLst>
          <pc:docMk/>
          <pc:sldMk cId="2712803090" sldId="296"/>
        </pc:sldMkLst>
        <pc:spChg chg="mod">
          <ac:chgData name="Pan Weike" userId="f48425db970607a4" providerId="LiveId" clId="{0980EDAB-3F5E-4A13-BDD2-5188CC07EABA}" dt="2020-02-16T13:20:59.304" v="2160" actId="207"/>
          <ac:spMkLst>
            <pc:docMk/>
            <pc:sldMk cId="2712803090" sldId="296"/>
            <ac:spMk id="3" creationId="{00000000-0000-0000-0000-000000000000}"/>
          </ac:spMkLst>
        </pc:spChg>
      </pc:sldChg>
      <pc:sldChg chg="modSp add">
        <pc:chgData name="Pan Weike" userId="f48425db970607a4" providerId="LiveId" clId="{0980EDAB-3F5E-4A13-BDD2-5188CC07EABA}" dt="2020-02-16T13:20:52.048" v="2159" actId="207"/>
        <pc:sldMkLst>
          <pc:docMk/>
          <pc:sldMk cId="935286093" sldId="297"/>
        </pc:sldMkLst>
        <pc:spChg chg="mod">
          <ac:chgData name="Pan Weike" userId="f48425db970607a4" providerId="LiveId" clId="{0980EDAB-3F5E-4A13-BDD2-5188CC07EABA}" dt="2020-02-16T13:20:52.048" v="2159" actId="207"/>
          <ac:spMkLst>
            <pc:docMk/>
            <pc:sldMk cId="935286093" sldId="297"/>
            <ac:spMk id="3" creationId="{00000000-0000-0000-0000-000000000000}"/>
          </ac:spMkLst>
        </pc:spChg>
      </pc:sldChg>
      <pc:sldChg chg="modSp add del">
        <pc:chgData name="Pan Weike" userId="f48425db970607a4" providerId="LiveId" clId="{0980EDAB-3F5E-4A13-BDD2-5188CC07EABA}" dt="2020-02-14T02:31:32.199" v="1445" actId="2696"/>
        <pc:sldMkLst>
          <pc:docMk/>
          <pc:sldMk cId="3489777954" sldId="297"/>
        </pc:sldMkLst>
        <pc:spChg chg="mod">
          <ac:chgData name="Pan Weike" userId="f48425db970607a4" providerId="LiveId" clId="{0980EDAB-3F5E-4A13-BDD2-5188CC07EABA}" dt="2020-02-14T02:26:43.829" v="1378"/>
          <ac:spMkLst>
            <pc:docMk/>
            <pc:sldMk cId="3489777954" sldId="297"/>
            <ac:spMk id="2" creationId="{00000000-0000-0000-0000-000000000000}"/>
          </ac:spMkLst>
        </pc:spChg>
        <pc:spChg chg="mod">
          <ac:chgData name="Pan Weike" userId="f48425db970607a4" providerId="LiveId" clId="{0980EDAB-3F5E-4A13-BDD2-5188CC07EABA}" dt="2020-02-14T02:31:03.165" v="1443" actId="2711"/>
          <ac:spMkLst>
            <pc:docMk/>
            <pc:sldMk cId="3489777954" sldId="297"/>
            <ac:spMk id="3" creationId="{00000000-0000-0000-0000-000000000000}"/>
          </ac:spMkLst>
        </pc:spChg>
      </pc:sldChg>
      <pc:sldChg chg="modSp add del">
        <pc:chgData name="Pan Weike" userId="f48425db970607a4" providerId="LiveId" clId="{0980EDAB-3F5E-4A13-BDD2-5188CC07EABA}" dt="2020-02-14T02:31:32.199" v="1445" actId="2696"/>
        <pc:sldMkLst>
          <pc:docMk/>
          <pc:sldMk cId="3507986074" sldId="298"/>
        </pc:sldMkLst>
        <pc:spChg chg="mod">
          <ac:chgData name="Pan Weike" userId="f48425db970607a4" providerId="LiveId" clId="{0980EDAB-3F5E-4A13-BDD2-5188CC07EABA}" dt="2020-02-14T02:26:25.299" v="1370"/>
          <ac:spMkLst>
            <pc:docMk/>
            <pc:sldMk cId="3507986074" sldId="298"/>
            <ac:spMk id="2" creationId="{00000000-0000-0000-0000-000000000000}"/>
          </ac:spMkLst>
        </pc:spChg>
        <pc:spChg chg="mod">
          <ac:chgData name="Pan Weike" userId="f48425db970607a4" providerId="LiveId" clId="{0980EDAB-3F5E-4A13-BDD2-5188CC07EABA}" dt="2020-02-14T02:30:48.430" v="1441" actId="2711"/>
          <ac:spMkLst>
            <pc:docMk/>
            <pc:sldMk cId="3507986074" sldId="298"/>
            <ac:spMk id="3" creationId="{00000000-0000-0000-0000-000000000000}"/>
          </ac:spMkLst>
        </pc:spChg>
      </pc:sldChg>
      <pc:sldChg chg="modSp add">
        <pc:chgData name="Pan Weike" userId="f48425db970607a4" providerId="LiveId" clId="{0980EDAB-3F5E-4A13-BDD2-5188CC07EABA}" dt="2020-02-16T13:19:46.601" v="2148" actId="207"/>
        <pc:sldMkLst>
          <pc:docMk/>
          <pc:sldMk cId="4108324102" sldId="298"/>
        </pc:sldMkLst>
        <pc:spChg chg="mod">
          <ac:chgData name="Pan Weike" userId="f48425db970607a4" providerId="LiveId" clId="{0980EDAB-3F5E-4A13-BDD2-5188CC07EABA}" dt="2020-02-16T13:19:46.601" v="2148" actId="207"/>
          <ac:spMkLst>
            <pc:docMk/>
            <pc:sldMk cId="4108324102" sldId="298"/>
            <ac:spMk id="3" creationId="{00000000-0000-0000-0000-000000000000}"/>
          </ac:spMkLst>
        </pc:spChg>
      </pc:sldChg>
      <pc:sldChg chg="modSp add">
        <pc:chgData name="Pan Weike" userId="f48425db970607a4" providerId="LiveId" clId="{0980EDAB-3F5E-4A13-BDD2-5188CC07EABA}" dt="2020-02-16T13:26:38.280" v="2164" actId="207"/>
        <pc:sldMkLst>
          <pc:docMk/>
          <pc:sldMk cId="2825862994" sldId="299"/>
        </pc:sldMkLst>
        <pc:spChg chg="mod">
          <ac:chgData name="Pan Weike" userId="f48425db970607a4" providerId="LiveId" clId="{0980EDAB-3F5E-4A13-BDD2-5188CC07EABA}" dt="2020-02-16T13:26:38.280" v="2164" actId="207"/>
          <ac:spMkLst>
            <pc:docMk/>
            <pc:sldMk cId="2825862994" sldId="299"/>
            <ac:spMk id="3" creationId="{00000000-0000-0000-0000-000000000000}"/>
          </ac:spMkLst>
        </pc:spChg>
      </pc:sldChg>
      <pc:sldChg chg="modSp add del">
        <pc:chgData name="Pan Weike" userId="f48425db970607a4" providerId="LiveId" clId="{0980EDAB-3F5E-4A13-BDD2-5188CC07EABA}" dt="2020-02-14T02:31:32.199" v="1445" actId="2696"/>
        <pc:sldMkLst>
          <pc:docMk/>
          <pc:sldMk cId="3435713609" sldId="299"/>
        </pc:sldMkLst>
        <pc:spChg chg="mod">
          <ac:chgData name="Pan Weike" userId="f48425db970607a4" providerId="LiveId" clId="{0980EDAB-3F5E-4A13-BDD2-5188CC07EABA}" dt="2020-02-14T02:26:51.983" v="1387"/>
          <ac:spMkLst>
            <pc:docMk/>
            <pc:sldMk cId="3435713609" sldId="299"/>
            <ac:spMk id="2" creationId="{00000000-0000-0000-0000-000000000000}"/>
          </ac:spMkLst>
        </pc:spChg>
        <pc:spChg chg="mod">
          <ac:chgData name="Pan Weike" userId="f48425db970607a4" providerId="LiveId" clId="{0980EDAB-3F5E-4A13-BDD2-5188CC07EABA}" dt="2020-02-14T02:31:08.477" v="1444" actId="2711"/>
          <ac:spMkLst>
            <pc:docMk/>
            <pc:sldMk cId="3435713609" sldId="299"/>
            <ac:spMk id="3" creationId="{00000000-0000-0000-0000-000000000000}"/>
          </ac:spMkLst>
        </pc:spChg>
      </pc:sldChg>
      <pc:sldChg chg="addSp delSp modSp add ord">
        <pc:chgData name="Pan Weike" userId="f48425db970607a4" providerId="LiveId" clId="{0980EDAB-3F5E-4A13-BDD2-5188CC07EABA}" dt="2020-02-16T14:09:35.435" v="2648"/>
        <pc:sldMkLst>
          <pc:docMk/>
          <pc:sldMk cId="826101023" sldId="300"/>
        </pc:sldMkLst>
        <pc:spChg chg="mod">
          <ac:chgData name="Pan Weike" userId="f48425db970607a4" providerId="LiveId" clId="{0980EDAB-3F5E-4A13-BDD2-5188CC07EABA}" dt="2020-02-16T14:09:35.435" v="2648"/>
          <ac:spMkLst>
            <pc:docMk/>
            <pc:sldMk cId="826101023" sldId="300"/>
            <ac:spMk id="2" creationId="{00000000-0000-0000-0000-000000000000}"/>
          </ac:spMkLst>
        </pc:spChg>
        <pc:spChg chg="mod">
          <ac:chgData name="Pan Weike" userId="f48425db970607a4" providerId="LiveId" clId="{0980EDAB-3F5E-4A13-BDD2-5188CC07EABA}" dt="2020-02-14T02:42:42.718" v="1518" actId="20577"/>
          <ac:spMkLst>
            <pc:docMk/>
            <pc:sldMk cId="826101023" sldId="300"/>
            <ac:spMk id="3" creationId="{00000000-0000-0000-0000-000000000000}"/>
          </ac:spMkLst>
        </pc:spChg>
        <pc:picChg chg="add del mod">
          <ac:chgData name="Pan Weike" userId="f48425db970607a4" providerId="LiveId" clId="{0980EDAB-3F5E-4A13-BDD2-5188CC07EABA}" dt="2020-02-16T13:51:18.113" v="2169" actId="478"/>
          <ac:picMkLst>
            <pc:docMk/>
            <pc:sldMk cId="826101023" sldId="300"/>
            <ac:picMk id="6" creationId="{960AAE44-83BD-478D-AE0C-F8CBFC076FF1}"/>
          </ac:picMkLst>
        </pc:picChg>
      </pc:sldChg>
      <pc:sldChg chg="modSp add">
        <pc:chgData name="Pan Weike" userId="f48425db970607a4" providerId="LiveId" clId="{0980EDAB-3F5E-4A13-BDD2-5188CC07EABA}" dt="2020-02-16T14:09:37.818" v="2649"/>
        <pc:sldMkLst>
          <pc:docMk/>
          <pc:sldMk cId="129304018" sldId="301"/>
        </pc:sldMkLst>
        <pc:spChg chg="mod">
          <ac:chgData name="Pan Weike" userId="f48425db970607a4" providerId="LiveId" clId="{0980EDAB-3F5E-4A13-BDD2-5188CC07EABA}" dt="2020-02-16T14:09:37.818" v="2649"/>
          <ac:spMkLst>
            <pc:docMk/>
            <pc:sldMk cId="129304018" sldId="301"/>
            <ac:spMk id="2" creationId="{00000000-0000-0000-0000-000000000000}"/>
          </ac:spMkLst>
        </pc:spChg>
        <pc:spChg chg="mod">
          <ac:chgData name="Pan Weike" userId="f48425db970607a4" providerId="LiveId" clId="{0980EDAB-3F5E-4A13-BDD2-5188CC07EABA}" dt="2020-02-14T02:42:44.974" v="1519" actId="20577"/>
          <ac:spMkLst>
            <pc:docMk/>
            <pc:sldMk cId="129304018" sldId="301"/>
            <ac:spMk id="3" creationId="{00000000-0000-0000-0000-000000000000}"/>
          </ac:spMkLst>
        </pc:spChg>
      </pc:sldChg>
      <pc:sldChg chg="modSp add">
        <pc:chgData name="Pan Weike" userId="f48425db970607a4" providerId="LiveId" clId="{0980EDAB-3F5E-4A13-BDD2-5188CC07EABA}" dt="2020-02-16T14:09:38.883" v="2650"/>
        <pc:sldMkLst>
          <pc:docMk/>
          <pc:sldMk cId="1509154444" sldId="302"/>
        </pc:sldMkLst>
        <pc:spChg chg="mod">
          <ac:chgData name="Pan Weike" userId="f48425db970607a4" providerId="LiveId" clId="{0980EDAB-3F5E-4A13-BDD2-5188CC07EABA}" dt="2020-02-16T14:09:38.883" v="2650"/>
          <ac:spMkLst>
            <pc:docMk/>
            <pc:sldMk cId="1509154444" sldId="302"/>
            <ac:spMk id="2" creationId="{00000000-0000-0000-0000-000000000000}"/>
          </ac:spMkLst>
        </pc:spChg>
        <pc:spChg chg="mod">
          <ac:chgData name="Pan Weike" userId="f48425db970607a4" providerId="LiveId" clId="{0980EDAB-3F5E-4A13-BDD2-5188CC07EABA}" dt="2020-02-14T02:42:46.959" v="1520" actId="20577"/>
          <ac:spMkLst>
            <pc:docMk/>
            <pc:sldMk cId="1509154444" sldId="302"/>
            <ac:spMk id="3" creationId="{00000000-0000-0000-0000-000000000000}"/>
          </ac:spMkLst>
        </pc:spChg>
      </pc:sldChg>
      <pc:sldChg chg="modSp add">
        <pc:chgData name="Pan Weike" userId="f48425db970607a4" providerId="LiveId" clId="{0980EDAB-3F5E-4A13-BDD2-5188CC07EABA}" dt="2020-02-16T14:09:39.994" v="2651"/>
        <pc:sldMkLst>
          <pc:docMk/>
          <pc:sldMk cId="2492830534" sldId="303"/>
        </pc:sldMkLst>
        <pc:spChg chg="mod">
          <ac:chgData name="Pan Weike" userId="f48425db970607a4" providerId="LiveId" clId="{0980EDAB-3F5E-4A13-BDD2-5188CC07EABA}" dt="2020-02-16T14:09:39.994" v="2651"/>
          <ac:spMkLst>
            <pc:docMk/>
            <pc:sldMk cId="2492830534" sldId="303"/>
            <ac:spMk id="2" creationId="{00000000-0000-0000-0000-000000000000}"/>
          </ac:spMkLst>
        </pc:spChg>
        <pc:spChg chg="mod">
          <ac:chgData name="Pan Weike" userId="f48425db970607a4" providerId="LiveId" clId="{0980EDAB-3F5E-4A13-BDD2-5188CC07EABA}" dt="2020-02-14T02:43:05.022" v="1536" actId="20577"/>
          <ac:spMkLst>
            <pc:docMk/>
            <pc:sldMk cId="2492830534" sldId="303"/>
            <ac:spMk id="3" creationId="{00000000-0000-0000-0000-000000000000}"/>
          </ac:spMkLst>
        </pc:spChg>
      </pc:sldChg>
      <pc:sldChg chg="modSp add">
        <pc:chgData name="Pan Weike" userId="f48425db970607a4" providerId="LiveId" clId="{0980EDAB-3F5E-4A13-BDD2-5188CC07EABA}" dt="2020-02-16T14:09:41.036" v="2652"/>
        <pc:sldMkLst>
          <pc:docMk/>
          <pc:sldMk cId="711890592" sldId="304"/>
        </pc:sldMkLst>
        <pc:spChg chg="mod">
          <ac:chgData name="Pan Weike" userId="f48425db970607a4" providerId="LiveId" clId="{0980EDAB-3F5E-4A13-BDD2-5188CC07EABA}" dt="2020-02-16T14:09:41.036" v="2652"/>
          <ac:spMkLst>
            <pc:docMk/>
            <pc:sldMk cId="711890592" sldId="304"/>
            <ac:spMk id="2" creationId="{00000000-0000-0000-0000-000000000000}"/>
          </ac:spMkLst>
        </pc:spChg>
        <pc:spChg chg="mod">
          <ac:chgData name="Pan Weike" userId="f48425db970607a4" providerId="LiveId" clId="{0980EDAB-3F5E-4A13-BDD2-5188CC07EABA}" dt="2020-02-14T02:42:50.383" v="1522" actId="20577"/>
          <ac:spMkLst>
            <pc:docMk/>
            <pc:sldMk cId="711890592" sldId="304"/>
            <ac:spMk id="3" creationId="{00000000-0000-0000-0000-000000000000}"/>
          </ac:spMkLst>
        </pc:spChg>
      </pc:sldChg>
      <pc:sldChg chg="modSp add">
        <pc:chgData name="Pan Weike" userId="f48425db970607a4" providerId="LiveId" clId="{0980EDAB-3F5E-4A13-BDD2-5188CC07EABA}" dt="2020-02-16T14:09:42.091" v="2653"/>
        <pc:sldMkLst>
          <pc:docMk/>
          <pc:sldMk cId="2265039434" sldId="305"/>
        </pc:sldMkLst>
        <pc:spChg chg="mod">
          <ac:chgData name="Pan Weike" userId="f48425db970607a4" providerId="LiveId" clId="{0980EDAB-3F5E-4A13-BDD2-5188CC07EABA}" dt="2020-02-16T14:09:42.091" v="2653"/>
          <ac:spMkLst>
            <pc:docMk/>
            <pc:sldMk cId="2265039434" sldId="305"/>
            <ac:spMk id="2" creationId="{00000000-0000-0000-0000-000000000000}"/>
          </ac:spMkLst>
        </pc:spChg>
        <pc:spChg chg="mod">
          <ac:chgData name="Pan Weike" userId="f48425db970607a4" providerId="LiveId" clId="{0980EDAB-3F5E-4A13-BDD2-5188CC07EABA}" dt="2020-02-14T02:42:09.310" v="1511" actId="113"/>
          <ac:spMkLst>
            <pc:docMk/>
            <pc:sldMk cId="2265039434" sldId="305"/>
            <ac:spMk id="3" creationId="{00000000-0000-0000-0000-000000000000}"/>
          </ac:spMkLst>
        </pc:spChg>
      </pc:sldChg>
      <pc:sldChg chg="modSp add">
        <pc:chgData name="Pan Weike" userId="f48425db970607a4" providerId="LiveId" clId="{0980EDAB-3F5E-4A13-BDD2-5188CC07EABA}" dt="2020-02-16T14:09:43.129" v="2654"/>
        <pc:sldMkLst>
          <pc:docMk/>
          <pc:sldMk cId="1732863509" sldId="306"/>
        </pc:sldMkLst>
        <pc:spChg chg="mod">
          <ac:chgData name="Pan Weike" userId="f48425db970607a4" providerId="LiveId" clId="{0980EDAB-3F5E-4A13-BDD2-5188CC07EABA}" dt="2020-02-16T14:09:43.129" v="2654"/>
          <ac:spMkLst>
            <pc:docMk/>
            <pc:sldMk cId="1732863509" sldId="306"/>
            <ac:spMk id="2" creationId="{00000000-0000-0000-0000-000000000000}"/>
          </ac:spMkLst>
        </pc:spChg>
        <pc:spChg chg="mod">
          <ac:chgData name="Pan Weike" userId="f48425db970607a4" providerId="LiveId" clId="{0980EDAB-3F5E-4A13-BDD2-5188CC07EABA}" dt="2020-02-14T02:42:53.278" v="1523" actId="20577"/>
          <ac:spMkLst>
            <pc:docMk/>
            <pc:sldMk cId="1732863509" sldId="306"/>
            <ac:spMk id="3" creationId="{00000000-0000-0000-0000-000000000000}"/>
          </ac:spMkLst>
        </pc:spChg>
      </pc:sldChg>
      <pc:sldChg chg="modSp add">
        <pc:chgData name="Pan Weike" userId="f48425db970607a4" providerId="LiveId" clId="{0980EDAB-3F5E-4A13-BDD2-5188CC07EABA}" dt="2020-02-16T14:09:44.201" v="2655"/>
        <pc:sldMkLst>
          <pc:docMk/>
          <pc:sldMk cId="866421558" sldId="307"/>
        </pc:sldMkLst>
        <pc:spChg chg="mod">
          <ac:chgData name="Pan Weike" userId="f48425db970607a4" providerId="LiveId" clId="{0980EDAB-3F5E-4A13-BDD2-5188CC07EABA}" dt="2020-02-16T14:09:44.201" v="2655"/>
          <ac:spMkLst>
            <pc:docMk/>
            <pc:sldMk cId="866421558" sldId="307"/>
            <ac:spMk id="2" creationId="{00000000-0000-0000-0000-000000000000}"/>
          </ac:spMkLst>
        </pc:spChg>
        <pc:spChg chg="mod">
          <ac:chgData name="Pan Weike" userId="f48425db970607a4" providerId="LiveId" clId="{0980EDAB-3F5E-4A13-BDD2-5188CC07EABA}" dt="2020-02-14T02:42:37.423" v="1517" actId="20577"/>
          <ac:spMkLst>
            <pc:docMk/>
            <pc:sldMk cId="866421558" sldId="307"/>
            <ac:spMk id="3" creationId="{00000000-0000-0000-0000-000000000000}"/>
          </ac:spMkLst>
        </pc:spChg>
      </pc:sldChg>
      <pc:sldChg chg="modSp add">
        <pc:chgData name="Pan Weike" userId="f48425db970607a4" providerId="LiveId" clId="{0980EDAB-3F5E-4A13-BDD2-5188CC07EABA}" dt="2020-02-16T14:35:03.558" v="2739" actId="20577"/>
        <pc:sldMkLst>
          <pc:docMk/>
          <pc:sldMk cId="495312353" sldId="308"/>
        </pc:sldMkLst>
        <pc:spChg chg="mod">
          <ac:chgData name="Pan Weike" userId="f48425db970607a4" providerId="LiveId" clId="{0980EDAB-3F5E-4A13-BDD2-5188CC07EABA}" dt="2020-02-14T02:46:06.638" v="1597" actId="20577"/>
          <ac:spMkLst>
            <pc:docMk/>
            <pc:sldMk cId="495312353" sldId="308"/>
            <ac:spMk id="2" creationId="{00000000-0000-0000-0000-000000000000}"/>
          </ac:spMkLst>
        </pc:spChg>
        <pc:spChg chg="mod">
          <ac:chgData name="Pan Weike" userId="f48425db970607a4" providerId="LiveId" clId="{0980EDAB-3F5E-4A13-BDD2-5188CC07EABA}" dt="2020-02-16T14:35:03.558" v="2739" actId="20577"/>
          <ac:spMkLst>
            <pc:docMk/>
            <pc:sldMk cId="495312353" sldId="308"/>
            <ac:spMk id="3" creationId="{00000000-0000-0000-0000-000000000000}"/>
          </ac:spMkLst>
        </pc:spChg>
      </pc:sldChg>
      <pc:sldChg chg="modSp add">
        <pc:chgData name="Pan Weike" userId="f48425db970607a4" providerId="LiveId" clId="{0980EDAB-3F5E-4A13-BDD2-5188CC07EABA}" dt="2020-02-16T14:06:20.027" v="2614"/>
        <pc:sldMkLst>
          <pc:docMk/>
          <pc:sldMk cId="2290085433" sldId="309"/>
        </pc:sldMkLst>
        <pc:spChg chg="mod">
          <ac:chgData name="Pan Weike" userId="f48425db970607a4" providerId="LiveId" clId="{0980EDAB-3F5E-4A13-BDD2-5188CC07EABA}" dt="2020-02-14T02:46:09.058" v="1599" actId="20577"/>
          <ac:spMkLst>
            <pc:docMk/>
            <pc:sldMk cId="2290085433" sldId="309"/>
            <ac:spMk id="2" creationId="{00000000-0000-0000-0000-000000000000}"/>
          </ac:spMkLst>
        </pc:spChg>
        <pc:spChg chg="mod">
          <ac:chgData name="Pan Weike" userId="f48425db970607a4" providerId="LiveId" clId="{0980EDAB-3F5E-4A13-BDD2-5188CC07EABA}" dt="2020-02-16T14:06:20.027" v="2614"/>
          <ac:spMkLst>
            <pc:docMk/>
            <pc:sldMk cId="2290085433" sldId="309"/>
            <ac:spMk id="3" creationId="{00000000-0000-0000-0000-000000000000}"/>
          </ac:spMkLst>
        </pc:spChg>
      </pc:sldChg>
      <pc:sldChg chg="modSp add">
        <pc:chgData name="Pan Weike" userId="f48425db970607a4" providerId="LiveId" clId="{0980EDAB-3F5E-4A13-BDD2-5188CC07EABA}" dt="2020-02-16T13:58:45.791" v="2230" actId="403"/>
        <pc:sldMkLst>
          <pc:docMk/>
          <pc:sldMk cId="3904807848" sldId="310"/>
        </pc:sldMkLst>
        <pc:spChg chg="mod">
          <ac:chgData name="Pan Weike" userId="f48425db970607a4" providerId="LiveId" clId="{0980EDAB-3F5E-4A13-BDD2-5188CC07EABA}" dt="2020-02-14T02:46:10.653" v="1601" actId="20577"/>
          <ac:spMkLst>
            <pc:docMk/>
            <pc:sldMk cId="3904807848" sldId="310"/>
            <ac:spMk id="2" creationId="{00000000-0000-0000-0000-000000000000}"/>
          </ac:spMkLst>
        </pc:spChg>
        <pc:spChg chg="mod">
          <ac:chgData name="Pan Weike" userId="f48425db970607a4" providerId="LiveId" clId="{0980EDAB-3F5E-4A13-BDD2-5188CC07EABA}" dt="2020-02-16T13:58:45.791" v="2230" actId="403"/>
          <ac:spMkLst>
            <pc:docMk/>
            <pc:sldMk cId="3904807848" sldId="310"/>
            <ac:spMk id="3" creationId="{00000000-0000-0000-0000-000000000000}"/>
          </ac:spMkLst>
        </pc:spChg>
      </pc:sldChg>
      <pc:sldChg chg="modSp add">
        <pc:chgData name="Pan Weike" userId="f48425db970607a4" providerId="LiveId" clId="{0980EDAB-3F5E-4A13-BDD2-5188CC07EABA}" dt="2020-02-16T13:58:48.878" v="2232" actId="403"/>
        <pc:sldMkLst>
          <pc:docMk/>
          <pc:sldMk cId="3164974932" sldId="311"/>
        </pc:sldMkLst>
        <pc:spChg chg="mod">
          <ac:chgData name="Pan Weike" userId="f48425db970607a4" providerId="LiveId" clId="{0980EDAB-3F5E-4A13-BDD2-5188CC07EABA}" dt="2020-02-14T02:46:40.642" v="1602" actId="20577"/>
          <ac:spMkLst>
            <pc:docMk/>
            <pc:sldMk cId="3164974932" sldId="311"/>
            <ac:spMk id="2" creationId="{00000000-0000-0000-0000-000000000000}"/>
          </ac:spMkLst>
        </pc:spChg>
        <pc:spChg chg="mod">
          <ac:chgData name="Pan Weike" userId="f48425db970607a4" providerId="LiveId" clId="{0980EDAB-3F5E-4A13-BDD2-5188CC07EABA}" dt="2020-02-16T13:58:48.878" v="2232" actId="403"/>
          <ac:spMkLst>
            <pc:docMk/>
            <pc:sldMk cId="3164974932" sldId="311"/>
            <ac:spMk id="3" creationId="{00000000-0000-0000-0000-000000000000}"/>
          </ac:spMkLst>
        </pc:spChg>
      </pc:sldChg>
      <pc:sldChg chg="modSp add del">
        <pc:chgData name="Pan Weike" userId="f48425db970607a4" providerId="LiveId" clId="{0980EDAB-3F5E-4A13-BDD2-5188CC07EABA}" dt="2020-02-14T03:00:42.437" v="2120" actId="47"/>
        <pc:sldMkLst>
          <pc:docMk/>
          <pc:sldMk cId="487287250" sldId="312"/>
        </pc:sldMkLst>
        <pc:spChg chg="mod">
          <ac:chgData name="Pan Weike" userId="f48425db970607a4" providerId="LiveId" clId="{0980EDAB-3F5E-4A13-BDD2-5188CC07EABA}" dt="2020-02-14T02:46:42.193" v="1603" actId="20577"/>
          <ac:spMkLst>
            <pc:docMk/>
            <pc:sldMk cId="487287250" sldId="312"/>
            <ac:spMk id="2" creationId="{00000000-0000-0000-0000-000000000000}"/>
          </ac:spMkLst>
        </pc:spChg>
        <pc:spChg chg="mod">
          <ac:chgData name="Pan Weike" userId="f48425db970607a4" providerId="LiveId" clId="{0980EDAB-3F5E-4A13-BDD2-5188CC07EABA}" dt="2020-02-14T02:45:53.903" v="1595" actId="404"/>
          <ac:spMkLst>
            <pc:docMk/>
            <pc:sldMk cId="487287250" sldId="312"/>
            <ac:spMk id="3" creationId="{00000000-0000-0000-0000-000000000000}"/>
          </ac:spMkLst>
        </pc:spChg>
      </pc:sldChg>
      <pc:sldChg chg="modSp add del">
        <pc:chgData name="Pan Weike" userId="f48425db970607a4" providerId="LiveId" clId="{0980EDAB-3F5E-4A13-BDD2-5188CC07EABA}" dt="2020-02-14T02:47:19.490" v="1612" actId="47"/>
        <pc:sldMkLst>
          <pc:docMk/>
          <pc:sldMk cId="715182080" sldId="313"/>
        </pc:sldMkLst>
        <pc:spChg chg="mod">
          <ac:chgData name="Pan Weike" userId="f48425db970607a4" providerId="LiveId" clId="{0980EDAB-3F5E-4A13-BDD2-5188CC07EABA}" dt="2020-02-14T02:47:02.680" v="1608" actId="404"/>
          <ac:spMkLst>
            <pc:docMk/>
            <pc:sldMk cId="715182080" sldId="313"/>
            <ac:spMk id="3" creationId="{E88AA852-A002-44A3-AB1F-AFDE36BD94C2}"/>
          </ac:spMkLst>
        </pc:spChg>
      </pc:sldChg>
      <pc:sldChg chg="modSp add">
        <pc:chgData name="Pan Weike" userId="f48425db970607a4" providerId="LiveId" clId="{0980EDAB-3F5E-4A13-BDD2-5188CC07EABA}" dt="2020-02-16T13:58:51.726" v="2234" actId="403"/>
        <pc:sldMkLst>
          <pc:docMk/>
          <pc:sldMk cId="3571235314" sldId="314"/>
        </pc:sldMkLst>
        <pc:spChg chg="mod">
          <ac:chgData name="Pan Weike" userId="f48425db970607a4" providerId="LiveId" clId="{0980EDAB-3F5E-4A13-BDD2-5188CC07EABA}" dt="2020-02-16T13:58:51.726" v="2234" actId="403"/>
          <ac:spMkLst>
            <pc:docMk/>
            <pc:sldMk cId="3571235314" sldId="314"/>
            <ac:spMk id="3" creationId="{00000000-0000-0000-0000-000000000000}"/>
          </ac:spMkLst>
        </pc:spChg>
      </pc:sldChg>
      <pc:sldChg chg="add del">
        <pc:chgData name="Pan Weike" userId="f48425db970607a4" providerId="LiveId" clId="{0980EDAB-3F5E-4A13-BDD2-5188CC07EABA}" dt="2020-02-14T03:00:56.521" v="2121" actId="47"/>
        <pc:sldMkLst>
          <pc:docMk/>
          <pc:sldMk cId="3370826444" sldId="315"/>
        </pc:sldMkLst>
      </pc:sldChg>
      <pc:sldChg chg="modSp add">
        <pc:chgData name="Pan Weike" userId="f48425db970607a4" providerId="LiveId" clId="{0980EDAB-3F5E-4A13-BDD2-5188CC07EABA}" dt="2020-02-16T14:02:46.998" v="2498" actId="113"/>
        <pc:sldMkLst>
          <pc:docMk/>
          <pc:sldMk cId="4014616069" sldId="316"/>
        </pc:sldMkLst>
        <pc:spChg chg="mod">
          <ac:chgData name="Pan Weike" userId="f48425db970607a4" providerId="LiveId" clId="{0980EDAB-3F5E-4A13-BDD2-5188CC07EABA}" dt="2020-02-14T02:52:27.811" v="1722"/>
          <ac:spMkLst>
            <pc:docMk/>
            <pc:sldMk cId="4014616069" sldId="316"/>
            <ac:spMk id="2" creationId="{00000000-0000-0000-0000-000000000000}"/>
          </ac:spMkLst>
        </pc:spChg>
        <pc:spChg chg="mod">
          <ac:chgData name="Pan Weike" userId="f48425db970607a4" providerId="LiveId" clId="{0980EDAB-3F5E-4A13-BDD2-5188CC07EABA}" dt="2020-02-16T14:02:46.998" v="2498" actId="113"/>
          <ac:spMkLst>
            <pc:docMk/>
            <pc:sldMk cId="4014616069" sldId="316"/>
            <ac:spMk id="3" creationId="{00000000-0000-0000-0000-000000000000}"/>
          </ac:spMkLst>
        </pc:spChg>
      </pc:sldChg>
      <pc:sldChg chg="modSp add">
        <pc:chgData name="Pan Weike" userId="f48425db970607a4" providerId="LiveId" clId="{0980EDAB-3F5E-4A13-BDD2-5188CC07EABA}" dt="2020-02-19T07:45:01.241" v="2745" actId="113"/>
        <pc:sldMkLst>
          <pc:docMk/>
          <pc:sldMk cId="624359278" sldId="317"/>
        </pc:sldMkLst>
        <pc:spChg chg="mod">
          <ac:chgData name="Pan Weike" userId="f48425db970607a4" providerId="LiveId" clId="{0980EDAB-3F5E-4A13-BDD2-5188CC07EABA}" dt="2020-02-14T02:52:35.198" v="1725"/>
          <ac:spMkLst>
            <pc:docMk/>
            <pc:sldMk cId="624359278" sldId="317"/>
            <ac:spMk id="2" creationId="{00000000-0000-0000-0000-000000000000}"/>
          </ac:spMkLst>
        </pc:spChg>
        <pc:spChg chg="mod">
          <ac:chgData name="Pan Weike" userId="f48425db970607a4" providerId="LiveId" clId="{0980EDAB-3F5E-4A13-BDD2-5188CC07EABA}" dt="2020-02-19T07:45:01.241" v="2745" actId="113"/>
          <ac:spMkLst>
            <pc:docMk/>
            <pc:sldMk cId="624359278" sldId="317"/>
            <ac:spMk id="3" creationId="{00000000-0000-0000-0000-000000000000}"/>
          </ac:spMkLst>
        </pc:spChg>
      </pc:sldChg>
      <pc:sldChg chg="add del">
        <pc:chgData name="Pan Weike" userId="f48425db970607a4" providerId="LiveId" clId="{0980EDAB-3F5E-4A13-BDD2-5188CC07EABA}" dt="2020-02-14T02:53:24.872" v="1731" actId="47"/>
        <pc:sldMkLst>
          <pc:docMk/>
          <pc:sldMk cId="2666074724" sldId="318"/>
        </pc:sldMkLst>
      </pc:sldChg>
      <pc:sldChg chg="modSp add">
        <pc:chgData name="Pan Weike" userId="f48425db970607a4" providerId="LiveId" clId="{0980EDAB-3F5E-4A13-BDD2-5188CC07EABA}" dt="2020-02-16T14:02:58.606" v="2504" actId="6549"/>
        <pc:sldMkLst>
          <pc:docMk/>
          <pc:sldMk cId="2789034695" sldId="319"/>
        </pc:sldMkLst>
        <pc:spChg chg="mod">
          <ac:chgData name="Pan Weike" userId="f48425db970607a4" providerId="LiveId" clId="{0980EDAB-3F5E-4A13-BDD2-5188CC07EABA}" dt="2020-02-14T02:53:28.061" v="1734"/>
          <ac:spMkLst>
            <pc:docMk/>
            <pc:sldMk cId="2789034695" sldId="319"/>
            <ac:spMk id="2" creationId="{00000000-0000-0000-0000-000000000000}"/>
          </ac:spMkLst>
        </pc:spChg>
        <pc:spChg chg="mod">
          <ac:chgData name="Pan Weike" userId="f48425db970607a4" providerId="LiveId" clId="{0980EDAB-3F5E-4A13-BDD2-5188CC07EABA}" dt="2020-02-16T14:02:58.606" v="2504" actId="6549"/>
          <ac:spMkLst>
            <pc:docMk/>
            <pc:sldMk cId="2789034695" sldId="319"/>
            <ac:spMk id="3" creationId="{00000000-0000-0000-0000-000000000000}"/>
          </ac:spMkLst>
        </pc:spChg>
      </pc:sldChg>
      <pc:sldChg chg="modSp add">
        <pc:chgData name="Pan Weike" userId="f48425db970607a4" providerId="LiveId" clId="{0980EDAB-3F5E-4A13-BDD2-5188CC07EABA}" dt="2020-02-16T14:11:54.716" v="2713"/>
        <pc:sldMkLst>
          <pc:docMk/>
          <pc:sldMk cId="1812371983" sldId="320"/>
        </pc:sldMkLst>
        <pc:spChg chg="mod">
          <ac:chgData name="Pan Weike" userId="f48425db970607a4" providerId="LiveId" clId="{0980EDAB-3F5E-4A13-BDD2-5188CC07EABA}" dt="2020-02-16T14:08:28.889" v="2629" actId="2711"/>
          <ac:spMkLst>
            <pc:docMk/>
            <pc:sldMk cId="1812371983" sldId="320"/>
            <ac:spMk id="2" creationId="{00000000-0000-0000-0000-000000000000}"/>
          </ac:spMkLst>
        </pc:spChg>
        <pc:spChg chg="mod">
          <ac:chgData name="Pan Weike" userId="f48425db970607a4" providerId="LiveId" clId="{0980EDAB-3F5E-4A13-BDD2-5188CC07EABA}" dt="2020-02-16T14:11:54.716" v="2713"/>
          <ac:spMkLst>
            <pc:docMk/>
            <pc:sldMk cId="1812371983" sldId="320"/>
            <ac:spMk id="3" creationId="{00000000-0000-0000-0000-000000000000}"/>
          </ac:spMkLst>
        </pc:spChg>
      </pc:sldChg>
      <pc:sldChg chg="modSp add">
        <pc:chgData name="Pan Weike" userId="f48425db970607a4" providerId="LiveId" clId="{0980EDAB-3F5E-4A13-BDD2-5188CC07EABA}" dt="2020-02-16T14:37:49.541" v="2742" actId="5793"/>
        <pc:sldMkLst>
          <pc:docMk/>
          <pc:sldMk cId="2985903210" sldId="321"/>
        </pc:sldMkLst>
        <pc:spChg chg="mod">
          <ac:chgData name="Pan Weike" userId="f48425db970607a4" providerId="LiveId" clId="{0980EDAB-3F5E-4A13-BDD2-5188CC07EABA}" dt="2020-02-16T14:12:24.330" v="2725" actId="6549"/>
          <ac:spMkLst>
            <pc:docMk/>
            <pc:sldMk cId="2985903210" sldId="321"/>
            <ac:spMk id="2" creationId="{00000000-0000-0000-0000-000000000000}"/>
          </ac:spMkLst>
        </pc:spChg>
        <pc:spChg chg="mod">
          <ac:chgData name="Pan Weike" userId="f48425db970607a4" providerId="LiveId" clId="{0980EDAB-3F5E-4A13-BDD2-5188CC07EABA}" dt="2020-02-16T14:37:49.541" v="2742" actId="5793"/>
          <ac:spMkLst>
            <pc:docMk/>
            <pc:sldMk cId="2985903210" sldId="321"/>
            <ac:spMk id="3" creationId="{00000000-0000-0000-0000-000000000000}"/>
          </ac:spMkLst>
        </pc:spChg>
      </pc:sldChg>
    </pc:docChg>
  </pc:docChgLst>
  <pc:docChgLst>
    <pc:chgData name="Pan Weike" userId="f48425db970607a4" providerId="LiveId" clId="{552E94C8-4D07-429B-9009-69B98ED70B40}"/>
    <pc:docChg chg="undo redo custSel addSld delSld modSld sldOrd">
      <pc:chgData name="Pan Weike" userId="f48425db970607a4" providerId="LiveId" clId="{552E94C8-4D07-429B-9009-69B98ED70B40}" dt="2022-03-03T06:53:26.607" v="991" actId="3626"/>
      <pc:docMkLst>
        <pc:docMk/>
      </pc:docMkLst>
      <pc:sldChg chg="add del">
        <pc:chgData name="Pan Weike" userId="f48425db970607a4" providerId="LiveId" clId="{552E94C8-4D07-429B-9009-69B98ED70B40}" dt="2022-02-26T01:36:20.330" v="1" actId="2696"/>
        <pc:sldMkLst>
          <pc:docMk/>
          <pc:sldMk cId="4259365513" sldId="280"/>
        </pc:sldMkLst>
      </pc:sldChg>
      <pc:sldChg chg="add del">
        <pc:chgData name="Pan Weike" userId="f48425db970607a4" providerId="LiveId" clId="{552E94C8-4D07-429B-9009-69B98ED70B40}" dt="2022-02-26T01:36:22.728" v="2" actId="47"/>
        <pc:sldMkLst>
          <pc:docMk/>
          <pc:sldMk cId="2240966349" sldId="281"/>
        </pc:sldMkLst>
      </pc:sldChg>
      <pc:sldChg chg="del">
        <pc:chgData name="Pan Weike" userId="f48425db970607a4" providerId="LiveId" clId="{552E94C8-4D07-429B-9009-69B98ED70B40}" dt="2022-02-26T01:37:13.430" v="6" actId="47"/>
        <pc:sldMkLst>
          <pc:docMk/>
          <pc:sldMk cId="4160280422" sldId="282"/>
        </pc:sldMkLst>
      </pc:sldChg>
      <pc:sldChg chg="del">
        <pc:chgData name="Pan Weike" userId="f48425db970607a4" providerId="LiveId" clId="{552E94C8-4D07-429B-9009-69B98ED70B40}" dt="2022-02-26T01:37:13.430" v="6" actId="47"/>
        <pc:sldMkLst>
          <pc:docMk/>
          <pc:sldMk cId="1522259473" sldId="285"/>
        </pc:sldMkLst>
      </pc:sldChg>
      <pc:sldChg chg="del">
        <pc:chgData name="Pan Weike" userId="f48425db970607a4" providerId="LiveId" clId="{552E94C8-4D07-429B-9009-69B98ED70B40}" dt="2022-02-26T01:36:26.470" v="3" actId="47"/>
        <pc:sldMkLst>
          <pc:docMk/>
          <pc:sldMk cId="3877230618" sldId="289"/>
        </pc:sldMkLst>
      </pc:sldChg>
      <pc:sldChg chg="del">
        <pc:chgData name="Pan Weike" userId="f48425db970607a4" providerId="LiveId" clId="{552E94C8-4D07-429B-9009-69B98ED70B40}" dt="2022-02-26T01:37:13.430" v="6" actId="47"/>
        <pc:sldMkLst>
          <pc:docMk/>
          <pc:sldMk cId="1862819835" sldId="290"/>
        </pc:sldMkLst>
      </pc:sldChg>
      <pc:sldChg chg="modSp mod">
        <pc:chgData name="Pan Weike" userId="f48425db970607a4" providerId="LiveId" clId="{552E94C8-4D07-429B-9009-69B98ED70B40}" dt="2022-03-03T01:36:47.705" v="924" actId="2711"/>
        <pc:sldMkLst>
          <pc:docMk/>
          <pc:sldMk cId="1986528261" sldId="295"/>
        </pc:sldMkLst>
        <pc:spChg chg="mod">
          <ac:chgData name="Pan Weike" userId="f48425db970607a4" providerId="LiveId" clId="{552E94C8-4D07-429B-9009-69B98ED70B40}" dt="2022-03-03T01:33:04.656" v="894" actId="2711"/>
          <ac:spMkLst>
            <pc:docMk/>
            <pc:sldMk cId="1986528261" sldId="295"/>
            <ac:spMk id="2" creationId="{00000000-0000-0000-0000-000000000000}"/>
          </ac:spMkLst>
        </pc:spChg>
        <pc:spChg chg="mod">
          <ac:chgData name="Pan Weike" userId="f48425db970607a4" providerId="LiveId" clId="{552E94C8-4D07-429B-9009-69B98ED70B40}" dt="2022-03-03T01:36:47.705" v="924" actId="2711"/>
          <ac:spMkLst>
            <pc:docMk/>
            <pc:sldMk cId="1986528261" sldId="295"/>
            <ac:spMk id="3" creationId="{00000000-0000-0000-0000-000000000000}"/>
          </ac:spMkLst>
        </pc:spChg>
      </pc:sldChg>
      <pc:sldChg chg="del">
        <pc:chgData name="Pan Weike" userId="f48425db970607a4" providerId="LiveId" clId="{552E94C8-4D07-429B-9009-69B98ED70B40}" dt="2022-02-26T01:45:59.925" v="43" actId="47"/>
        <pc:sldMkLst>
          <pc:docMk/>
          <pc:sldMk cId="2712803090" sldId="296"/>
        </pc:sldMkLst>
      </pc:sldChg>
      <pc:sldChg chg="del">
        <pc:chgData name="Pan Weike" userId="f48425db970607a4" providerId="LiveId" clId="{552E94C8-4D07-429B-9009-69B98ED70B40}" dt="2022-02-26T01:45:59.925" v="43" actId="47"/>
        <pc:sldMkLst>
          <pc:docMk/>
          <pc:sldMk cId="935286093" sldId="297"/>
        </pc:sldMkLst>
      </pc:sldChg>
      <pc:sldChg chg="del">
        <pc:chgData name="Pan Weike" userId="f48425db970607a4" providerId="LiveId" clId="{552E94C8-4D07-429B-9009-69B98ED70B40}" dt="2022-02-26T01:45:59.925" v="43" actId="47"/>
        <pc:sldMkLst>
          <pc:docMk/>
          <pc:sldMk cId="4108324102" sldId="298"/>
        </pc:sldMkLst>
      </pc:sldChg>
      <pc:sldChg chg="del">
        <pc:chgData name="Pan Weike" userId="f48425db970607a4" providerId="LiveId" clId="{552E94C8-4D07-429B-9009-69B98ED70B40}" dt="2022-02-26T01:45:59.925" v="43" actId="47"/>
        <pc:sldMkLst>
          <pc:docMk/>
          <pc:sldMk cId="2825862994" sldId="299"/>
        </pc:sldMkLst>
      </pc:sldChg>
      <pc:sldChg chg="modSp mod">
        <pc:chgData name="Pan Weike" userId="f48425db970607a4" providerId="LiveId" clId="{552E94C8-4D07-429B-9009-69B98ED70B40}" dt="2022-03-03T01:38:44.618" v="935" actId="2711"/>
        <pc:sldMkLst>
          <pc:docMk/>
          <pc:sldMk cId="826101023" sldId="300"/>
        </pc:sldMkLst>
        <pc:spChg chg="mod">
          <ac:chgData name="Pan Weike" userId="f48425db970607a4" providerId="LiveId" clId="{552E94C8-4D07-429B-9009-69B98ED70B40}" dt="2022-03-03T01:33:28.280" v="900" actId="2711"/>
          <ac:spMkLst>
            <pc:docMk/>
            <pc:sldMk cId="826101023" sldId="300"/>
            <ac:spMk id="2" creationId="{00000000-0000-0000-0000-000000000000}"/>
          </ac:spMkLst>
        </pc:spChg>
        <pc:spChg chg="mod">
          <ac:chgData name="Pan Weike" userId="f48425db970607a4" providerId="LiveId" clId="{552E94C8-4D07-429B-9009-69B98ED70B40}" dt="2022-03-03T01:38:44.618" v="935" actId="2711"/>
          <ac:spMkLst>
            <pc:docMk/>
            <pc:sldMk cId="826101023" sldId="300"/>
            <ac:spMk id="3" creationId="{00000000-0000-0000-0000-000000000000}"/>
          </ac:spMkLst>
        </pc:spChg>
      </pc:sldChg>
      <pc:sldChg chg="modSp mod">
        <pc:chgData name="Pan Weike" userId="f48425db970607a4" providerId="LiveId" clId="{552E94C8-4D07-429B-9009-69B98ED70B40}" dt="2022-03-03T01:39:46.330" v="939" actId="2711"/>
        <pc:sldMkLst>
          <pc:docMk/>
          <pc:sldMk cId="129304018" sldId="301"/>
        </pc:sldMkLst>
        <pc:spChg chg="mod">
          <ac:chgData name="Pan Weike" userId="f48425db970607a4" providerId="LiveId" clId="{552E94C8-4D07-429B-9009-69B98ED70B40}" dt="2022-03-03T01:33:44.207" v="903" actId="2711"/>
          <ac:spMkLst>
            <pc:docMk/>
            <pc:sldMk cId="129304018" sldId="301"/>
            <ac:spMk id="2" creationId="{00000000-0000-0000-0000-000000000000}"/>
          </ac:spMkLst>
        </pc:spChg>
        <pc:spChg chg="mod">
          <ac:chgData name="Pan Weike" userId="f48425db970607a4" providerId="LiveId" clId="{552E94C8-4D07-429B-9009-69B98ED70B40}" dt="2022-03-03T01:39:46.330" v="939" actId="2711"/>
          <ac:spMkLst>
            <pc:docMk/>
            <pc:sldMk cId="129304018" sldId="301"/>
            <ac:spMk id="3" creationId="{00000000-0000-0000-0000-000000000000}"/>
          </ac:spMkLst>
        </pc:spChg>
      </pc:sldChg>
      <pc:sldChg chg="modSp mod">
        <pc:chgData name="Pan Weike" userId="f48425db970607a4" providerId="LiveId" clId="{552E94C8-4D07-429B-9009-69B98ED70B40}" dt="2022-03-03T01:39:56.186" v="940" actId="2711"/>
        <pc:sldMkLst>
          <pc:docMk/>
          <pc:sldMk cId="1509154444" sldId="302"/>
        </pc:sldMkLst>
        <pc:spChg chg="mod">
          <ac:chgData name="Pan Weike" userId="f48425db970607a4" providerId="LiveId" clId="{552E94C8-4D07-429B-9009-69B98ED70B40}" dt="2022-03-03T01:33:49.068" v="904" actId="2711"/>
          <ac:spMkLst>
            <pc:docMk/>
            <pc:sldMk cId="1509154444" sldId="302"/>
            <ac:spMk id="2" creationId="{00000000-0000-0000-0000-000000000000}"/>
          </ac:spMkLst>
        </pc:spChg>
        <pc:spChg chg="mod">
          <ac:chgData name="Pan Weike" userId="f48425db970607a4" providerId="LiveId" clId="{552E94C8-4D07-429B-9009-69B98ED70B40}" dt="2022-03-03T01:39:56.186" v="940" actId="2711"/>
          <ac:spMkLst>
            <pc:docMk/>
            <pc:sldMk cId="1509154444" sldId="302"/>
            <ac:spMk id="3" creationId="{00000000-0000-0000-0000-000000000000}"/>
          </ac:spMkLst>
        </pc:spChg>
      </pc:sldChg>
      <pc:sldChg chg="modSp mod">
        <pc:chgData name="Pan Weike" userId="f48425db970607a4" providerId="LiveId" clId="{552E94C8-4D07-429B-9009-69B98ED70B40}" dt="2022-03-03T01:40:41.970" v="953" actId="2711"/>
        <pc:sldMkLst>
          <pc:docMk/>
          <pc:sldMk cId="2492830534" sldId="303"/>
        </pc:sldMkLst>
        <pc:spChg chg="mod">
          <ac:chgData name="Pan Weike" userId="f48425db970607a4" providerId="LiveId" clId="{552E94C8-4D07-429B-9009-69B98ED70B40}" dt="2022-03-03T01:33:55.035" v="905" actId="2711"/>
          <ac:spMkLst>
            <pc:docMk/>
            <pc:sldMk cId="2492830534" sldId="303"/>
            <ac:spMk id="2" creationId="{00000000-0000-0000-0000-000000000000}"/>
          </ac:spMkLst>
        </pc:spChg>
        <pc:spChg chg="mod">
          <ac:chgData name="Pan Weike" userId="f48425db970607a4" providerId="LiveId" clId="{552E94C8-4D07-429B-9009-69B98ED70B40}" dt="2022-03-03T01:40:41.970" v="953" actId="2711"/>
          <ac:spMkLst>
            <pc:docMk/>
            <pc:sldMk cId="2492830534" sldId="303"/>
            <ac:spMk id="3" creationId="{00000000-0000-0000-0000-000000000000}"/>
          </ac:spMkLst>
        </pc:spChg>
      </pc:sldChg>
      <pc:sldChg chg="modSp mod">
        <pc:chgData name="Pan Weike" userId="f48425db970607a4" providerId="LiveId" clId="{552E94C8-4D07-429B-9009-69B98ED70B40}" dt="2022-03-03T01:42:00.720" v="958" actId="2711"/>
        <pc:sldMkLst>
          <pc:docMk/>
          <pc:sldMk cId="711890592" sldId="304"/>
        </pc:sldMkLst>
        <pc:spChg chg="mod">
          <ac:chgData name="Pan Weike" userId="f48425db970607a4" providerId="LiveId" clId="{552E94C8-4D07-429B-9009-69B98ED70B40}" dt="2022-03-03T01:34:07.876" v="906" actId="2711"/>
          <ac:spMkLst>
            <pc:docMk/>
            <pc:sldMk cId="711890592" sldId="304"/>
            <ac:spMk id="2" creationId="{00000000-0000-0000-0000-000000000000}"/>
          </ac:spMkLst>
        </pc:spChg>
        <pc:spChg chg="mod">
          <ac:chgData name="Pan Weike" userId="f48425db970607a4" providerId="LiveId" clId="{552E94C8-4D07-429B-9009-69B98ED70B40}" dt="2022-03-03T01:42:00.720" v="958" actId="2711"/>
          <ac:spMkLst>
            <pc:docMk/>
            <pc:sldMk cId="711890592" sldId="304"/>
            <ac:spMk id="3" creationId="{00000000-0000-0000-0000-000000000000}"/>
          </ac:spMkLst>
        </pc:spChg>
      </pc:sldChg>
      <pc:sldChg chg="modSp mod">
        <pc:chgData name="Pan Weike" userId="f48425db970607a4" providerId="LiveId" clId="{552E94C8-4D07-429B-9009-69B98ED70B40}" dt="2022-03-03T01:42:42.728" v="960" actId="2711"/>
        <pc:sldMkLst>
          <pc:docMk/>
          <pc:sldMk cId="2265039434" sldId="305"/>
        </pc:sldMkLst>
        <pc:spChg chg="mod">
          <ac:chgData name="Pan Weike" userId="f48425db970607a4" providerId="LiveId" clId="{552E94C8-4D07-429B-9009-69B98ED70B40}" dt="2022-03-03T01:34:16.893" v="907" actId="2711"/>
          <ac:spMkLst>
            <pc:docMk/>
            <pc:sldMk cId="2265039434" sldId="305"/>
            <ac:spMk id="2" creationId="{00000000-0000-0000-0000-000000000000}"/>
          </ac:spMkLst>
        </pc:spChg>
        <pc:spChg chg="mod">
          <ac:chgData name="Pan Weike" userId="f48425db970607a4" providerId="LiveId" clId="{552E94C8-4D07-429B-9009-69B98ED70B40}" dt="2022-03-03T01:42:42.728" v="960" actId="2711"/>
          <ac:spMkLst>
            <pc:docMk/>
            <pc:sldMk cId="2265039434" sldId="305"/>
            <ac:spMk id="3" creationId="{00000000-0000-0000-0000-000000000000}"/>
          </ac:spMkLst>
        </pc:spChg>
      </pc:sldChg>
      <pc:sldChg chg="modSp mod">
        <pc:chgData name="Pan Weike" userId="f48425db970607a4" providerId="LiveId" clId="{552E94C8-4D07-429B-9009-69B98ED70B40}" dt="2022-03-03T01:43:19.523" v="962" actId="2711"/>
        <pc:sldMkLst>
          <pc:docMk/>
          <pc:sldMk cId="1732863509" sldId="306"/>
        </pc:sldMkLst>
        <pc:spChg chg="mod">
          <ac:chgData name="Pan Weike" userId="f48425db970607a4" providerId="LiveId" clId="{552E94C8-4D07-429B-9009-69B98ED70B40}" dt="2022-03-03T01:34:21.505" v="908" actId="2711"/>
          <ac:spMkLst>
            <pc:docMk/>
            <pc:sldMk cId="1732863509" sldId="306"/>
            <ac:spMk id="2" creationId="{00000000-0000-0000-0000-000000000000}"/>
          </ac:spMkLst>
        </pc:spChg>
        <pc:spChg chg="mod">
          <ac:chgData name="Pan Weike" userId="f48425db970607a4" providerId="LiveId" clId="{552E94C8-4D07-429B-9009-69B98ED70B40}" dt="2022-03-03T01:43:19.523" v="962" actId="2711"/>
          <ac:spMkLst>
            <pc:docMk/>
            <pc:sldMk cId="1732863509" sldId="306"/>
            <ac:spMk id="3" creationId="{00000000-0000-0000-0000-000000000000}"/>
          </ac:spMkLst>
        </pc:spChg>
      </pc:sldChg>
      <pc:sldChg chg="modSp mod">
        <pc:chgData name="Pan Weike" userId="f48425db970607a4" providerId="LiveId" clId="{552E94C8-4D07-429B-9009-69B98ED70B40}" dt="2022-03-03T01:43:39.581" v="963" actId="2711"/>
        <pc:sldMkLst>
          <pc:docMk/>
          <pc:sldMk cId="866421558" sldId="307"/>
        </pc:sldMkLst>
        <pc:spChg chg="mod">
          <ac:chgData name="Pan Weike" userId="f48425db970607a4" providerId="LiveId" clId="{552E94C8-4D07-429B-9009-69B98ED70B40}" dt="2022-03-03T01:34:26.233" v="909" actId="2711"/>
          <ac:spMkLst>
            <pc:docMk/>
            <pc:sldMk cId="866421558" sldId="307"/>
            <ac:spMk id="2" creationId="{00000000-0000-0000-0000-000000000000}"/>
          </ac:spMkLst>
        </pc:spChg>
        <pc:spChg chg="mod">
          <ac:chgData name="Pan Weike" userId="f48425db970607a4" providerId="LiveId" clId="{552E94C8-4D07-429B-9009-69B98ED70B40}" dt="2022-03-03T01:43:39.581" v="963" actId="2711"/>
          <ac:spMkLst>
            <pc:docMk/>
            <pc:sldMk cId="866421558" sldId="307"/>
            <ac:spMk id="3" creationId="{00000000-0000-0000-0000-000000000000}"/>
          </ac:spMkLst>
        </pc:spChg>
      </pc:sldChg>
      <pc:sldChg chg="modSp mod">
        <pc:chgData name="Pan Weike" userId="f48425db970607a4" providerId="LiveId" clId="{552E94C8-4D07-429B-9009-69B98ED70B40}" dt="2022-03-03T06:52:54.522" v="978" actId="115"/>
        <pc:sldMkLst>
          <pc:docMk/>
          <pc:sldMk cId="495312353" sldId="308"/>
        </pc:sldMkLst>
        <pc:spChg chg="mod">
          <ac:chgData name="Pan Weike" userId="f48425db970607a4" providerId="LiveId" clId="{552E94C8-4D07-429B-9009-69B98ED70B40}" dt="2022-03-03T01:34:47.606" v="914" actId="2711"/>
          <ac:spMkLst>
            <pc:docMk/>
            <pc:sldMk cId="495312353" sldId="308"/>
            <ac:spMk id="2" creationId="{00000000-0000-0000-0000-000000000000}"/>
          </ac:spMkLst>
        </pc:spChg>
        <pc:spChg chg="mod">
          <ac:chgData name="Pan Weike" userId="f48425db970607a4" providerId="LiveId" clId="{552E94C8-4D07-429B-9009-69B98ED70B40}" dt="2022-03-03T06:52:54.522" v="978" actId="115"/>
          <ac:spMkLst>
            <pc:docMk/>
            <pc:sldMk cId="495312353" sldId="308"/>
            <ac:spMk id="3" creationId="{00000000-0000-0000-0000-000000000000}"/>
          </ac:spMkLst>
        </pc:spChg>
      </pc:sldChg>
      <pc:sldChg chg="modSp mod">
        <pc:chgData name="Pan Weike" userId="f48425db970607a4" providerId="LiveId" clId="{552E94C8-4D07-429B-9009-69B98ED70B40}" dt="2022-03-03T06:53:04.577" v="981" actId="207"/>
        <pc:sldMkLst>
          <pc:docMk/>
          <pc:sldMk cId="2290085433" sldId="309"/>
        </pc:sldMkLst>
        <pc:spChg chg="mod">
          <ac:chgData name="Pan Weike" userId="f48425db970607a4" providerId="LiveId" clId="{552E94C8-4D07-429B-9009-69B98ED70B40}" dt="2022-03-03T01:34:50.692" v="915" actId="2711"/>
          <ac:spMkLst>
            <pc:docMk/>
            <pc:sldMk cId="2290085433" sldId="309"/>
            <ac:spMk id="2" creationId="{00000000-0000-0000-0000-000000000000}"/>
          </ac:spMkLst>
        </pc:spChg>
        <pc:spChg chg="mod">
          <ac:chgData name="Pan Weike" userId="f48425db970607a4" providerId="LiveId" clId="{552E94C8-4D07-429B-9009-69B98ED70B40}" dt="2022-03-03T06:53:04.577" v="981" actId="207"/>
          <ac:spMkLst>
            <pc:docMk/>
            <pc:sldMk cId="2290085433" sldId="309"/>
            <ac:spMk id="3" creationId="{00000000-0000-0000-0000-000000000000}"/>
          </ac:spMkLst>
        </pc:spChg>
      </pc:sldChg>
      <pc:sldChg chg="modSp del mod">
        <pc:chgData name="Pan Weike" userId="f48425db970607a4" providerId="LiveId" clId="{552E94C8-4D07-429B-9009-69B98ED70B40}" dt="2022-02-26T03:36:43.351" v="590" actId="47"/>
        <pc:sldMkLst>
          <pc:docMk/>
          <pc:sldMk cId="3904807848" sldId="310"/>
        </pc:sldMkLst>
        <pc:spChg chg="mod">
          <ac:chgData name="Pan Weike" userId="f48425db970607a4" providerId="LiveId" clId="{552E94C8-4D07-429B-9009-69B98ED70B40}" dt="2022-02-26T03:31:39.293" v="567" actId="20577"/>
          <ac:spMkLst>
            <pc:docMk/>
            <pc:sldMk cId="3904807848" sldId="310"/>
            <ac:spMk id="3" creationId="{00000000-0000-0000-0000-000000000000}"/>
          </ac:spMkLst>
        </pc:spChg>
      </pc:sldChg>
      <pc:sldChg chg="modSp del mod">
        <pc:chgData name="Pan Weike" userId="f48425db970607a4" providerId="LiveId" clId="{552E94C8-4D07-429B-9009-69B98ED70B40}" dt="2022-02-26T03:36:03.661" v="588" actId="2696"/>
        <pc:sldMkLst>
          <pc:docMk/>
          <pc:sldMk cId="3164974932" sldId="311"/>
        </pc:sldMkLst>
        <pc:spChg chg="mod">
          <ac:chgData name="Pan Weike" userId="f48425db970607a4" providerId="LiveId" clId="{552E94C8-4D07-429B-9009-69B98ED70B40}" dt="2022-02-26T03:35:56.687" v="587" actId="207"/>
          <ac:spMkLst>
            <pc:docMk/>
            <pc:sldMk cId="3164974932" sldId="311"/>
            <ac:spMk id="3" creationId="{00000000-0000-0000-0000-000000000000}"/>
          </ac:spMkLst>
        </pc:spChg>
      </pc:sldChg>
      <pc:sldChg chg="modSp add mod">
        <pc:chgData name="Pan Weike" userId="f48425db970607a4" providerId="LiveId" clId="{552E94C8-4D07-429B-9009-69B98ED70B40}" dt="2022-03-03T06:52:40.112" v="973" actId="3626"/>
        <pc:sldMkLst>
          <pc:docMk/>
          <pc:sldMk cId="3643609833" sldId="311"/>
        </pc:sldMkLst>
        <pc:spChg chg="mod">
          <ac:chgData name="Pan Weike" userId="f48425db970607a4" providerId="LiveId" clId="{552E94C8-4D07-429B-9009-69B98ED70B40}" dt="2022-03-03T01:34:44.182" v="913" actId="2711"/>
          <ac:spMkLst>
            <pc:docMk/>
            <pc:sldMk cId="3643609833" sldId="311"/>
            <ac:spMk id="2" creationId="{00000000-0000-0000-0000-000000000000}"/>
          </ac:spMkLst>
        </pc:spChg>
        <pc:spChg chg="mod">
          <ac:chgData name="Pan Weike" userId="f48425db970607a4" providerId="LiveId" clId="{552E94C8-4D07-429B-9009-69B98ED70B40}" dt="2022-03-03T06:52:40.112" v="973" actId="3626"/>
          <ac:spMkLst>
            <pc:docMk/>
            <pc:sldMk cId="3643609833" sldId="311"/>
            <ac:spMk id="3" creationId="{00000000-0000-0000-0000-000000000000}"/>
          </ac:spMkLst>
        </pc:spChg>
      </pc:sldChg>
      <pc:sldChg chg="modSp mod">
        <pc:chgData name="Pan Weike" userId="f48425db970607a4" providerId="LiveId" clId="{552E94C8-4D07-429B-9009-69B98ED70B40}" dt="2022-03-03T06:53:10.785" v="984" actId="207"/>
        <pc:sldMkLst>
          <pc:docMk/>
          <pc:sldMk cId="3571235314" sldId="314"/>
        </pc:sldMkLst>
        <pc:spChg chg="mod">
          <ac:chgData name="Pan Weike" userId="f48425db970607a4" providerId="LiveId" clId="{552E94C8-4D07-429B-9009-69B98ED70B40}" dt="2022-03-03T01:34:53.802" v="916" actId="2711"/>
          <ac:spMkLst>
            <pc:docMk/>
            <pc:sldMk cId="3571235314" sldId="314"/>
            <ac:spMk id="2" creationId="{00000000-0000-0000-0000-000000000000}"/>
          </ac:spMkLst>
        </pc:spChg>
        <pc:spChg chg="mod">
          <ac:chgData name="Pan Weike" userId="f48425db970607a4" providerId="LiveId" clId="{552E94C8-4D07-429B-9009-69B98ED70B40}" dt="2022-03-03T06:53:10.785" v="984" actId="207"/>
          <ac:spMkLst>
            <pc:docMk/>
            <pc:sldMk cId="3571235314" sldId="314"/>
            <ac:spMk id="3" creationId="{00000000-0000-0000-0000-000000000000}"/>
          </ac:spMkLst>
        </pc:spChg>
      </pc:sldChg>
      <pc:sldChg chg="modSp add del mod">
        <pc:chgData name="Pan Weike" userId="f48425db970607a4" providerId="LiveId" clId="{552E94C8-4D07-429B-9009-69B98ED70B40}" dt="2022-03-03T06:53:16.447" v="988" actId="3626"/>
        <pc:sldMkLst>
          <pc:docMk/>
          <pc:sldMk cId="4014616069" sldId="316"/>
        </pc:sldMkLst>
        <pc:spChg chg="mod">
          <ac:chgData name="Pan Weike" userId="f48425db970607a4" providerId="LiveId" clId="{552E94C8-4D07-429B-9009-69B98ED70B40}" dt="2022-03-03T01:34:57.027" v="917" actId="2711"/>
          <ac:spMkLst>
            <pc:docMk/>
            <pc:sldMk cId="4014616069" sldId="316"/>
            <ac:spMk id="2" creationId="{00000000-0000-0000-0000-000000000000}"/>
          </ac:spMkLst>
        </pc:spChg>
        <pc:spChg chg="mod">
          <ac:chgData name="Pan Weike" userId="f48425db970607a4" providerId="LiveId" clId="{552E94C8-4D07-429B-9009-69B98ED70B40}" dt="2022-03-03T06:53:16.447" v="988" actId="3626"/>
          <ac:spMkLst>
            <pc:docMk/>
            <pc:sldMk cId="4014616069" sldId="316"/>
            <ac:spMk id="3" creationId="{00000000-0000-0000-0000-000000000000}"/>
          </ac:spMkLst>
        </pc:spChg>
      </pc:sldChg>
      <pc:sldChg chg="del">
        <pc:chgData name="Pan Weike" userId="f48425db970607a4" providerId="LiveId" clId="{552E94C8-4D07-429B-9009-69B98ED70B40}" dt="2022-02-26T03:46:54.228" v="741" actId="47"/>
        <pc:sldMkLst>
          <pc:docMk/>
          <pc:sldMk cId="624359278" sldId="317"/>
        </pc:sldMkLst>
      </pc:sldChg>
      <pc:sldChg chg="modSp mod">
        <pc:chgData name="Pan Weike" userId="f48425db970607a4" providerId="LiveId" clId="{552E94C8-4D07-429B-9009-69B98ED70B40}" dt="2022-03-03T06:53:21.848" v="990" actId="3626"/>
        <pc:sldMkLst>
          <pc:docMk/>
          <pc:sldMk cId="2789034695" sldId="319"/>
        </pc:sldMkLst>
        <pc:spChg chg="mod">
          <ac:chgData name="Pan Weike" userId="f48425db970607a4" providerId="LiveId" clId="{552E94C8-4D07-429B-9009-69B98ED70B40}" dt="2022-03-03T01:34:59.904" v="918" actId="2711"/>
          <ac:spMkLst>
            <pc:docMk/>
            <pc:sldMk cId="2789034695" sldId="319"/>
            <ac:spMk id="2" creationId="{00000000-0000-0000-0000-000000000000}"/>
          </ac:spMkLst>
        </pc:spChg>
        <pc:spChg chg="mod">
          <ac:chgData name="Pan Weike" userId="f48425db970607a4" providerId="LiveId" clId="{552E94C8-4D07-429B-9009-69B98ED70B40}" dt="2022-03-03T06:53:21.848" v="990" actId="3626"/>
          <ac:spMkLst>
            <pc:docMk/>
            <pc:sldMk cId="2789034695" sldId="319"/>
            <ac:spMk id="3" creationId="{00000000-0000-0000-0000-000000000000}"/>
          </ac:spMkLst>
        </pc:spChg>
      </pc:sldChg>
      <pc:sldChg chg="modSp mod ord">
        <pc:chgData name="Pan Weike" userId="f48425db970607a4" providerId="LiveId" clId="{552E94C8-4D07-429B-9009-69B98ED70B40}" dt="2022-03-03T01:31:15.017" v="884" actId="2711"/>
        <pc:sldMkLst>
          <pc:docMk/>
          <pc:sldMk cId="1812371983" sldId="320"/>
        </pc:sldMkLst>
        <pc:spChg chg="mod">
          <ac:chgData name="Pan Weike" userId="f48425db970607a4" providerId="LiveId" clId="{552E94C8-4D07-429B-9009-69B98ED70B40}" dt="2022-03-03T01:31:15.017" v="884" actId="2711"/>
          <ac:spMkLst>
            <pc:docMk/>
            <pc:sldMk cId="1812371983" sldId="320"/>
            <ac:spMk id="3" creationId="{00000000-0000-0000-0000-000000000000}"/>
          </ac:spMkLst>
        </pc:spChg>
      </pc:sldChg>
      <pc:sldChg chg="modSp mod">
        <pc:chgData name="Pan Weike" userId="f48425db970607a4" providerId="LiveId" clId="{552E94C8-4D07-429B-9009-69B98ED70B40}" dt="2022-03-03T01:35:12.681" v="922" actId="20577"/>
        <pc:sldMkLst>
          <pc:docMk/>
          <pc:sldMk cId="2985903210" sldId="321"/>
        </pc:sldMkLst>
        <pc:spChg chg="mod">
          <ac:chgData name="Pan Weike" userId="f48425db970607a4" providerId="LiveId" clId="{552E94C8-4D07-429B-9009-69B98ED70B40}" dt="2022-03-03T01:35:06.492" v="920" actId="2711"/>
          <ac:spMkLst>
            <pc:docMk/>
            <pc:sldMk cId="2985903210" sldId="321"/>
            <ac:spMk id="2" creationId="{00000000-0000-0000-0000-000000000000}"/>
          </ac:spMkLst>
        </pc:spChg>
        <pc:spChg chg="mod">
          <ac:chgData name="Pan Weike" userId="f48425db970607a4" providerId="LiveId" clId="{552E94C8-4D07-429B-9009-69B98ED70B40}" dt="2022-03-03T01:35:12.681" v="922" actId="20577"/>
          <ac:spMkLst>
            <pc:docMk/>
            <pc:sldMk cId="2985903210" sldId="321"/>
            <ac:spMk id="3" creationId="{00000000-0000-0000-0000-000000000000}"/>
          </ac:spMkLst>
        </pc:spChg>
      </pc:sldChg>
      <pc:sldChg chg="addSp modSp add mod">
        <pc:chgData name="Pan Weike" userId="f48425db970607a4" providerId="LiveId" clId="{552E94C8-4D07-429B-9009-69B98ED70B40}" dt="2022-03-03T01:31:10.728" v="883" actId="2711"/>
        <pc:sldMkLst>
          <pc:docMk/>
          <pc:sldMk cId="1311940010" sldId="322"/>
        </pc:sldMkLst>
        <pc:spChg chg="mod">
          <ac:chgData name="Pan Weike" userId="f48425db970607a4" providerId="LiveId" clId="{552E94C8-4D07-429B-9009-69B98ED70B40}" dt="2022-03-03T01:31:07.064" v="882" actId="2711"/>
          <ac:spMkLst>
            <pc:docMk/>
            <pc:sldMk cId="1311940010" sldId="322"/>
            <ac:spMk id="2" creationId="{00000000-0000-0000-0000-000000000000}"/>
          </ac:spMkLst>
        </pc:spChg>
        <pc:spChg chg="mod">
          <ac:chgData name="Pan Weike" userId="f48425db970607a4" providerId="LiveId" clId="{552E94C8-4D07-429B-9009-69B98ED70B40}" dt="2022-03-03T01:31:10.728" v="883" actId="2711"/>
          <ac:spMkLst>
            <pc:docMk/>
            <pc:sldMk cId="1311940010" sldId="322"/>
            <ac:spMk id="3" creationId="{00000000-0000-0000-0000-000000000000}"/>
          </ac:spMkLst>
        </pc:spChg>
        <pc:spChg chg="add mod">
          <ac:chgData name="Pan Weike" userId="f48425db970607a4" providerId="LiveId" clId="{552E94C8-4D07-429B-9009-69B98ED70B40}" dt="2022-02-28T00:36:14.400" v="877"/>
          <ac:spMkLst>
            <pc:docMk/>
            <pc:sldMk cId="1311940010" sldId="322"/>
            <ac:spMk id="4" creationId="{DE4013A6-A0C2-48B7-B77F-EC5447ABD055}"/>
          </ac:spMkLst>
        </pc:spChg>
      </pc:sldChg>
      <pc:sldChg chg="modSp add mod">
        <pc:chgData name="Pan Weike" userId="f48425db970607a4" providerId="LiveId" clId="{552E94C8-4D07-429B-9009-69B98ED70B40}" dt="2022-03-03T06:52:24.050" v="971" actId="3626"/>
        <pc:sldMkLst>
          <pc:docMk/>
          <pc:sldMk cId="4765419" sldId="323"/>
        </pc:sldMkLst>
        <pc:spChg chg="mod">
          <ac:chgData name="Pan Weike" userId="f48425db970607a4" providerId="LiveId" clId="{552E94C8-4D07-429B-9009-69B98ED70B40}" dt="2022-03-03T01:32:57.083" v="892" actId="2711"/>
          <ac:spMkLst>
            <pc:docMk/>
            <pc:sldMk cId="4765419" sldId="323"/>
            <ac:spMk id="2" creationId="{00000000-0000-0000-0000-000000000000}"/>
          </ac:spMkLst>
        </pc:spChg>
        <pc:spChg chg="mod">
          <ac:chgData name="Pan Weike" userId="f48425db970607a4" providerId="LiveId" clId="{552E94C8-4D07-429B-9009-69B98ED70B40}" dt="2022-03-03T06:52:24.050" v="971" actId="3626"/>
          <ac:spMkLst>
            <pc:docMk/>
            <pc:sldMk cId="4765419" sldId="323"/>
            <ac:spMk id="3" creationId="{00000000-0000-0000-0000-000000000000}"/>
          </ac:spMkLst>
        </pc:spChg>
      </pc:sldChg>
      <pc:sldChg chg="modSp add mod">
        <pc:chgData name="Pan Weike" userId="f48425db970607a4" providerId="LiveId" clId="{552E94C8-4D07-429B-9009-69B98ED70B40}" dt="2022-03-03T01:33:01.102" v="893" actId="2711"/>
        <pc:sldMkLst>
          <pc:docMk/>
          <pc:sldMk cId="2707946323" sldId="324"/>
        </pc:sldMkLst>
        <pc:spChg chg="mod">
          <ac:chgData name="Pan Weike" userId="f48425db970607a4" providerId="LiveId" clId="{552E94C8-4D07-429B-9009-69B98ED70B40}" dt="2022-03-03T01:33:01.102" v="893" actId="2711"/>
          <ac:spMkLst>
            <pc:docMk/>
            <pc:sldMk cId="2707946323" sldId="324"/>
            <ac:spMk id="2" creationId="{00000000-0000-0000-0000-000000000000}"/>
          </ac:spMkLst>
        </pc:spChg>
        <pc:spChg chg="mod">
          <ac:chgData name="Pan Weike" userId="f48425db970607a4" providerId="LiveId" clId="{552E94C8-4D07-429B-9009-69B98ED70B40}" dt="2022-03-03T01:32:47.362" v="891" actId="2711"/>
          <ac:spMkLst>
            <pc:docMk/>
            <pc:sldMk cId="2707946323" sldId="324"/>
            <ac:spMk id="3" creationId="{00000000-0000-0000-0000-000000000000}"/>
          </ac:spMkLst>
        </pc:spChg>
      </pc:sldChg>
      <pc:sldChg chg="modSp add mod">
        <pc:chgData name="Pan Weike" userId="f48425db970607a4" providerId="LiveId" clId="{552E94C8-4D07-429B-9009-69B98ED70B40}" dt="2022-03-03T01:37:04.387" v="926" actId="2711"/>
        <pc:sldMkLst>
          <pc:docMk/>
          <pc:sldMk cId="880971574" sldId="325"/>
        </pc:sldMkLst>
        <pc:spChg chg="mod">
          <ac:chgData name="Pan Weike" userId="f48425db970607a4" providerId="LiveId" clId="{552E94C8-4D07-429B-9009-69B98ED70B40}" dt="2022-03-03T01:33:08.493" v="895" actId="2711"/>
          <ac:spMkLst>
            <pc:docMk/>
            <pc:sldMk cId="880971574" sldId="325"/>
            <ac:spMk id="2" creationId="{00000000-0000-0000-0000-000000000000}"/>
          </ac:spMkLst>
        </pc:spChg>
        <pc:spChg chg="mod">
          <ac:chgData name="Pan Weike" userId="f48425db970607a4" providerId="LiveId" clId="{552E94C8-4D07-429B-9009-69B98ED70B40}" dt="2022-03-03T01:37:04.387" v="926" actId="2711"/>
          <ac:spMkLst>
            <pc:docMk/>
            <pc:sldMk cId="880971574" sldId="325"/>
            <ac:spMk id="3" creationId="{00000000-0000-0000-0000-000000000000}"/>
          </ac:spMkLst>
        </pc:spChg>
      </pc:sldChg>
      <pc:sldChg chg="modSp add mod">
        <pc:chgData name="Pan Weike" userId="f48425db970607a4" providerId="LiveId" clId="{552E94C8-4D07-429B-9009-69B98ED70B40}" dt="2022-03-03T01:37:15.258" v="928" actId="2711"/>
        <pc:sldMkLst>
          <pc:docMk/>
          <pc:sldMk cId="3116419896" sldId="326"/>
        </pc:sldMkLst>
        <pc:spChg chg="mod">
          <ac:chgData name="Pan Weike" userId="f48425db970607a4" providerId="LiveId" clId="{552E94C8-4D07-429B-9009-69B98ED70B40}" dt="2022-03-03T01:33:12.492" v="896" actId="2711"/>
          <ac:spMkLst>
            <pc:docMk/>
            <pc:sldMk cId="3116419896" sldId="326"/>
            <ac:spMk id="2" creationId="{00000000-0000-0000-0000-000000000000}"/>
          </ac:spMkLst>
        </pc:spChg>
        <pc:spChg chg="mod">
          <ac:chgData name="Pan Weike" userId="f48425db970607a4" providerId="LiveId" clId="{552E94C8-4D07-429B-9009-69B98ED70B40}" dt="2022-03-03T01:37:15.258" v="928" actId="2711"/>
          <ac:spMkLst>
            <pc:docMk/>
            <pc:sldMk cId="3116419896" sldId="326"/>
            <ac:spMk id="3" creationId="{00000000-0000-0000-0000-000000000000}"/>
          </ac:spMkLst>
        </pc:spChg>
      </pc:sldChg>
      <pc:sldChg chg="modSp add mod">
        <pc:chgData name="Pan Weike" userId="f48425db970607a4" providerId="LiveId" clId="{552E94C8-4D07-429B-9009-69B98ED70B40}" dt="2022-03-03T01:37:24.608" v="930" actId="2711"/>
        <pc:sldMkLst>
          <pc:docMk/>
          <pc:sldMk cId="1668141408" sldId="327"/>
        </pc:sldMkLst>
        <pc:spChg chg="mod">
          <ac:chgData name="Pan Weike" userId="f48425db970607a4" providerId="LiveId" clId="{552E94C8-4D07-429B-9009-69B98ED70B40}" dt="2022-03-03T01:33:15.640" v="897" actId="2711"/>
          <ac:spMkLst>
            <pc:docMk/>
            <pc:sldMk cId="1668141408" sldId="327"/>
            <ac:spMk id="2" creationId="{00000000-0000-0000-0000-000000000000}"/>
          </ac:spMkLst>
        </pc:spChg>
        <pc:spChg chg="mod">
          <ac:chgData name="Pan Weike" userId="f48425db970607a4" providerId="LiveId" clId="{552E94C8-4D07-429B-9009-69B98ED70B40}" dt="2022-03-03T01:37:24.608" v="930" actId="2711"/>
          <ac:spMkLst>
            <pc:docMk/>
            <pc:sldMk cId="1668141408" sldId="327"/>
            <ac:spMk id="3" creationId="{00000000-0000-0000-0000-000000000000}"/>
          </ac:spMkLst>
        </pc:spChg>
      </pc:sldChg>
      <pc:sldChg chg="modSp add mod">
        <pc:chgData name="Pan Weike" userId="f48425db970607a4" providerId="LiveId" clId="{552E94C8-4D07-429B-9009-69B98ED70B40}" dt="2022-03-03T01:37:35.302" v="932" actId="2711"/>
        <pc:sldMkLst>
          <pc:docMk/>
          <pc:sldMk cId="1210130411" sldId="328"/>
        </pc:sldMkLst>
        <pc:spChg chg="mod">
          <ac:chgData name="Pan Weike" userId="f48425db970607a4" providerId="LiveId" clId="{552E94C8-4D07-429B-9009-69B98ED70B40}" dt="2022-03-03T01:33:18.784" v="898" actId="2711"/>
          <ac:spMkLst>
            <pc:docMk/>
            <pc:sldMk cId="1210130411" sldId="328"/>
            <ac:spMk id="2" creationId="{00000000-0000-0000-0000-000000000000}"/>
          </ac:spMkLst>
        </pc:spChg>
        <pc:spChg chg="mod">
          <ac:chgData name="Pan Weike" userId="f48425db970607a4" providerId="LiveId" clId="{552E94C8-4D07-429B-9009-69B98ED70B40}" dt="2022-03-03T01:37:35.302" v="932" actId="2711"/>
          <ac:spMkLst>
            <pc:docMk/>
            <pc:sldMk cId="1210130411" sldId="328"/>
            <ac:spMk id="3" creationId="{00000000-0000-0000-0000-000000000000}"/>
          </ac:spMkLst>
        </pc:spChg>
      </pc:sldChg>
      <pc:sldChg chg="addSp modSp add mod">
        <pc:chgData name="Pan Weike" userId="f48425db970607a4" providerId="LiveId" clId="{552E94C8-4D07-429B-9009-69B98ED70B40}" dt="2022-03-03T01:46:01.227" v="970" actId="1076"/>
        <pc:sldMkLst>
          <pc:docMk/>
          <pc:sldMk cId="4200219148" sldId="329"/>
        </pc:sldMkLst>
        <pc:spChg chg="mod">
          <ac:chgData name="Pan Weike" userId="f48425db970607a4" providerId="LiveId" clId="{552E94C8-4D07-429B-9009-69B98ED70B40}" dt="2022-03-03T01:33:22.457" v="899" actId="2711"/>
          <ac:spMkLst>
            <pc:docMk/>
            <pc:sldMk cId="4200219148" sldId="329"/>
            <ac:spMk id="2" creationId="{00000000-0000-0000-0000-000000000000}"/>
          </ac:spMkLst>
        </pc:spChg>
        <pc:spChg chg="mod">
          <ac:chgData name="Pan Weike" userId="f48425db970607a4" providerId="LiveId" clId="{552E94C8-4D07-429B-9009-69B98ED70B40}" dt="2022-03-03T01:37:42.046" v="934" actId="2711"/>
          <ac:spMkLst>
            <pc:docMk/>
            <pc:sldMk cId="4200219148" sldId="329"/>
            <ac:spMk id="3" creationId="{00000000-0000-0000-0000-000000000000}"/>
          </ac:spMkLst>
        </pc:spChg>
        <pc:picChg chg="add mod">
          <ac:chgData name="Pan Weike" userId="f48425db970607a4" providerId="LiveId" clId="{552E94C8-4D07-429B-9009-69B98ED70B40}" dt="2022-03-03T01:46:01.227" v="970" actId="1076"/>
          <ac:picMkLst>
            <pc:docMk/>
            <pc:sldMk cId="4200219148" sldId="329"/>
            <ac:picMk id="6" creationId="{3569CB16-60D6-4FB5-BA06-7EB0BF0B2F14}"/>
          </ac:picMkLst>
        </pc:picChg>
      </pc:sldChg>
      <pc:sldChg chg="modSp add mod">
        <pc:chgData name="Pan Weike" userId="f48425db970607a4" providerId="LiveId" clId="{552E94C8-4D07-429B-9009-69B98ED70B40}" dt="2022-03-03T01:39:10.122" v="937" actId="2711"/>
        <pc:sldMkLst>
          <pc:docMk/>
          <pc:sldMk cId="4242172480" sldId="330"/>
        </pc:sldMkLst>
        <pc:spChg chg="mod">
          <ac:chgData name="Pan Weike" userId="f48425db970607a4" providerId="LiveId" clId="{552E94C8-4D07-429B-9009-69B98ED70B40}" dt="2022-03-03T01:33:34.166" v="901" actId="2711"/>
          <ac:spMkLst>
            <pc:docMk/>
            <pc:sldMk cId="4242172480" sldId="330"/>
            <ac:spMk id="2" creationId="{00000000-0000-0000-0000-000000000000}"/>
          </ac:spMkLst>
        </pc:spChg>
        <pc:spChg chg="mod">
          <ac:chgData name="Pan Weike" userId="f48425db970607a4" providerId="LiveId" clId="{552E94C8-4D07-429B-9009-69B98ED70B40}" dt="2022-03-03T01:39:10.122" v="937" actId="2711"/>
          <ac:spMkLst>
            <pc:docMk/>
            <pc:sldMk cId="4242172480" sldId="330"/>
            <ac:spMk id="3" creationId="{00000000-0000-0000-0000-000000000000}"/>
          </ac:spMkLst>
        </pc:spChg>
      </pc:sldChg>
      <pc:sldChg chg="modSp add mod">
        <pc:chgData name="Pan Weike" userId="f48425db970607a4" providerId="LiveId" clId="{552E94C8-4D07-429B-9009-69B98ED70B40}" dt="2022-03-03T01:39:27.698" v="938" actId="2711"/>
        <pc:sldMkLst>
          <pc:docMk/>
          <pc:sldMk cId="2466914081" sldId="331"/>
        </pc:sldMkLst>
        <pc:spChg chg="mod">
          <ac:chgData name="Pan Weike" userId="f48425db970607a4" providerId="LiveId" clId="{552E94C8-4D07-429B-9009-69B98ED70B40}" dt="2022-03-03T01:33:39.739" v="902" actId="2711"/>
          <ac:spMkLst>
            <pc:docMk/>
            <pc:sldMk cId="2466914081" sldId="331"/>
            <ac:spMk id="2" creationId="{00000000-0000-0000-0000-000000000000}"/>
          </ac:spMkLst>
        </pc:spChg>
        <pc:spChg chg="mod">
          <ac:chgData name="Pan Weike" userId="f48425db970607a4" providerId="LiveId" clId="{552E94C8-4D07-429B-9009-69B98ED70B40}" dt="2022-03-03T01:39:27.698" v="938" actId="2711"/>
          <ac:spMkLst>
            <pc:docMk/>
            <pc:sldMk cId="2466914081" sldId="331"/>
            <ac:spMk id="3" creationId="{00000000-0000-0000-0000-000000000000}"/>
          </ac:spMkLst>
        </pc:spChg>
      </pc:sldChg>
      <pc:sldChg chg="modSp add mod">
        <pc:chgData name="Pan Weike" userId="f48425db970607a4" providerId="LiveId" clId="{552E94C8-4D07-429B-9009-69B98ED70B40}" dt="2022-03-03T01:43:58.373" v="964" actId="2711"/>
        <pc:sldMkLst>
          <pc:docMk/>
          <pc:sldMk cId="1138719258" sldId="332"/>
        </pc:sldMkLst>
        <pc:spChg chg="mod">
          <ac:chgData name="Pan Weike" userId="f48425db970607a4" providerId="LiveId" clId="{552E94C8-4D07-429B-9009-69B98ED70B40}" dt="2022-03-03T01:34:31.097" v="910" actId="2711"/>
          <ac:spMkLst>
            <pc:docMk/>
            <pc:sldMk cId="1138719258" sldId="332"/>
            <ac:spMk id="2" creationId="{00000000-0000-0000-0000-000000000000}"/>
          </ac:spMkLst>
        </pc:spChg>
        <pc:spChg chg="mod">
          <ac:chgData name="Pan Weike" userId="f48425db970607a4" providerId="LiveId" clId="{552E94C8-4D07-429B-9009-69B98ED70B40}" dt="2022-03-03T01:43:58.373" v="964" actId="2711"/>
          <ac:spMkLst>
            <pc:docMk/>
            <pc:sldMk cId="1138719258" sldId="332"/>
            <ac:spMk id="3" creationId="{00000000-0000-0000-0000-000000000000}"/>
          </ac:spMkLst>
        </pc:spChg>
      </pc:sldChg>
      <pc:sldChg chg="addSp delSp modSp add mod">
        <pc:chgData name="Pan Weike" userId="f48425db970607a4" providerId="LiveId" clId="{552E94C8-4D07-429B-9009-69B98ED70B40}" dt="2022-03-03T01:44:08.787" v="965" actId="2711"/>
        <pc:sldMkLst>
          <pc:docMk/>
          <pc:sldMk cId="3312355864" sldId="333"/>
        </pc:sldMkLst>
        <pc:spChg chg="mod">
          <ac:chgData name="Pan Weike" userId="f48425db970607a4" providerId="LiveId" clId="{552E94C8-4D07-429B-9009-69B98ED70B40}" dt="2022-03-03T01:34:35.323" v="911" actId="2711"/>
          <ac:spMkLst>
            <pc:docMk/>
            <pc:sldMk cId="3312355864" sldId="333"/>
            <ac:spMk id="2" creationId="{00000000-0000-0000-0000-000000000000}"/>
          </ac:spMkLst>
        </pc:spChg>
        <pc:spChg chg="mod">
          <ac:chgData name="Pan Weike" userId="f48425db970607a4" providerId="LiveId" clId="{552E94C8-4D07-429B-9009-69B98ED70B40}" dt="2022-03-03T01:44:08.787" v="965" actId="2711"/>
          <ac:spMkLst>
            <pc:docMk/>
            <pc:sldMk cId="3312355864" sldId="333"/>
            <ac:spMk id="3" creationId="{00000000-0000-0000-0000-000000000000}"/>
          </ac:spMkLst>
        </pc:spChg>
        <pc:spChg chg="add del">
          <ac:chgData name="Pan Weike" userId="f48425db970607a4" providerId="LiveId" clId="{552E94C8-4D07-429B-9009-69B98ED70B40}" dt="2022-02-26T02:07:46.077" v="415" actId="22"/>
          <ac:spMkLst>
            <pc:docMk/>
            <pc:sldMk cId="3312355864" sldId="333"/>
            <ac:spMk id="6" creationId="{EAED851B-00AB-4511-A66E-584216EA7BBD}"/>
          </ac:spMkLst>
        </pc:spChg>
      </pc:sldChg>
      <pc:sldChg chg="modSp add mod">
        <pc:chgData name="Pan Weike" userId="f48425db970607a4" providerId="LiveId" clId="{552E94C8-4D07-429B-9009-69B98ED70B40}" dt="2022-03-03T06:52:37.327" v="972" actId="3626"/>
        <pc:sldMkLst>
          <pc:docMk/>
          <pc:sldMk cId="21993930" sldId="334"/>
        </pc:sldMkLst>
        <pc:spChg chg="mod">
          <ac:chgData name="Pan Weike" userId="f48425db970607a4" providerId="LiveId" clId="{552E94C8-4D07-429B-9009-69B98ED70B40}" dt="2022-03-03T01:34:40.248" v="912" actId="2711"/>
          <ac:spMkLst>
            <pc:docMk/>
            <pc:sldMk cId="21993930" sldId="334"/>
            <ac:spMk id="2" creationId="{00000000-0000-0000-0000-000000000000}"/>
          </ac:spMkLst>
        </pc:spChg>
        <pc:spChg chg="mod">
          <ac:chgData name="Pan Weike" userId="f48425db970607a4" providerId="LiveId" clId="{552E94C8-4D07-429B-9009-69B98ED70B40}" dt="2022-03-03T06:52:37.327" v="972" actId="3626"/>
          <ac:spMkLst>
            <pc:docMk/>
            <pc:sldMk cId="21993930" sldId="334"/>
            <ac:spMk id="3" creationId="{00000000-0000-0000-0000-000000000000}"/>
          </ac:spMkLst>
        </pc:spChg>
      </pc:sldChg>
      <pc:sldChg chg="modSp add mod">
        <pc:chgData name="Pan Weike" userId="f48425db970607a4" providerId="LiveId" clId="{552E94C8-4D07-429B-9009-69B98ED70B40}" dt="2022-03-03T06:53:26.607" v="991" actId="3626"/>
        <pc:sldMkLst>
          <pc:docMk/>
          <pc:sldMk cId="2867138318" sldId="335"/>
        </pc:sldMkLst>
        <pc:spChg chg="mod">
          <ac:chgData name="Pan Weike" userId="f48425db970607a4" providerId="LiveId" clId="{552E94C8-4D07-429B-9009-69B98ED70B40}" dt="2022-03-03T01:35:03.152" v="919" actId="2711"/>
          <ac:spMkLst>
            <pc:docMk/>
            <pc:sldMk cId="2867138318" sldId="335"/>
            <ac:spMk id="2" creationId="{00000000-0000-0000-0000-000000000000}"/>
          </ac:spMkLst>
        </pc:spChg>
        <pc:spChg chg="mod">
          <ac:chgData name="Pan Weike" userId="f48425db970607a4" providerId="LiveId" clId="{552E94C8-4D07-429B-9009-69B98ED70B40}" dt="2022-03-03T06:53:26.607" v="991" actId="3626"/>
          <ac:spMkLst>
            <pc:docMk/>
            <pc:sldMk cId="2867138318" sldId="335"/>
            <ac:spMk id="3" creationId="{00000000-0000-0000-0000-000000000000}"/>
          </ac:spMkLst>
        </pc:spChg>
      </pc:sldChg>
    </pc:docChg>
  </pc:docChgLst>
  <pc:docChgLst>
    <pc:chgData name="Pan Weike" userId="f48425db970607a4" providerId="LiveId" clId="{AE5AB95B-1DEE-4EFA-90DE-6C462518DD7D}"/>
    <pc:docChg chg="undo custSel modSld">
      <pc:chgData name="Pan Weike" userId="f48425db970607a4" providerId="LiveId" clId="{AE5AB95B-1DEE-4EFA-90DE-6C462518DD7D}" dt="2021-02-13T02:25:47.459" v="14" actId="20577"/>
      <pc:docMkLst>
        <pc:docMk/>
      </pc:docMkLst>
      <pc:sldChg chg="modSp mod">
        <pc:chgData name="Pan Weike" userId="f48425db970607a4" providerId="LiveId" clId="{AE5AB95B-1DEE-4EFA-90DE-6C462518DD7D}" dt="2021-02-13T02:25:47.459" v="14" actId="20577"/>
        <pc:sldMkLst>
          <pc:docMk/>
          <pc:sldMk cId="1862819835" sldId="290"/>
        </pc:sldMkLst>
        <pc:spChg chg="mod">
          <ac:chgData name="Pan Weike" userId="f48425db970607a4" providerId="LiveId" clId="{AE5AB95B-1DEE-4EFA-90DE-6C462518DD7D}" dt="2021-02-13T02:25:47.459" v="14" actId="20577"/>
          <ac:spMkLst>
            <pc:docMk/>
            <pc:sldMk cId="1862819835" sldId="290"/>
            <ac:spMk id="3" creationId="{00000000-0000-0000-0000-000000000000}"/>
          </ac:spMkLst>
        </pc:spChg>
      </pc:sldChg>
    </pc:docChg>
  </pc:docChgLst>
  <pc:docChgLst>
    <pc:chgData name="Pan Weike" userId="f48425db970607a4" providerId="LiveId" clId="{3B2782C3-B8D5-48DE-8C8B-36B302F7436D}"/>
    <pc:docChg chg="undo custSel addSld delSld modSld sldOrd">
      <pc:chgData name="Pan Weike" userId="f48425db970607a4" providerId="LiveId" clId="{3B2782C3-B8D5-48DE-8C8B-36B302F7436D}" dt="2022-07-09T04:28:56.765" v="2379"/>
      <pc:docMkLst>
        <pc:docMk/>
      </pc:docMkLst>
      <pc:sldChg chg="add del setBg">
        <pc:chgData name="Pan Weike" userId="f48425db970607a4" providerId="LiveId" clId="{3B2782C3-B8D5-48DE-8C8B-36B302F7436D}" dt="2022-07-08T13:34:40.092" v="2369"/>
        <pc:sldMkLst>
          <pc:docMk/>
          <pc:sldMk cId="0" sldId="256"/>
        </pc:sldMkLst>
      </pc:sldChg>
      <pc:sldChg chg="addSp modSp mod">
        <pc:chgData name="Pan Weike" userId="f48425db970607a4" providerId="LiveId" clId="{3B2782C3-B8D5-48DE-8C8B-36B302F7436D}" dt="2022-07-08T08:26:53.194" v="1666"/>
        <pc:sldMkLst>
          <pc:docMk/>
          <pc:sldMk cId="514513477" sldId="384"/>
        </pc:sldMkLst>
        <pc:spChg chg="mod">
          <ac:chgData name="Pan Weike" userId="f48425db970607a4" providerId="LiveId" clId="{3B2782C3-B8D5-48DE-8C8B-36B302F7436D}" dt="2022-07-08T08:26:53.194" v="1666"/>
          <ac:spMkLst>
            <pc:docMk/>
            <pc:sldMk cId="514513477" sldId="384"/>
            <ac:spMk id="3" creationId="{00000000-0000-0000-0000-000000000000}"/>
          </ac:spMkLst>
        </pc:spChg>
        <pc:spChg chg="mod">
          <ac:chgData name="Pan Weike" userId="f48425db970607a4" providerId="LiveId" clId="{3B2782C3-B8D5-48DE-8C8B-36B302F7436D}" dt="2022-07-08T07:31:29.579" v="86" actId="1035"/>
          <ac:spMkLst>
            <pc:docMk/>
            <pc:sldMk cId="514513477" sldId="384"/>
            <ac:spMk id="9" creationId="{1C999672-47C6-F567-6BF5-E355F33F8B61}"/>
          </ac:spMkLst>
        </pc:spChg>
        <pc:spChg chg="mod">
          <ac:chgData name="Pan Weike" userId="f48425db970607a4" providerId="LiveId" clId="{3B2782C3-B8D5-48DE-8C8B-36B302F7436D}" dt="2022-07-08T07:31:29.579" v="86" actId="1035"/>
          <ac:spMkLst>
            <pc:docMk/>
            <pc:sldMk cId="514513477" sldId="384"/>
            <ac:spMk id="11" creationId="{16C02AC2-3729-B45B-2C2A-155C1DA76B88}"/>
          </ac:spMkLst>
        </pc:spChg>
        <pc:spChg chg="add mod">
          <ac:chgData name="Pan Weike" userId="f48425db970607a4" providerId="LiveId" clId="{3B2782C3-B8D5-48DE-8C8B-36B302F7436D}" dt="2022-07-08T07:32:02.182" v="98" actId="1036"/>
          <ac:spMkLst>
            <pc:docMk/>
            <pc:sldMk cId="514513477" sldId="384"/>
            <ac:spMk id="12" creationId="{76B3E818-ECD7-A396-2C09-85A0710EAECB}"/>
          </ac:spMkLst>
        </pc:spChg>
        <pc:picChg chg="mod">
          <ac:chgData name="Pan Weike" userId="f48425db970607a4" providerId="LiveId" clId="{3B2782C3-B8D5-48DE-8C8B-36B302F7436D}" dt="2022-07-08T07:30:59.271" v="83" actId="14100"/>
          <ac:picMkLst>
            <pc:docMk/>
            <pc:sldMk cId="514513477" sldId="384"/>
            <ac:picMk id="6" creationId="{DFE1C60D-5CA9-B302-BB77-5CC1ABE0DB76}"/>
          </ac:picMkLst>
        </pc:picChg>
        <pc:picChg chg="add mod">
          <ac:chgData name="Pan Weike" userId="f48425db970607a4" providerId="LiveId" clId="{3B2782C3-B8D5-48DE-8C8B-36B302F7436D}" dt="2022-07-08T07:30:38.373" v="81" actId="1037"/>
          <ac:picMkLst>
            <pc:docMk/>
            <pc:sldMk cId="514513477" sldId="384"/>
            <ac:picMk id="10" creationId="{50F1B4D0-0AA1-19E0-B9AB-6ED8D47A2FF2}"/>
          </ac:picMkLst>
        </pc:picChg>
      </pc:sldChg>
      <pc:sldChg chg="del">
        <pc:chgData name="Pan Weike" userId="f48425db970607a4" providerId="LiveId" clId="{3B2782C3-B8D5-48DE-8C8B-36B302F7436D}" dt="2022-07-08T07:26:29.226" v="59" actId="2696"/>
        <pc:sldMkLst>
          <pc:docMk/>
          <pc:sldMk cId="4126119655" sldId="415"/>
        </pc:sldMkLst>
      </pc:sldChg>
      <pc:sldChg chg="modSp mod">
        <pc:chgData name="Pan Weike" userId="f48425db970607a4" providerId="LiveId" clId="{3B2782C3-B8D5-48DE-8C8B-36B302F7436D}" dt="2022-07-08T07:35:01.155" v="121" actId="2711"/>
        <pc:sldMkLst>
          <pc:docMk/>
          <pc:sldMk cId="134317912" sldId="449"/>
        </pc:sldMkLst>
        <pc:spChg chg="mod">
          <ac:chgData name="Pan Weike" userId="f48425db970607a4" providerId="LiveId" clId="{3B2782C3-B8D5-48DE-8C8B-36B302F7436D}" dt="2022-07-08T07:35:01.155" v="121" actId="2711"/>
          <ac:spMkLst>
            <pc:docMk/>
            <pc:sldMk cId="134317912" sldId="449"/>
            <ac:spMk id="2" creationId="{00000000-0000-0000-0000-000000000000}"/>
          </ac:spMkLst>
        </pc:spChg>
        <pc:spChg chg="mod">
          <ac:chgData name="Pan Weike" userId="f48425db970607a4" providerId="LiveId" clId="{3B2782C3-B8D5-48DE-8C8B-36B302F7436D}" dt="2022-07-08T07:33:47.040" v="99" actId="207"/>
          <ac:spMkLst>
            <pc:docMk/>
            <pc:sldMk cId="134317912" sldId="449"/>
            <ac:spMk id="3" creationId="{00000000-0000-0000-0000-000000000000}"/>
          </ac:spMkLst>
        </pc:spChg>
      </pc:sldChg>
      <pc:sldChg chg="add">
        <pc:chgData name="Pan Weike" userId="f48425db970607a4" providerId="LiveId" clId="{3B2782C3-B8D5-48DE-8C8B-36B302F7436D}" dt="2022-07-08T07:13:49.930" v="0"/>
        <pc:sldMkLst>
          <pc:docMk/>
          <pc:sldMk cId="1039337706" sldId="450"/>
        </pc:sldMkLst>
      </pc:sldChg>
      <pc:sldChg chg="modSp add mod">
        <pc:chgData name="Pan Weike" userId="f48425db970607a4" providerId="LiveId" clId="{3B2782C3-B8D5-48DE-8C8B-36B302F7436D}" dt="2022-07-08T07:23:49.146" v="54" actId="2711"/>
        <pc:sldMkLst>
          <pc:docMk/>
          <pc:sldMk cId="1554616878" sldId="451"/>
        </pc:sldMkLst>
        <pc:spChg chg="mod">
          <ac:chgData name="Pan Weike" userId="f48425db970607a4" providerId="LiveId" clId="{3B2782C3-B8D5-48DE-8C8B-36B302F7436D}" dt="2022-07-08T07:23:17.466" v="48" actId="2711"/>
          <ac:spMkLst>
            <pc:docMk/>
            <pc:sldMk cId="1554616878" sldId="451"/>
            <ac:spMk id="3" creationId="{00000000-0000-0000-0000-000000000000}"/>
          </ac:spMkLst>
        </pc:spChg>
        <pc:spChg chg="mod">
          <ac:chgData name="Pan Weike" userId="f48425db970607a4" providerId="LiveId" clId="{3B2782C3-B8D5-48DE-8C8B-36B302F7436D}" dt="2022-07-08T07:23:25.628" v="49" actId="2711"/>
          <ac:spMkLst>
            <pc:docMk/>
            <pc:sldMk cId="1554616878" sldId="451"/>
            <ac:spMk id="12" creationId="{30E94DFA-5250-8B43-AE4D-3C3E182F6865}"/>
          </ac:spMkLst>
        </pc:spChg>
        <pc:spChg chg="mod">
          <ac:chgData name="Pan Weike" userId="f48425db970607a4" providerId="LiveId" clId="{3B2782C3-B8D5-48DE-8C8B-36B302F7436D}" dt="2022-07-08T07:23:33.803" v="51" actId="2711"/>
          <ac:spMkLst>
            <pc:docMk/>
            <pc:sldMk cId="1554616878" sldId="451"/>
            <ac:spMk id="14" creationId="{E8BD9098-B889-2C4B-AE10-3BAAFB6EBE97}"/>
          </ac:spMkLst>
        </pc:spChg>
        <pc:spChg chg="mod">
          <ac:chgData name="Pan Weike" userId="f48425db970607a4" providerId="LiveId" clId="{3B2782C3-B8D5-48DE-8C8B-36B302F7436D}" dt="2022-07-08T07:23:49.146" v="54" actId="2711"/>
          <ac:spMkLst>
            <pc:docMk/>
            <pc:sldMk cId="1554616878" sldId="451"/>
            <ac:spMk id="16" creationId="{2B5F7ECD-2BDF-4E47-97C4-8D733048A1E8}"/>
          </ac:spMkLst>
        </pc:spChg>
        <pc:spChg chg="mod">
          <ac:chgData name="Pan Weike" userId="f48425db970607a4" providerId="LiveId" clId="{3B2782C3-B8D5-48DE-8C8B-36B302F7436D}" dt="2022-07-08T07:23:38.352" v="52" actId="2711"/>
          <ac:spMkLst>
            <pc:docMk/>
            <pc:sldMk cId="1554616878" sldId="451"/>
            <ac:spMk id="18" creationId="{4CD5B25B-82B3-D84B-870E-DB77A955F563}"/>
          </ac:spMkLst>
        </pc:spChg>
        <pc:spChg chg="mod">
          <ac:chgData name="Pan Weike" userId="f48425db970607a4" providerId="LiveId" clId="{3B2782C3-B8D5-48DE-8C8B-36B302F7436D}" dt="2022-07-08T07:23:49.146" v="54" actId="2711"/>
          <ac:spMkLst>
            <pc:docMk/>
            <pc:sldMk cId="1554616878" sldId="451"/>
            <ac:spMk id="20" creationId="{FA330A58-63BC-B843-B258-99EFED7D202C}"/>
          </ac:spMkLst>
        </pc:spChg>
        <pc:spChg chg="mod">
          <ac:chgData name="Pan Weike" userId="f48425db970607a4" providerId="LiveId" clId="{3B2782C3-B8D5-48DE-8C8B-36B302F7436D}" dt="2022-07-08T07:23:43.388" v="53" actId="2711"/>
          <ac:spMkLst>
            <pc:docMk/>
            <pc:sldMk cId="1554616878" sldId="451"/>
            <ac:spMk id="22" creationId="{173C45BB-78B7-1146-BB47-D1A69CA962FC}"/>
          </ac:spMkLst>
        </pc:spChg>
      </pc:sldChg>
      <pc:sldChg chg="addSp modSp add mod ord">
        <pc:chgData name="Pan Weike" userId="f48425db970607a4" providerId="LiveId" clId="{3B2782C3-B8D5-48DE-8C8B-36B302F7436D}" dt="2022-07-08T08:43:43.524" v="2366" actId="1076"/>
        <pc:sldMkLst>
          <pc:docMk/>
          <pc:sldMk cId="212249343" sldId="452"/>
        </pc:sldMkLst>
        <pc:spChg chg="mod">
          <ac:chgData name="Pan Weike" userId="f48425db970607a4" providerId="LiveId" clId="{3B2782C3-B8D5-48DE-8C8B-36B302F7436D}" dt="2022-07-08T08:37:36.441" v="2325"/>
          <ac:spMkLst>
            <pc:docMk/>
            <pc:sldMk cId="212249343" sldId="452"/>
            <ac:spMk id="3" creationId="{00000000-0000-0000-0000-000000000000}"/>
          </ac:spMkLst>
        </pc:spChg>
        <pc:spChg chg="add mod">
          <ac:chgData name="Pan Weike" userId="f48425db970607a4" providerId="LiveId" clId="{3B2782C3-B8D5-48DE-8C8B-36B302F7436D}" dt="2022-07-08T07:25:34.053" v="57"/>
          <ac:spMkLst>
            <pc:docMk/>
            <pc:sldMk cId="212249343" sldId="452"/>
            <ac:spMk id="7" creationId="{B1C6DE3A-F73A-0581-A3A8-391C16D6FD4C}"/>
          </ac:spMkLst>
        </pc:spChg>
        <pc:picChg chg="add mod">
          <ac:chgData name="Pan Weike" userId="f48425db970607a4" providerId="LiveId" clId="{3B2782C3-B8D5-48DE-8C8B-36B302F7436D}" dt="2022-07-08T08:43:43.524" v="2366" actId="1076"/>
          <ac:picMkLst>
            <pc:docMk/>
            <pc:sldMk cId="212249343" sldId="452"/>
            <ac:picMk id="6" creationId="{F71225E0-03B9-BBAB-582C-308D0CF04B8C}"/>
          </ac:picMkLst>
        </pc:picChg>
      </pc:sldChg>
      <pc:sldChg chg="modSp add mod">
        <pc:chgData name="Pan Weike" userId="f48425db970607a4" providerId="LiveId" clId="{3B2782C3-B8D5-48DE-8C8B-36B302F7436D}" dt="2022-07-09T03:50:58.527" v="2378" actId="2711"/>
        <pc:sldMkLst>
          <pc:docMk/>
          <pc:sldMk cId="2237372853" sldId="453"/>
        </pc:sldMkLst>
        <pc:spChg chg="mod">
          <ac:chgData name="Pan Weike" userId="f48425db970607a4" providerId="LiveId" clId="{3B2782C3-B8D5-48DE-8C8B-36B302F7436D}" dt="2022-07-08T07:35:15.607" v="135" actId="20577"/>
          <ac:spMkLst>
            <pc:docMk/>
            <pc:sldMk cId="2237372853" sldId="453"/>
            <ac:spMk id="2" creationId="{00000000-0000-0000-0000-000000000000}"/>
          </ac:spMkLst>
        </pc:spChg>
        <pc:spChg chg="mod">
          <ac:chgData name="Pan Weike" userId="f48425db970607a4" providerId="LiveId" clId="{3B2782C3-B8D5-48DE-8C8B-36B302F7436D}" dt="2022-07-09T03:50:58.527" v="2378" actId="2711"/>
          <ac:spMkLst>
            <pc:docMk/>
            <pc:sldMk cId="2237372853" sldId="453"/>
            <ac:spMk id="3" creationId="{00000000-0000-0000-0000-000000000000}"/>
          </ac:spMkLst>
        </pc:spChg>
      </pc:sldChg>
      <pc:sldChg chg="add">
        <pc:chgData name="Pan Weike" userId="f48425db970607a4" providerId="LiveId" clId="{3B2782C3-B8D5-48DE-8C8B-36B302F7436D}" dt="2022-07-09T03:50:09.446" v="2370"/>
        <pc:sldMkLst>
          <pc:docMk/>
          <pc:sldMk cId="2008871615" sldId="454"/>
        </pc:sldMkLst>
      </pc:sldChg>
      <pc:sldChg chg="add">
        <pc:chgData name="Pan Weike" userId="f48425db970607a4" providerId="LiveId" clId="{3B2782C3-B8D5-48DE-8C8B-36B302F7436D}" dt="2022-07-09T03:50:09.446" v="2370"/>
        <pc:sldMkLst>
          <pc:docMk/>
          <pc:sldMk cId="1748212430" sldId="455"/>
        </pc:sldMkLst>
      </pc:sldChg>
      <pc:sldChg chg="add">
        <pc:chgData name="Pan Weike" userId="f48425db970607a4" providerId="LiveId" clId="{3B2782C3-B8D5-48DE-8C8B-36B302F7436D}" dt="2022-07-09T04:28:56.765" v="2379"/>
        <pc:sldMkLst>
          <pc:docMk/>
          <pc:sldMk cId="2062645725" sldId="4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27F3AAEB-0301-4ED0-B1D0-4BE1EF9D72C0}" type="datetimeFigureOut">
              <a:rPr lang="zh-CN" altLang="en-US" smtClean="0"/>
              <a:pPr/>
              <a:t>2024/4/10</a:t>
            </a:fld>
            <a:endParaRPr lang="zh-CN" altLang="en-US"/>
          </a:p>
        </p:txBody>
      </p:sp>
      <p:sp>
        <p:nvSpPr>
          <p:cNvPr id="4" name="页脚占位符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09D3329D-B319-4444-A6F8-36F9B0FE2A71}" type="slidenum">
              <a:rPr lang="zh-CN" altLang="en-US" smtClean="0"/>
              <a:pPr/>
              <a:t>‹#›</a:t>
            </a:fld>
            <a:endParaRPr lang="zh-CN" altLang="en-US"/>
          </a:p>
        </p:txBody>
      </p:sp>
    </p:spTree>
    <p:extLst>
      <p:ext uri="{BB962C8B-B14F-4D97-AF65-F5344CB8AC3E}">
        <p14:creationId xmlns:p14="http://schemas.microsoft.com/office/powerpoint/2010/main" val="818489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019E4CAA-C537-49B2-B1D0-8E53BDF38890}" type="datetimeFigureOut">
              <a:rPr lang="zh-CN" altLang="en-US" smtClean="0"/>
              <a:pPr/>
              <a:t>2024/4/10</a:t>
            </a:fld>
            <a:endParaRPr lang="zh-CN" altLang="en-US"/>
          </a:p>
        </p:txBody>
      </p:sp>
      <p:sp>
        <p:nvSpPr>
          <p:cNvPr id="4" name="幻灯片图像占位符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15154"/>
            <a:ext cx="5438140" cy="4466987"/>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E3848019-7F8E-4133-9E4F-948F643F493C}" type="slidenum">
              <a:rPr lang="zh-CN" altLang="en-US" smtClean="0"/>
              <a:pPr/>
              <a:t>‹#›</a:t>
            </a:fld>
            <a:endParaRPr lang="zh-CN" altLang="en-US"/>
          </a:p>
        </p:txBody>
      </p:sp>
    </p:spTree>
    <p:extLst>
      <p:ext uri="{BB962C8B-B14F-4D97-AF65-F5344CB8AC3E}">
        <p14:creationId xmlns:p14="http://schemas.microsoft.com/office/powerpoint/2010/main" val="599319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703B0F6-73A0-4E86-9B35-FF2441B94A2D}" type="datetime1">
              <a:rPr lang="en-US" altLang="zh-CN" smtClean="0"/>
              <a:t>4/10/2024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517593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20BBDF17-E101-45D0-BF35-2245A15F21A2}" type="datetime1">
              <a:rPr lang="en-US" altLang="zh-CN" smtClean="0"/>
              <a:t>4/10/2024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7619242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3527BD7-05A9-4833-BFEA-CDCF785D63A0}" type="datetime1">
              <a:rPr lang="en-US" altLang="zh-CN" smtClean="0"/>
              <a:t>4/10/2024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76631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F886C00E-A4FF-49F0-9BF8-FC1162B850C0}" type="datetime1">
              <a:rPr lang="en-US" altLang="zh-CN" smtClean="0"/>
              <a:t>4/10/2024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107433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B7C9059B-B07A-4B94-B5BA-F3E30D191E71}" type="datetime1">
              <a:rPr lang="en-US" altLang="zh-CN" smtClean="0"/>
              <a:t>4/10/2024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700572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59D1A585-2180-4A8D-AEE0-EC7B2A899C25}" type="datetime1">
              <a:rPr lang="en-US" altLang="zh-CN" smtClean="0"/>
              <a:t>4/10/2024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1915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E19853-6C90-4009-BAF6-66517D60882C}" type="datetime1">
              <a:rPr lang="en-US" altLang="zh-CN" smtClean="0"/>
              <a:t>4/10/2024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797976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D1240D3-B2DA-4A20-B4EF-1012800DCA80}" type="datetime1">
              <a:rPr lang="en-US" altLang="zh-CN" smtClean="0"/>
              <a:t>4/10/2024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88719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4E29A25-26C7-421B-ADAB-46D2C0C228F2}" type="datetime1">
              <a:rPr lang="en-US" altLang="zh-CN" smtClean="0"/>
              <a:t>4/10/2024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99238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30BA81C-344A-4AFB-9909-D41E4B0DE315}" type="datetime1">
              <a:rPr lang="en-US" altLang="zh-CN" smtClean="0"/>
              <a:t>4/10/2024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9541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4713C51-B8E9-4F07-B93D-189ED736D94E}" type="datetime1">
              <a:rPr lang="en-US" altLang="zh-CN" smtClean="0"/>
              <a:t>4/10/2024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2946862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6FA717-04B1-49C7-91FB-0AEC4C89AC7A}" type="datetime1">
              <a:rPr lang="en-US" altLang="zh-CN" smtClean="0"/>
              <a:t>4/10/2024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861836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unesdoc.unesco.org/ark:/48223/pf0000380455_chi"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763861"/>
            <a:ext cx="9144000" cy="1593131"/>
          </a:xfrm>
        </p:spPr>
        <p:txBody>
          <a:bodyPr>
            <a:normAutofit/>
          </a:bodyPr>
          <a:lstStyle/>
          <a:p>
            <a:r>
              <a:rPr lang="zh-CN" altLang="en-US" sz="4400" dirty="0">
                <a:latin typeface="华文仿宋" pitchFamily="2" charset="-122"/>
                <a:ea typeface="华文仿宋" pitchFamily="2" charset="-122"/>
              </a:rPr>
              <a:t>课堂分享与讨论</a:t>
            </a:r>
            <a:br>
              <a:rPr lang="en-US" altLang="zh-CN" sz="4400" dirty="0">
                <a:latin typeface="华文仿宋" pitchFamily="2" charset="-122"/>
                <a:ea typeface="华文仿宋" pitchFamily="2" charset="-122"/>
              </a:rPr>
            </a:br>
            <a:r>
              <a:rPr lang="en-US" altLang="zh-CN" sz="4400" dirty="0">
                <a:latin typeface="华文仿宋" pitchFamily="2" charset="-122"/>
                <a:ea typeface="华文仿宋" pitchFamily="2" charset="-122"/>
              </a:rPr>
              <a:t>《</a:t>
            </a:r>
            <a:r>
              <a:rPr lang="zh-CN" altLang="en-US" sz="4400" dirty="0">
                <a:latin typeface="华文仿宋" pitchFamily="2" charset="-122"/>
                <a:ea typeface="华文仿宋" pitchFamily="2" charset="-122"/>
              </a:rPr>
              <a:t>人工智能伦理问题建议书</a:t>
            </a:r>
            <a:r>
              <a:rPr lang="en-US" altLang="zh-CN" sz="4400" dirty="0">
                <a:latin typeface="华文仿宋" pitchFamily="2" charset="-122"/>
                <a:ea typeface="华文仿宋" pitchFamily="2" charset="-122"/>
              </a:rPr>
              <a:t>》</a:t>
            </a:r>
            <a:endParaRPr lang="zh-CN" altLang="en-US" sz="4400" dirty="0">
              <a:latin typeface="华文仿宋" pitchFamily="2" charset="-122"/>
              <a:ea typeface="华文仿宋" pitchFamily="2" charset="-122"/>
            </a:endParaRPr>
          </a:p>
        </p:txBody>
      </p:sp>
      <p:sp>
        <p:nvSpPr>
          <p:cNvPr id="3" name="副标题 2"/>
          <p:cNvSpPr>
            <a:spLocks noGrp="1"/>
          </p:cNvSpPr>
          <p:nvPr>
            <p:ph type="subTitle" idx="1"/>
          </p:nvPr>
        </p:nvSpPr>
        <p:spPr>
          <a:xfrm>
            <a:off x="1524000" y="4048472"/>
            <a:ext cx="9144000" cy="1900808"/>
          </a:xfrm>
        </p:spPr>
        <p:txBody>
          <a:bodyPr>
            <a:normAutofit/>
          </a:bodyPr>
          <a:lstStyle/>
          <a:p>
            <a:r>
              <a:rPr lang="zh-CN" altLang="en-US" dirty="0">
                <a:ea typeface="华文仿宋" pitchFamily="2" charset="-122"/>
              </a:rPr>
              <a:t>报告人：姚健文   学号：</a:t>
            </a:r>
            <a:r>
              <a:rPr lang="en-US" altLang="zh-CN" dirty="0">
                <a:ea typeface="华文仿宋" pitchFamily="2" charset="-122"/>
              </a:rPr>
              <a:t>2023150131</a:t>
            </a:r>
            <a:r>
              <a:rPr lang="zh-CN" altLang="en-US" dirty="0">
                <a:ea typeface="华文仿宋" pitchFamily="2" charset="-122"/>
              </a:rPr>
              <a:t>   班级：计算机类</a:t>
            </a:r>
            <a:r>
              <a:rPr lang="en-US" altLang="zh-CN" dirty="0">
                <a:ea typeface="华文仿宋" pitchFamily="2" charset="-122"/>
              </a:rPr>
              <a:t>4</a:t>
            </a:r>
            <a:r>
              <a:rPr lang="zh-CN" altLang="en-US" dirty="0">
                <a:ea typeface="华文仿宋" pitchFamily="2" charset="-122"/>
              </a:rPr>
              <a:t>班</a:t>
            </a:r>
          </a:p>
          <a:p>
            <a:r>
              <a:rPr lang="zh-CN" altLang="en-US" dirty="0">
                <a:ea typeface="华文仿宋" pitchFamily="2" charset="-122"/>
              </a:rPr>
              <a:t>学院：计算机与软件学院   专业：计算机类   指导教师：潘微科</a:t>
            </a:r>
          </a:p>
          <a:p>
            <a:r>
              <a:rPr lang="zh-CN" altLang="en-US" dirty="0">
                <a:ea typeface="华文仿宋" pitchFamily="2" charset="-122"/>
              </a:rPr>
              <a:t>撰写时间：</a:t>
            </a:r>
            <a:r>
              <a:rPr lang="en-US" altLang="zh-CN" dirty="0">
                <a:ea typeface="华文仿宋" pitchFamily="2" charset="-122"/>
              </a:rPr>
              <a:t>2024</a:t>
            </a:r>
            <a:r>
              <a:rPr lang="zh-CN" altLang="en-US" dirty="0">
                <a:ea typeface="华文仿宋" pitchFamily="2" charset="-122"/>
              </a:rPr>
              <a:t>年</a:t>
            </a:r>
            <a:r>
              <a:rPr lang="en-US" altLang="zh-CN" dirty="0">
                <a:ea typeface="华文仿宋" pitchFamily="2" charset="-122"/>
              </a:rPr>
              <a:t>3</a:t>
            </a:r>
            <a:r>
              <a:rPr lang="zh-CN" altLang="en-US" dirty="0">
                <a:ea typeface="华文仿宋" pitchFamily="2" charset="-122"/>
              </a:rPr>
              <a:t>月</a:t>
            </a:r>
            <a:r>
              <a:rPr lang="en-US" altLang="zh-CN" dirty="0">
                <a:ea typeface="华文仿宋" pitchFamily="2" charset="-122"/>
              </a:rPr>
              <a:t>29</a:t>
            </a:r>
            <a:r>
              <a:rPr lang="zh-CN" altLang="en-US" dirty="0">
                <a:ea typeface="华文仿宋" pitchFamily="2" charset="-122"/>
              </a:rPr>
              <a:t>日（周五）</a:t>
            </a:r>
            <a:r>
              <a:rPr lang="en-US" altLang="zh-CN" dirty="0">
                <a:ea typeface="华文仿宋" pitchFamily="2" charset="-122"/>
              </a:rPr>
              <a:t>-2024</a:t>
            </a:r>
            <a:r>
              <a:rPr lang="zh-CN" altLang="en-US" dirty="0">
                <a:ea typeface="华文仿宋" pitchFamily="2" charset="-122"/>
              </a:rPr>
              <a:t>年</a:t>
            </a:r>
            <a:r>
              <a:rPr lang="en-US" altLang="zh-CN" dirty="0">
                <a:ea typeface="华文仿宋" pitchFamily="2" charset="-122"/>
              </a:rPr>
              <a:t>4</a:t>
            </a:r>
            <a:r>
              <a:rPr lang="zh-CN" altLang="en-US" dirty="0">
                <a:ea typeface="华文仿宋" pitchFamily="2" charset="-122"/>
              </a:rPr>
              <a:t>月</a:t>
            </a:r>
            <a:r>
              <a:rPr lang="en-US" altLang="zh-CN" dirty="0">
                <a:ea typeface="华文仿宋" pitchFamily="2" charset="-122"/>
              </a:rPr>
              <a:t>10</a:t>
            </a:r>
            <a:r>
              <a:rPr lang="zh-CN" altLang="en-US" dirty="0">
                <a:ea typeface="华文仿宋" pitchFamily="2" charset="-122"/>
              </a:rPr>
              <a:t>日（周三）</a:t>
            </a:r>
          </a:p>
          <a:p>
            <a:r>
              <a:rPr lang="zh-CN" altLang="en-US" dirty="0">
                <a:ea typeface="华文仿宋" pitchFamily="2" charset="-122"/>
              </a:rPr>
              <a:t>提交时间：</a:t>
            </a:r>
            <a:r>
              <a:rPr lang="en-US" altLang="zh-CN" dirty="0">
                <a:ea typeface="华文仿宋" pitchFamily="2" charset="-122"/>
              </a:rPr>
              <a:t>2024</a:t>
            </a:r>
            <a:r>
              <a:rPr lang="zh-CN" altLang="en-US" dirty="0">
                <a:ea typeface="华文仿宋" pitchFamily="2" charset="-122"/>
              </a:rPr>
              <a:t>年</a:t>
            </a:r>
            <a:r>
              <a:rPr lang="en-US" altLang="zh-CN" dirty="0">
                <a:ea typeface="华文仿宋" pitchFamily="2" charset="-122"/>
              </a:rPr>
              <a:t>4</a:t>
            </a:r>
            <a:r>
              <a:rPr lang="zh-CN" altLang="en-US" dirty="0">
                <a:ea typeface="华文仿宋" pitchFamily="2" charset="-122"/>
              </a:rPr>
              <a:t>月</a:t>
            </a:r>
            <a:r>
              <a:rPr lang="en-US" altLang="zh-CN">
                <a:ea typeface="华文仿宋" pitchFamily="2" charset="-122"/>
              </a:rPr>
              <a:t>10</a:t>
            </a:r>
            <a:r>
              <a:rPr lang="zh-CN" altLang="en-US">
                <a:ea typeface="华文仿宋" pitchFamily="2" charset="-122"/>
              </a:rPr>
              <a:t>日</a:t>
            </a:r>
            <a:endParaRPr lang="zh-CN" altLang="en-US" dirty="0">
              <a:ea typeface="华文仿宋" pitchFamily="2" charset="-122"/>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t>1</a:t>
            </a:fld>
            <a:endParaRPr lang="zh-CN" altLang="en-US"/>
          </a:p>
        </p:txBody>
      </p:sp>
    </p:spTree>
    <p:extLst>
      <p:ext uri="{BB962C8B-B14F-4D97-AF65-F5344CB8AC3E}">
        <p14:creationId xmlns:p14="http://schemas.microsoft.com/office/powerpoint/2010/main" val="2106957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ea typeface="华文仿宋" panose="02010600040101010101" pitchFamily="2" charset="-122"/>
              </a:rPr>
              <a:t>题目</a:t>
            </a:r>
          </a:p>
        </p:txBody>
      </p:sp>
      <p:sp>
        <p:nvSpPr>
          <p:cNvPr id="3" name="内容占位符 2"/>
          <p:cNvSpPr>
            <a:spLocks noGrp="1"/>
          </p:cNvSpPr>
          <p:nvPr>
            <p:ph idx="1"/>
          </p:nvPr>
        </p:nvSpPr>
        <p:spPr/>
        <p:txBody>
          <a:bodyPr>
            <a:normAutofit/>
          </a:bodyPr>
          <a:lstStyle/>
          <a:p>
            <a:pPr marL="0" indent="0">
              <a:buNone/>
            </a:pPr>
            <a:r>
              <a:rPr lang="en-US" altLang="zh-CN" sz="2000" dirty="0">
                <a:ea typeface="华文仿宋" pitchFamily="2" charset="-122"/>
              </a:rPr>
              <a:t>2021</a:t>
            </a:r>
            <a:r>
              <a:rPr lang="zh-CN" altLang="en-US" sz="2000" dirty="0">
                <a:ea typeface="华文仿宋" pitchFamily="2" charset="-122"/>
              </a:rPr>
              <a:t>年</a:t>
            </a:r>
            <a:r>
              <a:rPr lang="en-US" altLang="zh-CN" sz="2000" dirty="0">
                <a:ea typeface="华文仿宋" pitchFamily="2" charset="-122"/>
              </a:rPr>
              <a:t>11</a:t>
            </a:r>
            <a:r>
              <a:rPr lang="zh-CN" altLang="en-US" sz="2000" dirty="0">
                <a:ea typeface="华文仿宋" pitchFamily="2" charset="-122"/>
              </a:rPr>
              <a:t>月，世界教科文组织取得了所有会员国的一致共识，通过了关于人工智能（</a:t>
            </a:r>
            <a:r>
              <a:rPr lang="en-US" altLang="zh-CN" sz="2000" dirty="0">
                <a:ea typeface="华文仿宋" pitchFamily="2" charset="-122"/>
              </a:rPr>
              <a:t>AI</a:t>
            </a:r>
            <a:r>
              <a:rPr lang="zh-CN" altLang="en-US" sz="2000" dirty="0">
                <a:ea typeface="华文仿宋" pitchFamily="2" charset="-122"/>
              </a:rPr>
              <a:t>）使用的全球首个伦理框架</a:t>
            </a:r>
            <a:r>
              <a:rPr lang="en-US" altLang="zh-CN" sz="2000" dirty="0">
                <a:ea typeface="华文仿宋" pitchFamily="2" charset="-122"/>
              </a:rPr>
              <a:t>《</a:t>
            </a:r>
            <a:r>
              <a:rPr lang="zh-CN" altLang="en-US" sz="2000" dirty="0">
                <a:ea typeface="华文仿宋" pitchFamily="2" charset="-122"/>
              </a:rPr>
              <a:t>人工智能伦理问题建议书</a:t>
            </a:r>
            <a:r>
              <a:rPr lang="en-US" altLang="zh-CN" sz="2000" dirty="0">
                <a:ea typeface="华文仿宋" pitchFamily="2" charset="-122"/>
              </a:rPr>
              <a:t>》</a:t>
            </a:r>
            <a:r>
              <a:rPr lang="zh-CN" altLang="en-US" sz="2000" dirty="0">
                <a:ea typeface="华文仿宋" pitchFamily="2" charset="-122"/>
              </a:rPr>
              <a:t>。这是世界上第一个，也是唯一一个针对</a:t>
            </a:r>
            <a:r>
              <a:rPr lang="en-US" altLang="zh-CN" sz="2000" dirty="0">
                <a:ea typeface="华文仿宋" pitchFamily="2" charset="-122"/>
              </a:rPr>
              <a:t>AI</a:t>
            </a:r>
            <a:r>
              <a:rPr lang="zh-CN" altLang="en-US" sz="2000" dirty="0">
                <a:ea typeface="华文仿宋" pitchFamily="2" charset="-122"/>
              </a:rPr>
              <a:t>的规范性框架。在过去的两年里，该框架的实施已经取得了实质性进展。如今，超过</a:t>
            </a:r>
            <a:r>
              <a:rPr lang="en-US" altLang="zh-CN" sz="2000" dirty="0">
                <a:ea typeface="华文仿宋" pitchFamily="2" charset="-122"/>
              </a:rPr>
              <a:t>50</a:t>
            </a:r>
            <a:r>
              <a:rPr lang="zh-CN" altLang="en-US" sz="2000" dirty="0">
                <a:ea typeface="华文仿宋" pitchFamily="2" charset="-122"/>
              </a:rPr>
              <a:t>个国家积极参与，相关多边合作也显著增加。</a:t>
            </a:r>
            <a:r>
              <a:rPr lang="en-US" altLang="zh-CN" sz="1600" dirty="0">
                <a:ea typeface="华文仿宋" pitchFamily="2" charset="-122"/>
                <a:hlinkClick r:id="rId2"/>
              </a:rPr>
              <a:t>https://unesdoc.unesco.org/ark:/48223/pf0000380455_chi</a:t>
            </a:r>
            <a:r>
              <a:rPr lang="en-US" altLang="zh-CN" sz="1600" dirty="0">
                <a:ea typeface="华文仿宋" pitchFamily="2" charset="-122"/>
              </a:rPr>
              <a:t> </a:t>
            </a:r>
            <a:endParaRPr lang="en-US" altLang="zh-CN" sz="2000" dirty="0">
              <a:ea typeface="华文仿宋" pitchFamily="2" charset="-122"/>
            </a:endParaRPr>
          </a:p>
          <a:p>
            <a:pPr marL="0" indent="0">
              <a:buNone/>
            </a:pPr>
            <a:endParaRPr lang="en-US" altLang="zh-CN" sz="2000" dirty="0">
              <a:ea typeface="华文仿宋" pitchFamily="2" charset="-122"/>
            </a:endParaRPr>
          </a:p>
          <a:p>
            <a:pPr marL="0" indent="0">
              <a:buNone/>
            </a:pPr>
            <a:r>
              <a:rPr lang="zh-CN" altLang="en-US" sz="2000" dirty="0">
                <a:ea typeface="华文仿宋" pitchFamily="2" charset="-122"/>
              </a:rPr>
              <a:t>请仔细阅读该建议书，撰写一个</a:t>
            </a:r>
            <a:r>
              <a:rPr lang="en-US" altLang="zh-CN" sz="2000" dirty="0">
                <a:ea typeface="华文仿宋" pitchFamily="2" charset="-122"/>
              </a:rPr>
              <a:t>PPT</a:t>
            </a:r>
            <a:r>
              <a:rPr lang="zh-CN" altLang="en-US" sz="2000" dirty="0">
                <a:ea typeface="华文仿宋" pitchFamily="2" charset="-122"/>
              </a:rPr>
              <a:t>，并在课堂上进行分享。具体要求如下：</a:t>
            </a:r>
            <a:endParaRPr lang="en-US" altLang="zh-CN" sz="2000" dirty="0">
              <a:ea typeface="华文仿宋" pitchFamily="2" charset="-122"/>
            </a:endParaRPr>
          </a:p>
          <a:p>
            <a:r>
              <a:rPr lang="en-US" altLang="zh-CN" sz="2000" dirty="0">
                <a:ea typeface="华文仿宋" pitchFamily="2" charset="-122"/>
              </a:rPr>
              <a:t>1</a:t>
            </a:r>
            <a:r>
              <a:rPr lang="zh-CN" altLang="en-US" sz="2000" dirty="0">
                <a:ea typeface="华文仿宋" pitchFamily="2" charset="-122"/>
              </a:rPr>
              <a:t>、对该建议书中的内容做一个大致的概括和介绍；</a:t>
            </a:r>
            <a:endParaRPr lang="en-US" altLang="zh-CN" sz="2000" dirty="0">
              <a:ea typeface="华文仿宋" pitchFamily="2" charset="-122"/>
            </a:endParaRPr>
          </a:p>
          <a:p>
            <a:r>
              <a:rPr lang="en-US" altLang="zh-CN" sz="2000" dirty="0">
                <a:ea typeface="华文仿宋" pitchFamily="2" charset="-122"/>
              </a:rPr>
              <a:t>2</a:t>
            </a:r>
            <a:r>
              <a:rPr lang="zh-CN" altLang="en-US" sz="2000" dirty="0">
                <a:ea typeface="华文仿宋" pitchFamily="2" charset="-122"/>
              </a:rPr>
              <a:t>、就建议书中的某一个与计算机伦理较为相关的方面</a:t>
            </a:r>
            <a:r>
              <a:rPr lang="en-US" altLang="zh-CN" sz="2000" dirty="0">
                <a:ea typeface="华文仿宋" pitchFamily="2" charset="-122"/>
              </a:rPr>
              <a:t>/</a:t>
            </a:r>
            <a:r>
              <a:rPr lang="zh-CN" altLang="en-US" sz="2000" dirty="0">
                <a:ea typeface="华文仿宋" pitchFamily="2" charset="-122"/>
              </a:rPr>
              <a:t>话题（如，算法偏见、安全、风险、可靠、值得信赖、用户隐私、数据安全、知识产权、</a:t>
            </a:r>
            <a:r>
              <a:rPr lang="en-US" altLang="zh-CN" sz="2000" dirty="0">
                <a:ea typeface="华文仿宋" pitchFamily="2" charset="-122"/>
              </a:rPr>
              <a:t>AI</a:t>
            </a:r>
            <a:r>
              <a:rPr lang="zh-CN" altLang="en-US" sz="2000" dirty="0">
                <a:ea typeface="华文仿宋" pitchFamily="2" charset="-122"/>
              </a:rPr>
              <a:t>对教育的冲击、</a:t>
            </a:r>
            <a:r>
              <a:rPr lang="en-US" altLang="zh-CN" sz="2000" dirty="0">
                <a:ea typeface="华文仿宋" pitchFamily="2" charset="-122"/>
              </a:rPr>
              <a:t>AI</a:t>
            </a:r>
            <a:r>
              <a:rPr lang="zh-CN" altLang="en-US" sz="2000" dirty="0">
                <a:ea typeface="华文仿宋" pitchFamily="2" charset="-122"/>
              </a:rPr>
              <a:t>对劳动力市场的影响、数字鸿沟等等）进行深入分析；</a:t>
            </a:r>
            <a:endParaRPr lang="en-US" altLang="zh-CN" sz="2000" dirty="0">
              <a:ea typeface="华文仿宋" pitchFamily="2" charset="-122"/>
            </a:endParaRPr>
          </a:p>
          <a:p>
            <a:r>
              <a:rPr lang="en-US" altLang="zh-CN" sz="2000" dirty="0">
                <a:ea typeface="华文仿宋" pitchFamily="2" charset="-122"/>
              </a:rPr>
              <a:t>3</a:t>
            </a:r>
            <a:r>
              <a:rPr lang="zh-CN" altLang="en-US" sz="2000" dirty="0">
                <a:ea typeface="华文仿宋" pitchFamily="2" charset="-122"/>
              </a:rPr>
              <a:t>、如有引用资料，需要注明参考资料；</a:t>
            </a:r>
            <a:endParaRPr lang="en-US" altLang="zh-CN" sz="2000" dirty="0">
              <a:ea typeface="华文仿宋" pitchFamily="2" charset="-122"/>
            </a:endParaRPr>
          </a:p>
          <a:p>
            <a:r>
              <a:rPr lang="en-US" altLang="zh-CN" sz="2000" dirty="0">
                <a:ea typeface="华文仿宋" pitchFamily="2" charset="-122"/>
              </a:rPr>
              <a:t>4</a:t>
            </a:r>
            <a:r>
              <a:rPr lang="zh-CN" altLang="en-US" sz="2000" dirty="0">
                <a:ea typeface="华文仿宋" pitchFamily="2" charset="-122"/>
              </a:rPr>
              <a:t>、</a:t>
            </a:r>
            <a:r>
              <a:rPr lang="en-US" altLang="zh-CN" sz="2000" dirty="0">
                <a:ea typeface="华文仿宋" pitchFamily="2" charset="-122"/>
              </a:rPr>
              <a:t>PPT</a:t>
            </a:r>
            <a:r>
              <a:rPr lang="zh-CN" altLang="en-US" sz="2000" dirty="0">
                <a:ea typeface="华文仿宋" pitchFamily="2" charset="-122"/>
              </a:rPr>
              <a:t>页数不少于</a:t>
            </a:r>
            <a:r>
              <a:rPr lang="en-US" altLang="zh-CN" sz="2000" dirty="0">
                <a:ea typeface="华文仿宋" pitchFamily="2" charset="-122"/>
              </a:rPr>
              <a:t>25</a:t>
            </a:r>
            <a:r>
              <a:rPr lang="zh-CN" altLang="en-US" sz="2000" dirty="0">
                <a:ea typeface="华文仿宋" pitchFamily="2" charset="-122"/>
              </a:rPr>
              <a:t>页。</a:t>
            </a:r>
            <a:endParaRPr lang="en-US" altLang="zh-CN" sz="2000" dirty="0">
              <a:ea typeface="华文仿宋" pitchFamily="2" charset="-122"/>
            </a:endParaRPr>
          </a:p>
          <a:p>
            <a:endParaRPr lang="zh-CN" altLang="en-US" sz="2000" dirty="0">
              <a:ea typeface="华文仿宋" pitchFamily="2" charset="-122"/>
            </a:endParaRPr>
          </a:p>
          <a:p>
            <a:endParaRPr lang="zh-CN" altLang="en-US" sz="2000" dirty="0">
              <a:ea typeface="华文仿宋" pitchFamily="2" charset="-122"/>
            </a:endParaRPr>
          </a:p>
        </p:txBody>
      </p:sp>
    </p:spTree>
    <p:extLst>
      <p:ext uri="{BB962C8B-B14F-4D97-AF65-F5344CB8AC3E}">
        <p14:creationId xmlns:p14="http://schemas.microsoft.com/office/powerpoint/2010/main" val="1958093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ea typeface="华文仿宋" panose="02010600040101010101" pitchFamily="2" charset="-122"/>
              </a:rPr>
              <a:t>说明</a:t>
            </a:r>
          </a:p>
        </p:txBody>
      </p:sp>
      <p:sp>
        <p:nvSpPr>
          <p:cNvPr id="3" name="内容占位符 2"/>
          <p:cNvSpPr>
            <a:spLocks noGrp="1"/>
          </p:cNvSpPr>
          <p:nvPr>
            <p:ph idx="1"/>
          </p:nvPr>
        </p:nvSpPr>
        <p:spPr/>
        <p:txBody>
          <a:bodyPr>
            <a:normAutofit/>
          </a:bodyPr>
          <a:lstStyle/>
          <a:p>
            <a:pPr marL="0" indent="0">
              <a:buNone/>
            </a:pPr>
            <a:r>
              <a:rPr lang="zh-CN" altLang="en-US" sz="2000" dirty="0">
                <a:ea typeface="华文仿宋" pitchFamily="2" charset="-122"/>
              </a:rPr>
              <a:t>（</a:t>
            </a:r>
            <a:r>
              <a:rPr lang="en-US" altLang="zh-CN" sz="2000" dirty="0">
                <a:ea typeface="华文仿宋" pitchFamily="2" charset="-122"/>
              </a:rPr>
              <a:t>1</a:t>
            </a:r>
            <a:r>
              <a:rPr lang="zh-CN" altLang="en-US" sz="2000" dirty="0">
                <a:ea typeface="华文仿宋" pitchFamily="2" charset="-122"/>
              </a:rPr>
              <a:t>）本次</a:t>
            </a:r>
            <a:r>
              <a:rPr lang="en-US" altLang="zh-CN" sz="2000" dirty="0">
                <a:ea typeface="华文仿宋" pitchFamily="2" charset="-122"/>
              </a:rPr>
              <a:t>PPT</a:t>
            </a:r>
            <a:r>
              <a:rPr lang="zh-CN" altLang="en-US" sz="2000" dirty="0">
                <a:ea typeface="华文仿宋" pitchFamily="2" charset="-122"/>
              </a:rPr>
              <a:t>撰写和课堂分享满分为</a:t>
            </a:r>
            <a:r>
              <a:rPr lang="en-US" altLang="zh-CN" sz="2000" dirty="0">
                <a:ea typeface="华文仿宋" pitchFamily="2" charset="-122"/>
              </a:rPr>
              <a:t>100</a:t>
            </a:r>
            <a:r>
              <a:rPr lang="zh-CN" altLang="en-US" sz="2000" dirty="0">
                <a:ea typeface="华文仿宋" pitchFamily="2" charset="-122"/>
              </a:rPr>
              <a:t>分。</a:t>
            </a:r>
          </a:p>
          <a:p>
            <a:pPr marL="0" indent="0">
              <a:buNone/>
            </a:pPr>
            <a:r>
              <a:rPr lang="zh-CN" altLang="en-US" sz="2000" dirty="0">
                <a:ea typeface="华文仿宋" pitchFamily="2" charset="-122"/>
              </a:rPr>
              <a:t>（</a:t>
            </a:r>
            <a:r>
              <a:rPr lang="en-US" altLang="zh-CN" sz="2000" dirty="0">
                <a:ea typeface="华文仿宋" pitchFamily="2" charset="-122"/>
              </a:rPr>
              <a:t>2</a:t>
            </a:r>
            <a:r>
              <a:rPr lang="zh-CN" altLang="en-US" sz="2000" dirty="0">
                <a:ea typeface="华文仿宋" pitchFamily="2" charset="-122"/>
              </a:rPr>
              <a:t>）本次作业截至时间</a:t>
            </a:r>
            <a:r>
              <a:rPr lang="en-US" altLang="zh-CN" sz="2000" dirty="0">
                <a:ea typeface="华文仿宋" pitchFamily="2" charset="-122"/>
              </a:rPr>
              <a:t>2024</a:t>
            </a:r>
            <a:r>
              <a:rPr lang="zh-CN" altLang="en-US" sz="2000" dirty="0">
                <a:ea typeface="华文仿宋" pitchFamily="2" charset="-122"/>
              </a:rPr>
              <a:t>年</a:t>
            </a:r>
            <a:r>
              <a:rPr lang="en-US" altLang="zh-CN" sz="2000" dirty="0">
                <a:ea typeface="华文仿宋" pitchFamily="2" charset="-122"/>
              </a:rPr>
              <a:t>4</a:t>
            </a:r>
            <a:r>
              <a:rPr lang="zh-CN" altLang="en-US" sz="2000" dirty="0">
                <a:ea typeface="华文仿宋" pitchFamily="2" charset="-122"/>
              </a:rPr>
              <a:t>月</a:t>
            </a:r>
            <a:r>
              <a:rPr lang="en-US" altLang="zh-CN" sz="2000" dirty="0">
                <a:ea typeface="华文仿宋" pitchFamily="2" charset="-122"/>
              </a:rPr>
              <a:t>10</a:t>
            </a:r>
            <a:r>
              <a:rPr lang="zh-CN" altLang="en-US" sz="2000" dirty="0">
                <a:ea typeface="华文仿宋" pitchFamily="2" charset="-122"/>
              </a:rPr>
              <a:t>日（周三）</a:t>
            </a:r>
            <a:r>
              <a:rPr lang="en-US" altLang="zh-CN" sz="2000" dirty="0">
                <a:ea typeface="华文仿宋" pitchFamily="2" charset="-122"/>
              </a:rPr>
              <a:t>22:00</a:t>
            </a:r>
            <a:r>
              <a:rPr lang="zh-CN" altLang="en-US" sz="2000" dirty="0">
                <a:ea typeface="华文仿宋" pitchFamily="2" charset="-122"/>
              </a:rPr>
              <a:t>。</a:t>
            </a:r>
          </a:p>
          <a:p>
            <a:pPr marL="0" indent="0">
              <a:buNone/>
            </a:pPr>
            <a:r>
              <a:rPr lang="zh-CN" altLang="en-US" sz="2000" dirty="0">
                <a:ea typeface="华文仿宋" pitchFamily="2" charset="-122"/>
              </a:rPr>
              <a:t>（</a:t>
            </a:r>
            <a:r>
              <a:rPr lang="en-US" altLang="zh-CN" sz="2000" dirty="0">
                <a:ea typeface="华文仿宋" pitchFamily="2" charset="-122"/>
              </a:rPr>
              <a:t>3</a:t>
            </a:r>
            <a:r>
              <a:rPr lang="zh-CN" altLang="en-US" sz="2000" dirty="0">
                <a:ea typeface="华文仿宋" pitchFamily="2" charset="-122"/>
              </a:rPr>
              <a:t>）关于</a:t>
            </a:r>
            <a:r>
              <a:rPr lang="en-US" altLang="zh-CN" sz="2000" dirty="0">
                <a:ea typeface="华文仿宋" pitchFamily="2" charset="-122"/>
              </a:rPr>
              <a:t>PPT</a:t>
            </a:r>
            <a:r>
              <a:rPr lang="zh-CN" altLang="en-US" sz="2000" dirty="0">
                <a:ea typeface="华文仿宋" pitchFamily="2" charset="-122"/>
              </a:rPr>
              <a:t>首页：请在指定位置填写个人信息：“报告人”、“学号”、“班级”、“学院”、“专业”、“提交时间”等信息。</a:t>
            </a:r>
          </a:p>
          <a:p>
            <a:pPr marL="0" indent="0">
              <a:buNone/>
            </a:pPr>
            <a:r>
              <a:rPr lang="zh-CN" altLang="en-US" sz="2000" dirty="0">
                <a:ea typeface="华文仿宋" pitchFamily="2" charset="-122"/>
              </a:rPr>
              <a:t>（</a:t>
            </a:r>
            <a:r>
              <a:rPr lang="en-US" altLang="zh-CN" sz="2000" dirty="0">
                <a:ea typeface="华文仿宋" pitchFamily="2" charset="-122"/>
              </a:rPr>
              <a:t>4</a:t>
            </a:r>
            <a:r>
              <a:rPr lang="zh-CN" altLang="en-US" sz="2000" dirty="0">
                <a:ea typeface="华文仿宋" pitchFamily="2" charset="-122"/>
              </a:rPr>
              <a:t>）关于</a:t>
            </a:r>
            <a:r>
              <a:rPr lang="en-US" altLang="zh-CN" sz="2000" dirty="0">
                <a:ea typeface="华文仿宋" pitchFamily="2" charset="-122"/>
              </a:rPr>
              <a:t>PPT</a:t>
            </a:r>
            <a:r>
              <a:rPr lang="zh-CN" altLang="en-US" sz="2000" dirty="0">
                <a:ea typeface="华文仿宋" pitchFamily="2" charset="-122"/>
              </a:rPr>
              <a:t>文件名中的“姓名”、“学号”，请改为你的姓名和学号。</a:t>
            </a:r>
          </a:p>
          <a:p>
            <a:pPr marL="0" indent="0">
              <a:buNone/>
            </a:pPr>
            <a:r>
              <a:rPr lang="zh-CN" altLang="en-US" sz="2000" dirty="0">
                <a:ea typeface="华文仿宋" pitchFamily="2" charset="-122"/>
              </a:rPr>
              <a:t>（</a:t>
            </a:r>
            <a:r>
              <a:rPr lang="en-US" altLang="zh-CN" sz="2000" dirty="0">
                <a:ea typeface="华文仿宋" pitchFamily="2" charset="-122"/>
              </a:rPr>
              <a:t>5</a:t>
            </a:r>
            <a:r>
              <a:rPr lang="zh-CN" altLang="en-US" sz="2000" dirty="0">
                <a:ea typeface="华文仿宋" pitchFamily="2" charset="-122"/>
              </a:rPr>
              <a:t>）不要在</a:t>
            </a:r>
            <a:r>
              <a:rPr lang="en-US" altLang="zh-CN" sz="2000" dirty="0">
                <a:ea typeface="华文仿宋" pitchFamily="2" charset="-122"/>
              </a:rPr>
              <a:t>PPT</a:t>
            </a:r>
            <a:r>
              <a:rPr lang="zh-CN" altLang="en-US" sz="2000" dirty="0">
                <a:ea typeface="华文仿宋" pitchFamily="2" charset="-122"/>
              </a:rPr>
              <a:t>中添加背景，便于打印存档；不要删除首页、题目页和说明页。</a:t>
            </a:r>
          </a:p>
          <a:p>
            <a:pPr marL="0" indent="0">
              <a:buNone/>
            </a:pPr>
            <a:r>
              <a:rPr lang="zh-CN" altLang="en-US" sz="2000" dirty="0">
                <a:ea typeface="华文仿宋" pitchFamily="2" charset="-122"/>
              </a:rPr>
              <a:t>（</a:t>
            </a:r>
            <a:r>
              <a:rPr lang="en-US" altLang="zh-CN" sz="2000" dirty="0">
                <a:ea typeface="华文仿宋" pitchFamily="2" charset="-122"/>
              </a:rPr>
              <a:t>6</a:t>
            </a:r>
            <a:r>
              <a:rPr lang="zh-CN" altLang="en-US" sz="2000" dirty="0">
                <a:ea typeface="华文仿宋" pitchFamily="2" charset="-122"/>
              </a:rPr>
              <a:t>）提交方式：截至时间前，请在</a:t>
            </a:r>
            <a:r>
              <a:rPr lang="en-US" altLang="zh-CN" sz="2000" dirty="0">
                <a:ea typeface="华文仿宋" pitchFamily="2" charset="-122"/>
              </a:rPr>
              <a:t>Blackboard</a:t>
            </a:r>
            <a:r>
              <a:rPr lang="zh-CN" altLang="en-US" sz="2000" dirty="0">
                <a:ea typeface="华文仿宋" pitchFamily="2" charset="-122"/>
              </a:rPr>
              <a:t>平台中提交。</a:t>
            </a:r>
          </a:p>
          <a:p>
            <a:pPr marL="0" indent="0">
              <a:buNone/>
            </a:pPr>
            <a:r>
              <a:rPr lang="zh-CN" altLang="en-US" sz="2000" dirty="0">
                <a:ea typeface="华文仿宋" pitchFamily="2" charset="-122"/>
              </a:rPr>
              <a:t>（</a:t>
            </a:r>
            <a:r>
              <a:rPr lang="en-US" altLang="zh-CN" sz="2000" dirty="0">
                <a:ea typeface="华文仿宋" pitchFamily="2" charset="-122"/>
              </a:rPr>
              <a:t>7</a:t>
            </a:r>
            <a:r>
              <a:rPr lang="zh-CN" altLang="en-US" sz="2000" dirty="0">
                <a:ea typeface="华文仿宋" pitchFamily="2" charset="-122"/>
              </a:rPr>
              <a:t>）发现抄袭（包括复制</a:t>
            </a:r>
            <a:r>
              <a:rPr lang="en-US" altLang="zh-CN" sz="2000" dirty="0">
                <a:ea typeface="华文仿宋" pitchFamily="2" charset="-122"/>
              </a:rPr>
              <a:t>&amp;</a:t>
            </a:r>
            <a:r>
              <a:rPr lang="zh-CN" altLang="en-US" sz="2000" dirty="0">
                <a:ea typeface="华文仿宋" pitchFamily="2" charset="-122"/>
              </a:rPr>
              <a:t>粘贴整句话、整张图），抄袭者和被抄袭者的成绩记零分。</a:t>
            </a:r>
          </a:p>
          <a:p>
            <a:pPr marL="0" indent="0">
              <a:buNone/>
            </a:pPr>
            <a:r>
              <a:rPr lang="zh-CN" altLang="en-US" sz="2000" dirty="0">
                <a:ea typeface="华文仿宋" pitchFamily="2" charset="-122"/>
              </a:rPr>
              <a:t>（</a:t>
            </a:r>
            <a:r>
              <a:rPr lang="en-US" altLang="zh-CN" sz="2000" dirty="0">
                <a:ea typeface="华文仿宋" pitchFamily="2" charset="-122"/>
              </a:rPr>
              <a:t>8</a:t>
            </a:r>
            <a:r>
              <a:rPr lang="zh-CN" altLang="en-US" sz="2000" dirty="0">
                <a:ea typeface="华文仿宋" pitchFamily="2" charset="-122"/>
              </a:rPr>
              <a:t>）延迟提交，不得分；如有特殊情况，请于截至日期之后的</a:t>
            </a:r>
            <a:r>
              <a:rPr lang="en-US" altLang="zh-CN" sz="2000" dirty="0">
                <a:ea typeface="华文仿宋" pitchFamily="2" charset="-122"/>
              </a:rPr>
              <a:t>48</a:t>
            </a:r>
            <a:r>
              <a:rPr lang="zh-CN" altLang="en-US" sz="2000" dirty="0">
                <a:ea typeface="华文仿宋" pitchFamily="2" charset="-122"/>
              </a:rPr>
              <a:t>小时内发邮件到</a:t>
            </a:r>
            <a:r>
              <a:rPr lang="en-US" altLang="zh-CN" sz="2000" dirty="0">
                <a:ea typeface="华文仿宋" pitchFamily="2" charset="-122"/>
              </a:rPr>
              <a:t>panweike@szu.edu.cn</a:t>
            </a:r>
            <a:r>
              <a:rPr lang="zh-CN" altLang="en-US" sz="2000" dirty="0">
                <a:ea typeface="华文仿宋" pitchFamily="2" charset="-122"/>
              </a:rPr>
              <a:t>，并在邮件中注明课程名称、作业名称、姓名、学号等信息，以及特殊情况的说明，我收到后会及时回复。</a:t>
            </a:r>
          </a:p>
          <a:p>
            <a:endParaRPr lang="zh-CN" altLang="en-US" sz="2000" dirty="0">
              <a:ea typeface="华文仿宋" pitchFamily="2" charset="-122"/>
            </a:endParaRPr>
          </a:p>
          <a:p>
            <a:endParaRPr lang="zh-CN" altLang="en-US" sz="2000" dirty="0">
              <a:ea typeface="华文仿宋" pitchFamily="2" charset="-122"/>
            </a:endParaRPr>
          </a:p>
        </p:txBody>
      </p:sp>
    </p:spTree>
    <p:extLst>
      <p:ext uri="{BB962C8B-B14F-4D97-AF65-F5344CB8AC3E}">
        <p14:creationId xmlns:p14="http://schemas.microsoft.com/office/powerpoint/2010/main" val="2553166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ea typeface="华文仿宋" panose="02010600040101010101" pitchFamily="2" charset="-122"/>
              </a:rPr>
              <a:t>提纲</a:t>
            </a:r>
          </a:p>
        </p:txBody>
      </p:sp>
      <p:sp>
        <p:nvSpPr>
          <p:cNvPr id="3" name="内容占位符 2"/>
          <p:cNvSpPr>
            <a:spLocks noGrp="1"/>
          </p:cNvSpPr>
          <p:nvPr>
            <p:ph idx="1"/>
          </p:nvPr>
        </p:nvSpPr>
        <p:spPr/>
        <p:txBody>
          <a:bodyPr>
            <a:normAutofit/>
          </a:bodyPr>
          <a:lstStyle/>
          <a:p>
            <a:r>
              <a:rPr lang="en-US" altLang="zh-CN" sz="2000" dirty="0">
                <a:ea typeface="华文仿宋" pitchFamily="2" charset="-122"/>
              </a:rPr>
              <a:t>1 《</a:t>
            </a:r>
            <a:r>
              <a:rPr lang="zh-CN" altLang="en-US" sz="2000" dirty="0">
                <a:ea typeface="华文仿宋" pitchFamily="2" charset="-122"/>
              </a:rPr>
              <a:t>人工智能伦理问题建议书</a:t>
            </a:r>
            <a:r>
              <a:rPr lang="en-US" altLang="zh-CN" sz="2000" dirty="0">
                <a:ea typeface="华文仿宋" pitchFamily="2" charset="-122"/>
              </a:rPr>
              <a:t>》</a:t>
            </a:r>
            <a:r>
              <a:rPr lang="zh-CN" altLang="en-US" sz="2000" dirty="0">
                <a:ea typeface="华文仿宋" pitchFamily="2" charset="-122"/>
              </a:rPr>
              <a:t>简介</a:t>
            </a:r>
            <a:endParaRPr lang="en-US" altLang="zh-CN" sz="2000" dirty="0">
              <a:ea typeface="华文仿宋" pitchFamily="2" charset="-122"/>
            </a:endParaRPr>
          </a:p>
          <a:p>
            <a:r>
              <a:rPr lang="en-US" altLang="zh-CN" sz="2000" dirty="0">
                <a:ea typeface="华文仿宋" pitchFamily="2" charset="-122"/>
              </a:rPr>
              <a:t>2 《</a:t>
            </a:r>
            <a:r>
              <a:rPr lang="zh-CN" altLang="en-US" sz="2000" dirty="0">
                <a:ea typeface="华文仿宋" pitchFamily="2" charset="-122"/>
              </a:rPr>
              <a:t>人工智能伦理问题建议书</a:t>
            </a:r>
            <a:r>
              <a:rPr lang="en-US" altLang="zh-CN" sz="2000" dirty="0">
                <a:ea typeface="华文仿宋" pitchFamily="2" charset="-122"/>
              </a:rPr>
              <a:t>》</a:t>
            </a:r>
            <a:r>
              <a:rPr lang="zh-CN" altLang="en-US" sz="2000" dirty="0">
                <a:ea typeface="华文仿宋" pitchFamily="2" charset="-122"/>
              </a:rPr>
              <a:t>简要内容</a:t>
            </a:r>
          </a:p>
          <a:p>
            <a:r>
              <a:rPr lang="en-US" altLang="zh-CN" sz="2000" dirty="0">
                <a:ea typeface="华文仿宋" pitchFamily="2" charset="-122"/>
              </a:rPr>
              <a:t>3 </a:t>
            </a:r>
            <a:r>
              <a:rPr lang="zh-CN" altLang="en-US" sz="2000" dirty="0">
                <a:ea typeface="华文仿宋" pitchFamily="2" charset="-122"/>
              </a:rPr>
              <a:t>关于人工智能对文化领域的冲击的深入分析</a:t>
            </a:r>
          </a:p>
          <a:p>
            <a:r>
              <a:rPr lang="en-US" altLang="zh-CN" sz="2000" dirty="0">
                <a:ea typeface="华文仿宋" pitchFamily="2" charset="-122"/>
              </a:rPr>
              <a:t>4 </a:t>
            </a:r>
            <a:r>
              <a:rPr lang="zh-CN" altLang="en-US" sz="2000" dirty="0">
                <a:ea typeface="华文仿宋" pitchFamily="2" charset="-122"/>
              </a:rPr>
              <a:t>总结</a:t>
            </a:r>
          </a:p>
          <a:p>
            <a:endParaRPr lang="zh-CN" altLang="en-US" sz="2000" dirty="0">
              <a:ea typeface="华文仿宋" pitchFamily="2" charset="-122"/>
            </a:endParaRPr>
          </a:p>
        </p:txBody>
      </p:sp>
    </p:spTree>
    <p:extLst>
      <p:ext uri="{BB962C8B-B14F-4D97-AF65-F5344CB8AC3E}">
        <p14:creationId xmlns:p14="http://schemas.microsoft.com/office/powerpoint/2010/main" val="3002661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1 《</a:t>
            </a:r>
            <a:r>
              <a:rPr lang="zh-CN" altLang="en-US" sz="3200" dirty="0">
                <a:latin typeface="+mn-lt"/>
                <a:ea typeface="华文仿宋" panose="02010600040101010101" pitchFamily="2" charset="-122"/>
              </a:rPr>
              <a:t>人工智能伦理问题建议书</a:t>
            </a:r>
            <a:r>
              <a:rPr lang="en-US" altLang="zh-CN" sz="3200" dirty="0">
                <a:latin typeface="+mn-lt"/>
                <a:ea typeface="华文仿宋" panose="02010600040101010101" pitchFamily="2" charset="-122"/>
              </a:rPr>
              <a:t>》</a:t>
            </a:r>
            <a:r>
              <a:rPr lang="zh-CN" altLang="en-US" sz="3200" dirty="0">
                <a:latin typeface="+mn-lt"/>
                <a:ea typeface="华文仿宋" panose="02010600040101010101" pitchFamily="2" charset="-122"/>
              </a:rPr>
              <a:t>简介</a:t>
            </a:r>
          </a:p>
        </p:txBody>
      </p:sp>
      <p:sp>
        <p:nvSpPr>
          <p:cNvPr id="3" name="内容占位符 2"/>
          <p:cNvSpPr>
            <a:spLocks noGrp="1"/>
          </p:cNvSpPr>
          <p:nvPr>
            <p:ph idx="1"/>
          </p:nvPr>
        </p:nvSpPr>
        <p:spPr>
          <a:xfrm>
            <a:off x="843099" y="2204864"/>
            <a:ext cx="10515600" cy="4351338"/>
          </a:xfrm>
        </p:spPr>
        <p:txBody>
          <a:bodyPr>
            <a:normAutofit/>
          </a:bodyPr>
          <a:lstStyle/>
          <a:p>
            <a:r>
              <a:rPr lang="en-US" altLang="zh-CN" dirty="0">
                <a:latin typeface="+mn-lt"/>
                <a:ea typeface="华文仿宋" panose="02010600040101010101" pitchFamily="2" charset="-122"/>
              </a:rPr>
              <a:t>《</a:t>
            </a:r>
            <a:r>
              <a:rPr lang="zh-CN" altLang="en-US" dirty="0">
                <a:latin typeface="+mn-lt"/>
                <a:ea typeface="华文仿宋" panose="02010600040101010101" pitchFamily="2" charset="-122"/>
              </a:rPr>
              <a:t>人工智能伦理问题建议书</a:t>
            </a:r>
            <a:r>
              <a:rPr lang="en-US" altLang="zh-CN" dirty="0">
                <a:latin typeface="+mn-lt"/>
                <a:ea typeface="华文仿宋" panose="02010600040101010101" pitchFamily="2" charset="-122"/>
              </a:rPr>
              <a:t>》</a:t>
            </a:r>
            <a:r>
              <a:rPr lang="zh-CN" altLang="en-US" dirty="0">
                <a:latin typeface="+mn-lt"/>
                <a:ea typeface="华文仿宋" panose="02010600040101010101" pitchFamily="2" charset="-122"/>
              </a:rPr>
              <a:t>是联合国科教文组织针对人工智能可能引发的伦理问题所提出的建议书。</a:t>
            </a:r>
            <a:endParaRPr lang="zh-CN" altLang="en-US"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563174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a:xfrm>
            <a:off x="838200" y="2204864"/>
            <a:ext cx="10515600" cy="4351338"/>
          </a:xfrm>
        </p:spPr>
        <p:txBody>
          <a:bodyPr>
            <a:normAutofit/>
          </a:bodyPr>
          <a:lstStyle/>
          <a:p>
            <a:r>
              <a:rPr lang="en-US" altLang="zh-CN" dirty="0">
                <a:ea typeface="华文仿宋" pitchFamily="2" charset="-122"/>
              </a:rPr>
              <a:t>《</a:t>
            </a:r>
            <a:r>
              <a:rPr lang="zh-CN" altLang="en-US" dirty="0">
                <a:ea typeface="华文仿宋" pitchFamily="2" charset="-122"/>
              </a:rPr>
              <a:t>人工智能伦理问题建议书</a:t>
            </a:r>
            <a:r>
              <a:rPr lang="en-US" altLang="zh-CN" dirty="0">
                <a:ea typeface="华文仿宋" pitchFamily="2" charset="-122"/>
              </a:rPr>
              <a:t>》</a:t>
            </a:r>
            <a:r>
              <a:rPr lang="zh-CN" altLang="en-US" dirty="0">
                <a:ea typeface="华文仿宋" pitchFamily="2" charset="-122"/>
              </a:rPr>
              <a:t>整体可分为序言、适用范围、宗旨和目标、价值观和原则、政策行动领域、检测和评估、本建议书的使用和推广、本建议书的宣传、最后条款几部分。</a:t>
            </a:r>
            <a:endParaRPr lang="zh-CN" altLang="en-US"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067245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a:xfrm>
            <a:off x="838200" y="1844824"/>
            <a:ext cx="10515600" cy="4351338"/>
          </a:xfrm>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序言</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r>
              <a:rPr lang="zh-CN" altLang="zh-CN" sz="2400" dirty="0">
                <a:effectLst/>
                <a:ea typeface="等线" panose="02010600030101010101" pitchFamily="2" charset="-122"/>
                <a:cs typeface="Times New Roman" panose="02020603050405020304" pitchFamily="18" charset="0"/>
              </a:rPr>
              <a:t>简单说明了建议书产生的背景和动机，大致概括人工智能相关伦理问题，对建议书的前景进行展望</a:t>
            </a:r>
            <a:r>
              <a:rPr lang="zh-CN" altLang="en-US" sz="2400" dirty="0">
                <a:effectLst/>
                <a:ea typeface="等线" panose="02010600030101010101" pitchFamily="2" charset="-122"/>
                <a:cs typeface="Times New Roman" panose="02020603050405020304" pitchFamily="18" charset="0"/>
              </a:rPr>
              <a:t>。</a:t>
            </a:r>
            <a:endParaRPr lang="zh-CN" altLang="en-US" sz="24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954725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适用范围</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lgn="just">
              <a:buNone/>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对建议书的使用范围进行划定，并引出人工智能系统、人工智能行为者、人工智能相关伦理问题的</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概</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念。</a:t>
            </a:r>
          </a:p>
        </p:txBody>
      </p:sp>
    </p:spTree>
    <p:extLst>
      <p:ext uri="{BB962C8B-B14F-4D97-AF65-F5344CB8AC3E}">
        <p14:creationId xmlns:p14="http://schemas.microsoft.com/office/powerpoint/2010/main" val="1908535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宗旨和目标</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8</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lgn="just">
              <a:buNone/>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阐述了本建议书的目标。</a:t>
            </a:r>
          </a:p>
        </p:txBody>
      </p:sp>
      <p:sp>
        <p:nvSpPr>
          <p:cNvPr id="4" name="文本框 3">
            <a:extLst>
              <a:ext uri="{FF2B5EF4-FFF2-40B4-BE49-F238E27FC236}">
                <a16:creationId xmlns:a16="http://schemas.microsoft.com/office/drawing/2014/main" id="{D14D9525-F191-7317-39F2-33FADD8E7793}"/>
              </a:ext>
            </a:extLst>
          </p:cNvPr>
          <p:cNvSpPr txBox="1"/>
          <p:nvPr/>
        </p:nvSpPr>
        <p:spPr>
          <a:xfrm>
            <a:off x="838200" y="2996952"/>
            <a:ext cx="10515600" cy="2585323"/>
          </a:xfrm>
          <a:prstGeom prst="rect">
            <a:avLst/>
          </a:prstGeom>
          <a:noFill/>
        </p:spPr>
        <p:txBody>
          <a:bodyPr wrap="square" rtlCol="0">
            <a:spAutoFit/>
          </a:bodyPr>
          <a:lstStyle/>
          <a:p>
            <a:pPr marL="342900" indent="-342900">
              <a:buAutoNum type="alphaLcParenBoth"/>
            </a:pPr>
            <a:r>
              <a:rPr lang="zh-CN" altLang="en-US" dirty="0"/>
              <a:t>依照国际法，提供一个由价值观、原则和行动构成的普遍框架，指导各国制定与人 工智能有关的法律、政策或其他文书； </a:t>
            </a:r>
            <a:endParaRPr lang="en-US" altLang="zh-CN" dirty="0"/>
          </a:p>
          <a:p>
            <a:pPr marL="342900" indent="-342900">
              <a:buAutoNum type="alphaLcParenBoth"/>
            </a:pPr>
            <a:r>
              <a:rPr lang="en-US" altLang="zh-CN" dirty="0"/>
              <a:t>(b) </a:t>
            </a:r>
            <a:r>
              <a:rPr lang="zh-CN" altLang="en-US" dirty="0"/>
              <a:t>指导个人、团体、社群、机构和私营部门公司的行动，确保将伦理规范嵌入人工 智能系统生命周期的各个阶段；</a:t>
            </a:r>
            <a:endParaRPr lang="en-US" altLang="zh-CN" dirty="0"/>
          </a:p>
          <a:p>
            <a:pPr marL="342900" indent="-342900">
              <a:buAutoNum type="alphaLcParenBoth"/>
            </a:pPr>
            <a:r>
              <a:rPr lang="zh-CN" altLang="en-US" dirty="0"/>
              <a:t> </a:t>
            </a:r>
            <a:r>
              <a:rPr lang="en-US" altLang="zh-CN" dirty="0"/>
              <a:t>(c) </a:t>
            </a:r>
            <a:r>
              <a:rPr lang="zh-CN" altLang="en-US" dirty="0"/>
              <a:t>在人工智能系统生命周期的各个阶段保护、促进和尊重人权和基本自由、人的尊 严和平等，包括性别平等；保障当代和后代的利益；保护环境、生物多样性和生 态系统；尊重文化多样性； </a:t>
            </a:r>
            <a:endParaRPr lang="en-US" altLang="zh-CN" dirty="0"/>
          </a:p>
          <a:p>
            <a:pPr marL="342900" indent="-342900">
              <a:buAutoNum type="alphaLcParenBoth"/>
            </a:pPr>
            <a:r>
              <a:rPr lang="en-US" altLang="zh-CN" dirty="0"/>
              <a:t>(d) </a:t>
            </a:r>
            <a:r>
              <a:rPr lang="zh-CN" altLang="en-US" dirty="0"/>
              <a:t>针对与人工智能系统有关的伦理问题，推动多利益攸关方、多学科和多元化对话并 建立共识；</a:t>
            </a:r>
            <a:endParaRPr lang="en-US" altLang="zh-CN" dirty="0"/>
          </a:p>
          <a:p>
            <a:pPr marL="342900" indent="-342900">
              <a:buAutoNum type="alphaLcParenBoth"/>
            </a:pPr>
            <a:r>
              <a:rPr lang="zh-CN" altLang="en-US" dirty="0"/>
              <a:t> </a:t>
            </a:r>
            <a:r>
              <a:rPr lang="en-US" altLang="zh-CN" dirty="0"/>
              <a:t>(e) </a:t>
            </a:r>
            <a:r>
              <a:rPr lang="zh-CN" altLang="en-US" dirty="0"/>
              <a:t>促进对人工智能领域进步和知识的公平获取以及惠益共享，特别关注包括最不发 达国家、内陆发展中国家和小岛屿发展中国家在内的中低收入国家的需求和贡献。</a:t>
            </a:r>
          </a:p>
        </p:txBody>
      </p:sp>
    </p:spTree>
    <p:extLst>
      <p:ext uri="{BB962C8B-B14F-4D97-AF65-F5344CB8AC3E}">
        <p14:creationId xmlns:p14="http://schemas.microsoft.com/office/powerpoint/2010/main" val="1939563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价值观和原则</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9</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47</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lgn="just">
              <a:buNone/>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表明了本建议书的价值观和原则，并倡导根据此价值观和原则制定法律法规、业务准则以实现本建议书的宗旨和目标。</a:t>
            </a: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lgn="just">
              <a:buNone/>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360DE70-6D80-1C52-CA0C-F2AE7D1DA715}"/>
              </a:ext>
            </a:extLst>
          </p:cNvPr>
          <p:cNvSpPr txBox="1"/>
          <p:nvPr/>
        </p:nvSpPr>
        <p:spPr>
          <a:xfrm>
            <a:off x="1132808" y="3284984"/>
            <a:ext cx="5256584" cy="1754326"/>
          </a:xfrm>
          <a:prstGeom prst="rect">
            <a:avLst/>
          </a:prstGeom>
          <a:noFill/>
        </p:spPr>
        <p:txBody>
          <a:bodyPr wrap="square" rtlCol="0">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价值观：</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尊重、保护和促进人权和基本自由以及人的尊严</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环境和生态系统蓬勃发展</a:t>
            </a: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环境和生态系统蓬勃发展</a:t>
            </a:r>
          </a:p>
          <a:p>
            <a:r>
              <a:rPr lang="zh-CN" altLang="zh-CN" sz="1800" dirty="0">
                <a:effectLst/>
                <a:ea typeface="等线" panose="02010600030101010101" pitchFamily="2" charset="-122"/>
                <a:cs typeface="Times New Roman" panose="02020603050405020304" pitchFamily="18" charset="0"/>
              </a:rPr>
              <a:t>生活在和平、公正与互联的社会中</a:t>
            </a:r>
            <a:endParaRPr lang="zh-CN" altLang="en-US" dirty="0"/>
          </a:p>
        </p:txBody>
      </p:sp>
      <p:sp>
        <p:nvSpPr>
          <p:cNvPr id="5" name="文本框 4">
            <a:extLst>
              <a:ext uri="{FF2B5EF4-FFF2-40B4-BE49-F238E27FC236}">
                <a16:creationId xmlns:a16="http://schemas.microsoft.com/office/drawing/2014/main" id="{DFC84608-DF78-F6AA-BB05-CDDC860BB08A}"/>
              </a:ext>
            </a:extLst>
          </p:cNvPr>
          <p:cNvSpPr txBox="1"/>
          <p:nvPr/>
        </p:nvSpPr>
        <p:spPr>
          <a:xfrm>
            <a:off x="6960096" y="3284984"/>
            <a:ext cx="4968552" cy="2862322"/>
          </a:xfrm>
          <a:prstGeom prst="rect">
            <a:avLst/>
          </a:prstGeom>
          <a:noFill/>
        </p:spPr>
        <p:txBody>
          <a:bodyPr wrap="square" rtlCol="0">
            <a:spAutoFit/>
          </a:bodyPr>
          <a:lstStyle/>
          <a:p>
            <a:r>
              <a:rPr lang="zh-CN" altLang="en-US" dirty="0"/>
              <a:t>原则：</a:t>
            </a:r>
            <a:endParaRPr lang="en-US" altLang="zh-CN" dirty="0"/>
          </a:p>
          <a:p>
            <a:endParaRPr lang="zh-CN" altLang="en-US" dirty="0"/>
          </a:p>
          <a:p>
            <a:r>
              <a:rPr lang="zh-CN" altLang="en-US" dirty="0"/>
              <a:t>相称性和不损害 安全和安保</a:t>
            </a:r>
          </a:p>
          <a:p>
            <a:r>
              <a:rPr lang="zh-CN" altLang="en-US" dirty="0"/>
              <a:t>公平和非歧视</a:t>
            </a:r>
          </a:p>
          <a:p>
            <a:r>
              <a:rPr lang="zh-CN" altLang="en-US" dirty="0"/>
              <a:t>可持续性</a:t>
            </a:r>
          </a:p>
          <a:p>
            <a:r>
              <a:rPr lang="zh-CN" altLang="en-US" dirty="0"/>
              <a:t>隐私权和数据保护</a:t>
            </a:r>
          </a:p>
          <a:p>
            <a:r>
              <a:rPr lang="zh-CN" altLang="en-US" dirty="0"/>
              <a:t>人类的监督和决定</a:t>
            </a:r>
          </a:p>
          <a:p>
            <a:r>
              <a:rPr lang="zh-CN" altLang="en-US" dirty="0"/>
              <a:t>透明度和可解释性 责任和问责</a:t>
            </a:r>
          </a:p>
          <a:p>
            <a:r>
              <a:rPr lang="zh-CN" altLang="en-US" dirty="0"/>
              <a:t>认识和素养</a:t>
            </a:r>
          </a:p>
          <a:p>
            <a:r>
              <a:rPr lang="zh-CN" altLang="en-US" dirty="0"/>
              <a:t>多利益攸关方与适应性治理和协作</a:t>
            </a:r>
          </a:p>
        </p:txBody>
      </p:sp>
    </p:spTree>
    <p:extLst>
      <p:ext uri="{BB962C8B-B14F-4D97-AF65-F5344CB8AC3E}">
        <p14:creationId xmlns:p14="http://schemas.microsoft.com/office/powerpoint/2010/main" val="350190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政策行动领域</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48</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130</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buNone/>
            </a:pPr>
            <a:r>
              <a:rPr lang="zh-CN" altLang="zh-CN" sz="2400" dirty="0">
                <a:effectLst/>
                <a:ea typeface="等线" panose="02010600030101010101" pitchFamily="2" charset="-122"/>
                <a:cs typeface="Times New Roman" panose="02020603050405020304" pitchFamily="18" charset="0"/>
              </a:rPr>
              <a:t>建议会员国从伦理影响评估、伦理治理和管理、数据政策、发展与国际合作、环境和生态系统、性别、文化、教育和研究、传播和信息、经济和劳动、健康和社会福祉等方面出台有效措施以落实本建议书的价值观和原则。</a:t>
            </a:r>
            <a:endParaRPr lang="zh-CN" altLang="en-US" sz="24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300978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检测和评估</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131</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134</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buNone/>
            </a:pPr>
            <a:r>
              <a:rPr lang="zh-CN" altLang="zh-CN" sz="2400" dirty="0">
                <a:effectLst/>
                <a:ea typeface="等线" panose="02010600030101010101" pitchFamily="2" charset="-122"/>
                <a:cs typeface="Times New Roman" panose="02020603050405020304" pitchFamily="18" charset="0"/>
              </a:rPr>
              <a:t>倡导成员国检测与评估与人工智能相关的伦理问题有关的政策，并提出科教文组织所能给予的帮助与支持，并给出相关的几点建议。</a:t>
            </a:r>
            <a:endParaRPr lang="zh-CN" altLang="en-US" sz="24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16558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本建议书的使用和推广</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135</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136</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buNone/>
            </a:pPr>
            <a:r>
              <a:rPr lang="zh-CN" altLang="zh-CN" sz="2400" dirty="0">
                <a:effectLst/>
                <a:ea typeface="等线" panose="02010600030101010101" pitchFamily="2" charset="-122"/>
                <a:cs typeface="Times New Roman" panose="02020603050405020304" pitchFamily="18" charset="0"/>
              </a:rPr>
              <a:t>说明了使用方法及其推广。</a:t>
            </a:r>
            <a:endParaRPr lang="zh-CN" altLang="en-US" sz="2400" dirty="0">
              <a:latin typeface="华文仿宋" panose="02010600040101010101" pitchFamily="2" charset="-122"/>
              <a:ea typeface="华文仿宋" panose="02010600040101010101" pitchFamily="2" charset="-122"/>
            </a:endParaRPr>
          </a:p>
        </p:txBody>
      </p:sp>
    </p:spTree>
    <p:extLst>
      <p:ext uri="{BB962C8B-B14F-4D97-AF65-F5344CB8AC3E}">
        <p14:creationId xmlns:p14="http://schemas.microsoft.com/office/powerpoint/2010/main" val="2523884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本建议书的宣传</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137</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139</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lgn="just">
              <a:buNone/>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表示了科教文组织对本建议书的宣传工作的做法。</a:t>
            </a:r>
          </a:p>
        </p:txBody>
      </p:sp>
    </p:spTree>
    <p:extLst>
      <p:ext uri="{BB962C8B-B14F-4D97-AF65-F5344CB8AC3E}">
        <p14:creationId xmlns:p14="http://schemas.microsoft.com/office/powerpoint/2010/main" val="802784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en-US" altLang="zh-CN" sz="3200" dirty="0">
                <a:ea typeface="华文仿宋" pitchFamily="2" charset="-122"/>
              </a:rPr>
              <a:t>《</a:t>
            </a:r>
            <a:r>
              <a:rPr lang="zh-CN" altLang="en-US" sz="3200" dirty="0">
                <a:ea typeface="华文仿宋" pitchFamily="2" charset="-122"/>
              </a:rPr>
              <a:t>人工智能伦理问题建议书</a:t>
            </a:r>
            <a:r>
              <a:rPr lang="en-US" altLang="zh-CN" sz="3200" dirty="0">
                <a:ea typeface="华文仿宋" pitchFamily="2" charset="-122"/>
              </a:rPr>
              <a:t>》</a:t>
            </a:r>
            <a:r>
              <a:rPr lang="zh-CN" altLang="en-US" sz="3200" dirty="0">
                <a:ea typeface="华文仿宋" pitchFamily="2" charset="-122"/>
              </a:rPr>
              <a:t>简要内容</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pPr algn="just"/>
            <a:r>
              <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rPr>
              <a:t>最后条款</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140</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141</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p>
          <a:p>
            <a:pPr marL="0" indent="0" algn="just">
              <a:buNone/>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对本建议书的最后警告说明。</a:t>
            </a:r>
          </a:p>
        </p:txBody>
      </p:sp>
    </p:spTree>
    <p:extLst>
      <p:ext uri="{BB962C8B-B14F-4D97-AF65-F5344CB8AC3E}">
        <p14:creationId xmlns:p14="http://schemas.microsoft.com/office/powerpoint/2010/main" val="2594864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近年来，人工智能作为一项新兴技术正在迅速发展，其作用的领域也逐渐拓展，跳出计算机领域的束缚，延伸至生活的各方各面。其中，在艺术领域，也诞生了人工智能绘画、写作等产品。对于这一现象，人们看法不一。</a:t>
            </a:r>
          </a:p>
        </p:txBody>
      </p:sp>
    </p:spTree>
    <p:extLst>
      <p:ext uri="{BB962C8B-B14F-4D97-AF65-F5344CB8AC3E}">
        <p14:creationId xmlns:p14="http://schemas.microsoft.com/office/powerpoint/2010/main" val="630249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p>
        </p:txBody>
      </p:sp>
      <p:sp>
        <p:nvSpPr>
          <p:cNvPr id="3" name="内容占位符 2"/>
          <p:cNvSpPr>
            <a:spLocks noGrp="1"/>
          </p:cNvSpPr>
          <p:nvPr>
            <p:ph idx="1"/>
          </p:nvPr>
        </p:nvSpPr>
        <p:spPr/>
        <p:txBody>
          <a:bodyPr>
            <a:normAutofit/>
          </a:bodyPr>
          <a:lstStyle/>
          <a:p>
            <a:r>
              <a:rPr lang="zh-CN" altLang="en-US" sz="2000" b="1" dirty="0">
                <a:latin typeface="华文仿宋" panose="02010600040101010101" pitchFamily="2" charset="-122"/>
                <a:ea typeface="华文仿宋" panose="02010600040101010101" pitchFamily="2" charset="-122"/>
              </a:rPr>
              <a:t>例子：</a:t>
            </a:r>
          </a:p>
        </p:txBody>
      </p:sp>
      <p:pic>
        <p:nvPicPr>
          <p:cNvPr id="4" name="图片 3">
            <a:extLst>
              <a:ext uri="{FF2B5EF4-FFF2-40B4-BE49-F238E27FC236}">
                <a16:creationId xmlns:a16="http://schemas.microsoft.com/office/drawing/2014/main" id="{806375D1-08DF-431A-EEC4-612D4D25B2F3}"/>
              </a:ext>
            </a:extLst>
          </p:cNvPr>
          <p:cNvPicPr>
            <a:picLocks noChangeAspect="1"/>
          </p:cNvPicPr>
          <p:nvPr/>
        </p:nvPicPr>
        <p:blipFill>
          <a:blip r:embed="rId2"/>
          <a:stretch>
            <a:fillRect/>
          </a:stretch>
        </p:blipFill>
        <p:spPr>
          <a:xfrm>
            <a:off x="2063552" y="1916832"/>
            <a:ext cx="7632848" cy="3250733"/>
          </a:xfrm>
          <a:prstGeom prst="rect">
            <a:avLst/>
          </a:prstGeom>
        </p:spPr>
      </p:pic>
      <p:sp>
        <p:nvSpPr>
          <p:cNvPr id="5" name="文本框 4">
            <a:extLst>
              <a:ext uri="{FF2B5EF4-FFF2-40B4-BE49-F238E27FC236}">
                <a16:creationId xmlns:a16="http://schemas.microsoft.com/office/drawing/2014/main" id="{D8CB1733-75D0-BC70-A4FA-939D54537573}"/>
              </a:ext>
            </a:extLst>
          </p:cNvPr>
          <p:cNvSpPr txBox="1"/>
          <p:nvPr/>
        </p:nvSpPr>
        <p:spPr>
          <a:xfrm>
            <a:off x="4223792" y="5487598"/>
            <a:ext cx="4536504" cy="369332"/>
          </a:xfrm>
          <a:prstGeom prst="rect">
            <a:avLst/>
          </a:prstGeom>
          <a:noFill/>
        </p:spPr>
        <p:txBody>
          <a:bodyPr wrap="square" rtlCol="0">
            <a:spAutoFit/>
          </a:bodyPr>
          <a:lstStyle/>
          <a:p>
            <a:r>
              <a:rPr lang="en-US" altLang="zh-CN" dirty="0"/>
              <a:t>AI</a:t>
            </a:r>
            <a:r>
              <a:rPr lang="zh-CN" altLang="en-US" dirty="0"/>
              <a:t>绘画获奖</a:t>
            </a:r>
          </a:p>
        </p:txBody>
      </p:sp>
    </p:spTree>
    <p:extLst>
      <p:ext uri="{BB962C8B-B14F-4D97-AF65-F5344CB8AC3E}">
        <p14:creationId xmlns:p14="http://schemas.microsoft.com/office/powerpoint/2010/main" val="1877865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a:xfrm>
            <a:off x="838200" y="1576091"/>
            <a:ext cx="9938320" cy="2674416"/>
          </a:xfrm>
        </p:spPr>
        <p:txBody>
          <a:bodyPr>
            <a:normAutofit/>
          </a:bodyPr>
          <a:lstStyle/>
          <a:p>
            <a:pPr algn="just"/>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2022</a:t>
            </a:r>
            <a:r>
              <a:rPr lang="zh-CN"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年</a:t>
            </a:r>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8</a:t>
            </a:r>
            <a:r>
              <a:rPr lang="zh-CN"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月，名叫</a:t>
            </a:r>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Jason Allen</a:t>
            </a:r>
            <a:r>
              <a:rPr lang="zh-CN"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的参赛者，凭借他用</a:t>
            </a:r>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AI</a:t>
            </a:r>
            <a:r>
              <a:rPr lang="zh-CN"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绘画工具</a:t>
            </a:r>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Midjourney</a:t>
            </a:r>
            <a:r>
              <a:rPr lang="zh-CN"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生成的作品《太空歌剧院》（“</a:t>
            </a:r>
            <a:r>
              <a:rPr lang="en-US" altLang="zh-CN" sz="2400" kern="100" dirty="0" err="1">
                <a:effectLst/>
                <a:latin typeface="华文仿宋" panose="02010600040101010101" pitchFamily="2" charset="-122"/>
                <a:ea typeface="华文仿宋" panose="02010600040101010101" pitchFamily="2" charset="-122"/>
                <a:cs typeface="Times New Roman" panose="02020603050405020304" pitchFamily="18" charset="0"/>
              </a:rPr>
              <a:t>Théatre</a:t>
            </a:r>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 </a:t>
            </a:r>
            <a:r>
              <a:rPr lang="en-US" altLang="zh-CN" sz="2400" kern="100" dirty="0" err="1">
                <a:effectLst/>
                <a:latin typeface="华文仿宋" panose="02010600040101010101" pitchFamily="2" charset="-122"/>
                <a:ea typeface="华文仿宋" panose="02010600040101010101" pitchFamily="2" charset="-122"/>
                <a:cs typeface="Times New Roman" panose="02020603050405020304" pitchFamily="18" charset="0"/>
              </a:rPr>
              <a:t>D’Opéra</a:t>
            </a:r>
            <a:r>
              <a:rPr lang="en-US"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 Spatial</a:t>
            </a:r>
            <a:r>
              <a:rPr lang="zh-CN" altLang="zh-CN" sz="2400" kern="100" dirty="0">
                <a:effectLst/>
                <a:latin typeface="华文仿宋" panose="02010600040101010101" pitchFamily="2" charset="-122"/>
                <a:ea typeface="华文仿宋" panose="02010600040101010101" pitchFamily="2" charset="-122"/>
                <a:cs typeface="Times New Roman" panose="02020603050405020304" pitchFamily="18" charset="0"/>
              </a:rPr>
              <a:t>），在美国科罗拉多州博览会的艺术比赛中获得了第一名。</a:t>
            </a:r>
          </a:p>
        </p:txBody>
      </p:sp>
      <p:pic>
        <p:nvPicPr>
          <p:cNvPr id="4" name="图片 3">
            <a:extLst>
              <a:ext uri="{FF2B5EF4-FFF2-40B4-BE49-F238E27FC236}">
                <a16:creationId xmlns:a16="http://schemas.microsoft.com/office/drawing/2014/main" id="{009FC6E9-F366-ECFF-7FC7-6C79F9BC2707}"/>
              </a:ext>
            </a:extLst>
          </p:cNvPr>
          <p:cNvPicPr>
            <a:picLocks noChangeAspect="1"/>
          </p:cNvPicPr>
          <p:nvPr/>
        </p:nvPicPr>
        <p:blipFill>
          <a:blip r:embed="rId2"/>
          <a:stretch>
            <a:fillRect/>
          </a:stretch>
        </p:blipFill>
        <p:spPr>
          <a:xfrm>
            <a:off x="1559496" y="2901654"/>
            <a:ext cx="7328569" cy="3125763"/>
          </a:xfrm>
          <a:prstGeom prst="rect">
            <a:avLst/>
          </a:prstGeom>
        </p:spPr>
      </p:pic>
    </p:spTree>
    <p:extLst>
      <p:ext uri="{BB962C8B-B14F-4D97-AF65-F5344CB8AC3E}">
        <p14:creationId xmlns:p14="http://schemas.microsoft.com/office/powerpoint/2010/main" val="3658757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a:xfrm>
            <a:off x="5663952" y="4149080"/>
            <a:ext cx="4862314" cy="2520280"/>
          </a:xfrm>
        </p:spPr>
        <p:txBody>
          <a:bodyPr>
            <a:normAutofit/>
          </a:bodyPr>
          <a:lstStyle/>
          <a:p>
            <a:r>
              <a:rPr lang="zh-CN" altLang="en-US" sz="2000" dirty="0">
                <a:latin typeface="华文仿宋" panose="02010600040101010101" pitchFamily="2" charset="-122"/>
                <a:ea typeface="华文仿宋" panose="02010600040101010101" pitchFamily="2" charset="-122"/>
              </a:rPr>
              <a:t>网友对此事件的看法</a:t>
            </a:r>
            <a:endParaRPr lang="en-US" altLang="zh-CN" sz="2000" dirty="0">
              <a:latin typeface="华文仿宋" panose="02010600040101010101" pitchFamily="2" charset="-122"/>
              <a:ea typeface="华文仿宋" panose="02010600040101010101" pitchFamily="2" charset="-122"/>
            </a:endParaRPr>
          </a:p>
          <a:p>
            <a:endParaRPr lang="en-US" altLang="zh-CN" sz="2000" dirty="0">
              <a:latin typeface="华文仿宋" panose="02010600040101010101" pitchFamily="2" charset="-122"/>
              <a:ea typeface="华文仿宋" panose="02010600040101010101" pitchFamily="2" charset="-122"/>
            </a:endParaRPr>
          </a:p>
          <a:p>
            <a:endParaRPr lang="en-US" altLang="zh-CN" sz="2000" dirty="0">
              <a:latin typeface="华文仿宋" panose="02010600040101010101" pitchFamily="2" charset="-122"/>
              <a:ea typeface="华文仿宋" panose="02010600040101010101" pitchFamily="2" charset="-122"/>
            </a:endParaRPr>
          </a:p>
          <a:p>
            <a:endParaRPr lang="en-US" altLang="zh-CN" sz="2000" dirty="0">
              <a:latin typeface="华文仿宋" panose="02010600040101010101" pitchFamily="2" charset="-122"/>
              <a:ea typeface="华文仿宋" panose="02010600040101010101" pitchFamily="2" charset="-122"/>
            </a:endParaRPr>
          </a:p>
          <a:p>
            <a:endParaRPr lang="en-US" altLang="zh-CN" sz="2000" dirty="0">
              <a:latin typeface="华文仿宋" panose="02010600040101010101" pitchFamily="2" charset="-122"/>
              <a:ea typeface="华文仿宋" panose="02010600040101010101" pitchFamily="2" charset="-122"/>
            </a:endParaRPr>
          </a:p>
          <a:p>
            <a:pPr marL="0" indent="0">
              <a:buNone/>
            </a:pPr>
            <a:r>
              <a:rPr lang="zh-CN" altLang="en-US" sz="1600" dirty="0">
                <a:latin typeface="华文仿宋" panose="02010600040101010101" pitchFamily="2" charset="-122"/>
                <a:ea typeface="华文仿宋" panose="02010600040101010101" pitchFamily="2" charset="-122"/>
              </a:rPr>
              <a:t>引自</a:t>
            </a:r>
            <a:r>
              <a:rPr lang="en-US" altLang="zh-CN" sz="1600" dirty="0">
                <a:latin typeface="华文仿宋" panose="02010600040101010101" pitchFamily="2" charset="-122"/>
                <a:ea typeface="华文仿宋" panose="02010600040101010101" pitchFamily="2" charset="-122"/>
              </a:rPr>
              <a:t>https://zhuanlan.zhihu.com/p/561586551</a:t>
            </a:r>
            <a:endParaRPr lang="zh-CN" altLang="en-US" sz="1600" dirty="0">
              <a:latin typeface="华文仿宋" panose="02010600040101010101" pitchFamily="2" charset="-122"/>
              <a:ea typeface="华文仿宋" panose="02010600040101010101" pitchFamily="2" charset="-122"/>
            </a:endParaRPr>
          </a:p>
        </p:txBody>
      </p:sp>
      <p:pic>
        <p:nvPicPr>
          <p:cNvPr id="4" name="图片 3">
            <a:extLst>
              <a:ext uri="{FF2B5EF4-FFF2-40B4-BE49-F238E27FC236}">
                <a16:creationId xmlns:a16="http://schemas.microsoft.com/office/drawing/2014/main" id="{2CB19BD4-6960-9CA0-E100-ADE4D6B3BCFD}"/>
              </a:ext>
            </a:extLst>
          </p:cNvPr>
          <p:cNvPicPr>
            <a:picLocks noChangeAspect="1"/>
          </p:cNvPicPr>
          <p:nvPr/>
        </p:nvPicPr>
        <p:blipFill>
          <a:blip r:embed="rId2"/>
          <a:stretch>
            <a:fillRect/>
          </a:stretch>
        </p:blipFill>
        <p:spPr>
          <a:xfrm>
            <a:off x="423267" y="1412776"/>
            <a:ext cx="4286250" cy="2095500"/>
          </a:xfrm>
          <a:prstGeom prst="rect">
            <a:avLst/>
          </a:prstGeom>
        </p:spPr>
      </p:pic>
      <p:pic>
        <p:nvPicPr>
          <p:cNvPr id="5" name="图片 4">
            <a:extLst>
              <a:ext uri="{FF2B5EF4-FFF2-40B4-BE49-F238E27FC236}">
                <a16:creationId xmlns:a16="http://schemas.microsoft.com/office/drawing/2014/main" id="{023E84FE-91FD-FF51-E94A-A58729999D27}"/>
              </a:ext>
            </a:extLst>
          </p:cNvPr>
          <p:cNvPicPr>
            <a:picLocks noChangeAspect="1"/>
          </p:cNvPicPr>
          <p:nvPr/>
        </p:nvPicPr>
        <p:blipFill>
          <a:blip r:embed="rId3"/>
          <a:stretch>
            <a:fillRect/>
          </a:stretch>
        </p:blipFill>
        <p:spPr>
          <a:xfrm>
            <a:off x="3791744" y="2132856"/>
            <a:ext cx="6416999" cy="1483040"/>
          </a:xfrm>
          <a:prstGeom prst="rect">
            <a:avLst/>
          </a:prstGeom>
        </p:spPr>
      </p:pic>
      <p:pic>
        <p:nvPicPr>
          <p:cNvPr id="6" name="图片 5">
            <a:extLst>
              <a:ext uri="{FF2B5EF4-FFF2-40B4-BE49-F238E27FC236}">
                <a16:creationId xmlns:a16="http://schemas.microsoft.com/office/drawing/2014/main" id="{8D7920C7-1BA8-32A2-CAAE-F86D4B1AB259}"/>
              </a:ext>
            </a:extLst>
          </p:cNvPr>
          <p:cNvPicPr>
            <a:picLocks noChangeAspect="1"/>
          </p:cNvPicPr>
          <p:nvPr/>
        </p:nvPicPr>
        <p:blipFill>
          <a:blip r:embed="rId4"/>
          <a:stretch>
            <a:fillRect/>
          </a:stretch>
        </p:blipFill>
        <p:spPr>
          <a:xfrm>
            <a:off x="396255" y="3615896"/>
            <a:ext cx="4862314" cy="2852558"/>
          </a:xfrm>
          <a:prstGeom prst="rect">
            <a:avLst/>
          </a:prstGeom>
        </p:spPr>
      </p:pic>
    </p:spTree>
    <p:extLst>
      <p:ext uri="{BB962C8B-B14F-4D97-AF65-F5344CB8AC3E}">
        <p14:creationId xmlns:p14="http://schemas.microsoft.com/office/powerpoint/2010/main" val="620981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乐观者认为，相关产品可以更好的帮助人类创作，减少成品产出的时间，减轻人类设计师创作的负担和压力。</a:t>
            </a:r>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而悲观者认为，这些产品入侵了人类的正常生活，相关创作者会受到极大打击，该行业或将面临替代。</a:t>
            </a:r>
          </a:p>
        </p:txBody>
      </p:sp>
    </p:spTree>
    <p:extLst>
      <p:ext uri="{BB962C8B-B14F-4D97-AF65-F5344CB8AC3E}">
        <p14:creationId xmlns:p14="http://schemas.microsoft.com/office/powerpoint/2010/main" val="3019385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透过该事件，我们可以分析出在文化领域所出现的人工智能伦理问题：</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pPr marL="0" indent="0">
              <a:buNone/>
            </a:pPr>
            <a:r>
              <a:rPr lang="en-US" altLang="zh-CN" sz="2400" dirty="0">
                <a:latin typeface="华文仿宋" panose="02010600040101010101" pitchFamily="2" charset="-122"/>
                <a:ea typeface="华文仿宋" panose="02010600040101010101" pitchFamily="2" charset="-122"/>
              </a:rPr>
              <a:t>1</a:t>
            </a:r>
            <a:r>
              <a:rPr lang="zh-CN" altLang="en-US" sz="2400" dirty="0">
                <a:latin typeface="华文仿宋" panose="02010600040101010101" pitchFamily="2" charset="-122"/>
                <a:ea typeface="华文仿宋" panose="02010600040101010101" pitchFamily="2" charset="-122"/>
              </a:rPr>
              <a:t>、人工智能所创作的内容是否能被称为“作品”或是“艺术”</a:t>
            </a:r>
            <a:endParaRPr lang="en-US" altLang="zh-CN" sz="2400" dirty="0">
              <a:latin typeface="华文仿宋" panose="02010600040101010101" pitchFamily="2" charset="-122"/>
              <a:ea typeface="华文仿宋" panose="02010600040101010101" pitchFamily="2" charset="-122"/>
            </a:endParaRPr>
          </a:p>
          <a:p>
            <a:pPr marL="0" indent="0">
              <a:buNone/>
            </a:pPr>
            <a:r>
              <a:rPr lang="en-US" altLang="zh-CN" sz="2400" dirty="0">
                <a:latin typeface="华文仿宋" panose="02010600040101010101" pitchFamily="2" charset="-122"/>
                <a:ea typeface="华文仿宋" panose="02010600040101010101" pitchFamily="2" charset="-122"/>
              </a:rPr>
              <a:t>2</a:t>
            </a:r>
            <a:r>
              <a:rPr lang="zh-CN" altLang="en-US" sz="2400" dirty="0">
                <a:latin typeface="华文仿宋" panose="02010600040101010101" pitchFamily="2" charset="-122"/>
                <a:ea typeface="华文仿宋" panose="02010600040101010101" pitchFamily="2" charset="-122"/>
              </a:rPr>
              <a:t>、人工智能所创作的内容的归属权</a:t>
            </a:r>
            <a:endParaRPr lang="en-US" altLang="zh-CN" sz="2400" dirty="0">
              <a:latin typeface="华文仿宋" panose="02010600040101010101" pitchFamily="2" charset="-122"/>
              <a:ea typeface="华文仿宋" panose="02010600040101010101" pitchFamily="2" charset="-122"/>
            </a:endParaRPr>
          </a:p>
          <a:p>
            <a:pPr marL="0" indent="0">
              <a:buNone/>
            </a:pPr>
            <a:r>
              <a:rPr lang="en-US" altLang="zh-CN" sz="2400" dirty="0">
                <a:latin typeface="华文仿宋" panose="02010600040101010101" pitchFamily="2" charset="-122"/>
                <a:ea typeface="华文仿宋" panose="02010600040101010101" pitchFamily="2" charset="-122"/>
              </a:rPr>
              <a:t>3</a:t>
            </a:r>
            <a:r>
              <a:rPr lang="zh-CN" altLang="en-US" sz="2400" dirty="0">
                <a:latin typeface="华文仿宋" panose="02010600040101010101" pitchFamily="2" charset="-122"/>
                <a:ea typeface="华文仿宋" panose="02010600040101010101" pitchFamily="2" charset="-122"/>
              </a:rPr>
              <a:t>、人工智能所创作的内容对人类从业者危害的可能性</a:t>
            </a:r>
          </a:p>
        </p:txBody>
      </p:sp>
    </p:spTree>
    <p:extLst>
      <p:ext uri="{BB962C8B-B14F-4D97-AF65-F5344CB8AC3E}">
        <p14:creationId xmlns:p14="http://schemas.microsoft.com/office/powerpoint/2010/main" val="1471647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从功利主义的观点来看，人工智能绘画的出现确确实实为艺术领域的上空蒙上了一朵乌云，无论是争夺人类工作，还是散布良莠不齐惹人难辨的画作在网上，都造成了负面的影响。</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而从动机出发，人工智能的出现是为了减少冗杂的工作，更好的改善人类的生活，是一种让科技造福人类的理念实现。</a:t>
            </a:r>
          </a:p>
        </p:txBody>
      </p:sp>
    </p:spTree>
    <p:extLst>
      <p:ext uri="{BB962C8B-B14F-4D97-AF65-F5344CB8AC3E}">
        <p14:creationId xmlns:p14="http://schemas.microsoft.com/office/powerpoint/2010/main" val="2949821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正是由于这种是非不清、对错不明的特性，我们更需要管控相关产品的使用，以确保其在正确、合适、合理的道路上发展，福泽百姓。</a:t>
            </a:r>
            <a:endParaRPr lang="en-US" altLang="zh-CN" sz="2400" dirty="0">
              <a:latin typeface="华文仿宋" panose="02010600040101010101" pitchFamily="2" charset="-122"/>
              <a:ea typeface="华文仿宋" panose="02010600040101010101" pitchFamily="2" charset="-122"/>
            </a:endParaRPr>
          </a:p>
          <a:p>
            <a:endParaRPr lang="en-US" altLang="zh-CN" sz="2400" dirty="0">
              <a:latin typeface="华文仿宋" panose="02010600040101010101" pitchFamily="2" charset="-122"/>
              <a:ea typeface="华文仿宋" panose="02010600040101010101" pitchFamily="2" charset="-122"/>
            </a:endParaRPr>
          </a:p>
          <a:p>
            <a:r>
              <a:rPr lang="zh-CN" altLang="en-US" sz="2400" dirty="0">
                <a:latin typeface="华文仿宋" panose="02010600040101010101" pitchFamily="2" charset="-122"/>
                <a:ea typeface="华文仿宋" panose="02010600040101010101" pitchFamily="2" charset="-122"/>
              </a:rPr>
              <a:t>这也是为什么我们需要</a:t>
            </a:r>
            <a:r>
              <a:rPr lang="en-US" altLang="zh-CN" sz="2400" dirty="0">
                <a:latin typeface="华文仿宋" panose="02010600040101010101" pitchFamily="2" charset="-122"/>
                <a:ea typeface="华文仿宋" panose="02010600040101010101" pitchFamily="2" charset="-122"/>
              </a:rPr>
              <a:t>《</a:t>
            </a:r>
            <a:r>
              <a:rPr lang="zh-CN" altLang="en-US" sz="2400" dirty="0">
                <a:latin typeface="华文仿宋" panose="02010600040101010101" pitchFamily="2" charset="-122"/>
                <a:ea typeface="华文仿宋" panose="02010600040101010101" pitchFamily="2" charset="-122"/>
              </a:rPr>
              <a:t>人工智能伦理问题建议书</a:t>
            </a:r>
            <a:r>
              <a:rPr lang="en-US" altLang="zh-CN" sz="2400" dirty="0">
                <a:latin typeface="华文仿宋" panose="02010600040101010101" pitchFamily="2" charset="-122"/>
                <a:ea typeface="华文仿宋" panose="02010600040101010101" pitchFamily="2" charset="-122"/>
              </a:rPr>
              <a:t>》</a:t>
            </a:r>
            <a:r>
              <a:rPr lang="zh-CN" altLang="en-US" sz="24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281793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3 </a:t>
            </a:r>
            <a:r>
              <a:rPr lang="zh-CN" altLang="en-US" sz="3200" dirty="0">
                <a:ea typeface="华文仿宋" pitchFamily="2" charset="-122"/>
              </a:rPr>
              <a:t>关于人工智能对文化领域的冲击的深入分析</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在没有干预的情况下，我们并不能确保人工智能会往何种方向发展，也不能确定相关行业与领域未来的结果如何。或许它真的取代了人类从业者，更甚者造成一系列不良影响。正因如此，国家、企业、组织、个体更加需要在</a:t>
            </a:r>
            <a:r>
              <a:rPr lang="en-US" altLang="zh-CN" sz="2400" dirty="0">
                <a:latin typeface="华文仿宋" pitchFamily="2" charset="-122"/>
                <a:ea typeface="华文仿宋" pitchFamily="2" charset="-122"/>
              </a:rPr>
              <a:t>《</a:t>
            </a:r>
            <a:r>
              <a:rPr lang="zh-CN" altLang="en-US" sz="2400" dirty="0">
                <a:latin typeface="华文仿宋" pitchFamily="2" charset="-122"/>
                <a:ea typeface="华文仿宋" pitchFamily="2" charset="-122"/>
              </a:rPr>
              <a:t>人工智能伦理问题建议书</a:t>
            </a:r>
            <a:r>
              <a:rPr lang="en-US" altLang="zh-CN" sz="2400" dirty="0">
                <a:latin typeface="华文仿宋" pitchFamily="2" charset="-122"/>
                <a:ea typeface="华文仿宋" pitchFamily="2" charset="-122"/>
              </a:rPr>
              <a:t>》</a:t>
            </a:r>
            <a:r>
              <a:rPr lang="zh-CN" altLang="en-US" sz="2400" dirty="0">
                <a:latin typeface="华文仿宋" pitchFamily="2" charset="-122"/>
                <a:ea typeface="华文仿宋" pitchFamily="2" charset="-122"/>
              </a:rPr>
              <a:t>的指导下以健康的方式行走。</a:t>
            </a:r>
          </a:p>
        </p:txBody>
      </p:sp>
    </p:spTree>
    <p:extLst>
      <p:ext uri="{BB962C8B-B14F-4D97-AF65-F5344CB8AC3E}">
        <p14:creationId xmlns:p14="http://schemas.microsoft.com/office/powerpoint/2010/main" val="3924241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4 </a:t>
            </a:r>
            <a:r>
              <a:rPr lang="zh-CN" altLang="en-US" sz="3200" dirty="0">
                <a:ea typeface="华文仿宋" pitchFamily="2" charset="-122"/>
              </a:rPr>
              <a:t>总结</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en-US" altLang="zh-CN" sz="2400" dirty="0">
                <a:latin typeface="华文仿宋" pitchFamily="2" charset="-122"/>
                <a:ea typeface="华文仿宋" pitchFamily="2" charset="-122"/>
              </a:rPr>
              <a:t>《</a:t>
            </a:r>
            <a:r>
              <a:rPr lang="zh-CN" altLang="en-US" sz="2400" dirty="0">
                <a:latin typeface="华文仿宋" panose="02010600040101010101" pitchFamily="2" charset="-122"/>
                <a:ea typeface="华文仿宋" panose="02010600040101010101" pitchFamily="2" charset="-122"/>
              </a:rPr>
              <a:t>人工智能伦理问题建议书</a:t>
            </a:r>
            <a:r>
              <a:rPr lang="en-US" altLang="zh-CN" sz="2400" dirty="0">
                <a:latin typeface="华文仿宋" pitchFamily="2" charset="-122"/>
                <a:ea typeface="华文仿宋" pitchFamily="2" charset="-122"/>
              </a:rPr>
              <a:t>》</a:t>
            </a:r>
            <a:r>
              <a:rPr lang="zh-CN" altLang="en-US" sz="2400" dirty="0">
                <a:latin typeface="华文仿宋" pitchFamily="2" charset="-122"/>
                <a:ea typeface="华文仿宋" pitchFamily="2" charset="-122"/>
              </a:rPr>
              <a:t>是联合国科教文组织针对人工智能相关伦理问题所提出的建议书，旨在更好地让人工智能服务人类而不是损害人类利益。</a:t>
            </a:r>
          </a:p>
        </p:txBody>
      </p:sp>
    </p:spTree>
    <p:extLst>
      <p:ext uri="{BB962C8B-B14F-4D97-AF65-F5344CB8AC3E}">
        <p14:creationId xmlns:p14="http://schemas.microsoft.com/office/powerpoint/2010/main" val="589114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ea typeface="华文仿宋" pitchFamily="2" charset="-122"/>
              </a:rPr>
              <a:t>4 </a:t>
            </a:r>
            <a:r>
              <a:rPr lang="zh-CN" altLang="en-US" sz="3200" dirty="0">
                <a:ea typeface="华文仿宋" pitchFamily="2" charset="-122"/>
              </a:rPr>
              <a:t>总结</a:t>
            </a:r>
            <a:endParaRPr lang="zh-CN" altLang="en-US" sz="3200" dirty="0">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400" dirty="0">
                <a:latin typeface="华文仿宋" panose="02010600040101010101" pitchFamily="2" charset="-122"/>
                <a:ea typeface="华文仿宋" panose="02010600040101010101" pitchFamily="2" charset="-122"/>
              </a:rPr>
              <a:t>希望各国各人遵照</a:t>
            </a:r>
            <a:r>
              <a:rPr lang="en-US" altLang="zh-CN" sz="2400" dirty="0">
                <a:latin typeface="华文仿宋" pitchFamily="2" charset="-122"/>
                <a:ea typeface="华文仿宋" pitchFamily="2" charset="-122"/>
              </a:rPr>
              <a:t>《</a:t>
            </a:r>
            <a:r>
              <a:rPr lang="zh-CN" altLang="en-US" sz="2400" dirty="0">
                <a:latin typeface="华文仿宋" pitchFamily="2" charset="-122"/>
                <a:ea typeface="华文仿宋" pitchFamily="2" charset="-122"/>
              </a:rPr>
              <a:t>人工智能伦理问题建议书</a:t>
            </a:r>
            <a:r>
              <a:rPr lang="en-US" altLang="zh-CN" sz="2400" dirty="0">
                <a:latin typeface="华文仿宋" pitchFamily="2" charset="-122"/>
                <a:ea typeface="华文仿宋" pitchFamily="2" charset="-122"/>
              </a:rPr>
              <a:t>》</a:t>
            </a:r>
            <a:r>
              <a:rPr lang="zh-CN" altLang="en-US" sz="2400" dirty="0">
                <a:latin typeface="华文仿宋" pitchFamily="2" charset="-122"/>
                <a:ea typeface="华文仿宋" pitchFamily="2" charset="-122"/>
              </a:rPr>
              <a:t>的指导共同为人类的明天建设。</a:t>
            </a:r>
          </a:p>
        </p:txBody>
      </p:sp>
    </p:spTree>
    <p:extLst>
      <p:ext uri="{BB962C8B-B14F-4D97-AF65-F5344CB8AC3E}">
        <p14:creationId xmlns:p14="http://schemas.microsoft.com/office/powerpoint/2010/main" val="925784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2924944"/>
            <a:ext cx="10515600" cy="2467471"/>
          </a:xfrm>
        </p:spPr>
        <p:txBody>
          <a:bodyPr>
            <a:normAutofit/>
          </a:bodyPr>
          <a:lstStyle/>
          <a:p>
            <a:pPr marL="0" indent="0" algn="ctr">
              <a:buNone/>
            </a:pPr>
            <a:r>
              <a:rPr lang="zh-CN" altLang="en-US" sz="7200" b="1" dirty="0">
                <a:latin typeface="华文仿宋" panose="02010600040101010101" pitchFamily="2" charset="-122"/>
                <a:ea typeface="华文仿宋" panose="02010600040101010101" pitchFamily="2" charset="-122"/>
              </a:rPr>
              <a:t>谢谢</a:t>
            </a:r>
          </a:p>
        </p:txBody>
      </p:sp>
    </p:spTree>
    <p:extLst>
      <p:ext uri="{BB962C8B-B14F-4D97-AF65-F5344CB8AC3E}">
        <p14:creationId xmlns:p14="http://schemas.microsoft.com/office/powerpoint/2010/main" val="1506916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1096959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468295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6276409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692397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2872494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4659085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289011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2276587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40786548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38434890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3660847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1254722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25055090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35766855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534577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2 </a:t>
            </a:r>
            <a:r>
              <a:rPr lang="zh-CN" altLang="en-US" sz="3200" dirty="0">
                <a:latin typeface="+mn-lt"/>
                <a:ea typeface="华文仿宋" panose="02010600040101010101" pitchFamily="2" charset="-122"/>
              </a:rPr>
              <a:t>***</a:t>
            </a: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42341625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ea typeface="华文仿宋" panose="02010600040101010101" pitchFamily="2" charset="-122"/>
              </a:rPr>
              <a:t>5 </a:t>
            </a:r>
            <a:r>
              <a:rPr lang="zh-CN" altLang="en-US" sz="3200" dirty="0">
                <a:latin typeface="+mn-lt"/>
                <a:ea typeface="华文仿宋" panose="02010600040101010101" pitchFamily="2" charset="-122"/>
              </a:rPr>
              <a:t>总结</a:t>
            </a:r>
            <a:endParaRPr lang="zh-CN" altLang="en-US" sz="3200" dirty="0">
              <a:solidFill>
                <a:srgbClr val="FF0000"/>
              </a:solidFill>
              <a:latin typeface="+mn-lt"/>
              <a:ea typeface="华文仿宋" panose="02010600040101010101" pitchFamily="2" charset="-122"/>
            </a:endParaRPr>
          </a:p>
        </p:txBody>
      </p:sp>
      <p:sp>
        <p:nvSpPr>
          <p:cNvPr id="3" name="内容占位符 2"/>
          <p:cNvSpPr>
            <a:spLocks noGrp="1"/>
          </p:cNvSpPr>
          <p:nvPr>
            <p:ph idx="1"/>
          </p:nvPr>
        </p:nvSpPr>
        <p:spPr/>
        <p:txBody>
          <a:bodyPr>
            <a:normAutofit/>
          </a:bodyPr>
          <a:lstStyle/>
          <a:p>
            <a:r>
              <a:rPr lang="zh-CN" altLang="en-US" sz="2000" dirty="0">
                <a:latin typeface="华文仿宋" panose="02010600040101010101" pitchFamily="2" charset="-122"/>
                <a:ea typeface="华文仿宋" panose="02010600040101010101" pitchFamily="2" charset="-122"/>
              </a:rPr>
              <a:t>***</a:t>
            </a:r>
          </a:p>
        </p:txBody>
      </p:sp>
    </p:spTree>
    <p:extLst>
      <p:ext uri="{BB962C8B-B14F-4D97-AF65-F5344CB8AC3E}">
        <p14:creationId xmlns:p14="http://schemas.microsoft.com/office/powerpoint/2010/main" val="162190816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4326</TotalTime>
  <Words>1826</Words>
  <Application>Microsoft Office PowerPoint</Application>
  <PresentationFormat>宽屏</PresentationFormat>
  <Paragraphs>152</Paragraphs>
  <Slides>44</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等线</vt:lpstr>
      <vt:lpstr>华文仿宋</vt:lpstr>
      <vt:lpstr>Arial</vt:lpstr>
      <vt:lpstr>Calibri</vt:lpstr>
      <vt:lpstr>Calibri Light</vt:lpstr>
      <vt:lpstr>Office 主题</vt:lpstr>
      <vt:lpstr>课堂分享与讨论 《人工智能伦理问题建议书》</vt:lpstr>
      <vt:lpstr>题目</vt:lpstr>
      <vt:lpstr>说明</vt:lpstr>
      <vt:lpstr>提纲</vt:lpstr>
      <vt:lpstr>1 《人工智能伦理问题建议书》简介</vt:lpstr>
      <vt:lpstr>2 《人工智能伦理问题建议书》简要内容</vt:lpstr>
      <vt:lpstr>2 《人工智能伦理问题建议书》简要内容</vt:lpstr>
      <vt:lpstr>2 《人工智能伦理问题建议书》简要内容</vt:lpstr>
      <vt:lpstr>2 《人工智能伦理问题建议书》简要内容</vt:lpstr>
      <vt:lpstr>2 《人工智能伦理问题建议书》简要内容</vt:lpstr>
      <vt:lpstr>2 《人工智能伦理问题建议书》简要内容</vt:lpstr>
      <vt:lpstr>2 《人工智能伦理问题建议书》简要内容</vt:lpstr>
      <vt:lpstr>2 《人工智能伦理问题建议书》简要内容</vt:lpstr>
      <vt:lpstr>2 《人工智能伦理问题建议书》简要内容</vt:lpstr>
      <vt:lpstr>2 《人工智能伦理问题建议书》简要内容</vt:lpstr>
      <vt:lpstr>3 关于人工智能对文化领域的冲击的深入分析</vt:lpstr>
      <vt:lpstr>3 关于人工智能对文化领域的冲击的深入分析</vt:lpstr>
      <vt:lpstr>3 关于人工智能对文化领域的冲击的深入分析</vt:lpstr>
      <vt:lpstr>3 关于人工智能对文化领域的冲击的深入分析</vt:lpstr>
      <vt:lpstr>3 关于人工智能对文化领域的冲击的深入分析</vt:lpstr>
      <vt:lpstr>3 关于人工智能对文化领域的冲击的深入分析</vt:lpstr>
      <vt:lpstr>3 关于人工智能对文化领域的冲击的深入分析</vt:lpstr>
      <vt:lpstr>3 关于人工智能对文化领域的冲击的深入分析</vt:lpstr>
      <vt:lpstr>3 关于人工智能对文化领域的冲击的深入分析</vt:lpstr>
      <vt:lpstr>4 总结</vt:lpstr>
      <vt:lpstr>4 总结</vt:lpstr>
      <vt:lpstr>PowerPoint 演示文稿</vt:lpstr>
      <vt:lpstr>2 ***</vt:lpstr>
      <vt:lpstr>2 ***</vt:lpstr>
      <vt:lpstr>2 ***</vt:lpstr>
      <vt:lpstr>2 ***</vt:lpstr>
      <vt:lpstr>2 ***</vt:lpstr>
      <vt:lpstr>2 ***</vt:lpstr>
      <vt:lpstr>2 ***</vt:lpstr>
      <vt:lpstr>2 ***</vt:lpstr>
      <vt:lpstr>2 ***</vt:lpstr>
      <vt:lpstr>2 ***</vt:lpstr>
      <vt:lpstr>2 ***</vt:lpstr>
      <vt:lpstr>2 ***</vt:lpstr>
      <vt:lpstr>2 ***</vt:lpstr>
      <vt:lpstr>2 ***</vt:lpstr>
      <vt:lpstr>2 ***</vt:lpstr>
      <vt:lpstr>2 ***</vt:lpstr>
      <vt:lpstr>5 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Weike Pan</dc:creator>
  <cp:lastModifiedBy>健文 姚</cp:lastModifiedBy>
  <cp:revision>1390</cp:revision>
  <cp:lastPrinted>2022-07-13T07:48:28Z</cp:lastPrinted>
  <dcterms:created xsi:type="dcterms:W3CDTF">2006-08-16T00:00:00Z</dcterms:created>
  <dcterms:modified xsi:type="dcterms:W3CDTF">2024-04-10T09:18:27Z</dcterms:modified>
</cp:coreProperties>
</file>