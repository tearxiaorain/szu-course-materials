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notesMasterIdLst>
    <p:notesMasterId r:id="rId9"/>
  </p:notesMasterIdLst>
  <p:handoutMasterIdLst>
    <p:handoutMasterId r:id="rId10"/>
  </p:handoutMasterIdLst>
  <p:sldIdLst>
    <p:sldId id="277" r:id="rId2"/>
    <p:sldId id="280" r:id="rId3"/>
    <p:sldId id="281" r:id="rId4"/>
    <p:sldId id="272" r:id="rId5"/>
    <p:sldId id="275" r:id="rId6"/>
    <p:sldId id="279" r:id="rId7"/>
    <p:sldId id="278" r:id="rId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694" autoAdjust="0"/>
  </p:normalViewPr>
  <p:slideViewPr>
    <p:cSldViewPr>
      <p:cViewPr>
        <p:scale>
          <a:sx n="66" d="100"/>
          <a:sy n="66" d="100"/>
        </p:scale>
        <p:origin x="-2274" y="-726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Weike" userId="f48425db970607a4" providerId="LiveId" clId="{0980EDAB-3F5E-4A13-BDD2-5188CC07EABA}"/>
    <pc:docChg chg="undo custSel addSld delSld modSld sldOrd">
      <pc:chgData name="Pan Weike" userId="f48425db970607a4" providerId="LiveId" clId="{0980EDAB-3F5E-4A13-BDD2-5188CC07EABA}" dt="2020-02-19T07:45:01.241" v="2745" actId="113"/>
      <pc:docMkLst>
        <pc:docMk/>
      </pc:docMkLst>
      <pc:sldChg chg="addSp delSp modSp del">
        <pc:chgData name="Pan Weike" userId="f48425db970607a4" providerId="LiveId" clId="{0980EDAB-3F5E-4A13-BDD2-5188CC07EABA}" dt="2020-02-16T12:55:52.991" v="2133" actId="47"/>
        <pc:sldMkLst>
          <pc:docMk/>
          <pc:sldMk cId="4259365513" sldId="280"/>
        </pc:sldMkLst>
        <pc:spChg chg="mod">
          <ac:chgData name="Pan Weike" userId="f48425db970607a4" providerId="LiveId" clId="{0980EDAB-3F5E-4A13-BDD2-5188CC07EABA}" dt="2020-02-14T02:00:02.916" v="804" actId="2711"/>
          <ac:spMkLst>
            <pc:docMk/>
            <pc:sldMk cId="4259365513" sldId="280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01:04.340" v="814"/>
          <ac:spMkLst>
            <pc:docMk/>
            <pc:sldMk cId="4259365513" sldId="280"/>
            <ac:spMk id="3" creationId="{00000000-0000-0000-0000-000000000000}"/>
          </ac:spMkLst>
        </pc:spChg>
        <pc:picChg chg="add del mod ord">
          <ac:chgData name="Pan Weike" userId="f48425db970607a4" providerId="LiveId" clId="{0980EDAB-3F5E-4A13-BDD2-5188CC07EABA}" dt="2020-02-11T03:41:01.818" v="103" actId="167"/>
          <ac:picMkLst>
            <pc:docMk/>
            <pc:sldMk cId="4259365513" sldId="280"/>
            <ac:picMk id="6" creationId="{17C66C23-4F7C-466A-AB07-350FEA5579A8}"/>
          </ac:picMkLst>
        </pc:picChg>
        <pc:picChg chg="del">
          <ac:chgData name="Pan Weike" userId="f48425db970607a4" providerId="LiveId" clId="{0980EDAB-3F5E-4A13-BDD2-5188CC07EABA}" dt="2020-02-11T03:41:03.523" v="104" actId="478"/>
          <ac:picMkLst>
            <pc:docMk/>
            <pc:sldMk cId="4259365513" sldId="280"/>
            <ac:picMk id="1027" creationId="{00000000-0000-0000-0000-000000000000}"/>
          </ac:picMkLst>
        </pc:picChg>
      </pc:sldChg>
      <pc:sldChg chg="modSp del">
        <pc:chgData name="Pan Weike" userId="f48425db970607a4" providerId="LiveId" clId="{0980EDAB-3F5E-4A13-BDD2-5188CC07EABA}" dt="2020-02-16T12:55:52.991" v="2133" actId="47"/>
        <pc:sldMkLst>
          <pc:docMk/>
          <pc:sldMk cId="2240966349" sldId="281"/>
        </pc:sldMkLst>
        <pc:spChg chg="mod">
          <ac:chgData name="Pan Weike" userId="f48425db970607a4" providerId="LiveId" clId="{0980EDAB-3F5E-4A13-BDD2-5188CC07EABA}" dt="2020-02-14T02:21:16.399" v="1288" actId="20577"/>
          <ac:spMkLst>
            <pc:docMk/>
            <pc:sldMk cId="2240966349" sldId="281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24:07.089" v="1331" actId="21"/>
          <ac:spMkLst>
            <pc:docMk/>
            <pc:sldMk cId="2240966349" sldId="281"/>
            <ac:spMk id="3" creationId="{00000000-0000-0000-0000-000000000000}"/>
          </ac:spMkLst>
        </pc:spChg>
      </pc:sldChg>
      <pc:sldChg chg="addSp delSp modSp">
        <pc:chgData name="Pan Weike" userId="f48425db970607a4" providerId="LiveId" clId="{0980EDAB-3F5E-4A13-BDD2-5188CC07EABA}" dt="2020-02-14T02:21:32.725" v="1300" actId="20577"/>
        <pc:sldMkLst>
          <pc:docMk/>
          <pc:sldMk cId="4160280422" sldId="282"/>
        </pc:sldMkLst>
        <pc:spChg chg="mod">
          <ac:chgData name="Pan Weike" userId="f48425db970607a4" providerId="LiveId" clId="{0980EDAB-3F5E-4A13-BDD2-5188CC07EABA}" dt="2020-02-14T02:21:32.725" v="1300" actId="20577"/>
          <ac:spMkLst>
            <pc:docMk/>
            <pc:sldMk cId="4160280422" sldId="282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02:58.037" v="835" actId="2711"/>
          <ac:spMkLst>
            <pc:docMk/>
            <pc:sldMk cId="4160280422" sldId="282"/>
            <ac:spMk id="3" creationId="{00000000-0000-0000-0000-000000000000}"/>
          </ac:spMkLst>
        </pc:spChg>
        <pc:picChg chg="add del mod">
          <ac:chgData name="Pan Weike" userId="f48425db970607a4" providerId="LiveId" clId="{0980EDAB-3F5E-4A13-BDD2-5188CC07EABA}" dt="2020-02-14T01:35:53.045" v="677" actId="21"/>
          <ac:picMkLst>
            <pc:docMk/>
            <pc:sldMk cId="4160280422" sldId="282"/>
            <ac:picMk id="6" creationId="{CBF7E2B8-AAFC-494E-9210-667B6028F6DA}"/>
          </ac:picMkLst>
        </pc:picChg>
        <pc:picChg chg="add">
          <ac:chgData name="Pan Weike" userId="f48425db970607a4" providerId="LiveId" clId="{0980EDAB-3F5E-4A13-BDD2-5188CC07EABA}" dt="2020-02-14T01:36:25.955" v="708"/>
          <ac:picMkLst>
            <pc:docMk/>
            <pc:sldMk cId="4160280422" sldId="282"/>
            <ac:picMk id="7" creationId="{473EB2D0-F1DD-4FCF-BB03-B0D13EFCF66D}"/>
          </ac:picMkLst>
        </pc:picChg>
      </pc:sldChg>
      <pc:sldChg chg="modSp del">
        <pc:chgData name="Pan Weike" userId="f48425db970607a4" providerId="LiveId" clId="{0980EDAB-3F5E-4A13-BDD2-5188CC07EABA}" dt="2020-02-16T13:51:57.742" v="2182" actId="47"/>
        <pc:sldMkLst>
          <pc:docMk/>
          <pc:sldMk cId="2256619853" sldId="284"/>
        </pc:sldMkLst>
        <pc:spChg chg="mod">
          <ac:chgData name="Pan Weike" userId="f48425db970607a4" providerId="LiveId" clId="{0980EDAB-3F5E-4A13-BDD2-5188CC07EABA}" dt="2020-02-16T13:40:27.594" v="2165" actId="6549"/>
          <ac:spMkLst>
            <pc:docMk/>
            <pc:sldMk cId="2256619853" sldId="284"/>
            <ac:spMk id="3" creationId="{00000000-0000-0000-0000-000000000000}"/>
          </ac:spMkLst>
        </pc:spChg>
      </pc:sldChg>
      <pc:sldChg chg="addSp delSp modSp">
        <pc:chgData name="Pan Weike" userId="f48425db970607a4" providerId="LiveId" clId="{0980EDAB-3F5E-4A13-BDD2-5188CC07EABA}" dt="2020-02-16T15:03:37.952" v="2744" actId="1036"/>
        <pc:sldMkLst>
          <pc:docMk/>
          <pc:sldMk cId="1522259473" sldId="285"/>
        </pc:sldMkLst>
        <pc:spChg chg="mod">
          <ac:chgData name="Pan Weike" userId="f48425db970607a4" providerId="LiveId" clId="{0980EDAB-3F5E-4A13-BDD2-5188CC07EABA}" dt="2020-02-16T14:08:43.978" v="2630" actId="2711"/>
          <ac:spMkLst>
            <pc:docMk/>
            <pc:sldMk cId="1522259473" sldId="285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4:15:41.849" v="2727" actId="6549"/>
          <ac:spMkLst>
            <pc:docMk/>
            <pc:sldMk cId="1522259473" sldId="285"/>
            <ac:spMk id="3" creationId="{00000000-0000-0000-0000-000000000000}"/>
          </ac:spMkLst>
        </pc:spChg>
        <pc:picChg chg="add mod">
          <ac:chgData name="Pan Weike" userId="f48425db970607a4" providerId="LiveId" clId="{0980EDAB-3F5E-4A13-BDD2-5188CC07EABA}" dt="2020-02-14T01:33:45.310" v="670" actId="1037"/>
          <ac:picMkLst>
            <pc:docMk/>
            <pc:sldMk cId="1522259473" sldId="285"/>
            <ac:picMk id="5" creationId="{C65519D0-8683-4240-B583-C5E6FE1B51EF}"/>
          </ac:picMkLst>
        </pc:picChg>
        <pc:picChg chg="add del mod">
          <ac:chgData name="Pan Weike" userId="f48425db970607a4" providerId="LiveId" clId="{0980EDAB-3F5E-4A13-BDD2-5188CC07EABA}" dt="2020-02-14T01:36:24.961" v="707" actId="21"/>
          <ac:picMkLst>
            <pc:docMk/>
            <pc:sldMk cId="1522259473" sldId="285"/>
            <ac:picMk id="6" creationId="{0A52E2E6-40A6-4481-A5C9-BDF69FFD895A}"/>
          </ac:picMkLst>
        </pc:picChg>
        <pc:picChg chg="add mod">
          <ac:chgData name="Pan Weike" userId="f48425db970607a4" providerId="LiveId" clId="{0980EDAB-3F5E-4A13-BDD2-5188CC07EABA}" dt="2020-02-16T15:03:37.952" v="2744" actId="1036"/>
          <ac:picMkLst>
            <pc:docMk/>
            <pc:sldMk cId="1522259473" sldId="285"/>
            <ac:picMk id="6" creationId="{DE7DBA77-B704-4E88-8178-C906A20AB89E}"/>
          </ac:picMkLst>
        </pc:picChg>
        <pc:picChg chg="add del mod">
          <ac:chgData name="Pan Weike" userId="f48425db970607a4" providerId="LiveId" clId="{0980EDAB-3F5E-4A13-BDD2-5188CC07EABA}" dt="2020-02-14T01:51:46.208" v="744" actId="21"/>
          <ac:picMkLst>
            <pc:docMk/>
            <pc:sldMk cId="1522259473" sldId="285"/>
            <ac:picMk id="8" creationId="{42CE7D0F-46F6-4B70-988A-7B608A8B3D43}"/>
          </ac:picMkLst>
        </pc:picChg>
      </pc:sldChg>
      <pc:sldChg chg="modSp del">
        <pc:chgData name="Pan Weike" userId="f48425db970607a4" providerId="LiveId" clId="{0980EDAB-3F5E-4A13-BDD2-5188CC07EABA}" dt="2020-02-16T13:18:10.196" v="2139" actId="47"/>
        <pc:sldMkLst>
          <pc:docMk/>
          <pc:sldMk cId="2240966349" sldId="287"/>
        </pc:sldMkLst>
        <pc:spChg chg="mod">
          <ac:chgData name="Pan Weike" userId="f48425db970607a4" providerId="LiveId" clId="{0980EDAB-3F5E-4A13-BDD2-5188CC07EABA}" dt="2020-02-14T02:21:44.510" v="1312" actId="20577"/>
          <ac:spMkLst>
            <pc:docMk/>
            <pc:sldMk cId="2240966349" sldId="287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11:43.829" v="966"/>
          <ac:spMkLst>
            <pc:docMk/>
            <pc:sldMk cId="2240966349" sldId="287"/>
            <ac:spMk id="3" creationId="{00000000-0000-0000-0000-000000000000}"/>
          </ac:spMkLst>
        </pc:spChg>
      </pc:sldChg>
      <pc:sldChg chg="modSp">
        <pc:chgData name="Pan Weike" userId="f48425db970607a4" providerId="LiveId" clId="{0980EDAB-3F5E-4A13-BDD2-5188CC07EABA}" dt="2020-02-14T01:59:41.575" v="803" actId="2711"/>
        <pc:sldMkLst>
          <pc:docMk/>
          <pc:sldMk cId="3877230618" sldId="289"/>
        </pc:sldMkLst>
        <pc:spChg chg="mod">
          <ac:chgData name="Pan Weike" userId="f48425db970607a4" providerId="LiveId" clId="{0980EDAB-3F5E-4A13-BDD2-5188CC07EABA}" dt="2020-02-14T01:59:32.790" v="802" actId="2711"/>
          <ac:spMkLst>
            <pc:docMk/>
            <pc:sldMk cId="3877230618" sldId="289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1:59:41.575" v="803" actId="2711"/>
          <ac:spMkLst>
            <pc:docMk/>
            <pc:sldMk cId="3877230618" sldId="289"/>
            <ac:spMk id="3" creationId="{00000000-0000-0000-0000-000000000000}"/>
          </ac:spMkLst>
        </pc:spChg>
      </pc:sldChg>
      <pc:sldChg chg="addSp modSp add">
        <pc:chgData name="Pan Weike" userId="f48425db970607a4" providerId="LiveId" clId="{0980EDAB-3F5E-4A13-BDD2-5188CC07EABA}" dt="2020-02-16T13:08:41.502" v="2135" actId="6549"/>
        <pc:sldMkLst>
          <pc:docMk/>
          <pc:sldMk cId="1862819835" sldId="290"/>
        </pc:sldMkLst>
        <pc:spChg chg="mod">
          <ac:chgData name="Pan Weike" userId="f48425db970607a4" providerId="LiveId" clId="{0980EDAB-3F5E-4A13-BDD2-5188CC07EABA}" dt="2020-02-14T02:21:38.734" v="1306" actId="20577"/>
          <ac:spMkLst>
            <pc:docMk/>
            <pc:sldMk cId="1862819835" sldId="290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3:08:41.502" v="2135" actId="6549"/>
          <ac:spMkLst>
            <pc:docMk/>
            <pc:sldMk cId="1862819835" sldId="290"/>
            <ac:spMk id="3" creationId="{00000000-0000-0000-0000-000000000000}"/>
          </ac:spMkLst>
        </pc:spChg>
        <pc:picChg chg="add">
          <ac:chgData name="Pan Weike" userId="f48425db970607a4" providerId="LiveId" clId="{0980EDAB-3F5E-4A13-BDD2-5188CC07EABA}" dt="2020-02-14T01:51:47.425" v="745"/>
          <ac:picMkLst>
            <pc:docMk/>
            <pc:sldMk cId="1862819835" sldId="290"/>
            <ac:picMk id="5" creationId="{46A1515D-C9F0-4929-8064-6B4D6E404E46}"/>
          </ac:picMkLst>
        </pc:picChg>
      </pc:sldChg>
      <pc:sldChg chg="modSp add del">
        <pc:chgData name="Pan Weike" userId="f48425db970607a4" providerId="LiveId" clId="{0980EDAB-3F5E-4A13-BDD2-5188CC07EABA}" dt="2020-02-14T01:57:33.189" v="798" actId="47"/>
        <pc:sldMkLst>
          <pc:docMk/>
          <pc:sldMk cId="90265902" sldId="291"/>
        </pc:sldMkLst>
        <pc:spChg chg="mod">
          <ac:chgData name="Pan Weike" userId="f48425db970607a4" providerId="LiveId" clId="{0980EDAB-3F5E-4A13-BDD2-5188CC07EABA}" dt="2020-02-14T01:49:40.110" v="733" actId="20577"/>
          <ac:spMkLst>
            <pc:docMk/>
            <pc:sldMk cId="90265902" sldId="291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1:49:38.033" v="731" actId="6549"/>
          <ac:spMkLst>
            <pc:docMk/>
            <pc:sldMk cId="90265902" sldId="291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6T12:55:52.991" v="2133" actId="47"/>
        <pc:sldMkLst>
          <pc:docMk/>
          <pc:sldMk cId="1597100348" sldId="291"/>
        </pc:sldMkLst>
        <pc:spChg chg="mod">
          <ac:chgData name="Pan Weike" userId="f48425db970607a4" providerId="LiveId" clId="{0980EDAB-3F5E-4A13-BDD2-5188CC07EABA}" dt="2020-02-14T02:21:23.662" v="1294" actId="20577"/>
          <ac:spMkLst>
            <pc:docMk/>
            <pc:sldMk cId="1597100348" sldId="291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07:31.966" v="875" actId="20577"/>
          <ac:spMkLst>
            <pc:docMk/>
            <pc:sldMk cId="1597100348" sldId="291"/>
            <ac:spMk id="3" creationId="{00000000-0000-0000-0000-000000000000}"/>
          </ac:spMkLst>
        </pc:spChg>
      </pc:sldChg>
      <pc:sldChg chg="add del">
        <pc:chgData name="Pan Weike" userId="f48425db970607a4" providerId="LiveId" clId="{0980EDAB-3F5E-4A13-BDD2-5188CC07EABA}" dt="2020-02-14T02:43:47.204" v="1537" actId="47"/>
        <pc:sldMkLst>
          <pc:docMk/>
          <pc:sldMk cId="3050791351" sldId="292"/>
        </pc:sldMkLst>
      </pc:sldChg>
      <pc:sldChg chg="modSp add del">
        <pc:chgData name="Pan Weike" userId="f48425db970607a4" providerId="LiveId" clId="{0980EDAB-3F5E-4A13-BDD2-5188CC07EABA}" dt="2020-02-16T13:18:14.673" v="2141" actId="47"/>
        <pc:sldMkLst>
          <pc:docMk/>
          <pc:sldMk cId="272636905" sldId="293"/>
        </pc:sldMkLst>
        <pc:spChg chg="mod">
          <ac:chgData name="Pan Weike" userId="f48425db970607a4" providerId="LiveId" clId="{0980EDAB-3F5E-4A13-BDD2-5188CC07EABA}" dt="2020-02-14T02:22:00.242" v="1329"/>
          <ac:spMkLst>
            <pc:docMk/>
            <pc:sldMk cId="272636905" sldId="293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3:01:54.321" v="2125" actId="2711"/>
          <ac:spMkLst>
            <pc:docMk/>
            <pc:sldMk cId="272636905" sldId="293"/>
            <ac:spMk id="3" creationId="{00000000-0000-0000-0000-000000000000}"/>
          </ac:spMkLst>
        </pc:spChg>
      </pc:sldChg>
      <pc:sldChg chg="modSp add del ord">
        <pc:chgData name="Pan Weike" userId="f48425db970607a4" providerId="LiveId" clId="{0980EDAB-3F5E-4A13-BDD2-5188CC07EABA}" dt="2020-02-16T13:18:12.751" v="2140" actId="47"/>
        <pc:sldMkLst>
          <pc:docMk/>
          <pc:sldMk cId="3582269748" sldId="294"/>
        </pc:sldMkLst>
        <pc:spChg chg="mod">
          <ac:chgData name="Pan Weike" userId="f48425db970607a4" providerId="LiveId" clId="{0980EDAB-3F5E-4A13-BDD2-5188CC07EABA}" dt="2020-02-14T02:21:53.599" v="1320" actId="6549"/>
          <ac:spMkLst>
            <pc:docMk/>
            <pc:sldMk cId="3582269748" sldId="294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18:00.590" v="1229" actId="20577"/>
          <ac:spMkLst>
            <pc:docMk/>
            <pc:sldMk cId="3582269748" sldId="294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4T02:31:32.199" v="1445" actId="2696"/>
        <pc:sldMkLst>
          <pc:docMk/>
          <pc:sldMk cId="374403345" sldId="295"/>
        </pc:sldMkLst>
        <pc:spChg chg="mod">
          <ac:chgData name="Pan Weike" userId="f48425db970607a4" providerId="LiveId" clId="{0980EDAB-3F5E-4A13-BDD2-5188CC07EABA}" dt="2020-02-14T02:26:20.319" v="1367"/>
          <ac:spMkLst>
            <pc:docMk/>
            <pc:sldMk cId="374403345" sldId="295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30:43.319" v="1440" actId="2711"/>
          <ac:spMkLst>
            <pc:docMk/>
            <pc:sldMk cId="374403345" sldId="295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3:22:23.082" v="2161" actId="207"/>
        <pc:sldMkLst>
          <pc:docMk/>
          <pc:sldMk cId="1986528261" sldId="295"/>
        </pc:sldMkLst>
        <pc:spChg chg="mod">
          <ac:chgData name="Pan Weike" userId="f48425db970607a4" providerId="LiveId" clId="{0980EDAB-3F5E-4A13-BDD2-5188CC07EABA}" dt="2020-02-16T13:22:23.082" v="2161" actId="207"/>
          <ac:spMkLst>
            <pc:docMk/>
            <pc:sldMk cId="1986528261" sldId="295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4T02:31:32.199" v="1445" actId="2696"/>
        <pc:sldMkLst>
          <pc:docMk/>
          <pc:sldMk cId="2250642970" sldId="296"/>
        </pc:sldMkLst>
        <pc:spChg chg="mod">
          <ac:chgData name="Pan Weike" userId="f48425db970607a4" providerId="LiveId" clId="{0980EDAB-3F5E-4A13-BDD2-5188CC07EABA}" dt="2020-02-14T02:26:47.010" v="1382"/>
          <ac:spMkLst>
            <pc:docMk/>
            <pc:sldMk cId="2250642970" sldId="296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30:54.300" v="1442" actId="2711"/>
          <ac:spMkLst>
            <pc:docMk/>
            <pc:sldMk cId="2250642970" sldId="296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3:20:59.304" v="2160" actId="207"/>
        <pc:sldMkLst>
          <pc:docMk/>
          <pc:sldMk cId="2712803090" sldId="296"/>
        </pc:sldMkLst>
        <pc:spChg chg="mod">
          <ac:chgData name="Pan Weike" userId="f48425db970607a4" providerId="LiveId" clId="{0980EDAB-3F5E-4A13-BDD2-5188CC07EABA}" dt="2020-02-16T13:20:59.304" v="2160" actId="207"/>
          <ac:spMkLst>
            <pc:docMk/>
            <pc:sldMk cId="2712803090" sldId="296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3:20:52.048" v="2159" actId="207"/>
        <pc:sldMkLst>
          <pc:docMk/>
          <pc:sldMk cId="935286093" sldId="297"/>
        </pc:sldMkLst>
        <pc:spChg chg="mod">
          <ac:chgData name="Pan Weike" userId="f48425db970607a4" providerId="LiveId" clId="{0980EDAB-3F5E-4A13-BDD2-5188CC07EABA}" dt="2020-02-16T13:20:52.048" v="2159" actId="207"/>
          <ac:spMkLst>
            <pc:docMk/>
            <pc:sldMk cId="935286093" sldId="297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4T02:31:32.199" v="1445" actId="2696"/>
        <pc:sldMkLst>
          <pc:docMk/>
          <pc:sldMk cId="3489777954" sldId="297"/>
        </pc:sldMkLst>
        <pc:spChg chg="mod">
          <ac:chgData name="Pan Weike" userId="f48425db970607a4" providerId="LiveId" clId="{0980EDAB-3F5E-4A13-BDD2-5188CC07EABA}" dt="2020-02-14T02:26:43.829" v="1378"/>
          <ac:spMkLst>
            <pc:docMk/>
            <pc:sldMk cId="3489777954" sldId="297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31:03.165" v="1443" actId="2711"/>
          <ac:spMkLst>
            <pc:docMk/>
            <pc:sldMk cId="3489777954" sldId="297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4T02:31:32.199" v="1445" actId="2696"/>
        <pc:sldMkLst>
          <pc:docMk/>
          <pc:sldMk cId="3507986074" sldId="298"/>
        </pc:sldMkLst>
        <pc:spChg chg="mod">
          <ac:chgData name="Pan Weike" userId="f48425db970607a4" providerId="LiveId" clId="{0980EDAB-3F5E-4A13-BDD2-5188CC07EABA}" dt="2020-02-14T02:26:25.299" v="1370"/>
          <ac:spMkLst>
            <pc:docMk/>
            <pc:sldMk cId="3507986074" sldId="298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30:48.430" v="1441" actId="2711"/>
          <ac:spMkLst>
            <pc:docMk/>
            <pc:sldMk cId="3507986074" sldId="298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3:19:46.601" v="2148" actId="207"/>
        <pc:sldMkLst>
          <pc:docMk/>
          <pc:sldMk cId="4108324102" sldId="298"/>
        </pc:sldMkLst>
        <pc:spChg chg="mod">
          <ac:chgData name="Pan Weike" userId="f48425db970607a4" providerId="LiveId" clId="{0980EDAB-3F5E-4A13-BDD2-5188CC07EABA}" dt="2020-02-16T13:19:46.601" v="2148" actId="207"/>
          <ac:spMkLst>
            <pc:docMk/>
            <pc:sldMk cId="4108324102" sldId="298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3:26:38.280" v="2164" actId="207"/>
        <pc:sldMkLst>
          <pc:docMk/>
          <pc:sldMk cId="2825862994" sldId="299"/>
        </pc:sldMkLst>
        <pc:spChg chg="mod">
          <ac:chgData name="Pan Weike" userId="f48425db970607a4" providerId="LiveId" clId="{0980EDAB-3F5E-4A13-BDD2-5188CC07EABA}" dt="2020-02-16T13:26:38.280" v="2164" actId="207"/>
          <ac:spMkLst>
            <pc:docMk/>
            <pc:sldMk cId="2825862994" sldId="299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4T02:31:32.199" v="1445" actId="2696"/>
        <pc:sldMkLst>
          <pc:docMk/>
          <pc:sldMk cId="3435713609" sldId="299"/>
        </pc:sldMkLst>
        <pc:spChg chg="mod">
          <ac:chgData name="Pan Weike" userId="f48425db970607a4" providerId="LiveId" clId="{0980EDAB-3F5E-4A13-BDD2-5188CC07EABA}" dt="2020-02-14T02:26:51.983" v="1387"/>
          <ac:spMkLst>
            <pc:docMk/>
            <pc:sldMk cId="3435713609" sldId="299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31:08.477" v="1444" actId="2711"/>
          <ac:spMkLst>
            <pc:docMk/>
            <pc:sldMk cId="3435713609" sldId="299"/>
            <ac:spMk id="3" creationId="{00000000-0000-0000-0000-000000000000}"/>
          </ac:spMkLst>
        </pc:spChg>
      </pc:sldChg>
      <pc:sldChg chg="addSp delSp modSp add ord">
        <pc:chgData name="Pan Weike" userId="f48425db970607a4" providerId="LiveId" clId="{0980EDAB-3F5E-4A13-BDD2-5188CC07EABA}" dt="2020-02-16T14:09:35.435" v="2648"/>
        <pc:sldMkLst>
          <pc:docMk/>
          <pc:sldMk cId="826101023" sldId="300"/>
        </pc:sldMkLst>
        <pc:spChg chg="mod">
          <ac:chgData name="Pan Weike" userId="f48425db970607a4" providerId="LiveId" clId="{0980EDAB-3F5E-4A13-BDD2-5188CC07EABA}" dt="2020-02-16T14:09:35.435" v="2648"/>
          <ac:spMkLst>
            <pc:docMk/>
            <pc:sldMk cId="826101023" sldId="300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2:42.718" v="1518" actId="20577"/>
          <ac:spMkLst>
            <pc:docMk/>
            <pc:sldMk cId="826101023" sldId="300"/>
            <ac:spMk id="3" creationId="{00000000-0000-0000-0000-000000000000}"/>
          </ac:spMkLst>
        </pc:spChg>
        <pc:picChg chg="add del mod">
          <ac:chgData name="Pan Weike" userId="f48425db970607a4" providerId="LiveId" clId="{0980EDAB-3F5E-4A13-BDD2-5188CC07EABA}" dt="2020-02-16T13:51:18.113" v="2169" actId="478"/>
          <ac:picMkLst>
            <pc:docMk/>
            <pc:sldMk cId="826101023" sldId="300"/>
            <ac:picMk id="6" creationId="{960AAE44-83BD-478D-AE0C-F8CBFC076FF1}"/>
          </ac:picMkLst>
        </pc:picChg>
      </pc:sldChg>
      <pc:sldChg chg="modSp add">
        <pc:chgData name="Pan Weike" userId="f48425db970607a4" providerId="LiveId" clId="{0980EDAB-3F5E-4A13-BDD2-5188CC07EABA}" dt="2020-02-16T14:09:37.818" v="2649"/>
        <pc:sldMkLst>
          <pc:docMk/>
          <pc:sldMk cId="129304018" sldId="301"/>
        </pc:sldMkLst>
        <pc:spChg chg="mod">
          <ac:chgData name="Pan Weike" userId="f48425db970607a4" providerId="LiveId" clId="{0980EDAB-3F5E-4A13-BDD2-5188CC07EABA}" dt="2020-02-16T14:09:37.818" v="2649"/>
          <ac:spMkLst>
            <pc:docMk/>
            <pc:sldMk cId="129304018" sldId="301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2:44.974" v="1519" actId="20577"/>
          <ac:spMkLst>
            <pc:docMk/>
            <pc:sldMk cId="129304018" sldId="301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09:38.883" v="2650"/>
        <pc:sldMkLst>
          <pc:docMk/>
          <pc:sldMk cId="1509154444" sldId="302"/>
        </pc:sldMkLst>
        <pc:spChg chg="mod">
          <ac:chgData name="Pan Weike" userId="f48425db970607a4" providerId="LiveId" clId="{0980EDAB-3F5E-4A13-BDD2-5188CC07EABA}" dt="2020-02-16T14:09:38.883" v="2650"/>
          <ac:spMkLst>
            <pc:docMk/>
            <pc:sldMk cId="1509154444" sldId="302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2:46.959" v="1520" actId="20577"/>
          <ac:spMkLst>
            <pc:docMk/>
            <pc:sldMk cId="1509154444" sldId="302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09:39.994" v="2651"/>
        <pc:sldMkLst>
          <pc:docMk/>
          <pc:sldMk cId="2492830534" sldId="303"/>
        </pc:sldMkLst>
        <pc:spChg chg="mod">
          <ac:chgData name="Pan Weike" userId="f48425db970607a4" providerId="LiveId" clId="{0980EDAB-3F5E-4A13-BDD2-5188CC07EABA}" dt="2020-02-16T14:09:39.994" v="2651"/>
          <ac:spMkLst>
            <pc:docMk/>
            <pc:sldMk cId="2492830534" sldId="303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3:05.022" v="1536" actId="20577"/>
          <ac:spMkLst>
            <pc:docMk/>
            <pc:sldMk cId="2492830534" sldId="303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09:41.036" v="2652"/>
        <pc:sldMkLst>
          <pc:docMk/>
          <pc:sldMk cId="711890592" sldId="304"/>
        </pc:sldMkLst>
        <pc:spChg chg="mod">
          <ac:chgData name="Pan Weike" userId="f48425db970607a4" providerId="LiveId" clId="{0980EDAB-3F5E-4A13-BDD2-5188CC07EABA}" dt="2020-02-16T14:09:41.036" v="2652"/>
          <ac:spMkLst>
            <pc:docMk/>
            <pc:sldMk cId="711890592" sldId="304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2:50.383" v="1522" actId="20577"/>
          <ac:spMkLst>
            <pc:docMk/>
            <pc:sldMk cId="711890592" sldId="304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09:42.091" v="2653"/>
        <pc:sldMkLst>
          <pc:docMk/>
          <pc:sldMk cId="2265039434" sldId="305"/>
        </pc:sldMkLst>
        <pc:spChg chg="mod">
          <ac:chgData name="Pan Weike" userId="f48425db970607a4" providerId="LiveId" clId="{0980EDAB-3F5E-4A13-BDD2-5188CC07EABA}" dt="2020-02-16T14:09:42.091" v="2653"/>
          <ac:spMkLst>
            <pc:docMk/>
            <pc:sldMk cId="2265039434" sldId="305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2:09.310" v="1511" actId="113"/>
          <ac:spMkLst>
            <pc:docMk/>
            <pc:sldMk cId="2265039434" sldId="305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09:43.129" v="2654"/>
        <pc:sldMkLst>
          <pc:docMk/>
          <pc:sldMk cId="1732863509" sldId="306"/>
        </pc:sldMkLst>
        <pc:spChg chg="mod">
          <ac:chgData name="Pan Weike" userId="f48425db970607a4" providerId="LiveId" clId="{0980EDAB-3F5E-4A13-BDD2-5188CC07EABA}" dt="2020-02-16T14:09:43.129" v="2654"/>
          <ac:spMkLst>
            <pc:docMk/>
            <pc:sldMk cId="1732863509" sldId="306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2:53.278" v="1523" actId="20577"/>
          <ac:spMkLst>
            <pc:docMk/>
            <pc:sldMk cId="1732863509" sldId="306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09:44.201" v="2655"/>
        <pc:sldMkLst>
          <pc:docMk/>
          <pc:sldMk cId="866421558" sldId="307"/>
        </pc:sldMkLst>
        <pc:spChg chg="mod">
          <ac:chgData name="Pan Weike" userId="f48425db970607a4" providerId="LiveId" clId="{0980EDAB-3F5E-4A13-BDD2-5188CC07EABA}" dt="2020-02-16T14:09:44.201" v="2655"/>
          <ac:spMkLst>
            <pc:docMk/>
            <pc:sldMk cId="866421558" sldId="307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2:37.423" v="1517" actId="20577"/>
          <ac:spMkLst>
            <pc:docMk/>
            <pc:sldMk cId="866421558" sldId="307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35:03.558" v="2739" actId="20577"/>
        <pc:sldMkLst>
          <pc:docMk/>
          <pc:sldMk cId="495312353" sldId="308"/>
        </pc:sldMkLst>
        <pc:spChg chg="mod">
          <ac:chgData name="Pan Weike" userId="f48425db970607a4" providerId="LiveId" clId="{0980EDAB-3F5E-4A13-BDD2-5188CC07EABA}" dt="2020-02-14T02:46:06.638" v="1597" actId="20577"/>
          <ac:spMkLst>
            <pc:docMk/>
            <pc:sldMk cId="495312353" sldId="308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4:35:03.558" v="2739" actId="20577"/>
          <ac:spMkLst>
            <pc:docMk/>
            <pc:sldMk cId="495312353" sldId="308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06:20.027" v="2614"/>
        <pc:sldMkLst>
          <pc:docMk/>
          <pc:sldMk cId="2290085433" sldId="309"/>
        </pc:sldMkLst>
        <pc:spChg chg="mod">
          <ac:chgData name="Pan Weike" userId="f48425db970607a4" providerId="LiveId" clId="{0980EDAB-3F5E-4A13-BDD2-5188CC07EABA}" dt="2020-02-14T02:46:09.058" v="1599" actId="20577"/>
          <ac:spMkLst>
            <pc:docMk/>
            <pc:sldMk cId="2290085433" sldId="309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4:06:20.027" v="2614"/>
          <ac:spMkLst>
            <pc:docMk/>
            <pc:sldMk cId="2290085433" sldId="309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3:58:45.791" v="2230" actId="403"/>
        <pc:sldMkLst>
          <pc:docMk/>
          <pc:sldMk cId="3904807848" sldId="310"/>
        </pc:sldMkLst>
        <pc:spChg chg="mod">
          <ac:chgData name="Pan Weike" userId="f48425db970607a4" providerId="LiveId" clId="{0980EDAB-3F5E-4A13-BDD2-5188CC07EABA}" dt="2020-02-14T02:46:10.653" v="1601" actId="20577"/>
          <ac:spMkLst>
            <pc:docMk/>
            <pc:sldMk cId="3904807848" sldId="310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3:58:45.791" v="2230" actId="403"/>
          <ac:spMkLst>
            <pc:docMk/>
            <pc:sldMk cId="3904807848" sldId="310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3:58:48.878" v="2232" actId="403"/>
        <pc:sldMkLst>
          <pc:docMk/>
          <pc:sldMk cId="3164974932" sldId="311"/>
        </pc:sldMkLst>
        <pc:spChg chg="mod">
          <ac:chgData name="Pan Weike" userId="f48425db970607a4" providerId="LiveId" clId="{0980EDAB-3F5E-4A13-BDD2-5188CC07EABA}" dt="2020-02-14T02:46:40.642" v="1602" actId="20577"/>
          <ac:spMkLst>
            <pc:docMk/>
            <pc:sldMk cId="3164974932" sldId="311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3:58:48.878" v="2232" actId="403"/>
          <ac:spMkLst>
            <pc:docMk/>
            <pc:sldMk cId="3164974932" sldId="311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4T03:00:42.437" v="2120" actId="47"/>
        <pc:sldMkLst>
          <pc:docMk/>
          <pc:sldMk cId="487287250" sldId="312"/>
        </pc:sldMkLst>
        <pc:spChg chg="mod">
          <ac:chgData name="Pan Weike" userId="f48425db970607a4" providerId="LiveId" clId="{0980EDAB-3F5E-4A13-BDD2-5188CC07EABA}" dt="2020-02-14T02:46:42.193" v="1603" actId="20577"/>
          <ac:spMkLst>
            <pc:docMk/>
            <pc:sldMk cId="487287250" sldId="312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4T02:45:53.903" v="1595" actId="404"/>
          <ac:spMkLst>
            <pc:docMk/>
            <pc:sldMk cId="487287250" sldId="312"/>
            <ac:spMk id="3" creationId="{00000000-0000-0000-0000-000000000000}"/>
          </ac:spMkLst>
        </pc:spChg>
      </pc:sldChg>
      <pc:sldChg chg="modSp add del">
        <pc:chgData name="Pan Weike" userId="f48425db970607a4" providerId="LiveId" clId="{0980EDAB-3F5E-4A13-BDD2-5188CC07EABA}" dt="2020-02-14T02:47:19.490" v="1612" actId="47"/>
        <pc:sldMkLst>
          <pc:docMk/>
          <pc:sldMk cId="715182080" sldId="313"/>
        </pc:sldMkLst>
        <pc:spChg chg="mod">
          <ac:chgData name="Pan Weike" userId="f48425db970607a4" providerId="LiveId" clId="{0980EDAB-3F5E-4A13-BDD2-5188CC07EABA}" dt="2020-02-14T02:47:02.680" v="1608" actId="404"/>
          <ac:spMkLst>
            <pc:docMk/>
            <pc:sldMk cId="715182080" sldId="313"/>
            <ac:spMk id="3" creationId="{E88AA852-A002-44A3-AB1F-AFDE36BD94C2}"/>
          </ac:spMkLst>
        </pc:spChg>
      </pc:sldChg>
      <pc:sldChg chg="modSp add">
        <pc:chgData name="Pan Weike" userId="f48425db970607a4" providerId="LiveId" clId="{0980EDAB-3F5E-4A13-BDD2-5188CC07EABA}" dt="2020-02-16T13:58:51.726" v="2234" actId="403"/>
        <pc:sldMkLst>
          <pc:docMk/>
          <pc:sldMk cId="3571235314" sldId="314"/>
        </pc:sldMkLst>
        <pc:spChg chg="mod">
          <ac:chgData name="Pan Weike" userId="f48425db970607a4" providerId="LiveId" clId="{0980EDAB-3F5E-4A13-BDD2-5188CC07EABA}" dt="2020-02-16T13:58:51.726" v="2234" actId="403"/>
          <ac:spMkLst>
            <pc:docMk/>
            <pc:sldMk cId="3571235314" sldId="314"/>
            <ac:spMk id="3" creationId="{00000000-0000-0000-0000-000000000000}"/>
          </ac:spMkLst>
        </pc:spChg>
      </pc:sldChg>
      <pc:sldChg chg="add del">
        <pc:chgData name="Pan Weike" userId="f48425db970607a4" providerId="LiveId" clId="{0980EDAB-3F5E-4A13-BDD2-5188CC07EABA}" dt="2020-02-14T03:00:56.521" v="2121" actId="47"/>
        <pc:sldMkLst>
          <pc:docMk/>
          <pc:sldMk cId="3370826444" sldId="315"/>
        </pc:sldMkLst>
      </pc:sldChg>
      <pc:sldChg chg="modSp add">
        <pc:chgData name="Pan Weike" userId="f48425db970607a4" providerId="LiveId" clId="{0980EDAB-3F5E-4A13-BDD2-5188CC07EABA}" dt="2020-02-16T14:02:46.998" v="2498" actId="113"/>
        <pc:sldMkLst>
          <pc:docMk/>
          <pc:sldMk cId="4014616069" sldId="316"/>
        </pc:sldMkLst>
        <pc:spChg chg="mod">
          <ac:chgData name="Pan Weike" userId="f48425db970607a4" providerId="LiveId" clId="{0980EDAB-3F5E-4A13-BDD2-5188CC07EABA}" dt="2020-02-14T02:52:27.811" v="1722"/>
          <ac:spMkLst>
            <pc:docMk/>
            <pc:sldMk cId="4014616069" sldId="316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4:02:46.998" v="2498" actId="113"/>
          <ac:spMkLst>
            <pc:docMk/>
            <pc:sldMk cId="4014616069" sldId="316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9T07:45:01.241" v="2745" actId="113"/>
        <pc:sldMkLst>
          <pc:docMk/>
          <pc:sldMk cId="624359278" sldId="317"/>
        </pc:sldMkLst>
        <pc:spChg chg="mod">
          <ac:chgData name="Pan Weike" userId="f48425db970607a4" providerId="LiveId" clId="{0980EDAB-3F5E-4A13-BDD2-5188CC07EABA}" dt="2020-02-14T02:52:35.198" v="1725"/>
          <ac:spMkLst>
            <pc:docMk/>
            <pc:sldMk cId="624359278" sldId="317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9T07:45:01.241" v="2745" actId="113"/>
          <ac:spMkLst>
            <pc:docMk/>
            <pc:sldMk cId="624359278" sldId="317"/>
            <ac:spMk id="3" creationId="{00000000-0000-0000-0000-000000000000}"/>
          </ac:spMkLst>
        </pc:spChg>
      </pc:sldChg>
      <pc:sldChg chg="add del">
        <pc:chgData name="Pan Weike" userId="f48425db970607a4" providerId="LiveId" clId="{0980EDAB-3F5E-4A13-BDD2-5188CC07EABA}" dt="2020-02-14T02:53:24.872" v="1731" actId="47"/>
        <pc:sldMkLst>
          <pc:docMk/>
          <pc:sldMk cId="2666074724" sldId="318"/>
        </pc:sldMkLst>
      </pc:sldChg>
      <pc:sldChg chg="modSp add">
        <pc:chgData name="Pan Weike" userId="f48425db970607a4" providerId="LiveId" clId="{0980EDAB-3F5E-4A13-BDD2-5188CC07EABA}" dt="2020-02-16T14:02:58.606" v="2504" actId="6549"/>
        <pc:sldMkLst>
          <pc:docMk/>
          <pc:sldMk cId="2789034695" sldId="319"/>
        </pc:sldMkLst>
        <pc:spChg chg="mod">
          <ac:chgData name="Pan Weike" userId="f48425db970607a4" providerId="LiveId" clId="{0980EDAB-3F5E-4A13-BDD2-5188CC07EABA}" dt="2020-02-14T02:53:28.061" v="1734"/>
          <ac:spMkLst>
            <pc:docMk/>
            <pc:sldMk cId="2789034695" sldId="319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4:02:58.606" v="2504" actId="6549"/>
          <ac:spMkLst>
            <pc:docMk/>
            <pc:sldMk cId="2789034695" sldId="319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11:54.716" v="2713"/>
        <pc:sldMkLst>
          <pc:docMk/>
          <pc:sldMk cId="1812371983" sldId="320"/>
        </pc:sldMkLst>
        <pc:spChg chg="mod">
          <ac:chgData name="Pan Weike" userId="f48425db970607a4" providerId="LiveId" clId="{0980EDAB-3F5E-4A13-BDD2-5188CC07EABA}" dt="2020-02-16T14:08:28.889" v="2629" actId="2711"/>
          <ac:spMkLst>
            <pc:docMk/>
            <pc:sldMk cId="1812371983" sldId="320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4:11:54.716" v="2713"/>
          <ac:spMkLst>
            <pc:docMk/>
            <pc:sldMk cId="1812371983" sldId="320"/>
            <ac:spMk id="3" creationId="{00000000-0000-0000-0000-000000000000}"/>
          </ac:spMkLst>
        </pc:spChg>
      </pc:sldChg>
      <pc:sldChg chg="modSp add">
        <pc:chgData name="Pan Weike" userId="f48425db970607a4" providerId="LiveId" clId="{0980EDAB-3F5E-4A13-BDD2-5188CC07EABA}" dt="2020-02-16T14:37:49.541" v="2742" actId="5793"/>
        <pc:sldMkLst>
          <pc:docMk/>
          <pc:sldMk cId="2985903210" sldId="321"/>
        </pc:sldMkLst>
        <pc:spChg chg="mod">
          <ac:chgData name="Pan Weike" userId="f48425db970607a4" providerId="LiveId" clId="{0980EDAB-3F5E-4A13-BDD2-5188CC07EABA}" dt="2020-02-16T14:12:24.330" v="2725" actId="6549"/>
          <ac:spMkLst>
            <pc:docMk/>
            <pc:sldMk cId="2985903210" sldId="321"/>
            <ac:spMk id="2" creationId="{00000000-0000-0000-0000-000000000000}"/>
          </ac:spMkLst>
        </pc:spChg>
        <pc:spChg chg="mod">
          <ac:chgData name="Pan Weike" userId="f48425db970607a4" providerId="LiveId" clId="{0980EDAB-3F5E-4A13-BDD2-5188CC07EABA}" dt="2020-02-16T14:37:49.541" v="2742" actId="5793"/>
          <ac:spMkLst>
            <pc:docMk/>
            <pc:sldMk cId="2985903210" sldId="321"/>
            <ac:spMk id="3" creationId="{00000000-0000-0000-0000-000000000000}"/>
          </ac:spMkLst>
        </pc:spChg>
      </pc:sldChg>
    </pc:docChg>
  </pc:docChgLst>
  <pc:docChgLst>
    <pc:chgData name="Pan Weike" userId="f48425db970607a4" providerId="LiveId" clId="{552E94C8-4D07-429B-9009-69B98ED70B40}"/>
    <pc:docChg chg="undo redo custSel addSld delSld modSld sldOrd">
      <pc:chgData name="Pan Weike" userId="f48425db970607a4" providerId="LiveId" clId="{552E94C8-4D07-429B-9009-69B98ED70B40}" dt="2022-03-03T06:53:26.607" v="991" actId="3626"/>
      <pc:docMkLst>
        <pc:docMk/>
      </pc:docMkLst>
      <pc:sldChg chg="add del">
        <pc:chgData name="Pan Weike" userId="f48425db970607a4" providerId="LiveId" clId="{552E94C8-4D07-429B-9009-69B98ED70B40}" dt="2022-02-26T01:36:20.330" v="1" actId="2696"/>
        <pc:sldMkLst>
          <pc:docMk/>
          <pc:sldMk cId="4259365513" sldId="280"/>
        </pc:sldMkLst>
      </pc:sldChg>
      <pc:sldChg chg="add del">
        <pc:chgData name="Pan Weike" userId="f48425db970607a4" providerId="LiveId" clId="{552E94C8-4D07-429B-9009-69B98ED70B40}" dt="2022-02-26T01:36:22.728" v="2" actId="47"/>
        <pc:sldMkLst>
          <pc:docMk/>
          <pc:sldMk cId="2240966349" sldId="281"/>
        </pc:sldMkLst>
      </pc:sldChg>
      <pc:sldChg chg="del">
        <pc:chgData name="Pan Weike" userId="f48425db970607a4" providerId="LiveId" clId="{552E94C8-4D07-429B-9009-69B98ED70B40}" dt="2022-02-26T01:37:13.430" v="6" actId="47"/>
        <pc:sldMkLst>
          <pc:docMk/>
          <pc:sldMk cId="4160280422" sldId="282"/>
        </pc:sldMkLst>
      </pc:sldChg>
      <pc:sldChg chg="del">
        <pc:chgData name="Pan Weike" userId="f48425db970607a4" providerId="LiveId" clId="{552E94C8-4D07-429B-9009-69B98ED70B40}" dt="2022-02-26T01:37:13.430" v="6" actId="47"/>
        <pc:sldMkLst>
          <pc:docMk/>
          <pc:sldMk cId="1522259473" sldId="285"/>
        </pc:sldMkLst>
      </pc:sldChg>
      <pc:sldChg chg="del">
        <pc:chgData name="Pan Weike" userId="f48425db970607a4" providerId="LiveId" clId="{552E94C8-4D07-429B-9009-69B98ED70B40}" dt="2022-02-26T01:36:26.470" v="3" actId="47"/>
        <pc:sldMkLst>
          <pc:docMk/>
          <pc:sldMk cId="3877230618" sldId="289"/>
        </pc:sldMkLst>
      </pc:sldChg>
      <pc:sldChg chg="del">
        <pc:chgData name="Pan Weike" userId="f48425db970607a4" providerId="LiveId" clId="{552E94C8-4D07-429B-9009-69B98ED70B40}" dt="2022-02-26T01:37:13.430" v="6" actId="47"/>
        <pc:sldMkLst>
          <pc:docMk/>
          <pc:sldMk cId="1862819835" sldId="290"/>
        </pc:sldMkLst>
      </pc:sldChg>
      <pc:sldChg chg="modSp mod">
        <pc:chgData name="Pan Weike" userId="f48425db970607a4" providerId="LiveId" clId="{552E94C8-4D07-429B-9009-69B98ED70B40}" dt="2022-03-03T01:36:47.705" v="924" actId="2711"/>
        <pc:sldMkLst>
          <pc:docMk/>
          <pc:sldMk cId="1986528261" sldId="295"/>
        </pc:sldMkLst>
        <pc:spChg chg="mod">
          <ac:chgData name="Pan Weike" userId="f48425db970607a4" providerId="LiveId" clId="{552E94C8-4D07-429B-9009-69B98ED70B40}" dt="2022-03-03T01:33:04.656" v="894" actId="2711"/>
          <ac:spMkLst>
            <pc:docMk/>
            <pc:sldMk cId="1986528261" sldId="295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6:47.705" v="924" actId="2711"/>
          <ac:spMkLst>
            <pc:docMk/>
            <pc:sldMk cId="1986528261" sldId="295"/>
            <ac:spMk id="3" creationId="{00000000-0000-0000-0000-000000000000}"/>
          </ac:spMkLst>
        </pc:spChg>
      </pc:sldChg>
      <pc:sldChg chg="del">
        <pc:chgData name="Pan Weike" userId="f48425db970607a4" providerId="LiveId" clId="{552E94C8-4D07-429B-9009-69B98ED70B40}" dt="2022-02-26T01:45:59.925" v="43" actId="47"/>
        <pc:sldMkLst>
          <pc:docMk/>
          <pc:sldMk cId="2712803090" sldId="296"/>
        </pc:sldMkLst>
      </pc:sldChg>
      <pc:sldChg chg="del">
        <pc:chgData name="Pan Weike" userId="f48425db970607a4" providerId="LiveId" clId="{552E94C8-4D07-429B-9009-69B98ED70B40}" dt="2022-02-26T01:45:59.925" v="43" actId="47"/>
        <pc:sldMkLst>
          <pc:docMk/>
          <pc:sldMk cId="935286093" sldId="297"/>
        </pc:sldMkLst>
      </pc:sldChg>
      <pc:sldChg chg="del">
        <pc:chgData name="Pan Weike" userId="f48425db970607a4" providerId="LiveId" clId="{552E94C8-4D07-429B-9009-69B98ED70B40}" dt="2022-02-26T01:45:59.925" v="43" actId="47"/>
        <pc:sldMkLst>
          <pc:docMk/>
          <pc:sldMk cId="4108324102" sldId="298"/>
        </pc:sldMkLst>
      </pc:sldChg>
      <pc:sldChg chg="del">
        <pc:chgData name="Pan Weike" userId="f48425db970607a4" providerId="LiveId" clId="{552E94C8-4D07-429B-9009-69B98ED70B40}" dt="2022-02-26T01:45:59.925" v="43" actId="47"/>
        <pc:sldMkLst>
          <pc:docMk/>
          <pc:sldMk cId="2825862994" sldId="299"/>
        </pc:sldMkLst>
      </pc:sldChg>
      <pc:sldChg chg="modSp mod">
        <pc:chgData name="Pan Weike" userId="f48425db970607a4" providerId="LiveId" clId="{552E94C8-4D07-429B-9009-69B98ED70B40}" dt="2022-03-03T01:38:44.618" v="935" actId="2711"/>
        <pc:sldMkLst>
          <pc:docMk/>
          <pc:sldMk cId="826101023" sldId="300"/>
        </pc:sldMkLst>
        <pc:spChg chg="mod">
          <ac:chgData name="Pan Weike" userId="f48425db970607a4" providerId="LiveId" clId="{552E94C8-4D07-429B-9009-69B98ED70B40}" dt="2022-03-03T01:33:28.280" v="900" actId="2711"/>
          <ac:spMkLst>
            <pc:docMk/>
            <pc:sldMk cId="826101023" sldId="300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8:44.618" v="935" actId="2711"/>
          <ac:spMkLst>
            <pc:docMk/>
            <pc:sldMk cId="826101023" sldId="300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39:46.330" v="939" actId="2711"/>
        <pc:sldMkLst>
          <pc:docMk/>
          <pc:sldMk cId="129304018" sldId="301"/>
        </pc:sldMkLst>
        <pc:spChg chg="mod">
          <ac:chgData name="Pan Weike" userId="f48425db970607a4" providerId="LiveId" clId="{552E94C8-4D07-429B-9009-69B98ED70B40}" dt="2022-03-03T01:33:44.207" v="903" actId="2711"/>
          <ac:spMkLst>
            <pc:docMk/>
            <pc:sldMk cId="129304018" sldId="301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9:46.330" v="939" actId="2711"/>
          <ac:spMkLst>
            <pc:docMk/>
            <pc:sldMk cId="129304018" sldId="301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39:56.186" v="940" actId="2711"/>
        <pc:sldMkLst>
          <pc:docMk/>
          <pc:sldMk cId="1509154444" sldId="302"/>
        </pc:sldMkLst>
        <pc:spChg chg="mod">
          <ac:chgData name="Pan Weike" userId="f48425db970607a4" providerId="LiveId" clId="{552E94C8-4D07-429B-9009-69B98ED70B40}" dt="2022-03-03T01:33:49.068" v="904" actId="2711"/>
          <ac:spMkLst>
            <pc:docMk/>
            <pc:sldMk cId="1509154444" sldId="302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9:56.186" v="940" actId="2711"/>
          <ac:spMkLst>
            <pc:docMk/>
            <pc:sldMk cId="1509154444" sldId="302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40:41.970" v="953" actId="2711"/>
        <pc:sldMkLst>
          <pc:docMk/>
          <pc:sldMk cId="2492830534" sldId="303"/>
        </pc:sldMkLst>
        <pc:spChg chg="mod">
          <ac:chgData name="Pan Weike" userId="f48425db970607a4" providerId="LiveId" clId="{552E94C8-4D07-429B-9009-69B98ED70B40}" dt="2022-03-03T01:33:55.035" v="905" actId="2711"/>
          <ac:spMkLst>
            <pc:docMk/>
            <pc:sldMk cId="2492830534" sldId="303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40:41.970" v="953" actId="2711"/>
          <ac:spMkLst>
            <pc:docMk/>
            <pc:sldMk cId="2492830534" sldId="303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42:00.720" v="958" actId="2711"/>
        <pc:sldMkLst>
          <pc:docMk/>
          <pc:sldMk cId="711890592" sldId="304"/>
        </pc:sldMkLst>
        <pc:spChg chg="mod">
          <ac:chgData name="Pan Weike" userId="f48425db970607a4" providerId="LiveId" clId="{552E94C8-4D07-429B-9009-69B98ED70B40}" dt="2022-03-03T01:34:07.876" v="906" actId="2711"/>
          <ac:spMkLst>
            <pc:docMk/>
            <pc:sldMk cId="711890592" sldId="304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42:00.720" v="958" actId="2711"/>
          <ac:spMkLst>
            <pc:docMk/>
            <pc:sldMk cId="711890592" sldId="304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42:42.728" v="960" actId="2711"/>
        <pc:sldMkLst>
          <pc:docMk/>
          <pc:sldMk cId="2265039434" sldId="305"/>
        </pc:sldMkLst>
        <pc:spChg chg="mod">
          <ac:chgData name="Pan Weike" userId="f48425db970607a4" providerId="LiveId" clId="{552E94C8-4D07-429B-9009-69B98ED70B40}" dt="2022-03-03T01:34:16.893" v="907" actId="2711"/>
          <ac:spMkLst>
            <pc:docMk/>
            <pc:sldMk cId="2265039434" sldId="305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42:42.728" v="960" actId="2711"/>
          <ac:spMkLst>
            <pc:docMk/>
            <pc:sldMk cId="2265039434" sldId="305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43:19.523" v="962" actId="2711"/>
        <pc:sldMkLst>
          <pc:docMk/>
          <pc:sldMk cId="1732863509" sldId="306"/>
        </pc:sldMkLst>
        <pc:spChg chg="mod">
          <ac:chgData name="Pan Weike" userId="f48425db970607a4" providerId="LiveId" clId="{552E94C8-4D07-429B-9009-69B98ED70B40}" dt="2022-03-03T01:34:21.505" v="908" actId="2711"/>
          <ac:spMkLst>
            <pc:docMk/>
            <pc:sldMk cId="1732863509" sldId="306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43:19.523" v="962" actId="2711"/>
          <ac:spMkLst>
            <pc:docMk/>
            <pc:sldMk cId="1732863509" sldId="306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43:39.581" v="963" actId="2711"/>
        <pc:sldMkLst>
          <pc:docMk/>
          <pc:sldMk cId="866421558" sldId="307"/>
        </pc:sldMkLst>
        <pc:spChg chg="mod">
          <ac:chgData name="Pan Weike" userId="f48425db970607a4" providerId="LiveId" clId="{552E94C8-4D07-429B-9009-69B98ED70B40}" dt="2022-03-03T01:34:26.233" v="909" actId="2711"/>
          <ac:spMkLst>
            <pc:docMk/>
            <pc:sldMk cId="866421558" sldId="307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43:39.581" v="963" actId="2711"/>
          <ac:spMkLst>
            <pc:docMk/>
            <pc:sldMk cId="866421558" sldId="307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6:52:54.522" v="978" actId="115"/>
        <pc:sldMkLst>
          <pc:docMk/>
          <pc:sldMk cId="495312353" sldId="308"/>
        </pc:sldMkLst>
        <pc:spChg chg="mod">
          <ac:chgData name="Pan Weike" userId="f48425db970607a4" providerId="LiveId" clId="{552E94C8-4D07-429B-9009-69B98ED70B40}" dt="2022-03-03T01:34:47.606" v="914" actId="2711"/>
          <ac:spMkLst>
            <pc:docMk/>
            <pc:sldMk cId="495312353" sldId="308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2:54.522" v="978" actId="115"/>
          <ac:spMkLst>
            <pc:docMk/>
            <pc:sldMk cId="495312353" sldId="308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6:53:04.577" v="981" actId="207"/>
        <pc:sldMkLst>
          <pc:docMk/>
          <pc:sldMk cId="2290085433" sldId="309"/>
        </pc:sldMkLst>
        <pc:spChg chg="mod">
          <ac:chgData name="Pan Weike" userId="f48425db970607a4" providerId="LiveId" clId="{552E94C8-4D07-429B-9009-69B98ED70B40}" dt="2022-03-03T01:34:50.692" v="915" actId="2711"/>
          <ac:spMkLst>
            <pc:docMk/>
            <pc:sldMk cId="2290085433" sldId="309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3:04.577" v="981" actId="207"/>
          <ac:spMkLst>
            <pc:docMk/>
            <pc:sldMk cId="2290085433" sldId="309"/>
            <ac:spMk id="3" creationId="{00000000-0000-0000-0000-000000000000}"/>
          </ac:spMkLst>
        </pc:spChg>
      </pc:sldChg>
      <pc:sldChg chg="modSp del mod">
        <pc:chgData name="Pan Weike" userId="f48425db970607a4" providerId="LiveId" clId="{552E94C8-4D07-429B-9009-69B98ED70B40}" dt="2022-02-26T03:36:43.351" v="590" actId="47"/>
        <pc:sldMkLst>
          <pc:docMk/>
          <pc:sldMk cId="3904807848" sldId="310"/>
        </pc:sldMkLst>
        <pc:spChg chg="mod">
          <ac:chgData name="Pan Weike" userId="f48425db970607a4" providerId="LiveId" clId="{552E94C8-4D07-429B-9009-69B98ED70B40}" dt="2022-02-26T03:31:39.293" v="567" actId="20577"/>
          <ac:spMkLst>
            <pc:docMk/>
            <pc:sldMk cId="3904807848" sldId="310"/>
            <ac:spMk id="3" creationId="{00000000-0000-0000-0000-000000000000}"/>
          </ac:spMkLst>
        </pc:spChg>
      </pc:sldChg>
      <pc:sldChg chg="modSp del mod">
        <pc:chgData name="Pan Weike" userId="f48425db970607a4" providerId="LiveId" clId="{552E94C8-4D07-429B-9009-69B98ED70B40}" dt="2022-02-26T03:36:03.661" v="588" actId="2696"/>
        <pc:sldMkLst>
          <pc:docMk/>
          <pc:sldMk cId="3164974932" sldId="311"/>
        </pc:sldMkLst>
        <pc:spChg chg="mod">
          <ac:chgData name="Pan Weike" userId="f48425db970607a4" providerId="LiveId" clId="{552E94C8-4D07-429B-9009-69B98ED70B40}" dt="2022-02-26T03:35:56.687" v="587" actId="207"/>
          <ac:spMkLst>
            <pc:docMk/>
            <pc:sldMk cId="3164974932" sldId="311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6:52:40.112" v="973" actId="3626"/>
        <pc:sldMkLst>
          <pc:docMk/>
          <pc:sldMk cId="3643609833" sldId="311"/>
        </pc:sldMkLst>
        <pc:spChg chg="mod">
          <ac:chgData name="Pan Weike" userId="f48425db970607a4" providerId="LiveId" clId="{552E94C8-4D07-429B-9009-69B98ED70B40}" dt="2022-03-03T01:34:44.182" v="913" actId="2711"/>
          <ac:spMkLst>
            <pc:docMk/>
            <pc:sldMk cId="3643609833" sldId="311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2:40.112" v="973" actId="3626"/>
          <ac:spMkLst>
            <pc:docMk/>
            <pc:sldMk cId="3643609833" sldId="311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6:53:10.785" v="984" actId="207"/>
        <pc:sldMkLst>
          <pc:docMk/>
          <pc:sldMk cId="3571235314" sldId="314"/>
        </pc:sldMkLst>
        <pc:spChg chg="mod">
          <ac:chgData name="Pan Weike" userId="f48425db970607a4" providerId="LiveId" clId="{552E94C8-4D07-429B-9009-69B98ED70B40}" dt="2022-03-03T01:34:53.802" v="916" actId="2711"/>
          <ac:spMkLst>
            <pc:docMk/>
            <pc:sldMk cId="3571235314" sldId="314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3:10.785" v="984" actId="207"/>
          <ac:spMkLst>
            <pc:docMk/>
            <pc:sldMk cId="3571235314" sldId="314"/>
            <ac:spMk id="3" creationId="{00000000-0000-0000-0000-000000000000}"/>
          </ac:spMkLst>
        </pc:spChg>
      </pc:sldChg>
      <pc:sldChg chg="modSp add del mod">
        <pc:chgData name="Pan Weike" userId="f48425db970607a4" providerId="LiveId" clId="{552E94C8-4D07-429B-9009-69B98ED70B40}" dt="2022-03-03T06:53:16.447" v="988" actId="3626"/>
        <pc:sldMkLst>
          <pc:docMk/>
          <pc:sldMk cId="4014616069" sldId="316"/>
        </pc:sldMkLst>
        <pc:spChg chg="mod">
          <ac:chgData name="Pan Weike" userId="f48425db970607a4" providerId="LiveId" clId="{552E94C8-4D07-429B-9009-69B98ED70B40}" dt="2022-03-03T01:34:57.027" v="917" actId="2711"/>
          <ac:spMkLst>
            <pc:docMk/>
            <pc:sldMk cId="4014616069" sldId="316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3:16.447" v="988" actId="3626"/>
          <ac:spMkLst>
            <pc:docMk/>
            <pc:sldMk cId="4014616069" sldId="316"/>
            <ac:spMk id="3" creationId="{00000000-0000-0000-0000-000000000000}"/>
          </ac:spMkLst>
        </pc:spChg>
      </pc:sldChg>
      <pc:sldChg chg="del">
        <pc:chgData name="Pan Weike" userId="f48425db970607a4" providerId="LiveId" clId="{552E94C8-4D07-429B-9009-69B98ED70B40}" dt="2022-02-26T03:46:54.228" v="741" actId="47"/>
        <pc:sldMkLst>
          <pc:docMk/>
          <pc:sldMk cId="624359278" sldId="317"/>
        </pc:sldMkLst>
      </pc:sldChg>
      <pc:sldChg chg="modSp mod">
        <pc:chgData name="Pan Weike" userId="f48425db970607a4" providerId="LiveId" clId="{552E94C8-4D07-429B-9009-69B98ED70B40}" dt="2022-03-03T06:53:21.848" v="990" actId="3626"/>
        <pc:sldMkLst>
          <pc:docMk/>
          <pc:sldMk cId="2789034695" sldId="319"/>
        </pc:sldMkLst>
        <pc:spChg chg="mod">
          <ac:chgData name="Pan Weike" userId="f48425db970607a4" providerId="LiveId" clId="{552E94C8-4D07-429B-9009-69B98ED70B40}" dt="2022-03-03T01:34:59.904" v="918" actId="2711"/>
          <ac:spMkLst>
            <pc:docMk/>
            <pc:sldMk cId="2789034695" sldId="319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3:21.848" v="990" actId="3626"/>
          <ac:spMkLst>
            <pc:docMk/>
            <pc:sldMk cId="2789034695" sldId="319"/>
            <ac:spMk id="3" creationId="{00000000-0000-0000-0000-000000000000}"/>
          </ac:spMkLst>
        </pc:spChg>
      </pc:sldChg>
      <pc:sldChg chg="modSp mod ord">
        <pc:chgData name="Pan Weike" userId="f48425db970607a4" providerId="LiveId" clId="{552E94C8-4D07-429B-9009-69B98ED70B40}" dt="2022-03-03T01:31:15.017" v="884" actId="2711"/>
        <pc:sldMkLst>
          <pc:docMk/>
          <pc:sldMk cId="1812371983" sldId="320"/>
        </pc:sldMkLst>
        <pc:spChg chg="mod">
          <ac:chgData name="Pan Weike" userId="f48425db970607a4" providerId="LiveId" clId="{552E94C8-4D07-429B-9009-69B98ED70B40}" dt="2022-03-03T01:31:15.017" v="884" actId="2711"/>
          <ac:spMkLst>
            <pc:docMk/>
            <pc:sldMk cId="1812371983" sldId="320"/>
            <ac:spMk id="3" creationId="{00000000-0000-0000-0000-000000000000}"/>
          </ac:spMkLst>
        </pc:spChg>
      </pc:sldChg>
      <pc:sldChg chg="modSp mod">
        <pc:chgData name="Pan Weike" userId="f48425db970607a4" providerId="LiveId" clId="{552E94C8-4D07-429B-9009-69B98ED70B40}" dt="2022-03-03T01:35:12.681" v="922" actId="20577"/>
        <pc:sldMkLst>
          <pc:docMk/>
          <pc:sldMk cId="2985903210" sldId="321"/>
        </pc:sldMkLst>
        <pc:spChg chg="mod">
          <ac:chgData name="Pan Weike" userId="f48425db970607a4" providerId="LiveId" clId="{552E94C8-4D07-429B-9009-69B98ED70B40}" dt="2022-03-03T01:35:06.492" v="920" actId="2711"/>
          <ac:spMkLst>
            <pc:docMk/>
            <pc:sldMk cId="2985903210" sldId="321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5:12.681" v="922" actId="20577"/>
          <ac:spMkLst>
            <pc:docMk/>
            <pc:sldMk cId="2985903210" sldId="321"/>
            <ac:spMk id="3" creationId="{00000000-0000-0000-0000-000000000000}"/>
          </ac:spMkLst>
        </pc:spChg>
      </pc:sldChg>
      <pc:sldChg chg="addSp modSp add mod">
        <pc:chgData name="Pan Weike" userId="f48425db970607a4" providerId="LiveId" clId="{552E94C8-4D07-429B-9009-69B98ED70B40}" dt="2022-03-03T01:31:10.728" v="883" actId="2711"/>
        <pc:sldMkLst>
          <pc:docMk/>
          <pc:sldMk cId="1311940010" sldId="322"/>
        </pc:sldMkLst>
        <pc:spChg chg="mod">
          <ac:chgData name="Pan Weike" userId="f48425db970607a4" providerId="LiveId" clId="{552E94C8-4D07-429B-9009-69B98ED70B40}" dt="2022-03-03T01:31:07.064" v="882" actId="2711"/>
          <ac:spMkLst>
            <pc:docMk/>
            <pc:sldMk cId="1311940010" sldId="322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1:10.728" v="883" actId="2711"/>
          <ac:spMkLst>
            <pc:docMk/>
            <pc:sldMk cId="1311940010" sldId="322"/>
            <ac:spMk id="3" creationId="{00000000-0000-0000-0000-000000000000}"/>
          </ac:spMkLst>
        </pc:spChg>
        <pc:spChg chg="add mod">
          <ac:chgData name="Pan Weike" userId="f48425db970607a4" providerId="LiveId" clId="{552E94C8-4D07-429B-9009-69B98ED70B40}" dt="2022-02-28T00:36:14.400" v="877"/>
          <ac:spMkLst>
            <pc:docMk/>
            <pc:sldMk cId="1311940010" sldId="322"/>
            <ac:spMk id="4" creationId="{DE4013A6-A0C2-48B7-B77F-EC5447ABD055}"/>
          </ac:spMkLst>
        </pc:spChg>
      </pc:sldChg>
      <pc:sldChg chg="modSp add mod">
        <pc:chgData name="Pan Weike" userId="f48425db970607a4" providerId="LiveId" clId="{552E94C8-4D07-429B-9009-69B98ED70B40}" dt="2022-03-03T06:52:24.050" v="971" actId="3626"/>
        <pc:sldMkLst>
          <pc:docMk/>
          <pc:sldMk cId="4765419" sldId="323"/>
        </pc:sldMkLst>
        <pc:spChg chg="mod">
          <ac:chgData name="Pan Weike" userId="f48425db970607a4" providerId="LiveId" clId="{552E94C8-4D07-429B-9009-69B98ED70B40}" dt="2022-03-03T01:32:57.083" v="892" actId="2711"/>
          <ac:spMkLst>
            <pc:docMk/>
            <pc:sldMk cId="4765419" sldId="323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2:24.050" v="971" actId="3626"/>
          <ac:spMkLst>
            <pc:docMk/>
            <pc:sldMk cId="4765419" sldId="323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1:33:01.102" v="893" actId="2711"/>
        <pc:sldMkLst>
          <pc:docMk/>
          <pc:sldMk cId="2707946323" sldId="324"/>
        </pc:sldMkLst>
        <pc:spChg chg="mod">
          <ac:chgData name="Pan Weike" userId="f48425db970607a4" providerId="LiveId" clId="{552E94C8-4D07-429B-9009-69B98ED70B40}" dt="2022-03-03T01:33:01.102" v="893" actId="2711"/>
          <ac:spMkLst>
            <pc:docMk/>
            <pc:sldMk cId="2707946323" sldId="324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2:47.362" v="891" actId="2711"/>
          <ac:spMkLst>
            <pc:docMk/>
            <pc:sldMk cId="2707946323" sldId="324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1:37:04.387" v="926" actId="2711"/>
        <pc:sldMkLst>
          <pc:docMk/>
          <pc:sldMk cId="880971574" sldId="325"/>
        </pc:sldMkLst>
        <pc:spChg chg="mod">
          <ac:chgData name="Pan Weike" userId="f48425db970607a4" providerId="LiveId" clId="{552E94C8-4D07-429B-9009-69B98ED70B40}" dt="2022-03-03T01:33:08.493" v="895" actId="2711"/>
          <ac:spMkLst>
            <pc:docMk/>
            <pc:sldMk cId="880971574" sldId="325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7:04.387" v="926" actId="2711"/>
          <ac:spMkLst>
            <pc:docMk/>
            <pc:sldMk cId="880971574" sldId="325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1:37:15.258" v="928" actId="2711"/>
        <pc:sldMkLst>
          <pc:docMk/>
          <pc:sldMk cId="3116419896" sldId="326"/>
        </pc:sldMkLst>
        <pc:spChg chg="mod">
          <ac:chgData name="Pan Weike" userId="f48425db970607a4" providerId="LiveId" clId="{552E94C8-4D07-429B-9009-69B98ED70B40}" dt="2022-03-03T01:33:12.492" v="896" actId="2711"/>
          <ac:spMkLst>
            <pc:docMk/>
            <pc:sldMk cId="3116419896" sldId="326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7:15.258" v="928" actId="2711"/>
          <ac:spMkLst>
            <pc:docMk/>
            <pc:sldMk cId="3116419896" sldId="326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1:37:24.608" v="930" actId="2711"/>
        <pc:sldMkLst>
          <pc:docMk/>
          <pc:sldMk cId="1668141408" sldId="327"/>
        </pc:sldMkLst>
        <pc:spChg chg="mod">
          <ac:chgData name="Pan Weike" userId="f48425db970607a4" providerId="LiveId" clId="{552E94C8-4D07-429B-9009-69B98ED70B40}" dt="2022-03-03T01:33:15.640" v="897" actId="2711"/>
          <ac:spMkLst>
            <pc:docMk/>
            <pc:sldMk cId="1668141408" sldId="327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7:24.608" v="930" actId="2711"/>
          <ac:spMkLst>
            <pc:docMk/>
            <pc:sldMk cId="1668141408" sldId="327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1:37:35.302" v="932" actId="2711"/>
        <pc:sldMkLst>
          <pc:docMk/>
          <pc:sldMk cId="1210130411" sldId="328"/>
        </pc:sldMkLst>
        <pc:spChg chg="mod">
          <ac:chgData name="Pan Weike" userId="f48425db970607a4" providerId="LiveId" clId="{552E94C8-4D07-429B-9009-69B98ED70B40}" dt="2022-03-03T01:33:18.784" v="898" actId="2711"/>
          <ac:spMkLst>
            <pc:docMk/>
            <pc:sldMk cId="1210130411" sldId="328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7:35.302" v="932" actId="2711"/>
          <ac:spMkLst>
            <pc:docMk/>
            <pc:sldMk cId="1210130411" sldId="328"/>
            <ac:spMk id="3" creationId="{00000000-0000-0000-0000-000000000000}"/>
          </ac:spMkLst>
        </pc:spChg>
      </pc:sldChg>
      <pc:sldChg chg="addSp modSp add mod">
        <pc:chgData name="Pan Weike" userId="f48425db970607a4" providerId="LiveId" clId="{552E94C8-4D07-429B-9009-69B98ED70B40}" dt="2022-03-03T01:46:01.227" v="970" actId="1076"/>
        <pc:sldMkLst>
          <pc:docMk/>
          <pc:sldMk cId="4200219148" sldId="329"/>
        </pc:sldMkLst>
        <pc:spChg chg="mod">
          <ac:chgData name="Pan Weike" userId="f48425db970607a4" providerId="LiveId" clId="{552E94C8-4D07-429B-9009-69B98ED70B40}" dt="2022-03-03T01:33:22.457" v="899" actId="2711"/>
          <ac:spMkLst>
            <pc:docMk/>
            <pc:sldMk cId="4200219148" sldId="329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7:42.046" v="934" actId="2711"/>
          <ac:spMkLst>
            <pc:docMk/>
            <pc:sldMk cId="4200219148" sldId="329"/>
            <ac:spMk id="3" creationId="{00000000-0000-0000-0000-000000000000}"/>
          </ac:spMkLst>
        </pc:spChg>
        <pc:picChg chg="add mod">
          <ac:chgData name="Pan Weike" userId="f48425db970607a4" providerId="LiveId" clId="{552E94C8-4D07-429B-9009-69B98ED70B40}" dt="2022-03-03T01:46:01.227" v="970" actId="1076"/>
          <ac:picMkLst>
            <pc:docMk/>
            <pc:sldMk cId="4200219148" sldId="329"/>
            <ac:picMk id="6" creationId="{3569CB16-60D6-4FB5-BA06-7EB0BF0B2F14}"/>
          </ac:picMkLst>
        </pc:picChg>
      </pc:sldChg>
      <pc:sldChg chg="modSp add mod">
        <pc:chgData name="Pan Weike" userId="f48425db970607a4" providerId="LiveId" clId="{552E94C8-4D07-429B-9009-69B98ED70B40}" dt="2022-03-03T01:39:10.122" v="937" actId="2711"/>
        <pc:sldMkLst>
          <pc:docMk/>
          <pc:sldMk cId="4242172480" sldId="330"/>
        </pc:sldMkLst>
        <pc:spChg chg="mod">
          <ac:chgData name="Pan Weike" userId="f48425db970607a4" providerId="LiveId" clId="{552E94C8-4D07-429B-9009-69B98ED70B40}" dt="2022-03-03T01:33:34.166" v="901" actId="2711"/>
          <ac:spMkLst>
            <pc:docMk/>
            <pc:sldMk cId="4242172480" sldId="330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9:10.122" v="937" actId="2711"/>
          <ac:spMkLst>
            <pc:docMk/>
            <pc:sldMk cId="4242172480" sldId="330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1:39:27.698" v="938" actId="2711"/>
        <pc:sldMkLst>
          <pc:docMk/>
          <pc:sldMk cId="2466914081" sldId="331"/>
        </pc:sldMkLst>
        <pc:spChg chg="mod">
          <ac:chgData name="Pan Weike" userId="f48425db970607a4" providerId="LiveId" clId="{552E94C8-4D07-429B-9009-69B98ED70B40}" dt="2022-03-03T01:33:39.739" v="902" actId="2711"/>
          <ac:spMkLst>
            <pc:docMk/>
            <pc:sldMk cId="2466914081" sldId="331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39:27.698" v="938" actId="2711"/>
          <ac:spMkLst>
            <pc:docMk/>
            <pc:sldMk cId="2466914081" sldId="331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1:43:58.373" v="964" actId="2711"/>
        <pc:sldMkLst>
          <pc:docMk/>
          <pc:sldMk cId="1138719258" sldId="332"/>
        </pc:sldMkLst>
        <pc:spChg chg="mod">
          <ac:chgData name="Pan Weike" userId="f48425db970607a4" providerId="LiveId" clId="{552E94C8-4D07-429B-9009-69B98ED70B40}" dt="2022-03-03T01:34:31.097" v="910" actId="2711"/>
          <ac:spMkLst>
            <pc:docMk/>
            <pc:sldMk cId="1138719258" sldId="332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43:58.373" v="964" actId="2711"/>
          <ac:spMkLst>
            <pc:docMk/>
            <pc:sldMk cId="1138719258" sldId="332"/>
            <ac:spMk id="3" creationId="{00000000-0000-0000-0000-000000000000}"/>
          </ac:spMkLst>
        </pc:spChg>
      </pc:sldChg>
      <pc:sldChg chg="addSp delSp modSp add mod">
        <pc:chgData name="Pan Weike" userId="f48425db970607a4" providerId="LiveId" clId="{552E94C8-4D07-429B-9009-69B98ED70B40}" dt="2022-03-03T01:44:08.787" v="965" actId="2711"/>
        <pc:sldMkLst>
          <pc:docMk/>
          <pc:sldMk cId="3312355864" sldId="333"/>
        </pc:sldMkLst>
        <pc:spChg chg="mod">
          <ac:chgData name="Pan Weike" userId="f48425db970607a4" providerId="LiveId" clId="{552E94C8-4D07-429B-9009-69B98ED70B40}" dt="2022-03-03T01:34:35.323" v="911" actId="2711"/>
          <ac:spMkLst>
            <pc:docMk/>
            <pc:sldMk cId="3312355864" sldId="333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1:44:08.787" v="965" actId="2711"/>
          <ac:spMkLst>
            <pc:docMk/>
            <pc:sldMk cId="3312355864" sldId="333"/>
            <ac:spMk id="3" creationId="{00000000-0000-0000-0000-000000000000}"/>
          </ac:spMkLst>
        </pc:spChg>
        <pc:spChg chg="add del">
          <ac:chgData name="Pan Weike" userId="f48425db970607a4" providerId="LiveId" clId="{552E94C8-4D07-429B-9009-69B98ED70B40}" dt="2022-02-26T02:07:46.077" v="415" actId="22"/>
          <ac:spMkLst>
            <pc:docMk/>
            <pc:sldMk cId="3312355864" sldId="333"/>
            <ac:spMk id="6" creationId="{EAED851B-00AB-4511-A66E-584216EA7BBD}"/>
          </ac:spMkLst>
        </pc:spChg>
      </pc:sldChg>
      <pc:sldChg chg="modSp add mod">
        <pc:chgData name="Pan Weike" userId="f48425db970607a4" providerId="LiveId" clId="{552E94C8-4D07-429B-9009-69B98ED70B40}" dt="2022-03-03T06:52:37.327" v="972" actId="3626"/>
        <pc:sldMkLst>
          <pc:docMk/>
          <pc:sldMk cId="21993930" sldId="334"/>
        </pc:sldMkLst>
        <pc:spChg chg="mod">
          <ac:chgData name="Pan Weike" userId="f48425db970607a4" providerId="LiveId" clId="{552E94C8-4D07-429B-9009-69B98ED70B40}" dt="2022-03-03T01:34:40.248" v="912" actId="2711"/>
          <ac:spMkLst>
            <pc:docMk/>
            <pc:sldMk cId="21993930" sldId="334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2:37.327" v="972" actId="3626"/>
          <ac:spMkLst>
            <pc:docMk/>
            <pc:sldMk cId="21993930" sldId="334"/>
            <ac:spMk id="3" creationId="{00000000-0000-0000-0000-000000000000}"/>
          </ac:spMkLst>
        </pc:spChg>
      </pc:sldChg>
      <pc:sldChg chg="modSp add mod">
        <pc:chgData name="Pan Weike" userId="f48425db970607a4" providerId="LiveId" clId="{552E94C8-4D07-429B-9009-69B98ED70B40}" dt="2022-03-03T06:53:26.607" v="991" actId="3626"/>
        <pc:sldMkLst>
          <pc:docMk/>
          <pc:sldMk cId="2867138318" sldId="335"/>
        </pc:sldMkLst>
        <pc:spChg chg="mod">
          <ac:chgData name="Pan Weike" userId="f48425db970607a4" providerId="LiveId" clId="{552E94C8-4D07-429B-9009-69B98ED70B40}" dt="2022-03-03T01:35:03.152" v="919" actId="2711"/>
          <ac:spMkLst>
            <pc:docMk/>
            <pc:sldMk cId="2867138318" sldId="335"/>
            <ac:spMk id="2" creationId="{00000000-0000-0000-0000-000000000000}"/>
          </ac:spMkLst>
        </pc:spChg>
        <pc:spChg chg="mod">
          <ac:chgData name="Pan Weike" userId="f48425db970607a4" providerId="LiveId" clId="{552E94C8-4D07-429B-9009-69B98ED70B40}" dt="2022-03-03T06:53:26.607" v="991" actId="3626"/>
          <ac:spMkLst>
            <pc:docMk/>
            <pc:sldMk cId="2867138318" sldId="335"/>
            <ac:spMk id="3" creationId="{00000000-0000-0000-0000-000000000000}"/>
          </ac:spMkLst>
        </pc:spChg>
      </pc:sldChg>
    </pc:docChg>
  </pc:docChgLst>
  <pc:docChgLst>
    <pc:chgData name="Pan Weike" userId="f48425db970607a4" providerId="LiveId" clId="{AE5AB95B-1DEE-4EFA-90DE-6C462518DD7D}"/>
    <pc:docChg chg="undo custSel modSld">
      <pc:chgData name="Pan Weike" userId="f48425db970607a4" providerId="LiveId" clId="{AE5AB95B-1DEE-4EFA-90DE-6C462518DD7D}" dt="2021-02-13T02:25:47.459" v="14" actId="20577"/>
      <pc:docMkLst>
        <pc:docMk/>
      </pc:docMkLst>
      <pc:sldChg chg="modSp mod">
        <pc:chgData name="Pan Weike" userId="f48425db970607a4" providerId="LiveId" clId="{AE5AB95B-1DEE-4EFA-90DE-6C462518DD7D}" dt="2021-02-13T02:25:47.459" v="14" actId="20577"/>
        <pc:sldMkLst>
          <pc:docMk/>
          <pc:sldMk cId="1862819835" sldId="290"/>
        </pc:sldMkLst>
        <pc:spChg chg="mod">
          <ac:chgData name="Pan Weike" userId="f48425db970607a4" providerId="LiveId" clId="{AE5AB95B-1DEE-4EFA-90DE-6C462518DD7D}" dt="2021-02-13T02:25:47.459" v="14" actId="20577"/>
          <ac:spMkLst>
            <pc:docMk/>
            <pc:sldMk cId="1862819835" sldId="290"/>
            <ac:spMk id="3" creationId="{00000000-0000-0000-0000-000000000000}"/>
          </ac:spMkLst>
        </pc:spChg>
      </pc:sldChg>
    </pc:docChg>
  </pc:docChgLst>
  <pc:docChgLst>
    <pc:chgData name="Pan Weike" userId="f48425db970607a4" providerId="LiveId" clId="{3B2782C3-B8D5-48DE-8C8B-36B302F7436D}"/>
    <pc:docChg chg="undo custSel addSld delSld modSld sldOrd">
      <pc:chgData name="Pan Weike" userId="f48425db970607a4" providerId="LiveId" clId="{3B2782C3-B8D5-48DE-8C8B-36B302F7436D}" dt="2022-07-09T04:28:56.765" v="2379"/>
      <pc:docMkLst>
        <pc:docMk/>
      </pc:docMkLst>
      <pc:sldChg chg="add del setBg">
        <pc:chgData name="Pan Weike" userId="f48425db970607a4" providerId="LiveId" clId="{3B2782C3-B8D5-48DE-8C8B-36B302F7436D}" dt="2022-07-08T13:34:40.092" v="2369"/>
        <pc:sldMkLst>
          <pc:docMk/>
          <pc:sldMk cId="0" sldId="256"/>
        </pc:sldMkLst>
      </pc:sldChg>
      <pc:sldChg chg="addSp modSp mod">
        <pc:chgData name="Pan Weike" userId="f48425db970607a4" providerId="LiveId" clId="{3B2782C3-B8D5-48DE-8C8B-36B302F7436D}" dt="2022-07-08T08:26:53.194" v="1666"/>
        <pc:sldMkLst>
          <pc:docMk/>
          <pc:sldMk cId="514513477" sldId="384"/>
        </pc:sldMkLst>
        <pc:spChg chg="mod">
          <ac:chgData name="Pan Weike" userId="f48425db970607a4" providerId="LiveId" clId="{3B2782C3-B8D5-48DE-8C8B-36B302F7436D}" dt="2022-07-08T08:26:53.194" v="1666"/>
          <ac:spMkLst>
            <pc:docMk/>
            <pc:sldMk cId="514513477" sldId="384"/>
            <ac:spMk id="3" creationId="{00000000-0000-0000-0000-000000000000}"/>
          </ac:spMkLst>
        </pc:spChg>
        <pc:spChg chg="mod">
          <ac:chgData name="Pan Weike" userId="f48425db970607a4" providerId="LiveId" clId="{3B2782C3-B8D5-48DE-8C8B-36B302F7436D}" dt="2022-07-08T07:31:29.579" v="86" actId="1035"/>
          <ac:spMkLst>
            <pc:docMk/>
            <pc:sldMk cId="514513477" sldId="384"/>
            <ac:spMk id="9" creationId="{1C999672-47C6-F567-6BF5-E355F33F8B61}"/>
          </ac:spMkLst>
        </pc:spChg>
        <pc:spChg chg="mod">
          <ac:chgData name="Pan Weike" userId="f48425db970607a4" providerId="LiveId" clId="{3B2782C3-B8D5-48DE-8C8B-36B302F7436D}" dt="2022-07-08T07:31:29.579" v="86" actId="1035"/>
          <ac:spMkLst>
            <pc:docMk/>
            <pc:sldMk cId="514513477" sldId="384"/>
            <ac:spMk id="11" creationId="{16C02AC2-3729-B45B-2C2A-155C1DA76B88}"/>
          </ac:spMkLst>
        </pc:spChg>
        <pc:spChg chg="add mod">
          <ac:chgData name="Pan Weike" userId="f48425db970607a4" providerId="LiveId" clId="{3B2782C3-B8D5-48DE-8C8B-36B302F7436D}" dt="2022-07-08T07:32:02.182" v="98" actId="1036"/>
          <ac:spMkLst>
            <pc:docMk/>
            <pc:sldMk cId="514513477" sldId="384"/>
            <ac:spMk id="12" creationId="{76B3E818-ECD7-A396-2C09-85A0710EAECB}"/>
          </ac:spMkLst>
        </pc:spChg>
        <pc:picChg chg="mod">
          <ac:chgData name="Pan Weike" userId="f48425db970607a4" providerId="LiveId" clId="{3B2782C3-B8D5-48DE-8C8B-36B302F7436D}" dt="2022-07-08T07:30:59.271" v="83" actId="14100"/>
          <ac:picMkLst>
            <pc:docMk/>
            <pc:sldMk cId="514513477" sldId="384"/>
            <ac:picMk id="6" creationId="{DFE1C60D-5CA9-B302-BB77-5CC1ABE0DB76}"/>
          </ac:picMkLst>
        </pc:picChg>
        <pc:picChg chg="add mod">
          <ac:chgData name="Pan Weike" userId="f48425db970607a4" providerId="LiveId" clId="{3B2782C3-B8D5-48DE-8C8B-36B302F7436D}" dt="2022-07-08T07:30:38.373" v="81" actId="1037"/>
          <ac:picMkLst>
            <pc:docMk/>
            <pc:sldMk cId="514513477" sldId="384"/>
            <ac:picMk id="10" creationId="{50F1B4D0-0AA1-19E0-B9AB-6ED8D47A2FF2}"/>
          </ac:picMkLst>
        </pc:picChg>
      </pc:sldChg>
      <pc:sldChg chg="del">
        <pc:chgData name="Pan Weike" userId="f48425db970607a4" providerId="LiveId" clId="{3B2782C3-B8D5-48DE-8C8B-36B302F7436D}" dt="2022-07-08T07:26:29.226" v="59" actId="2696"/>
        <pc:sldMkLst>
          <pc:docMk/>
          <pc:sldMk cId="4126119655" sldId="415"/>
        </pc:sldMkLst>
      </pc:sldChg>
      <pc:sldChg chg="modSp mod">
        <pc:chgData name="Pan Weike" userId="f48425db970607a4" providerId="LiveId" clId="{3B2782C3-B8D5-48DE-8C8B-36B302F7436D}" dt="2022-07-08T07:35:01.155" v="121" actId="2711"/>
        <pc:sldMkLst>
          <pc:docMk/>
          <pc:sldMk cId="134317912" sldId="449"/>
        </pc:sldMkLst>
        <pc:spChg chg="mod">
          <ac:chgData name="Pan Weike" userId="f48425db970607a4" providerId="LiveId" clId="{3B2782C3-B8D5-48DE-8C8B-36B302F7436D}" dt="2022-07-08T07:35:01.155" v="121" actId="2711"/>
          <ac:spMkLst>
            <pc:docMk/>
            <pc:sldMk cId="134317912" sldId="449"/>
            <ac:spMk id="2" creationId="{00000000-0000-0000-0000-000000000000}"/>
          </ac:spMkLst>
        </pc:spChg>
        <pc:spChg chg="mod">
          <ac:chgData name="Pan Weike" userId="f48425db970607a4" providerId="LiveId" clId="{3B2782C3-B8D5-48DE-8C8B-36B302F7436D}" dt="2022-07-08T07:33:47.040" v="99" actId="207"/>
          <ac:spMkLst>
            <pc:docMk/>
            <pc:sldMk cId="134317912" sldId="449"/>
            <ac:spMk id="3" creationId="{00000000-0000-0000-0000-000000000000}"/>
          </ac:spMkLst>
        </pc:spChg>
      </pc:sldChg>
      <pc:sldChg chg="add">
        <pc:chgData name="Pan Weike" userId="f48425db970607a4" providerId="LiveId" clId="{3B2782C3-B8D5-48DE-8C8B-36B302F7436D}" dt="2022-07-08T07:13:49.930" v="0"/>
        <pc:sldMkLst>
          <pc:docMk/>
          <pc:sldMk cId="1039337706" sldId="450"/>
        </pc:sldMkLst>
      </pc:sldChg>
      <pc:sldChg chg="modSp add mod">
        <pc:chgData name="Pan Weike" userId="f48425db970607a4" providerId="LiveId" clId="{3B2782C3-B8D5-48DE-8C8B-36B302F7436D}" dt="2022-07-08T07:23:49.146" v="54" actId="2711"/>
        <pc:sldMkLst>
          <pc:docMk/>
          <pc:sldMk cId="1554616878" sldId="451"/>
        </pc:sldMkLst>
        <pc:spChg chg="mod">
          <ac:chgData name="Pan Weike" userId="f48425db970607a4" providerId="LiveId" clId="{3B2782C3-B8D5-48DE-8C8B-36B302F7436D}" dt="2022-07-08T07:23:17.466" v="48" actId="2711"/>
          <ac:spMkLst>
            <pc:docMk/>
            <pc:sldMk cId="1554616878" sldId="451"/>
            <ac:spMk id="3" creationId="{00000000-0000-0000-0000-000000000000}"/>
          </ac:spMkLst>
        </pc:spChg>
        <pc:spChg chg="mod">
          <ac:chgData name="Pan Weike" userId="f48425db970607a4" providerId="LiveId" clId="{3B2782C3-B8D5-48DE-8C8B-36B302F7436D}" dt="2022-07-08T07:23:25.628" v="49" actId="2711"/>
          <ac:spMkLst>
            <pc:docMk/>
            <pc:sldMk cId="1554616878" sldId="451"/>
            <ac:spMk id="12" creationId="{30E94DFA-5250-8B43-AE4D-3C3E182F6865}"/>
          </ac:spMkLst>
        </pc:spChg>
        <pc:spChg chg="mod">
          <ac:chgData name="Pan Weike" userId="f48425db970607a4" providerId="LiveId" clId="{3B2782C3-B8D5-48DE-8C8B-36B302F7436D}" dt="2022-07-08T07:23:33.803" v="51" actId="2711"/>
          <ac:spMkLst>
            <pc:docMk/>
            <pc:sldMk cId="1554616878" sldId="451"/>
            <ac:spMk id="14" creationId="{E8BD9098-B889-2C4B-AE10-3BAAFB6EBE97}"/>
          </ac:spMkLst>
        </pc:spChg>
        <pc:spChg chg="mod">
          <ac:chgData name="Pan Weike" userId="f48425db970607a4" providerId="LiveId" clId="{3B2782C3-B8D5-48DE-8C8B-36B302F7436D}" dt="2022-07-08T07:23:49.146" v="54" actId="2711"/>
          <ac:spMkLst>
            <pc:docMk/>
            <pc:sldMk cId="1554616878" sldId="451"/>
            <ac:spMk id="16" creationId="{2B5F7ECD-2BDF-4E47-97C4-8D733048A1E8}"/>
          </ac:spMkLst>
        </pc:spChg>
        <pc:spChg chg="mod">
          <ac:chgData name="Pan Weike" userId="f48425db970607a4" providerId="LiveId" clId="{3B2782C3-B8D5-48DE-8C8B-36B302F7436D}" dt="2022-07-08T07:23:38.352" v="52" actId="2711"/>
          <ac:spMkLst>
            <pc:docMk/>
            <pc:sldMk cId="1554616878" sldId="451"/>
            <ac:spMk id="18" creationId="{4CD5B25B-82B3-D84B-870E-DB77A955F563}"/>
          </ac:spMkLst>
        </pc:spChg>
        <pc:spChg chg="mod">
          <ac:chgData name="Pan Weike" userId="f48425db970607a4" providerId="LiveId" clId="{3B2782C3-B8D5-48DE-8C8B-36B302F7436D}" dt="2022-07-08T07:23:49.146" v="54" actId="2711"/>
          <ac:spMkLst>
            <pc:docMk/>
            <pc:sldMk cId="1554616878" sldId="451"/>
            <ac:spMk id="20" creationId="{FA330A58-63BC-B843-B258-99EFED7D202C}"/>
          </ac:spMkLst>
        </pc:spChg>
        <pc:spChg chg="mod">
          <ac:chgData name="Pan Weike" userId="f48425db970607a4" providerId="LiveId" clId="{3B2782C3-B8D5-48DE-8C8B-36B302F7436D}" dt="2022-07-08T07:23:43.388" v="53" actId="2711"/>
          <ac:spMkLst>
            <pc:docMk/>
            <pc:sldMk cId="1554616878" sldId="451"/>
            <ac:spMk id="22" creationId="{173C45BB-78B7-1146-BB47-D1A69CA962FC}"/>
          </ac:spMkLst>
        </pc:spChg>
      </pc:sldChg>
      <pc:sldChg chg="addSp modSp add mod ord">
        <pc:chgData name="Pan Weike" userId="f48425db970607a4" providerId="LiveId" clId="{3B2782C3-B8D5-48DE-8C8B-36B302F7436D}" dt="2022-07-08T08:43:43.524" v="2366" actId="1076"/>
        <pc:sldMkLst>
          <pc:docMk/>
          <pc:sldMk cId="212249343" sldId="452"/>
        </pc:sldMkLst>
        <pc:spChg chg="mod">
          <ac:chgData name="Pan Weike" userId="f48425db970607a4" providerId="LiveId" clId="{3B2782C3-B8D5-48DE-8C8B-36B302F7436D}" dt="2022-07-08T08:37:36.441" v="2325"/>
          <ac:spMkLst>
            <pc:docMk/>
            <pc:sldMk cId="212249343" sldId="452"/>
            <ac:spMk id="3" creationId="{00000000-0000-0000-0000-000000000000}"/>
          </ac:spMkLst>
        </pc:spChg>
        <pc:spChg chg="add mod">
          <ac:chgData name="Pan Weike" userId="f48425db970607a4" providerId="LiveId" clId="{3B2782C3-B8D5-48DE-8C8B-36B302F7436D}" dt="2022-07-08T07:25:34.053" v="57"/>
          <ac:spMkLst>
            <pc:docMk/>
            <pc:sldMk cId="212249343" sldId="452"/>
            <ac:spMk id="7" creationId="{B1C6DE3A-F73A-0581-A3A8-391C16D6FD4C}"/>
          </ac:spMkLst>
        </pc:spChg>
        <pc:picChg chg="add mod">
          <ac:chgData name="Pan Weike" userId="f48425db970607a4" providerId="LiveId" clId="{3B2782C3-B8D5-48DE-8C8B-36B302F7436D}" dt="2022-07-08T08:43:43.524" v="2366" actId="1076"/>
          <ac:picMkLst>
            <pc:docMk/>
            <pc:sldMk cId="212249343" sldId="452"/>
            <ac:picMk id="6" creationId="{F71225E0-03B9-BBAB-582C-308D0CF04B8C}"/>
          </ac:picMkLst>
        </pc:picChg>
      </pc:sldChg>
      <pc:sldChg chg="modSp add mod">
        <pc:chgData name="Pan Weike" userId="f48425db970607a4" providerId="LiveId" clId="{3B2782C3-B8D5-48DE-8C8B-36B302F7436D}" dt="2022-07-09T03:50:58.527" v="2378" actId="2711"/>
        <pc:sldMkLst>
          <pc:docMk/>
          <pc:sldMk cId="2237372853" sldId="453"/>
        </pc:sldMkLst>
        <pc:spChg chg="mod">
          <ac:chgData name="Pan Weike" userId="f48425db970607a4" providerId="LiveId" clId="{3B2782C3-B8D5-48DE-8C8B-36B302F7436D}" dt="2022-07-08T07:35:15.607" v="135" actId="20577"/>
          <ac:spMkLst>
            <pc:docMk/>
            <pc:sldMk cId="2237372853" sldId="453"/>
            <ac:spMk id="2" creationId="{00000000-0000-0000-0000-000000000000}"/>
          </ac:spMkLst>
        </pc:spChg>
        <pc:spChg chg="mod">
          <ac:chgData name="Pan Weike" userId="f48425db970607a4" providerId="LiveId" clId="{3B2782C3-B8D5-48DE-8C8B-36B302F7436D}" dt="2022-07-09T03:50:58.527" v="2378" actId="2711"/>
          <ac:spMkLst>
            <pc:docMk/>
            <pc:sldMk cId="2237372853" sldId="453"/>
            <ac:spMk id="3" creationId="{00000000-0000-0000-0000-000000000000}"/>
          </ac:spMkLst>
        </pc:spChg>
      </pc:sldChg>
      <pc:sldChg chg="add">
        <pc:chgData name="Pan Weike" userId="f48425db970607a4" providerId="LiveId" clId="{3B2782C3-B8D5-48DE-8C8B-36B302F7436D}" dt="2022-07-09T03:50:09.446" v="2370"/>
        <pc:sldMkLst>
          <pc:docMk/>
          <pc:sldMk cId="2008871615" sldId="454"/>
        </pc:sldMkLst>
      </pc:sldChg>
      <pc:sldChg chg="add">
        <pc:chgData name="Pan Weike" userId="f48425db970607a4" providerId="LiveId" clId="{3B2782C3-B8D5-48DE-8C8B-36B302F7436D}" dt="2022-07-09T03:50:09.446" v="2370"/>
        <pc:sldMkLst>
          <pc:docMk/>
          <pc:sldMk cId="1748212430" sldId="455"/>
        </pc:sldMkLst>
      </pc:sldChg>
      <pc:sldChg chg="add">
        <pc:chgData name="Pan Weike" userId="f48425db970607a4" providerId="LiveId" clId="{3B2782C3-B8D5-48DE-8C8B-36B302F7436D}" dt="2022-07-09T04:28:56.765" v="2379"/>
        <pc:sldMkLst>
          <pc:docMk/>
          <pc:sldMk cId="2062645725" sldId="4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3AAEB-0301-4ED0-B1D0-4BE1EF9D72C0}" type="datetimeFigureOut">
              <a:rPr lang="zh-CN" altLang="en-US" smtClean="0"/>
              <a:pPr/>
              <a:t>2024/3/28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3329D-B319-4444-A6F8-36F9B0FE2A7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489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2024/3/28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B0F6-73A0-4E86-9B35-FF2441B94A2D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59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BDF17-E101-45D0-BF35-2245A15F21A2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92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7BD7-05A9-4833-BFEA-CDCF785D63A0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63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6C00E-A4FF-49F0-9BF8-FC1162B850C0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43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9059B-B07A-4B94-B5BA-F3E30D191E71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57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1A585-2180-4A8D-AEE0-EC7B2A899C25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5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19853-6C90-4009-BAF6-66517D60882C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97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240D3-B2DA-4A20-B4EF-1012800DCA80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97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9A25-26C7-421B-ADAB-46D2C0C228F2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23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BA81C-344A-4AFB-9909-D41E4B0DE315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41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13C51-B8E9-4F07-B93D-189ED736D94E}" type="datetime1">
              <a:rPr lang="en-US" altLang="zh-CN" smtClean="0"/>
              <a:t>3/28/2024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68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FA717-04B1-49C7-91FB-0AEC4C89AC7A}" type="datetime1">
              <a:rPr lang="en-US" altLang="zh-CN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unesdoc.unesco.org/ark:/48223/pf0000380455_chi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763861"/>
            <a:ext cx="9144000" cy="1593131"/>
          </a:xfrm>
        </p:spPr>
        <p:txBody>
          <a:bodyPr>
            <a:normAutofit/>
          </a:bodyPr>
          <a:lstStyle/>
          <a:p>
            <a:r>
              <a:rPr lang="zh-CN" altLang="en-US" sz="4400" dirty="0" smtClean="0">
                <a:latin typeface="华文仿宋" pitchFamily="2" charset="-122"/>
                <a:ea typeface="华文仿宋" pitchFamily="2" charset="-122"/>
              </a:rPr>
              <a:t>课堂</a:t>
            </a:r>
            <a:r>
              <a:rPr lang="zh-CN" altLang="en-US" sz="4400" dirty="0" smtClean="0">
                <a:latin typeface="华文仿宋" pitchFamily="2" charset="-122"/>
                <a:ea typeface="华文仿宋" pitchFamily="2" charset="-122"/>
              </a:rPr>
              <a:t>分享与讨论</a:t>
            </a:r>
            <a:r>
              <a:rPr lang="en-US" altLang="zh-CN" sz="4400" dirty="0">
                <a:latin typeface="华文仿宋" pitchFamily="2" charset="-122"/>
                <a:ea typeface="华文仿宋" pitchFamily="2" charset="-122"/>
              </a:rPr>
              <a:t/>
            </a:r>
            <a:br>
              <a:rPr lang="en-US" altLang="zh-CN" sz="4400" dirty="0">
                <a:latin typeface="华文仿宋" pitchFamily="2" charset="-122"/>
                <a:ea typeface="华文仿宋" pitchFamily="2" charset="-122"/>
              </a:rPr>
            </a:br>
            <a:r>
              <a:rPr lang="en-US" altLang="zh-CN" sz="4400" dirty="0">
                <a:latin typeface="华文仿宋" pitchFamily="2" charset="-122"/>
                <a:ea typeface="华文仿宋" pitchFamily="2" charset="-122"/>
              </a:rPr>
              <a:t>《</a:t>
            </a:r>
            <a:r>
              <a:rPr lang="zh-CN" altLang="en-US" sz="4400" dirty="0">
                <a:latin typeface="华文仿宋" pitchFamily="2" charset="-122"/>
                <a:ea typeface="华文仿宋" pitchFamily="2" charset="-122"/>
              </a:rPr>
              <a:t>人工智能伦理问题建议书</a:t>
            </a:r>
            <a:r>
              <a:rPr lang="en-US" altLang="zh-CN" sz="4400" dirty="0">
                <a:latin typeface="华文仿宋" pitchFamily="2" charset="-122"/>
                <a:ea typeface="华文仿宋" pitchFamily="2" charset="-122"/>
              </a:rPr>
              <a:t>》</a:t>
            </a:r>
            <a:endParaRPr lang="zh-CN" altLang="en-US" sz="4400" dirty="0">
              <a:latin typeface="华文仿宋" pitchFamily="2" charset="-122"/>
              <a:ea typeface="华文仿宋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048472"/>
            <a:ext cx="9144000" cy="1900808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华文仿宋" pitchFamily="2" charset="-122"/>
              </a:rPr>
              <a:t>报告人：</a:t>
            </a:r>
            <a:r>
              <a:rPr lang="zh-CN" altLang="en-US" dirty="0" smtClean="0">
                <a:ea typeface="华文仿宋" pitchFamily="2" charset="-122"/>
              </a:rPr>
              <a:t>*****   </a:t>
            </a:r>
            <a:r>
              <a:rPr lang="zh-CN" altLang="en-US" dirty="0">
                <a:ea typeface="华文仿宋" pitchFamily="2" charset="-122"/>
              </a:rPr>
              <a:t>学号：*****   </a:t>
            </a:r>
            <a:r>
              <a:rPr lang="zh-CN" altLang="en-US" dirty="0" smtClean="0">
                <a:ea typeface="华文仿宋" pitchFamily="2" charset="-122"/>
              </a:rPr>
              <a:t>班级</a:t>
            </a:r>
            <a:r>
              <a:rPr lang="zh-CN" altLang="en-US" dirty="0">
                <a:ea typeface="华文仿宋" pitchFamily="2" charset="-122"/>
              </a:rPr>
              <a:t>：*****</a:t>
            </a:r>
          </a:p>
          <a:p>
            <a:r>
              <a:rPr lang="zh-CN" altLang="en-US" dirty="0" smtClean="0">
                <a:ea typeface="华文仿宋" pitchFamily="2" charset="-122"/>
              </a:rPr>
              <a:t>学院：*****   专业：*****   指导</a:t>
            </a:r>
            <a:r>
              <a:rPr lang="zh-CN" altLang="en-US" dirty="0">
                <a:ea typeface="华文仿宋" pitchFamily="2" charset="-122"/>
              </a:rPr>
              <a:t>教师：</a:t>
            </a:r>
            <a:r>
              <a:rPr lang="zh-CN" altLang="en-US" dirty="0" smtClean="0">
                <a:ea typeface="华文仿宋" pitchFamily="2" charset="-122"/>
              </a:rPr>
              <a:t>潘微科</a:t>
            </a:r>
            <a:endParaRPr lang="zh-CN" altLang="en-US" dirty="0">
              <a:ea typeface="华文仿宋" pitchFamily="2" charset="-122"/>
            </a:endParaRPr>
          </a:p>
          <a:p>
            <a:r>
              <a:rPr lang="zh-CN" altLang="en-US" dirty="0" smtClean="0">
                <a:ea typeface="华文仿宋" pitchFamily="2" charset="-122"/>
              </a:rPr>
              <a:t>撰写时间：</a:t>
            </a:r>
            <a:r>
              <a:rPr lang="en-US" altLang="zh-CN" dirty="0">
                <a:ea typeface="华文仿宋" pitchFamily="2" charset="-122"/>
              </a:rPr>
              <a:t>2024</a:t>
            </a:r>
            <a:r>
              <a:rPr lang="zh-CN" altLang="en-US" dirty="0" smtClean="0">
                <a:ea typeface="华文仿宋" pitchFamily="2" charset="-122"/>
              </a:rPr>
              <a:t>年</a:t>
            </a:r>
            <a:r>
              <a:rPr lang="en-US" altLang="zh-CN" dirty="0" smtClean="0">
                <a:ea typeface="华文仿宋" pitchFamily="2" charset="-122"/>
              </a:rPr>
              <a:t>3</a:t>
            </a:r>
            <a:r>
              <a:rPr lang="zh-CN" altLang="en-US" dirty="0" smtClean="0">
                <a:ea typeface="华文仿宋" pitchFamily="2" charset="-122"/>
              </a:rPr>
              <a:t>月</a:t>
            </a:r>
            <a:r>
              <a:rPr lang="en-US" altLang="zh-CN" dirty="0" smtClean="0">
                <a:ea typeface="华文仿宋" pitchFamily="2" charset="-122"/>
              </a:rPr>
              <a:t>29</a:t>
            </a:r>
            <a:r>
              <a:rPr lang="zh-CN" altLang="en-US" dirty="0" smtClean="0">
                <a:ea typeface="华文仿宋" pitchFamily="2" charset="-122"/>
              </a:rPr>
              <a:t>日</a:t>
            </a:r>
            <a:r>
              <a:rPr lang="zh-CN" altLang="en-US" dirty="0">
                <a:ea typeface="华文仿宋" pitchFamily="2" charset="-122"/>
              </a:rPr>
              <a:t>（周五）</a:t>
            </a:r>
            <a:r>
              <a:rPr lang="en-US" altLang="zh-CN" dirty="0">
                <a:ea typeface="华文仿宋" pitchFamily="2" charset="-122"/>
              </a:rPr>
              <a:t>-2024</a:t>
            </a:r>
            <a:r>
              <a:rPr lang="zh-CN" altLang="en-US" dirty="0">
                <a:ea typeface="华文仿宋" pitchFamily="2" charset="-122"/>
              </a:rPr>
              <a:t>年</a:t>
            </a:r>
            <a:r>
              <a:rPr lang="en-US" altLang="zh-CN" dirty="0">
                <a:ea typeface="华文仿宋" pitchFamily="2" charset="-122"/>
              </a:rPr>
              <a:t>4</a:t>
            </a:r>
            <a:r>
              <a:rPr lang="zh-CN" altLang="en-US" dirty="0">
                <a:ea typeface="华文仿宋" pitchFamily="2" charset="-122"/>
              </a:rPr>
              <a:t>月</a:t>
            </a:r>
            <a:r>
              <a:rPr lang="en-US" altLang="zh-CN" dirty="0">
                <a:ea typeface="华文仿宋" pitchFamily="2" charset="-122"/>
              </a:rPr>
              <a:t>10</a:t>
            </a:r>
            <a:r>
              <a:rPr lang="zh-CN" altLang="en-US" dirty="0">
                <a:ea typeface="华文仿宋" pitchFamily="2" charset="-122"/>
              </a:rPr>
              <a:t>日（周三）</a:t>
            </a:r>
          </a:p>
          <a:p>
            <a:r>
              <a:rPr lang="zh-CN" altLang="en-US" dirty="0" smtClean="0">
                <a:ea typeface="华文仿宋" pitchFamily="2" charset="-122"/>
              </a:rPr>
              <a:t>提交</a:t>
            </a:r>
            <a:r>
              <a:rPr lang="zh-CN" altLang="en-US" dirty="0">
                <a:ea typeface="华文仿宋" pitchFamily="2" charset="-122"/>
              </a:rPr>
              <a:t>时间</a:t>
            </a:r>
            <a:r>
              <a:rPr lang="zh-CN" altLang="en-US" dirty="0" smtClean="0">
                <a:ea typeface="华文仿宋" pitchFamily="2" charset="-122"/>
              </a:rPr>
              <a:t>：</a:t>
            </a:r>
            <a:r>
              <a:rPr lang="en-US" altLang="zh-CN" dirty="0" smtClean="0">
                <a:ea typeface="华文仿宋" pitchFamily="2" charset="-122"/>
              </a:rPr>
              <a:t>2024</a:t>
            </a:r>
            <a:r>
              <a:rPr lang="zh-CN" altLang="en-US" dirty="0" smtClean="0">
                <a:ea typeface="华文仿宋" pitchFamily="2" charset="-122"/>
              </a:rPr>
              <a:t>年**月**日</a:t>
            </a:r>
            <a:endParaRPr lang="zh-CN" altLang="en-US" dirty="0">
              <a:ea typeface="华文仿宋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95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>
                <a:latin typeface="+mn-lt"/>
                <a:ea typeface="华文仿宋" panose="02010600040101010101" pitchFamily="2" charset="-122"/>
              </a:rPr>
              <a:t>题目</a:t>
            </a:r>
            <a:endParaRPr lang="zh-CN" altLang="en-US" sz="3200" dirty="0">
              <a:latin typeface="+mn-lt"/>
              <a:ea typeface="华文仿宋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ea typeface="华文仿宋" pitchFamily="2" charset="-122"/>
              </a:rPr>
              <a:t>2021</a:t>
            </a:r>
            <a:r>
              <a:rPr lang="zh-CN" altLang="en-US" sz="2000" dirty="0">
                <a:ea typeface="华文仿宋" pitchFamily="2" charset="-122"/>
              </a:rPr>
              <a:t>年</a:t>
            </a:r>
            <a:r>
              <a:rPr lang="en-US" altLang="zh-CN" sz="2000" dirty="0">
                <a:ea typeface="华文仿宋" pitchFamily="2" charset="-122"/>
              </a:rPr>
              <a:t>11</a:t>
            </a:r>
            <a:r>
              <a:rPr lang="zh-CN" altLang="en-US" sz="2000" dirty="0">
                <a:ea typeface="华文仿宋" pitchFamily="2" charset="-122"/>
              </a:rPr>
              <a:t>月，世界教科文组织取得了所有会员国的一致共识，通过了关于人工智能（</a:t>
            </a:r>
            <a:r>
              <a:rPr lang="en-US" altLang="zh-CN" sz="2000" dirty="0">
                <a:ea typeface="华文仿宋" pitchFamily="2" charset="-122"/>
              </a:rPr>
              <a:t>AI</a:t>
            </a:r>
            <a:r>
              <a:rPr lang="zh-CN" altLang="en-US" sz="2000" dirty="0">
                <a:ea typeface="华文仿宋" pitchFamily="2" charset="-122"/>
              </a:rPr>
              <a:t>）使用的全球首个伦理框架</a:t>
            </a:r>
            <a:r>
              <a:rPr lang="en-US" altLang="zh-CN" sz="2000" dirty="0">
                <a:ea typeface="华文仿宋" pitchFamily="2" charset="-122"/>
              </a:rPr>
              <a:t>《</a:t>
            </a:r>
            <a:r>
              <a:rPr lang="zh-CN" altLang="en-US" sz="2000" dirty="0">
                <a:ea typeface="华文仿宋" pitchFamily="2" charset="-122"/>
              </a:rPr>
              <a:t>人工智能伦理问题建议书</a:t>
            </a:r>
            <a:r>
              <a:rPr lang="en-US" altLang="zh-CN" sz="2000" dirty="0" smtClean="0">
                <a:ea typeface="华文仿宋" pitchFamily="2" charset="-122"/>
              </a:rPr>
              <a:t>》</a:t>
            </a:r>
            <a:r>
              <a:rPr lang="zh-CN" altLang="en-US" sz="2000" dirty="0" smtClean="0">
                <a:ea typeface="华文仿宋" pitchFamily="2" charset="-122"/>
              </a:rPr>
              <a:t>。</a:t>
            </a:r>
            <a:r>
              <a:rPr lang="zh-CN" altLang="en-US" sz="2000" dirty="0">
                <a:ea typeface="华文仿宋" pitchFamily="2" charset="-122"/>
              </a:rPr>
              <a:t>这是世界上第一个，也是唯一一个针对</a:t>
            </a:r>
            <a:r>
              <a:rPr lang="en-US" altLang="zh-CN" sz="2000" dirty="0">
                <a:ea typeface="华文仿宋" pitchFamily="2" charset="-122"/>
              </a:rPr>
              <a:t>AI</a:t>
            </a:r>
            <a:r>
              <a:rPr lang="zh-CN" altLang="en-US" sz="2000" dirty="0">
                <a:ea typeface="华文仿宋" pitchFamily="2" charset="-122"/>
              </a:rPr>
              <a:t>的规范性框架。在过去的两年里，该框架的实施已经取得了实质性进展。如今，</a:t>
            </a:r>
            <a:r>
              <a:rPr lang="zh-CN" altLang="en-US" sz="2000" dirty="0" smtClean="0">
                <a:ea typeface="华文仿宋" pitchFamily="2" charset="-122"/>
              </a:rPr>
              <a:t>超过</a:t>
            </a:r>
            <a:r>
              <a:rPr lang="en-US" altLang="zh-CN" sz="2000" dirty="0" smtClean="0">
                <a:ea typeface="华文仿宋" pitchFamily="2" charset="-122"/>
              </a:rPr>
              <a:t>50</a:t>
            </a:r>
            <a:r>
              <a:rPr lang="zh-CN" altLang="en-US" sz="2000" dirty="0">
                <a:ea typeface="华文仿宋" pitchFamily="2" charset="-122"/>
              </a:rPr>
              <a:t>个国家积极参与，相关多边合作也显著增加</a:t>
            </a:r>
            <a:r>
              <a:rPr lang="zh-CN" altLang="en-US" sz="2000" dirty="0" smtClean="0">
                <a:ea typeface="华文仿宋" pitchFamily="2" charset="-122"/>
              </a:rPr>
              <a:t>。</a:t>
            </a:r>
            <a:r>
              <a:rPr lang="en-US" altLang="zh-CN" sz="1600" dirty="0" smtClean="0">
                <a:ea typeface="华文仿宋" pitchFamily="2" charset="-122"/>
                <a:hlinkClick r:id="rId2"/>
              </a:rPr>
              <a:t>https</a:t>
            </a:r>
            <a:r>
              <a:rPr lang="en-US" altLang="zh-CN" sz="1600" dirty="0">
                <a:ea typeface="华文仿宋" pitchFamily="2" charset="-122"/>
                <a:hlinkClick r:id="rId2"/>
              </a:rPr>
              <a:t>://unesdoc.unesco.org/ark:/</a:t>
            </a:r>
            <a:r>
              <a:rPr lang="en-US" altLang="zh-CN" sz="1600" dirty="0" smtClean="0">
                <a:ea typeface="华文仿宋" pitchFamily="2" charset="-122"/>
                <a:hlinkClick r:id="rId2"/>
              </a:rPr>
              <a:t>48223/pf0000380455_chi</a:t>
            </a:r>
            <a:r>
              <a:rPr lang="en-US" altLang="zh-CN" sz="1600" dirty="0" smtClean="0">
                <a:ea typeface="华文仿宋" pitchFamily="2" charset="-122"/>
              </a:rPr>
              <a:t> </a:t>
            </a:r>
            <a:endParaRPr lang="en-US" altLang="zh-CN" sz="2000" dirty="0" smtClean="0">
              <a:ea typeface="华文仿宋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ea typeface="华文仿宋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ea typeface="华文仿宋" pitchFamily="2" charset="-122"/>
              </a:rPr>
              <a:t>请</a:t>
            </a:r>
            <a:r>
              <a:rPr lang="zh-CN" altLang="en-US" sz="2000" dirty="0">
                <a:ea typeface="华文仿宋" pitchFamily="2" charset="-122"/>
              </a:rPr>
              <a:t>仔细阅读该建议书，撰写一个</a:t>
            </a:r>
            <a:r>
              <a:rPr lang="en-US" altLang="zh-CN" sz="2000" dirty="0">
                <a:ea typeface="华文仿宋" pitchFamily="2" charset="-122"/>
              </a:rPr>
              <a:t>PPT</a:t>
            </a:r>
            <a:r>
              <a:rPr lang="zh-CN" altLang="en-US" sz="2000" dirty="0">
                <a:ea typeface="华文仿宋" pitchFamily="2" charset="-122"/>
              </a:rPr>
              <a:t>，并在课堂上进行分享。具体要求如下</a:t>
            </a:r>
            <a:r>
              <a:rPr lang="zh-CN" altLang="en-US" sz="2000" dirty="0" smtClean="0">
                <a:ea typeface="华文仿宋" pitchFamily="2" charset="-122"/>
              </a:rPr>
              <a:t>：</a:t>
            </a:r>
            <a:endParaRPr lang="en-US" altLang="zh-CN" sz="2000" dirty="0" smtClean="0">
              <a:ea typeface="华文仿宋" pitchFamily="2" charset="-122"/>
            </a:endParaRPr>
          </a:p>
          <a:p>
            <a:r>
              <a:rPr lang="en-US" altLang="zh-CN" sz="2000" dirty="0" smtClean="0">
                <a:ea typeface="华文仿宋" pitchFamily="2" charset="-122"/>
              </a:rPr>
              <a:t>1</a:t>
            </a:r>
            <a:r>
              <a:rPr lang="zh-CN" altLang="en-US" sz="2000" dirty="0">
                <a:ea typeface="华文仿宋" pitchFamily="2" charset="-122"/>
              </a:rPr>
              <a:t>、对该建议书中的内容做一个大致的概括和介绍</a:t>
            </a:r>
            <a:r>
              <a:rPr lang="zh-CN" altLang="en-US" sz="2000" dirty="0" smtClean="0">
                <a:ea typeface="华文仿宋" pitchFamily="2" charset="-122"/>
              </a:rPr>
              <a:t>；</a:t>
            </a:r>
            <a:endParaRPr lang="en-US" altLang="zh-CN" sz="2000" dirty="0" smtClean="0">
              <a:ea typeface="华文仿宋" pitchFamily="2" charset="-122"/>
            </a:endParaRPr>
          </a:p>
          <a:p>
            <a:r>
              <a:rPr lang="en-US" altLang="zh-CN" sz="2000" dirty="0" smtClean="0">
                <a:ea typeface="华文仿宋" pitchFamily="2" charset="-122"/>
              </a:rPr>
              <a:t>2</a:t>
            </a:r>
            <a:r>
              <a:rPr lang="zh-CN" altLang="en-US" sz="2000" dirty="0">
                <a:ea typeface="华文仿宋" pitchFamily="2" charset="-122"/>
              </a:rPr>
              <a:t>、就建议书中的某一个与计算机伦理较为相关的方面</a:t>
            </a:r>
            <a:r>
              <a:rPr lang="en-US" altLang="zh-CN" sz="2000" dirty="0">
                <a:ea typeface="华文仿宋" pitchFamily="2" charset="-122"/>
              </a:rPr>
              <a:t>/</a:t>
            </a:r>
            <a:r>
              <a:rPr lang="zh-CN" altLang="en-US" sz="2000" dirty="0">
                <a:ea typeface="华文仿宋" pitchFamily="2" charset="-122"/>
              </a:rPr>
              <a:t>话题（如，算法偏见、安全、风险、可靠、值得信赖、用户隐私、数据安全、知识产权、</a:t>
            </a:r>
            <a:r>
              <a:rPr lang="en-US" altLang="zh-CN" sz="2000" dirty="0">
                <a:ea typeface="华文仿宋" pitchFamily="2" charset="-122"/>
              </a:rPr>
              <a:t>AI</a:t>
            </a:r>
            <a:r>
              <a:rPr lang="zh-CN" altLang="en-US" sz="2000" dirty="0">
                <a:ea typeface="华文仿宋" pitchFamily="2" charset="-122"/>
              </a:rPr>
              <a:t>对教育的冲击、</a:t>
            </a:r>
            <a:r>
              <a:rPr lang="en-US" altLang="zh-CN" sz="2000" dirty="0">
                <a:ea typeface="华文仿宋" pitchFamily="2" charset="-122"/>
              </a:rPr>
              <a:t>AI</a:t>
            </a:r>
            <a:r>
              <a:rPr lang="zh-CN" altLang="en-US" sz="2000" dirty="0">
                <a:ea typeface="华文仿宋" pitchFamily="2" charset="-122"/>
              </a:rPr>
              <a:t>对劳动力市场的影响、数字鸿沟等等）进行深入分析</a:t>
            </a:r>
            <a:r>
              <a:rPr lang="zh-CN" altLang="en-US" sz="2000" dirty="0" smtClean="0">
                <a:ea typeface="华文仿宋" pitchFamily="2" charset="-122"/>
              </a:rPr>
              <a:t>；</a:t>
            </a:r>
            <a:endParaRPr lang="en-US" altLang="zh-CN" sz="2000" dirty="0" smtClean="0">
              <a:ea typeface="华文仿宋" pitchFamily="2" charset="-122"/>
            </a:endParaRPr>
          </a:p>
          <a:p>
            <a:r>
              <a:rPr lang="en-US" altLang="zh-CN" sz="2000" dirty="0" smtClean="0">
                <a:ea typeface="华文仿宋" pitchFamily="2" charset="-122"/>
              </a:rPr>
              <a:t>3</a:t>
            </a:r>
            <a:r>
              <a:rPr lang="zh-CN" altLang="en-US" sz="2000" dirty="0">
                <a:ea typeface="华文仿宋" pitchFamily="2" charset="-122"/>
              </a:rPr>
              <a:t>、如有引用资料，需要注明</a:t>
            </a:r>
            <a:r>
              <a:rPr lang="zh-CN" altLang="en-US" sz="2000" dirty="0" smtClean="0">
                <a:ea typeface="华文仿宋" pitchFamily="2" charset="-122"/>
              </a:rPr>
              <a:t>参考资料；</a:t>
            </a:r>
            <a:endParaRPr lang="en-US" altLang="zh-CN" sz="2000" dirty="0" smtClean="0">
              <a:ea typeface="华文仿宋" pitchFamily="2" charset="-122"/>
            </a:endParaRPr>
          </a:p>
          <a:p>
            <a:r>
              <a:rPr lang="en-US" altLang="zh-CN" sz="2000" dirty="0" smtClean="0">
                <a:ea typeface="华文仿宋" pitchFamily="2" charset="-122"/>
              </a:rPr>
              <a:t>4</a:t>
            </a:r>
            <a:r>
              <a:rPr lang="zh-CN" altLang="en-US" sz="2000" dirty="0" smtClean="0">
                <a:ea typeface="华文仿宋" pitchFamily="2" charset="-122"/>
              </a:rPr>
              <a:t>、</a:t>
            </a:r>
            <a:r>
              <a:rPr lang="en-US" altLang="zh-CN" sz="2000" dirty="0" smtClean="0">
                <a:ea typeface="华文仿宋" pitchFamily="2" charset="-122"/>
              </a:rPr>
              <a:t>PPT</a:t>
            </a:r>
            <a:r>
              <a:rPr lang="zh-CN" altLang="en-US" sz="2000" dirty="0" smtClean="0">
                <a:ea typeface="华文仿宋" pitchFamily="2" charset="-122"/>
              </a:rPr>
              <a:t>页数不</a:t>
            </a:r>
            <a:r>
              <a:rPr lang="zh-CN" altLang="en-US" sz="2000" dirty="0">
                <a:ea typeface="华文仿宋" pitchFamily="2" charset="-122"/>
              </a:rPr>
              <a:t>少于</a:t>
            </a:r>
            <a:r>
              <a:rPr lang="en-US" altLang="zh-CN" sz="2000" dirty="0">
                <a:ea typeface="华文仿宋" pitchFamily="2" charset="-122"/>
              </a:rPr>
              <a:t>25</a:t>
            </a:r>
            <a:r>
              <a:rPr lang="zh-CN" altLang="en-US" sz="2000" dirty="0" smtClean="0">
                <a:ea typeface="华文仿宋" pitchFamily="2" charset="-122"/>
              </a:rPr>
              <a:t>页。</a:t>
            </a:r>
            <a:endParaRPr lang="en-US" altLang="zh-CN" sz="2000" dirty="0" smtClean="0">
              <a:ea typeface="华文仿宋" pitchFamily="2" charset="-122"/>
            </a:endParaRPr>
          </a:p>
          <a:p>
            <a:endParaRPr lang="zh-CN" altLang="en-US" sz="2000" dirty="0">
              <a:ea typeface="华文仿宋" pitchFamily="2" charset="-122"/>
            </a:endParaRPr>
          </a:p>
          <a:p>
            <a:endParaRPr lang="zh-CN" altLang="en-US" sz="2000" dirty="0">
              <a:ea typeface="华文仿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809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>
                <a:latin typeface="+mn-lt"/>
                <a:ea typeface="华文仿宋" panose="02010600040101010101" pitchFamily="2" charset="-122"/>
              </a:rPr>
              <a:t>说明</a:t>
            </a:r>
            <a:endParaRPr lang="zh-CN" altLang="en-US" sz="3200" dirty="0">
              <a:latin typeface="+mn-lt"/>
              <a:ea typeface="华文仿宋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 smtClean="0">
                <a:ea typeface="华文仿宋" pitchFamily="2" charset="-122"/>
              </a:rPr>
              <a:t>（</a:t>
            </a:r>
            <a:r>
              <a:rPr lang="en-US" altLang="zh-CN" sz="2000" dirty="0">
                <a:ea typeface="华文仿宋" pitchFamily="2" charset="-122"/>
              </a:rPr>
              <a:t>1</a:t>
            </a:r>
            <a:r>
              <a:rPr lang="zh-CN" altLang="en-US" sz="2000" dirty="0">
                <a:ea typeface="华文仿宋" pitchFamily="2" charset="-122"/>
              </a:rPr>
              <a:t>）本次</a:t>
            </a:r>
            <a:r>
              <a:rPr lang="en-US" altLang="zh-CN" sz="2000" dirty="0">
                <a:ea typeface="华文仿宋" pitchFamily="2" charset="-122"/>
              </a:rPr>
              <a:t>PPT</a:t>
            </a:r>
            <a:r>
              <a:rPr lang="zh-CN" altLang="en-US" sz="2000" dirty="0">
                <a:ea typeface="华文仿宋" pitchFamily="2" charset="-122"/>
              </a:rPr>
              <a:t>撰写和课堂分享满分为</a:t>
            </a:r>
            <a:r>
              <a:rPr lang="en-US" altLang="zh-CN" sz="2000" dirty="0">
                <a:ea typeface="华文仿宋" pitchFamily="2" charset="-122"/>
              </a:rPr>
              <a:t>100</a:t>
            </a:r>
            <a:r>
              <a:rPr lang="zh-CN" altLang="en-US" sz="2000" dirty="0">
                <a:ea typeface="华文仿宋" pitchFamily="2" charset="-122"/>
              </a:rPr>
              <a:t>分。</a:t>
            </a:r>
          </a:p>
          <a:p>
            <a:pPr marL="0" indent="0">
              <a:buNone/>
            </a:pPr>
            <a:r>
              <a:rPr lang="zh-CN" altLang="en-US" sz="2000" dirty="0">
                <a:ea typeface="华文仿宋" pitchFamily="2" charset="-122"/>
              </a:rPr>
              <a:t>（</a:t>
            </a:r>
            <a:r>
              <a:rPr lang="en-US" altLang="zh-CN" sz="2000" dirty="0">
                <a:ea typeface="华文仿宋" pitchFamily="2" charset="-122"/>
              </a:rPr>
              <a:t>2</a:t>
            </a:r>
            <a:r>
              <a:rPr lang="zh-CN" altLang="en-US" sz="2000" dirty="0">
                <a:ea typeface="华文仿宋" pitchFamily="2" charset="-122"/>
              </a:rPr>
              <a:t>）本次作业截至时间</a:t>
            </a:r>
            <a:r>
              <a:rPr lang="en-US" altLang="zh-CN" sz="2000" dirty="0">
                <a:ea typeface="华文仿宋" pitchFamily="2" charset="-122"/>
              </a:rPr>
              <a:t>2024</a:t>
            </a:r>
            <a:r>
              <a:rPr lang="zh-CN" altLang="en-US" sz="2000" dirty="0">
                <a:ea typeface="华文仿宋" pitchFamily="2" charset="-122"/>
              </a:rPr>
              <a:t>年</a:t>
            </a:r>
            <a:r>
              <a:rPr lang="en-US" altLang="zh-CN" sz="2000" dirty="0">
                <a:ea typeface="华文仿宋" pitchFamily="2" charset="-122"/>
              </a:rPr>
              <a:t>4</a:t>
            </a:r>
            <a:r>
              <a:rPr lang="zh-CN" altLang="en-US" sz="2000" dirty="0">
                <a:ea typeface="华文仿宋" pitchFamily="2" charset="-122"/>
              </a:rPr>
              <a:t>月</a:t>
            </a:r>
            <a:r>
              <a:rPr lang="en-US" altLang="zh-CN" sz="2000" dirty="0">
                <a:ea typeface="华文仿宋" pitchFamily="2" charset="-122"/>
              </a:rPr>
              <a:t>10</a:t>
            </a:r>
            <a:r>
              <a:rPr lang="zh-CN" altLang="en-US" sz="2000" dirty="0">
                <a:ea typeface="华文仿宋" pitchFamily="2" charset="-122"/>
              </a:rPr>
              <a:t>日（周三）</a:t>
            </a:r>
            <a:r>
              <a:rPr lang="en-US" altLang="zh-CN" sz="2000" dirty="0">
                <a:ea typeface="华文仿宋" pitchFamily="2" charset="-122"/>
              </a:rPr>
              <a:t>22:00</a:t>
            </a:r>
            <a:r>
              <a:rPr lang="zh-CN" altLang="en-US" sz="2000" dirty="0">
                <a:ea typeface="华文仿宋" pitchFamily="2" charset="-122"/>
              </a:rPr>
              <a:t>。</a:t>
            </a:r>
          </a:p>
          <a:p>
            <a:pPr marL="0" indent="0">
              <a:buNone/>
            </a:pPr>
            <a:r>
              <a:rPr lang="zh-CN" altLang="en-US" sz="2000" dirty="0">
                <a:ea typeface="华文仿宋" pitchFamily="2" charset="-122"/>
              </a:rPr>
              <a:t>（</a:t>
            </a:r>
            <a:r>
              <a:rPr lang="en-US" altLang="zh-CN" sz="2000" dirty="0">
                <a:ea typeface="华文仿宋" pitchFamily="2" charset="-122"/>
              </a:rPr>
              <a:t>3</a:t>
            </a:r>
            <a:r>
              <a:rPr lang="zh-CN" altLang="en-US" sz="2000" dirty="0">
                <a:ea typeface="华文仿宋" pitchFamily="2" charset="-122"/>
              </a:rPr>
              <a:t>）关于</a:t>
            </a:r>
            <a:r>
              <a:rPr lang="en-US" altLang="zh-CN" sz="2000" dirty="0">
                <a:ea typeface="华文仿宋" pitchFamily="2" charset="-122"/>
              </a:rPr>
              <a:t>PPT</a:t>
            </a:r>
            <a:r>
              <a:rPr lang="zh-CN" altLang="en-US" sz="2000" dirty="0">
                <a:ea typeface="华文仿宋" pitchFamily="2" charset="-122"/>
              </a:rPr>
              <a:t>首页：请在指定位置填写个人信息：“报告人”、“学号”、“班级”、“学院”、“专业”、“提交时间”等信息。</a:t>
            </a:r>
          </a:p>
          <a:p>
            <a:pPr marL="0" indent="0">
              <a:buNone/>
            </a:pPr>
            <a:r>
              <a:rPr lang="zh-CN" altLang="en-US" sz="2000" dirty="0">
                <a:ea typeface="华文仿宋" pitchFamily="2" charset="-122"/>
              </a:rPr>
              <a:t>（</a:t>
            </a:r>
            <a:r>
              <a:rPr lang="en-US" altLang="zh-CN" sz="2000" dirty="0">
                <a:ea typeface="华文仿宋" pitchFamily="2" charset="-122"/>
              </a:rPr>
              <a:t>4</a:t>
            </a:r>
            <a:r>
              <a:rPr lang="zh-CN" altLang="en-US" sz="2000" dirty="0">
                <a:ea typeface="华文仿宋" pitchFamily="2" charset="-122"/>
              </a:rPr>
              <a:t>）关于</a:t>
            </a:r>
            <a:r>
              <a:rPr lang="en-US" altLang="zh-CN" sz="2000" dirty="0">
                <a:ea typeface="华文仿宋" pitchFamily="2" charset="-122"/>
              </a:rPr>
              <a:t>PPT</a:t>
            </a:r>
            <a:r>
              <a:rPr lang="zh-CN" altLang="en-US" sz="2000" dirty="0">
                <a:ea typeface="华文仿宋" pitchFamily="2" charset="-122"/>
              </a:rPr>
              <a:t>文件名中的“姓名”、“学号”，请改为你的姓名和学号。</a:t>
            </a:r>
          </a:p>
          <a:p>
            <a:pPr marL="0" indent="0">
              <a:buNone/>
            </a:pPr>
            <a:r>
              <a:rPr lang="zh-CN" altLang="en-US" sz="2000" dirty="0">
                <a:ea typeface="华文仿宋" pitchFamily="2" charset="-122"/>
              </a:rPr>
              <a:t>（</a:t>
            </a:r>
            <a:r>
              <a:rPr lang="en-US" altLang="zh-CN" sz="2000" dirty="0">
                <a:ea typeface="华文仿宋" pitchFamily="2" charset="-122"/>
              </a:rPr>
              <a:t>5</a:t>
            </a:r>
            <a:r>
              <a:rPr lang="zh-CN" altLang="en-US" sz="2000" dirty="0">
                <a:ea typeface="华文仿宋" pitchFamily="2" charset="-122"/>
              </a:rPr>
              <a:t>）不要在</a:t>
            </a:r>
            <a:r>
              <a:rPr lang="en-US" altLang="zh-CN" sz="2000" dirty="0">
                <a:ea typeface="华文仿宋" pitchFamily="2" charset="-122"/>
              </a:rPr>
              <a:t>PPT</a:t>
            </a:r>
            <a:r>
              <a:rPr lang="zh-CN" altLang="en-US" sz="2000" dirty="0">
                <a:ea typeface="华文仿宋" pitchFamily="2" charset="-122"/>
              </a:rPr>
              <a:t>中添加背景，便于打印存档；不要删除首页、题目页和说明页。</a:t>
            </a:r>
          </a:p>
          <a:p>
            <a:pPr marL="0" indent="0">
              <a:buNone/>
            </a:pPr>
            <a:r>
              <a:rPr lang="zh-CN" altLang="en-US" sz="2000" dirty="0">
                <a:ea typeface="华文仿宋" pitchFamily="2" charset="-122"/>
              </a:rPr>
              <a:t>（</a:t>
            </a:r>
            <a:r>
              <a:rPr lang="en-US" altLang="zh-CN" sz="2000" dirty="0">
                <a:ea typeface="华文仿宋" pitchFamily="2" charset="-122"/>
              </a:rPr>
              <a:t>6</a:t>
            </a:r>
            <a:r>
              <a:rPr lang="zh-CN" altLang="en-US" sz="2000" dirty="0">
                <a:ea typeface="华文仿宋" pitchFamily="2" charset="-122"/>
              </a:rPr>
              <a:t>）提交方式：截至时间前，请在</a:t>
            </a:r>
            <a:r>
              <a:rPr lang="en-US" altLang="zh-CN" sz="2000" dirty="0">
                <a:ea typeface="华文仿宋" pitchFamily="2" charset="-122"/>
              </a:rPr>
              <a:t>Blackboard</a:t>
            </a:r>
            <a:r>
              <a:rPr lang="zh-CN" altLang="en-US" sz="2000" dirty="0">
                <a:ea typeface="华文仿宋" pitchFamily="2" charset="-122"/>
              </a:rPr>
              <a:t>平台中提交。</a:t>
            </a:r>
          </a:p>
          <a:p>
            <a:pPr marL="0" indent="0">
              <a:buNone/>
            </a:pPr>
            <a:r>
              <a:rPr lang="zh-CN" altLang="en-US" sz="2000" dirty="0">
                <a:ea typeface="华文仿宋" pitchFamily="2" charset="-122"/>
              </a:rPr>
              <a:t>（</a:t>
            </a:r>
            <a:r>
              <a:rPr lang="en-US" altLang="zh-CN" sz="2000" dirty="0">
                <a:ea typeface="华文仿宋" pitchFamily="2" charset="-122"/>
              </a:rPr>
              <a:t>7</a:t>
            </a:r>
            <a:r>
              <a:rPr lang="zh-CN" altLang="en-US" sz="2000" dirty="0">
                <a:ea typeface="华文仿宋" pitchFamily="2" charset="-122"/>
              </a:rPr>
              <a:t>）发现抄袭（包括复制</a:t>
            </a:r>
            <a:r>
              <a:rPr lang="en-US" altLang="zh-CN" sz="2000" dirty="0">
                <a:ea typeface="华文仿宋" pitchFamily="2" charset="-122"/>
              </a:rPr>
              <a:t>&amp;</a:t>
            </a:r>
            <a:r>
              <a:rPr lang="zh-CN" altLang="en-US" sz="2000" dirty="0">
                <a:ea typeface="华文仿宋" pitchFamily="2" charset="-122"/>
              </a:rPr>
              <a:t>粘贴整句话、整张图），抄袭者和被抄袭者的成绩记零分。</a:t>
            </a:r>
          </a:p>
          <a:p>
            <a:pPr marL="0" indent="0">
              <a:buNone/>
            </a:pPr>
            <a:r>
              <a:rPr lang="zh-CN" altLang="en-US" sz="2000" dirty="0" smtClean="0">
                <a:ea typeface="华文仿宋" pitchFamily="2" charset="-122"/>
              </a:rPr>
              <a:t>（</a:t>
            </a:r>
            <a:r>
              <a:rPr lang="en-US" altLang="zh-CN" sz="2000" dirty="0" smtClean="0">
                <a:ea typeface="华文仿宋" pitchFamily="2" charset="-122"/>
              </a:rPr>
              <a:t>8</a:t>
            </a:r>
            <a:r>
              <a:rPr lang="zh-CN" altLang="en-US" sz="2000" dirty="0" smtClean="0">
                <a:ea typeface="华文仿宋" pitchFamily="2" charset="-122"/>
              </a:rPr>
              <a:t>）延迟提交，不得分；如有特殊情况，请于截至日期之后的</a:t>
            </a:r>
            <a:r>
              <a:rPr lang="en-US" altLang="zh-CN" sz="2000" dirty="0" smtClean="0">
                <a:ea typeface="华文仿宋" pitchFamily="2" charset="-122"/>
              </a:rPr>
              <a:t>48</a:t>
            </a:r>
            <a:r>
              <a:rPr lang="zh-CN" altLang="en-US" sz="2000" dirty="0" smtClean="0">
                <a:ea typeface="华文仿宋" pitchFamily="2" charset="-122"/>
              </a:rPr>
              <a:t>小时内发邮件到</a:t>
            </a:r>
            <a:r>
              <a:rPr lang="en-US" altLang="zh-CN" sz="2000" dirty="0" smtClean="0">
                <a:ea typeface="华文仿宋" pitchFamily="2" charset="-122"/>
              </a:rPr>
              <a:t>panweike@szu.edu.cn</a:t>
            </a:r>
            <a:r>
              <a:rPr lang="zh-CN" altLang="en-US" sz="2000" dirty="0" smtClean="0">
                <a:ea typeface="华文仿宋" pitchFamily="2" charset="-122"/>
              </a:rPr>
              <a:t>，并在邮件中注明课程名称、作业名称、姓名、学号等信息，以及特殊情况的说明，我收到后会及时回复。</a:t>
            </a:r>
          </a:p>
          <a:p>
            <a:endParaRPr lang="zh-CN" altLang="en-US" sz="2000" dirty="0" smtClean="0">
              <a:ea typeface="华文仿宋" pitchFamily="2" charset="-122"/>
            </a:endParaRPr>
          </a:p>
          <a:p>
            <a:endParaRPr lang="zh-CN" altLang="en-US" sz="2000" dirty="0">
              <a:ea typeface="华文仿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3166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>
                <a:latin typeface="+mn-lt"/>
                <a:ea typeface="华文仿宋" panose="02010600040101010101" pitchFamily="2" charset="-122"/>
              </a:rPr>
              <a:t>提纲</a:t>
            </a:r>
            <a:endParaRPr lang="zh-CN" altLang="en-US" sz="3200" dirty="0">
              <a:latin typeface="+mn-lt"/>
              <a:ea typeface="华文仿宋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smtClean="0">
                <a:ea typeface="华文仿宋" pitchFamily="2" charset="-122"/>
              </a:rPr>
              <a:t>1 《</a:t>
            </a:r>
            <a:r>
              <a:rPr lang="zh-CN" altLang="en-US" sz="2000" dirty="0" smtClean="0">
                <a:ea typeface="华文仿宋" pitchFamily="2" charset="-122"/>
              </a:rPr>
              <a:t>人工智能伦理问题建议书</a:t>
            </a:r>
            <a:r>
              <a:rPr lang="en-US" altLang="zh-CN" sz="2000" dirty="0" smtClean="0">
                <a:ea typeface="华文仿宋" pitchFamily="2" charset="-122"/>
              </a:rPr>
              <a:t>》</a:t>
            </a:r>
            <a:r>
              <a:rPr lang="zh-CN" altLang="en-US" sz="2000" dirty="0" smtClean="0">
                <a:ea typeface="华文仿宋" pitchFamily="2" charset="-122"/>
              </a:rPr>
              <a:t>简介</a:t>
            </a:r>
            <a:endParaRPr lang="en-US" altLang="zh-CN" sz="2000" dirty="0" smtClean="0">
              <a:ea typeface="华文仿宋" pitchFamily="2" charset="-122"/>
            </a:endParaRPr>
          </a:p>
          <a:p>
            <a:r>
              <a:rPr lang="en-US" altLang="zh-CN" sz="2000" dirty="0" smtClean="0">
                <a:ea typeface="华文仿宋" pitchFamily="2" charset="-122"/>
              </a:rPr>
              <a:t>2 </a:t>
            </a:r>
            <a:r>
              <a:rPr lang="zh-CN" altLang="en-US" sz="2000" dirty="0">
                <a:ea typeface="华文仿宋" pitchFamily="2" charset="-122"/>
              </a:rPr>
              <a:t>***</a:t>
            </a:r>
          </a:p>
          <a:p>
            <a:r>
              <a:rPr lang="en-US" altLang="zh-CN" sz="2000" dirty="0" smtClean="0">
                <a:ea typeface="华文仿宋" pitchFamily="2" charset="-122"/>
              </a:rPr>
              <a:t>3 </a:t>
            </a:r>
            <a:r>
              <a:rPr lang="zh-CN" altLang="en-US" sz="2000" dirty="0" smtClean="0">
                <a:ea typeface="华文仿宋" pitchFamily="2" charset="-122"/>
              </a:rPr>
              <a:t>***</a:t>
            </a:r>
            <a:endParaRPr lang="zh-CN" altLang="en-US" sz="2000" dirty="0">
              <a:ea typeface="华文仿宋" pitchFamily="2" charset="-122"/>
            </a:endParaRPr>
          </a:p>
          <a:p>
            <a:r>
              <a:rPr lang="en-US" altLang="zh-CN" sz="2000" dirty="0" smtClean="0">
                <a:ea typeface="华文仿宋" pitchFamily="2" charset="-122"/>
              </a:rPr>
              <a:t>4 </a:t>
            </a:r>
            <a:r>
              <a:rPr lang="zh-CN" altLang="en-US" sz="2000" dirty="0" smtClean="0">
                <a:ea typeface="华文仿宋" pitchFamily="2" charset="-122"/>
              </a:rPr>
              <a:t>***</a:t>
            </a:r>
            <a:endParaRPr lang="zh-CN" altLang="en-US" sz="2000" dirty="0">
              <a:ea typeface="华文仿宋" pitchFamily="2" charset="-122"/>
            </a:endParaRPr>
          </a:p>
          <a:p>
            <a:r>
              <a:rPr lang="en-US" altLang="zh-CN" sz="2000" dirty="0" smtClean="0">
                <a:ea typeface="华文仿宋" pitchFamily="2" charset="-122"/>
              </a:rPr>
              <a:t>5 </a:t>
            </a:r>
            <a:r>
              <a:rPr lang="zh-CN" altLang="en-US" sz="2000" dirty="0">
                <a:ea typeface="华文仿宋" pitchFamily="2" charset="-122"/>
              </a:rPr>
              <a:t>总</a:t>
            </a:r>
            <a:r>
              <a:rPr lang="zh-CN" altLang="en-US" sz="2000" dirty="0" smtClean="0">
                <a:ea typeface="华文仿宋" pitchFamily="2" charset="-122"/>
              </a:rPr>
              <a:t>结</a:t>
            </a:r>
            <a:endParaRPr lang="zh-CN" altLang="en-US" sz="2000" dirty="0">
              <a:ea typeface="华文仿宋" pitchFamily="2" charset="-122"/>
            </a:endParaRPr>
          </a:p>
          <a:p>
            <a:endParaRPr lang="zh-CN" altLang="en-US" sz="2000" dirty="0">
              <a:ea typeface="华文仿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266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>
                <a:latin typeface="+mn-lt"/>
                <a:ea typeface="华文仿宋" panose="02010600040101010101" pitchFamily="2" charset="-122"/>
              </a:rPr>
              <a:t>1 《</a:t>
            </a:r>
            <a:r>
              <a:rPr lang="zh-CN" altLang="en-US" sz="3200" dirty="0">
                <a:latin typeface="+mn-lt"/>
                <a:ea typeface="华文仿宋" panose="02010600040101010101" pitchFamily="2" charset="-122"/>
              </a:rPr>
              <a:t>人工智能伦理问题建议书</a:t>
            </a:r>
            <a:r>
              <a:rPr lang="en-US" altLang="zh-CN" sz="3200" dirty="0">
                <a:latin typeface="+mn-lt"/>
                <a:ea typeface="华文仿宋" panose="02010600040101010101" pitchFamily="2" charset="-122"/>
              </a:rPr>
              <a:t>》</a:t>
            </a:r>
            <a:r>
              <a:rPr lang="zh-CN" altLang="en-US" sz="3200" dirty="0">
                <a:latin typeface="+mn-lt"/>
                <a:ea typeface="华文仿宋" panose="02010600040101010101" pitchFamily="2" charset="-122"/>
              </a:rPr>
              <a:t>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***</a:t>
            </a:r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317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>
                <a:latin typeface="+mn-lt"/>
                <a:ea typeface="华文仿宋" panose="02010600040101010101" pitchFamily="2" charset="-122"/>
              </a:rPr>
              <a:t>2 </a:t>
            </a:r>
            <a:r>
              <a:rPr lang="zh-CN" altLang="en-US" sz="3200" dirty="0" smtClean="0">
                <a:latin typeface="+mn-lt"/>
                <a:ea typeface="华文仿宋" panose="02010600040101010101" pitchFamily="2" charset="-122"/>
              </a:rPr>
              <a:t>***</a:t>
            </a:r>
            <a:endParaRPr lang="zh-CN" altLang="en-US" sz="3200" dirty="0">
              <a:latin typeface="+mn-lt"/>
              <a:ea typeface="华文仿宋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***</a:t>
            </a:r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7245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smtClean="0">
                <a:latin typeface="+mn-lt"/>
                <a:ea typeface="华文仿宋" panose="02010600040101010101" pitchFamily="2" charset="-122"/>
              </a:rPr>
              <a:t>5 </a:t>
            </a:r>
            <a:r>
              <a:rPr lang="zh-CN" altLang="en-US" sz="3200" dirty="0" smtClean="0">
                <a:latin typeface="+mn-lt"/>
                <a:ea typeface="华文仿宋" panose="02010600040101010101" pitchFamily="2" charset="-122"/>
              </a:rPr>
              <a:t>总结</a:t>
            </a:r>
            <a:endParaRPr lang="zh-CN" altLang="en-US" sz="3200" dirty="0">
              <a:solidFill>
                <a:srgbClr val="FF0000"/>
              </a:solidFill>
              <a:latin typeface="+mn-lt"/>
              <a:ea typeface="华文仿宋" panose="0201060004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 smtClean="0">
                <a:latin typeface="华文仿宋" panose="02010600040101010101" pitchFamily="2" charset="-122"/>
                <a:ea typeface="华文仿宋" panose="02010600040101010101" pitchFamily="2" charset="-122"/>
              </a:rPr>
              <a:t>***</a:t>
            </a:r>
            <a:endParaRPr lang="zh-CN" altLang="en-US" sz="20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190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3947</TotalTime>
  <Words>503</Words>
  <Application>Microsoft Office PowerPoint</Application>
  <PresentationFormat>自定义</PresentationFormat>
  <Paragraphs>35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课堂分享与讨论 《人工智能伦理问题建议书》</vt:lpstr>
      <vt:lpstr>题目</vt:lpstr>
      <vt:lpstr>说明</vt:lpstr>
      <vt:lpstr>提纲</vt:lpstr>
      <vt:lpstr>1 《人工智能伦理问题建议书》简介</vt:lpstr>
      <vt:lpstr>2 ***</vt:lpstr>
      <vt:lpstr>5 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China</cp:lastModifiedBy>
  <cp:revision>1384</cp:revision>
  <cp:lastPrinted>2022-07-13T07:48:28Z</cp:lastPrinted>
  <dcterms:created xsi:type="dcterms:W3CDTF">2006-08-16T00:00:00Z</dcterms:created>
  <dcterms:modified xsi:type="dcterms:W3CDTF">2024-03-28T07:01:54Z</dcterms:modified>
</cp:coreProperties>
</file>