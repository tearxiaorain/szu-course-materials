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ECDC0-8A81-4331-8938-C0DCF5234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7C20F0-B7EF-4E8A-A762-98DDA179B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7BCD25-3241-4FA4-8D85-870EDBE0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F973A4-3B6C-4616-93D0-B756D1916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EAC4DE-D8C0-456A-89D1-5F4E1E09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15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A8ADC-F7DC-46FF-BFB2-762CF122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10816C-699C-4B82-89F7-AF0B24F04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AA377-3816-4B63-B8BE-EA048E5B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D390E-88A9-48B3-828C-74EC33FF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4B690C-37F2-43DD-BF14-E4870EDF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69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7E835-5D7F-45AC-BAFA-71843C72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029542-38BD-4311-AA34-8ADEF2924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F219B-05AB-45F5-8B01-8672CCBF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537BA-832B-41B6-8485-53FC10C4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B28AB4-1D9C-4EDF-88F5-A9D29849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08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15A7E-C928-46AA-8C97-9446F4ED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3DF36-C1A3-4854-8184-C8B37972D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8A4432-05D1-4FB2-959C-8E28A4958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C9FEEB-530A-412A-A152-A10DDECC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A7D497-1364-48CF-AE4B-B0483CF4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0BDB9F-3ECD-476F-A777-A4B64A163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54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C10C2-D770-434C-B69A-FCCC96E3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A20B8C-2BB4-4A8A-9116-FBED1706B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7E5017-57FC-4EAA-BD48-CC60EBB9C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36D860-8773-4CF1-A9AD-74B3B7A84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B4A447-1653-40C9-B3A8-3B0385CF9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BE974D-4883-4BCC-B85A-9D40D945D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F8202D-0D96-4D32-92C3-53D3F319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5BCC57-F3FB-4855-88E4-C858DB92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48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F2792-EC92-44BE-A455-6B48D6BF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C493AB-5D00-4254-9164-21D4470A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F18218-FFC4-45F8-A22B-4AEEBD8D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42B577-0569-4CA9-951E-78398936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05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F80E37-278C-41D6-96E7-EC2F1173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AEFCA2-233D-4889-A46F-6DCD8BF0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5C6D1-18D9-4D5D-B7FE-4F4768226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3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0B566-9FC1-4FAC-909B-A5561237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936644-D936-4232-98F7-BFC8E574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8CE54C-636B-4B2F-97A0-840CF1BDA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21E40-C46F-4126-AF3D-8DFAA27E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3762BD-5B37-4242-8E70-1CDF11D8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7A8B20-A6A6-43BD-8A19-9616E818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84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6F4EB-3CB1-4E60-B30D-179F7BA2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E408C1-BD1D-44E6-AFD5-745E4AE5E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4D834E-665E-47E6-B8E5-BFD67BF3E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62B388-BC5C-4CC1-B0AE-3F2423EF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4A8E88-AD84-425E-81CD-DDD125B7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F51569-C4F1-4303-89D5-7086F168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50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97E1A-ECBE-4448-BAF7-B0A49250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C42AE-BB71-40FE-8447-DD7D5E70B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B62D8F-AF63-44A2-9C4C-84700550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A08D5-D7AC-415D-A2DF-53BC96EF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D8EE1A-A037-4A5A-B9BD-F5FBF013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76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198165-EEE1-4BF3-9012-E1DB6DE9C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51FBA1-27D5-4940-8F17-1816B57E1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416A5-7265-41B2-AD0A-D141A9F0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889CE-64A6-43CA-8876-6C8374FF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7E045-D692-48F9-A1BC-09A4D7B9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92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45A6D1-B80F-425E-BE8D-607314D7D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5A962D-0BB8-4387-8C8F-13742A0E2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B8CE3-EA9D-49E2-BA03-60BA6EE25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8BF7A-956E-4990-BBA3-3E24811C0C8F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ECD400-5678-445C-9183-B9728A63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09A62-5780-450C-B34F-F9D23BB85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1AA14-4C3A-4989-9344-3B6437262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89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E111F8-7D68-410C-A5EA-77C01B0A6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85" y="529360"/>
            <a:ext cx="10879112" cy="8862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CFFB3B-43A4-4A18-BC84-89B6F766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44" y="1579003"/>
            <a:ext cx="10717753" cy="15451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9DCCBB7-4FAF-43BB-9F24-6AA16D4E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43" y="3287577"/>
            <a:ext cx="10743301" cy="7679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BBD760D-83EF-491C-8D61-74444BC8F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43" y="4218909"/>
            <a:ext cx="10977520" cy="8526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2218341-39AB-47E0-9872-B82348D6E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176" y="5234908"/>
            <a:ext cx="10580421" cy="11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7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693A1D-951A-4C84-ACB2-9B0157B72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82" y="196831"/>
            <a:ext cx="10263834" cy="87843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BD1259E-1BD4-411F-83A9-4A2E7D6817EE}"/>
              </a:ext>
            </a:extLst>
          </p:cNvPr>
          <p:cNvGrpSpPr/>
          <p:nvPr/>
        </p:nvGrpSpPr>
        <p:grpSpPr>
          <a:xfrm>
            <a:off x="1107315" y="1261496"/>
            <a:ext cx="10817368" cy="1972772"/>
            <a:chOff x="850682" y="1676361"/>
            <a:chExt cx="10817368" cy="197277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F76A4EE-FD91-4C28-BDC4-617002943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682" y="1676361"/>
              <a:ext cx="10817368" cy="197277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5268BDD-E0F6-42F5-9BDB-8FE4479CF678}"/>
                </a:ext>
              </a:extLst>
            </p:cNvPr>
            <p:cNvSpPr/>
            <p:nvPr/>
          </p:nvSpPr>
          <p:spPr>
            <a:xfrm>
              <a:off x="6831063" y="1676361"/>
              <a:ext cx="4836987" cy="10245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501DDCF-1961-4F19-9639-0265BE9BC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924" y="3623733"/>
            <a:ext cx="3921117" cy="24291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9CCABB9-AB98-4E70-BBDF-F5928C43F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2631" y="3496733"/>
            <a:ext cx="4978811" cy="32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7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4F33E75-0C19-456D-A175-DCCB247CA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18" y="1111180"/>
            <a:ext cx="11081123" cy="34608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074F81-7A6C-4C4F-AE6C-57111DCA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90" y="4444950"/>
            <a:ext cx="10334840" cy="24130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9FFD84-A9AD-4923-BAF3-FE3B71CB7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18" y="224914"/>
            <a:ext cx="10879112" cy="8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0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2D9267-0730-4B42-8E78-6320FE93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2954"/>
            <a:ext cx="9786942" cy="1411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BA55DF0-43F0-4E84-A6DA-20BFFC9B2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60" y="1184484"/>
            <a:ext cx="9006640" cy="566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6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A0E715-5E23-44E1-83D2-E285CA1B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678" y="190474"/>
            <a:ext cx="9982643" cy="11726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6E1A08-6223-45C0-815E-BA46E6CACC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514"/>
          <a:stretch/>
        </p:blipFill>
        <p:spPr>
          <a:xfrm>
            <a:off x="1631729" y="1363134"/>
            <a:ext cx="9273338" cy="538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2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0FBC885-7C05-4457-8D76-A36ACD85D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777" y="221033"/>
            <a:ext cx="8701061" cy="64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5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066D2C-8C31-48A3-88A3-A9B3764C8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630" y="121553"/>
            <a:ext cx="9258830" cy="65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3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C8781F-6CAE-4EF4-B72D-8CB9836BC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22" y="211667"/>
            <a:ext cx="10724921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13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9E16AE-76E1-4848-B759-D1C5F1812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44" y="168256"/>
            <a:ext cx="10594312" cy="8646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052C66-704C-49FE-8388-5550FDC742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706"/>
          <a:stretch/>
        </p:blipFill>
        <p:spPr>
          <a:xfrm>
            <a:off x="1356570" y="927078"/>
            <a:ext cx="9796842" cy="564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8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83DEAA1-D2DC-4D3A-A772-834CB390D996}"/>
              </a:ext>
            </a:extLst>
          </p:cNvPr>
          <p:cNvGrpSpPr/>
          <p:nvPr/>
        </p:nvGrpSpPr>
        <p:grpSpPr>
          <a:xfrm>
            <a:off x="834167" y="203200"/>
            <a:ext cx="9970230" cy="6256867"/>
            <a:chOff x="834167" y="203200"/>
            <a:chExt cx="9970230" cy="625686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431E1ED-C0EB-4CF3-9383-7FD53A33B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167" y="203200"/>
              <a:ext cx="9970230" cy="62568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BEFAE61-8871-4A49-BB16-3C721AF6FC09}"/>
                </a:ext>
              </a:extLst>
            </p:cNvPr>
            <p:cNvSpPr/>
            <p:nvPr/>
          </p:nvSpPr>
          <p:spPr>
            <a:xfrm>
              <a:off x="6307667" y="4953000"/>
              <a:ext cx="4174066" cy="1507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8605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AA70E5AB-853A-4F11-B33B-9FB496F1B086}"/>
              </a:ext>
            </a:extLst>
          </p:cNvPr>
          <p:cNvGrpSpPr/>
          <p:nvPr/>
        </p:nvGrpSpPr>
        <p:grpSpPr>
          <a:xfrm>
            <a:off x="715219" y="1"/>
            <a:ext cx="11476781" cy="5926667"/>
            <a:chOff x="715219" y="1"/>
            <a:chExt cx="11476781" cy="592666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E2C30B9-A81D-4302-A822-681AF847F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219" y="83559"/>
              <a:ext cx="11005169" cy="2515708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5849A7D-EBBA-426E-905D-098CA69071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0480"/>
            <a:stretch/>
          </p:blipFill>
          <p:spPr>
            <a:xfrm>
              <a:off x="3990605" y="2599268"/>
              <a:ext cx="8201395" cy="3327400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E02E6EE-D972-4680-ACBC-9DEDF5960198}"/>
                </a:ext>
              </a:extLst>
            </p:cNvPr>
            <p:cNvSpPr/>
            <p:nvPr/>
          </p:nvSpPr>
          <p:spPr>
            <a:xfrm>
              <a:off x="6883400" y="1"/>
              <a:ext cx="4836987" cy="127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0D0DE4A-04ED-4EB8-97BE-24A2D7294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51" y="3123298"/>
            <a:ext cx="4350256" cy="269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98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758E4E-700C-4285-A11A-854DD01AC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69" y="59267"/>
            <a:ext cx="10512862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04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Office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xiyou Fu</dc:creator>
  <cp:lastModifiedBy>xiyou Fu</cp:lastModifiedBy>
  <cp:revision>9</cp:revision>
  <dcterms:created xsi:type="dcterms:W3CDTF">2024-04-18T06:48:20Z</dcterms:created>
  <dcterms:modified xsi:type="dcterms:W3CDTF">2024-04-21T08:00:07Z</dcterms:modified>
</cp:coreProperties>
</file>