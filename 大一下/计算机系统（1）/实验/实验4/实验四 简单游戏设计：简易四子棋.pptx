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7"/>
  </p:notesMasterIdLst>
  <p:sldIdLst>
    <p:sldId id="492" r:id="rId2"/>
    <p:sldId id="501" r:id="rId3"/>
    <p:sldId id="493" r:id="rId4"/>
    <p:sldId id="502" r:id="rId5"/>
    <p:sldId id="500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CC33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>
      <p:cViewPr varScale="1">
        <p:scale>
          <a:sx n="80" d="100"/>
          <a:sy n="80" d="100"/>
        </p:scale>
        <p:origin x="137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  <a:pPr>
                <a:defRPr/>
              </a:pPr>
              <a:t>2021/5/14</a:t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341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501A26F-E9E9-42C6-9C8E-36205DDA9A33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EE2FF0-5169-45E6-A93D-D1F642771312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43CD-98A1-4109-9E08-03CB892C1BFE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38F1-6AB5-427F-885D-A4F14B8010D7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AC82F-B171-4D22-8428-FEE00C5995A2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F37BA-D1C0-4DB6-9E6F-9E5B46421548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EE5B48-4CB1-4DBD-AD80-F180514AA93D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E49F76EA-3656-402B-AFFC-D88CAED976E4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230EBF4-244A-4141-BA3F-BC7388FDD6CD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931191-54D3-47FC-8940-F63228B1FA89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BC060-C77D-4BC4-8D0C-107EFB448A79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A57F911-7B1D-4109-89E2-FD9880E73F71}" type="datetime1">
              <a:rPr lang="zh-CN" altLang="en-US" smtClean="0"/>
              <a:pPr>
                <a:defRPr/>
              </a:pPr>
              <a:t>2021/5/14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94420" y="1767515"/>
            <a:ext cx="8062664" cy="1829761"/>
          </a:xfrm>
        </p:spPr>
        <p:txBody>
          <a:bodyPr/>
          <a:lstStyle/>
          <a:p>
            <a:r>
              <a:rPr lang="zh-CN" altLang="en-US" dirty="0"/>
              <a:t>计算机系统 </a:t>
            </a:r>
            <a:r>
              <a:rPr lang="en-US" altLang="zh-CN" dirty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539552" y="3597276"/>
            <a:ext cx="7772400" cy="1199704"/>
          </a:xfrm>
        </p:spPr>
        <p:txBody>
          <a:bodyPr>
            <a:normAutofit/>
          </a:bodyPr>
          <a:lstStyle/>
          <a:p>
            <a:r>
              <a:rPr lang="zh-CN" altLang="en-US" dirty="0"/>
              <a:t> 实验四 简单游戏设计：简易四子棋</a:t>
            </a:r>
            <a:endParaRPr lang="en-US" altLang="zh-CN" dirty="0"/>
          </a:p>
          <a:p>
            <a:r>
              <a:rPr lang="zh-CN" altLang="en-US" dirty="0"/>
              <a:t>深圳大学计算机与软件学院</a:t>
            </a:r>
          </a:p>
        </p:txBody>
      </p:sp>
    </p:spTree>
    <p:extLst>
      <p:ext uri="{BB962C8B-B14F-4D97-AF65-F5344CB8AC3E}">
        <p14:creationId xmlns:p14="http://schemas.microsoft.com/office/powerpoint/2010/main" val="428615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FBF394-745C-4D8B-B82F-7A070A1E0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分析和理解指定的需解决问题。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利用</a:t>
            </a:r>
            <a:r>
              <a:rPr lang="en-US" altLang="zh-CN" dirty="0"/>
              <a:t>LC-3</a:t>
            </a:r>
            <a:r>
              <a:rPr lang="zh-CN" altLang="en-US" dirty="0"/>
              <a:t>的汇编</a:t>
            </a:r>
            <a:r>
              <a:rPr lang="zh-CN" altLang="zh-CN" dirty="0"/>
              <a:t>代码设计实现相关程序。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通过</a:t>
            </a:r>
            <a:r>
              <a:rPr lang="en-US" altLang="zh-CN" dirty="0"/>
              <a:t>LC-3</a:t>
            </a:r>
            <a:r>
              <a:rPr lang="zh-CN" altLang="zh-CN" dirty="0"/>
              <a:t>仿真器调试和运行相关程序并得到正确的结果。</a:t>
            </a:r>
            <a:r>
              <a:rPr lang="en-US" altLang="zh-CN" dirty="0"/>
              <a:t> 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8374788-2E70-461D-9821-D203545D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</p:spTree>
    <p:extLst>
      <p:ext uri="{BB962C8B-B14F-4D97-AF65-F5344CB8AC3E}">
        <p14:creationId xmlns:p14="http://schemas.microsoft.com/office/powerpoint/2010/main" val="1423611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338437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编写一个简易四子棋游戏</a:t>
            </a:r>
            <a:r>
              <a:rPr lang="en-US" altLang="zh-CN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     </a:t>
            </a:r>
            <a:r>
              <a: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具体内容见</a:t>
            </a:r>
            <a:r>
              <a:rPr lang="en-US" altLang="zh-CN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word</a:t>
            </a:r>
            <a:r>
              <a:rPr lang="zh-CN" altLang="en-US" sz="2800" dirty="0">
                <a:latin typeface="华文仿宋" panose="02010600040101010101" pitchFamily="2" charset="-122"/>
                <a:ea typeface="华文仿宋" panose="02010600040101010101" pitchFamily="2" charset="-122"/>
              </a:rPr>
              <a:t>文件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实验描述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05D55EB-48DC-4CDB-B9B8-DA3C853AF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必须使用子程序来完成。</a:t>
            </a:r>
            <a:endParaRPr lang="en-US" altLang="zh-CN" dirty="0"/>
          </a:p>
          <a:p>
            <a:pPr lvl="1"/>
            <a:r>
              <a:rPr lang="zh-CN" altLang="en-US" dirty="0"/>
              <a:t>注意：在子程序中使用了</a:t>
            </a:r>
            <a:r>
              <a:rPr lang="en-US" altLang="zh-CN" dirty="0"/>
              <a:t>TRAP</a:t>
            </a:r>
            <a:r>
              <a:rPr lang="zh-CN" altLang="en-US" dirty="0"/>
              <a:t>指令，</a:t>
            </a:r>
            <a:r>
              <a:rPr lang="en-US" altLang="zh-CN" dirty="0"/>
              <a:t>R7</a:t>
            </a:r>
            <a:r>
              <a:rPr lang="zh-CN" altLang="en-US" dirty="0"/>
              <a:t>就</a:t>
            </a:r>
            <a:r>
              <a:rPr lang="zh-CN" altLang="en-US"/>
              <a:t>会改变。</a:t>
            </a:r>
            <a:endParaRPr lang="en-US" altLang="zh-CN" dirty="0"/>
          </a:p>
          <a:p>
            <a:r>
              <a:rPr lang="zh-CN" altLang="zh-CN" dirty="0"/>
              <a:t>程序较长（</a:t>
            </a:r>
            <a:r>
              <a:rPr lang="en-US" altLang="zh-CN" dirty="0"/>
              <a:t>500</a:t>
            </a:r>
            <a:r>
              <a:rPr lang="zh-CN" altLang="zh-CN" dirty="0"/>
              <a:t>句左右），</a:t>
            </a:r>
            <a:r>
              <a:rPr lang="en-US" altLang="zh-CN" dirty="0"/>
              <a:t>256</a:t>
            </a:r>
            <a:r>
              <a:rPr lang="zh-CN" altLang="zh-CN" dirty="0"/>
              <a:t>位的偏移量的指令要留意是否够用</a:t>
            </a:r>
            <a:r>
              <a:rPr lang="zh-CN" altLang="en-US" dirty="0"/>
              <a:t>。</a:t>
            </a:r>
            <a:endParaRPr lang="zh-CN" altLang="zh-CN" dirty="0"/>
          </a:p>
          <a:p>
            <a:r>
              <a:rPr lang="zh-CN" altLang="zh-CN" dirty="0"/>
              <a:t>两种判断胜负的方法：</a:t>
            </a:r>
            <a:endParaRPr lang="en-US" altLang="zh-CN" dirty="0"/>
          </a:p>
          <a:p>
            <a:pPr lvl="1"/>
            <a:r>
              <a:rPr lang="zh-CN" altLang="zh-CN" dirty="0"/>
              <a:t>整个棋盘扫描；</a:t>
            </a:r>
            <a:endParaRPr lang="en-US" altLang="zh-CN" dirty="0"/>
          </a:p>
          <a:p>
            <a:pPr lvl="1"/>
            <a:r>
              <a:rPr lang="zh-CN" altLang="zh-CN" dirty="0"/>
              <a:t>对落子的</a:t>
            </a:r>
            <a:r>
              <a:rPr lang="en-US" altLang="zh-CN" dirty="0"/>
              <a:t>4</a:t>
            </a:r>
            <a:r>
              <a:rPr lang="zh-CN" altLang="zh-CN" dirty="0"/>
              <a:t>个方向判断。</a:t>
            </a:r>
            <a:endParaRPr lang="en-US" altLang="zh-CN" dirty="0"/>
          </a:p>
          <a:p>
            <a:r>
              <a:rPr lang="en-US" altLang="zh-CN" dirty="0"/>
              <a:t>36</a:t>
            </a:r>
            <a:r>
              <a:rPr lang="zh-CN" altLang="zh-CN" dirty="0"/>
              <a:t>个落子的数据存放在连续的内存空间，必须</a:t>
            </a:r>
            <a:r>
              <a:rPr lang="zh-CN" altLang="en-US" dirty="0"/>
              <a:t>对它</a:t>
            </a:r>
            <a:r>
              <a:rPr lang="zh-CN" altLang="zh-CN" dirty="0"/>
              <a:t>们的坐标有正确的认识。</a:t>
            </a:r>
            <a:endParaRPr lang="en-US" altLang="zh-CN" dirty="0"/>
          </a:p>
          <a:p>
            <a:r>
              <a:rPr lang="zh-CN" altLang="zh-CN" dirty="0"/>
              <a:t>连续</a:t>
            </a:r>
            <a:r>
              <a:rPr lang="en-US" altLang="zh-CN" dirty="0"/>
              <a:t>4</a:t>
            </a:r>
            <a:r>
              <a:rPr lang="zh-CN" altLang="zh-CN" dirty="0"/>
              <a:t>个相加为</a:t>
            </a:r>
            <a:r>
              <a:rPr lang="en-US" altLang="zh-CN" dirty="0"/>
              <a:t>+4</a:t>
            </a:r>
            <a:r>
              <a:rPr lang="zh-CN" altLang="zh-CN" dirty="0"/>
              <a:t>或者</a:t>
            </a:r>
            <a:r>
              <a:rPr lang="en-US" altLang="zh-CN" dirty="0"/>
              <a:t>-4</a:t>
            </a:r>
            <a:r>
              <a:rPr lang="zh-CN" altLang="zh-CN" dirty="0"/>
              <a:t>是最简单的判断</a:t>
            </a:r>
            <a:r>
              <a:rPr lang="en-US" altLang="zh-CN" dirty="0"/>
              <a:t>4</a:t>
            </a:r>
            <a:r>
              <a:rPr lang="zh-CN" altLang="zh-CN" dirty="0"/>
              <a:t>子相连的方法。</a:t>
            </a:r>
          </a:p>
          <a:p>
            <a:endParaRPr lang="zh-CN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0E6C19-6A09-4577-971D-33E781DA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92598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3568" y="2564904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643549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1479</TotalTime>
  <Pages>0</Pages>
  <Words>173</Words>
  <Characters>0</Characters>
  <Application>Microsoft Office PowerPoint</Application>
  <DocSecurity>0</DocSecurity>
  <PresentationFormat>全屏显示(4:3)</PresentationFormat>
  <Lines>0</Lines>
  <Paragraphs>22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华文仿宋</vt:lpstr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计算机系统 I </vt:lpstr>
      <vt:lpstr>实验目的</vt:lpstr>
      <vt:lpstr>实验描述</vt:lpstr>
      <vt:lpstr>注意事项</vt:lpstr>
      <vt:lpstr>谢谢！</vt:lpstr>
    </vt:vector>
  </TitlesOfParts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Li Zhi</cp:lastModifiedBy>
  <cp:revision>427</cp:revision>
  <cp:lastPrinted>1601-01-01T00:00:00Z</cp:lastPrinted>
  <dcterms:created xsi:type="dcterms:W3CDTF">2012-09-03T16:09:03Z</dcterms:created>
  <dcterms:modified xsi:type="dcterms:W3CDTF">2021-05-14T03:58:55Z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