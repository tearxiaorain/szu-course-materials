
<file path=[Content_Types].xml><?xml version="1.0" encoding="utf-8"?>
<Types xmlns="http://schemas.openxmlformats.org/package/2006/content-types">
  <Default Extension="jpeg" ContentType="image/jpeg"/>
  <Default Extension="JPG" ContentType="image/.jpg"/>
  <Default Extension="vml" ContentType="application/vnd.openxmlformats-officedocument.vmlDrawing"/>
  <Default Extension="bin" ContentType="application/vnd.openxmlformats-officedocument.oleObject"/>
  <Default Extension="png" ContentType="image/png"/>
  <Default Extension="wmf" ContentType="image/x-wmf"/>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p:sldMasterIdLst>
    <p:sldMasterId id="2147483648" r:id="rId1"/>
  </p:sldMasterIdLst>
  <p:notesMasterIdLst>
    <p:notesMasterId r:id="rId6"/>
  </p:notesMasterIdLst>
  <p:sldIdLst>
    <p:sldId id="492" r:id="rId3"/>
    <p:sldId id="507" r:id="rId4"/>
    <p:sldId id="506" r:id="rId5"/>
    <p:sldId id="509" r:id="rId7"/>
    <p:sldId id="508" r:id="rId8"/>
    <p:sldId id="510" r:id="rId9"/>
    <p:sldId id="546" r:id="rId10"/>
    <p:sldId id="511" r:id="rId11"/>
    <p:sldId id="512" r:id="rId12"/>
    <p:sldId id="513" r:id="rId13"/>
    <p:sldId id="514" r:id="rId14"/>
    <p:sldId id="515" r:id="rId15"/>
    <p:sldId id="516" r:id="rId16"/>
    <p:sldId id="518" r:id="rId17"/>
    <p:sldId id="542" r:id="rId18"/>
    <p:sldId id="543" r:id="rId19"/>
    <p:sldId id="544" r:id="rId20"/>
    <p:sldId id="547" r:id="rId21"/>
    <p:sldId id="589" r:id="rId22"/>
    <p:sldId id="567" r:id="rId23"/>
    <p:sldId id="568" r:id="rId24"/>
    <p:sldId id="569" r:id="rId25"/>
    <p:sldId id="570" r:id="rId26"/>
    <p:sldId id="571" r:id="rId27"/>
    <p:sldId id="572" r:id="rId28"/>
    <p:sldId id="573" r:id="rId29"/>
    <p:sldId id="574" r:id="rId30"/>
    <p:sldId id="575" r:id="rId31"/>
    <p:sldId id="576" r:id="rId32"/>
    <p:sldId id="577" r:id="rId33"/>
    <p:sldId id="578" r:id="rId34"/>
    <p:sldId id="579" r:id="rId35"/>
    <p:sldId id="580" r:id="rId36"/>
    <p:sldId id="581" r:id="rId37"/>
    <p:sldId id="582" r:id="rId38"/>
    <p:sldId id="583" r:id="rId39"/>
    <p:sldId id="584" r:id="rId40"/>
    <p:sldId id="538" r:id="rId41"/>
    <p:sldId id="590" r:id="rId42"/>
    <p:sldId id="585" r:id="rId43"/>
    <p:sldId id="586" r:id="rId44"/>
    <p:sldId id="588" r:id="rId45"/>
    <p:sldId id="587" r:id="rId46"/>
  </p:sldIdLst>
  <p:sldSz cx="12192000" cy="6858000"/>
  <p:notesSz cx="6858000" cy="9144000"/>
  <p:custDataLst>
    <p:tags r:id="rId50"/>
  </p:custDataLst>
  <p:defaultTextStyle>
    <a:defPPr>
      <a:defRPr lang="zh-CN"/>
    </a:defPPr>
    <a:lvl1pPr algn="l" rtl="0" fontAlgn="base">
      <a:spcBef>
        <a:spcPct val="0"/>
      </a:spcBef>
      <a:spcAft>
        <a:spcPct val="0"/>
      </a:spcAft>
      <a:defRPr kern="1200" baseline="-25000">
        <a:solidFill>
          <a:schemeClr val="tx1"/>
        </a:solidFill>
        <a:latin typeface="Arial" panose="020B0604020202020204" pitchFamily="34" charset="0"/>
        <a:ea typeface="宋体" panose="02010600030101010101" pitchFamily="2" charset="-122"/>
        <a:cs typeface="+mn-cs"/>
      </a:defRPr>
    </a:lvl1pPr>
    <a:lvl2pPr marL="457200" algn="l" rtl="0" fontAlgn="base">
      <a:spcBef>
        <a:spcPct val="0"/>
      </a:spcBef>
      <a:spcAft>
        <a:spcPct val="0"/>
      </a:spcAft>
      <a:defRPr kern="1200" baseline="-25000">
        <a:solidFill>
          <a:schemeClr val="tx1"/>
        </a:solidFill>
        <a:latin typeface="Arial" panose="020B0604020202020204" pitchFamily="34" charset="0"/>
        <a:ea typeface="宋体" panose="02010600030101010101" pitchFamily="2" charset="-122"/>
        <a:cs typeface="+mn-cs"/>
      </a:defRPr>
    </a:lvl2pPr>
    <a:lvl3pPr marL="914400" algn="l" rtl="0" fontAlgn="base">
      <a:spcBef>
        <a:spcPct val="0"/>
      </a:spcBef>
      <a:spcAft>
        <a:spcPct val="0"/>
      </a:spcAft>
      <a:defRPr kern="1200" baseline="-25000">
        <a:solidFill>
          <a:schemeClr val="tx1"/>
        </a:solidFill>
        <a:latin typeface="Arial" panose="020B0604020202020204" pitchFamily="34" charset="0"/>
        <a:ea typeface="宋体" panose="02010600030101010101" pitchFamily="2" charset="-122"/>
        <a:cs typeface="+mn-cs"/>
      </a:defRPr>
    </a:lvl3pPr>
    <a:lvl4pPr marL="1371600" algn="l" rtl="0" fontAlgn="base">
      <a:spcBef>
        <a:spcPct val="0"/>
      </a:spcBef>
      <a:spcAft>
        <a:spcPct val="0"/>
      </a:spcAft>
      <a:defRPr kern="1200" baseline="-25000">
        <a:solidFill>
          <a:schemeClr val="tx1"/>
        </a:solidFill>
        <a:latin typeface="Arial" panose="020B0604020202020204" pitchFamily="34" charset="0"/>
        <a:ea typeface="宋体" panose="02010600030101010101" pitchFamily="2" charset="-122"/>
        <a:cs typeface="+mn-cs"/>
      </a:defRPr>
    </a:lvl4pPr>
    <a:lvl5pPr marL="1828800" algn="l" rtl="0" fontAlgn="base">
      <a:spcBef>
        <a:spcPct val="0"/>
      </a:spcBef>
      <a:spcAft>
        <a:spcPct val="0"/>
      </a:spcAft>
      <a:defRPr kern="1200" baseline="-250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kern="1200" baseline="-250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kern="1200" baseline="-250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kern="1200" baseline="-250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kern="1200" baseline="-25000">
        <a:solidFill>
          <a:schemeClr val="tx1"/>
        </a:solidFill>
        <a:latin typeface="Arial" panose="020B0604020202020204" pitchFamily="34" charset="0"/>
        <a:ea typeface="宋体" panose="02010600030101010101" pitchFamily="2" charset="-122"/>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clrMru>
    <a:srgbClr val="0066FF"/>
    <a:srgbClr val="33CC33"/>
    <a:srgbClr val="00FFFF"/>
    <a:srgbClr val="FF99FF"/>
    <a:srgbClr val="003399"/>
    <a:srgbClr val="66FF33"/>
    <a:srgbClr val="FFFF00"/>
    <a:srgbClr val="FF33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122" autoAdjust="0"/>
    <p:restoredTop sz="94660" autoAdjust="0"/>
  </p:normalViewPr>
  <p:slideViewPr>
    <p:cSldViewPr showGuides="1">
      <p:cViewPr varScale="1">
        <p:scale>
          <a:sx n="80" d="100"/>
          <a:sy n="80" d="100"/>
        </p:scale>
        <p:origin x="603" y="62"/>
      </p:cViewPr>
      <p:guideLst>
        <p:guide orient="horz" pos="2160"/>
        <p:guide pos="3840"/>
      </p:guideLst>
    </p:cSldViewPr>
  </p:slideViewPr>
  <p:outlineViewPr>
    <p:cViewPr>
      <p:scale>
        <a:sx n="33" d="100"/>
        <a:sy n="33" d="100"/>
      </p:scale>
      <p:origin x="36" y="0"/>
    </p:cViewPr>
  </p:outlineViewPr>
  <p:notesTextViewPr>
    <p:cViewPr>
      <p:scale>
        <a:sx n="100" d="100"/>
        <a:sy n="100" d="100"/>
      </p:scale>
      <p:origin x="0" y="0"/>
    </p:cViewPr>
  </p:notesTextViewPr>
  <p:sorterViewPr>
    <p:cViewPr>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notesMaster" Target="notesMasters/notesMaster1.xml"/><Relationship Id="rId50" Type="http://schemas.openxmlformats.org/officeDocument/2006/relationships/tags" Target="tags/tag1.xml"/><Relationship Id="rId5" Type="http://schemas.openxmlformats.org/officeDocument/2006/relationships/slide" Target="slides/slide3.xml"/><Relationship Id="rId49" Type="http://schemas.openxmlformats.org/officeDocument/2006/relationships/tableStyles" Target="tableStyles.xml"/><Relationship Id="rId48" Type="http://schemas.openxmlformats.org/officeDocument/2006/relationships/viewProps" Target="viewProps.xml"/><Relationship Id="rId47" Type="http://schemas.openxmlformats.org/officeDocument/2006/relationships/presProps" Target="presProps.xml"/><Relationship Id="rId46" Type="http://schemas.openxmlformats.org/officeDocument/2006/relationships/slide" Target="slides/slide43.xml"/><Relationship Id="rId45" Type="http://schemas.openxmlformats.org/officeDocument/2006/relationships/slide" Target="slides/slide42.xml"/><Relationship Id="rId44" Type="http://schemas.openxmlformats.org/officeDocument/2006/relationships/slide" Target="slides/slide41.xml"/><Relationship Id="rId43" Type="http://schemas.openxmlformats.org/officeDocument/2006/relationships/slide" Target="slides/slide40.xml"/><Relationship Id="rId42" Type="http://schemas.openxmlformats.org/officeDocument/2006/relationships/slide" Target="slides/slide39.xml"/><Relationship Id="rId41" Type="http://schemas.openxmlformats.org/officeDocument/2006/relationships/slide" Target="slides/slide38.xml"/><Relationship Id="rId40" Type="http://schemas.openxmlformats.org/officeDocument/2006/relationships/slide" Target="slides/slide37.xml"/><Relationship Id="rId4" Type="http://schemas.openxmlformats.org/officeDocument/2006/relationships/slide" Target="slides/slide2.xml"/><Relationship Id="rId39" Type="http://schemas.openxmlformats.org/officeDocument/2006/relationships/slide" Target="slides/slide36.xml"/><Relationship Id="rId38" Type="http://schemas.openxmlformats.org/officeDocument/2006/relationships/slide" Target="slides/slide35.xml"/><Relationship Id="rId37" Type="http://schemas.openxmlformats.org/officeDocument/2006/relationships/slide" Target="slides/slide34.xml"/><Relationship Id="rId36" Type="http://schemas.openxmlformats.org/officeDocument/2006/relationships/slide" Target="slides/slide33.xml"/><Relationship Id="rId35" Type="http://schemas.openxmlformats.org/officeDocument/2006/relationships/slide" Target="slides/slide32.xml"/><Relationship Id="rId34" Type="http://schemas.openxmlformats.org/officeDocument/2006/relationships/slide" Target="slides/slide31.xml"/><Relationship Id="rId33" Type="http://schemas.openxmlformats.org/officeDocument/2006/relationships/slide" Target="slides/slide30.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5.w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9.w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
        <p:nvSpPr>
          <p:cNvPr id="2050" name="页眉占位符 1"/>
          <p:cNvSpPr>
            <a:spLocks noGrp="1" noChangeArrowheads="1"/>
          </p:cNvSpPr>
          <p:nvPr>
            <p:ph type="hdr" sz="quarter"/>
          </p:nvPr>
        </p:nvSpPr>
        <p:spPr bwMode="auto">
          <a:xfrm>
            <a:off x="0" y="0"/>
            <a:ext cx="2970213" cy="457200"/>
          </a:xfrm>
          <a:prstGeom prst="rect">
            <a:avLst/>
          </a:prstGeom>
          <a:noFill/>
          <a:ln w="9525">
            <a:noFill/>
            <a:miter lim="800000"/>
          </a:ln>
        </p:spPr>
        <p:txBody>
          <a:bodyPr vert="horz" wrap="square" lIns="91440" tIns="45720" rIns="91440" bIns="45720" numCol="1" anchor="t" anchorCtr="0" compatLnSpc="1"/>
          <a:lstStyle>
            <a:lvl1pPr>
              <a:defRPr sz="1200" smtClean="0">
                <a:latin typeface="Arial" panose="020B0604020202020204" pitchFamily="34" charset="0"/>
              </a:defRPr>
            </a:lvl1pPr>
          </a:lstStyle>
          <a:p>
            <a:pPr>
              <a:defRPr/>
            </a:pPr>
            <a:endParaRPr lang="zh-CN" altLang="en-US"/>
          </a:p>
        </p:txBody>
      </p:sp>
      <p:sp>
        <p:nvSpPr>
          <p:cNvPr id="2051" name="日期占位符 2"/>
          <p:cNvSpPr>
            <a:spLocks noGrp="1" noChangeArrowheads="1"/>
          </p:cNvSpPr>
          <p:nvPr>
            <p:ph type="dt" idx="1"/>
          </p:nvPr>
        </p:nvSpPr>
        <p:spPr bwMode="auto">
          <a:xfrm>
            <a:off x="3883025" y="0"/>
            <a:ext cx="2973388" cy="457200"/>
          </a:xfrm>
          <a:prstGeom prst="rect">
            <a:avLst/>
          </a:prstGeom>
          <a:noFill/>
          <a:ln w="9525">
            <a:noFill/>
            <a:miter lim="800000"/>
          </a:ln>
        </p:spPr>
        <p:txBody>
          <a:bodyPr vert="horz" wrap="square" lIns="91440" tIns="45720" rIns="91440" bIns="45720" numCol="1" anchor="t" anchorCtr="0" compatLnSpc="1"/>
          <a:lstStyle>
            <a:lvl1pPr algn="r">
              <a:defRPr sz="1200" smtClean="0">
                <a:latin typeface="Arial" panose="020B0604020202020204" pitchFamily="34" charset="0"/>
              </a:defRPr>
            </a:lvl1pPr>
          </a:lstStyle>
          <a:p>
            <a:pPr>
              <a:defRPr/>
            </a:pPr>
            <a:fld id="{250697F6-173F-4907-8E1F-6A4A7DCD3E53}" type="datetimeFigureOut">
              <a:rPr lang="zh-CN" altLang="en-US"/>
            </a:fld>
            <a:endParaRPr lang="en-US" altLang="zh-CN"/>
          </a:p>
        </p:txBody>
      </p:sp>
      <p:sp>
        <p:nvSpPr>
          <p:cNvPr id="45060" name="幻灯片图像占位符 3"/>
          <p:cNvSpPr>
            <a:spLocks noGrp="1" noRot="1" noChangeAspect="1" noChangeArrowheads="1"/>
          </p:cNvSpPr>
          <p:nvPr>
            <p:ph type="sldImg" idx="2"/>
          </p:nvPr>
        </p:nvSpPr>
        <p:spPr bwMode="auto">
          <a:xfrm>
            <a:off x="381000" y="685800"/>
            <a:ext cx="6096000" cy="3429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sp>
      <p:sp>
        <p:nvSpPr>
          <p:cNvPr id="2053" name="备注占位符 4"/>
          <p:cNvSpPr>
            <a:spLocks noGrp="1" noChangeArrowheads="1"/>
          </p:cNvSpPr>
          <p:nvPr>
            <p:ph type="body" sz="quarter" idx="3"/>
          </p:nvPr>
        </p:nvSpPr>
        <p:spPr bwMode="auto">
          <a:xfrm>
            <a:off x="685800" y="4343400"/>
            <a:ext cx="5486400" cy="4114800"/>
          </a:xfrm>
          <a:prstGeom prst="rect">
            <a:avLst/>
          </a:prstGeom>
          <a:noFill/>
          <a:ln w="9525">
            <a:noFill/>
            <a:miter lim="800000"/>
          </a:ln>
        </p:spPr>
        <p:txBody>
          <a:bodyPr vert="horz" wrap="square" lIns="91440" tIns="45720" rIns="91440" bIns="45720" numCol="1" anchor="ctr" anchorCtr="0" compatLnSpc="1"/>
          <a:lstStyle/>
          <a:p>
            <a:pPr lvl="0"/>
            <a:r>
              <a:rPr lang="zh-CN" altLang="en-US" noProof="0"/>
              <a:t>单击此处编辑母版文本样式</a:t>
            </a:r>
            <a:endParaRPr lang="zh-CN" altLang="en-US" noProof="0"/>
          </a:p>
          <a:p>
            <a:pPr lvl="1"/>
            <a:r>
              <a:rPr lang="zh-CN" altLang="en-US" noProof="0"/>
              <a:t>第二级</a:t>
            </a:r>
            <a:endParaRPr lang="zh-CN" altLang="en-US" noProof="0"/>
          </a:p>
          <a:p>
            <a:pPr lvl="2"/>
            <a:r>
              <a:rPr lang="zh-CN" altLang="en-US" noProof="0"/>
              <a:t>第三级</a:t>
            </a:r>
            <a:endParaRPr lang="zh-CN" altLang="en-US" noProof="0"/>
          </a:p>
          <a:p>
            <a:pPr lvl="3"/>
            <a:r>
              <a:rPr lang="zh-CN" altLang="en-US" noProof="0"/>
              <a:t>第四级</a:t>
            </a:r>
            <a:endParaRPr lang="zh-CN" altLang="en-US" noProof="0"/>
          </a:p>
          <a:p>
            <a:pPr lvl="4"/>
            <a:r>
              <a:rPr lang="zh-CN" altLang="en-US" noProof="0"/>
              <a:t>第五级</a:t>
            </a:r>
            <a:endParaRPr lang="zh-CN" altLang="en-US" noProof="0"/>
          </a:p>
        </p:txBody>
      </p:sp>
      <p:sp>
        <p:nvSpPr>
          <p:cNvPr id="2054" name="页脚占位符 5"/>
          <p:cNvSpPr>
            <a:spLocks noGrp="1" noChangeArrowheads="1"/>
          </p:cNvSpPr>
          <p:nvPr>
            <p:ph type="ftr" sz="quarter" idx="4"/>
          </p:nvPr>
        </p:nvSpPr>
        <p:spPr bwMode="auto">
          <a:xfrm>
            <a:off x="0" y="8685213"/>
            <a:ext cx="2970213" cy="457200"/>
          </a:xfrm>
          <a:prstGeom prst="rect">
            <a:avLst/>
          </a:prstGeom>
          <a:noFill/>
          <a:ln w="9525">
            <a:noFill/>
            <a:miter lim="800000"/>
          </a:ln>
        </p:spPr>
        <p:txBody>
          <a:bodyPr vert="horz" wrap="square" lIns="91440" tIns="45720" rIns="91440" bIns="45720" numCol="1" anchor="b" anchorCtr="0" compatLnSpc="1"/>
          <a:lstStyle>
            <a:lvl1pPr>
              <a:defRPr sz="1200" smtClean="0">
                <a:latin typeface="Arial" panose="020B0604020202020204" pitchFamily="34" charset="0"/>
              </a:defRPr>
            </a:lvl1pPr>
          </a:lstStyle>
          <a:p>
            <a:pPr>
              <a:defRPr/>
            </a:pPr>
            <a:endParaRPr lang="zh-CN" altLang="en-US"/>
          </a:p>
        </p:txBody>
      </p:sp>
      <p:sp>
        <p:nvSpPr>
          <p:cNvPr id="2055" name="灯片编号占位符 6"/>
          <p:cNvSpPr>
            <a:spLocks noGrp="1" noChangeArrowheads="1"/>
          </p:cNvSpPr>
          <p:nvPr>
            <p:ph type="sldNum" sz="quarter" idx="5"/>
          </p:nvPr>
        </p:nvSpPr>
        <p:spPr bwMode="auto">
          <a:xfrm>
            <a:off x="3883025" y="8685213"/>
            <a:ext cx="2973388" cy="457200"/>
          </a:xfrm>
          <a:prstGeom prst="rect">
            <a:avLst/>
          </a:prstGeom>
          <a:noFill/>
          <a:ln w="9525">
            <a:noFill/>
            <a:miter lim="800000"/>
          </a:ln>
        </p:spPr>
        <p:txBody>
          <a:bodyPr vert="horz" wrap="square" lIns="91440" tIns="45720" rIns="91440" bIns="45720" numCol="1" anchor="b" anchorCtr="0" compatLnSpc="1"/>
          <a:lstStyle>
            <a:lvl1pPr algn="r">
              <a:defRPr sz="1200" smtClean="0">
                <a:latin typeface="Arial" panose="020B0604020202020204" pitchFamily="34" charset="0"/>
              </a:defRPr>
            </a:lvl1pPr>
          </a:lstStyle>
          <a:p>
            <a:pPr>
              <a:defRPr/>
            </a:pPr>
            <a:fld id="{027A0B3A-CBE6-4851-A53D-4B4CBF114D67}" type="slidenum">
              <a:rPr lang="zh-CN" altLang="en-US"/>
            </a:fld>
            <a:endParaRPr lang="en-US" altLang="zh-CN"/>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Calibri" panose="020F0502020204030204" pitchFamily="34" charset="0"/>
        <a:ea typeface="宋体" panose="02010600030101010101" pitchFamily="2" charset="-122"/>
        <a:cs typeface="+mn-cs"/>
      </a:defRPr>
    </a:lvl1pPr>
    <a:lvl2pPr marL="457200" algn="l" rtl="0" eaLnBrk="0" fontAlgn="base" hangingPunct="0">
      <a:spcBef>
        <a:spcPct val="30000"/>
      </a:spcBef>
      <a:spcAft>
        <a:spcPct val="0"/>
      </a:spcAft>
      <a:defRPr sz="1200" kern="1200">
        <a:solidFill>
          <a:schemeClr val="tx1"/>
        </a:solidFill>
        <a:latin typeface="Calibri" panose="020F0502020204030204" pitchFamily="34" charset="0"/>
        <a:ea typeface="宋体" panose="02010600030101010101" pitchFamily="2" charset="-122"/>
        <a:cs typeface="+mn-cs"/>
      </a:defRPr>
    </a:lvl2pPr>
    <a:lvl3pPr marL="914400" algn="l" rtl="0" eaLnBrk="0" fontAlgn="base" hangingPunct="0">
      <a:spcBef>
        <a:spcPct val="30000"/>
      </a:spcBef>
      <a:spcAft>
        <a:spcPct val="0"/>
      </a:spcAft>
      <a:defRPr sz="1200" kern="1200">
        <a:solidFill>
          <a:schemeClr val="tx1"/>
        </a:solidFill>
        <a:latin typeface="Calibri" panose="020F0502020204030204" pitchFamily="34" charset="0"/>
        <a:ea typeface="宋体" panose="02010600030101010101" pitchFamily="2" charset="-122"/>
        <a:cs typeface="+mn-cs"/>
      </a:defRPr>
    </a:lvl3pPr>
    <a:lvl4pPr marL="1371600" algn="l" rtl="0" eaLnBrk="0" fontAlgn="base" hangingPunct="0">
      <a:spcBef>
        <a:spcPct val="30000"/>
      </a:spcBef>
      <a:spcAft>
        <a:spcPct val="0"/>
      </a:spcAft>
      <a:defRPr sz="1200" kern="1200">
        <a:solidFill>
          <a:schemeClr val="tx1"/>
        </a:solidFill>
        <a:latin typeface="Calibri" panose="020F0502020204030204" pitchFamily="34" charset="0"/>
        <a:ea typeface="宋体" panose="02010600030101010101" pitchFamily="2" charset="-122"/>
        <a:cs typeface="+mn-cs"/>
      </a:defRPr>
    </a:lvl4pPr>
    <a:lvl5pPr marL="1828800" algn="l" rtl="0" eaLnBrk="0" fontAlgn="base" hangingPunct="0">
      <a:spcBef>
        <a:spcPct val="30000"/>
      </a:spcBef>
      <a:spcAft>
        <a:spcPct val="0"/>
      </a:spcAft>
      <a:defRPr sz="1200" kern="1200">
        <a:solidFill>
          <a:schemeClr val="tx1"/>
        </a:solidFill>
        <a:latin typeface="Calibri" panose="020F0502020204030204" pitchFamily="34" charset="0"/>
        <a:ea typeface="宋体" panose="02010600030101010101"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6.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fld id="{178473AD-E52F-4FAE-A3E6-3C546ED4C85C}" type="slidenum">
              <a:rPr lang="en-US" altLang="zh-CN"/>
            </a:fld>
            <a:endParaRPr lang="en-US" altLang="zh-CN"/>
          </a:p>
        </p:txBody>
      </p:sp>
      <p:sp>
        <p:nvSpPr>
          <p:cNvPr id="41986" name="Rectangle 2"/>
          <p:cNvSpPr>
            <a:spLocks noGrp="1" noRot="1" noChangeAspect="1" noChangeArrowheads="1" noTextEdit="1"/>
          </p:cNvSpPr>
          <p:nvPr>
            <p:ph type="sldImg"/>
          </p:nvPr>
        </p:nvSpPr>
        <p:spPr>
          <a:xfrm>
            <a:off x="381000" y="685800"/>
            <a:ext cx="6096000" cy="3429000"/>
          </a:xfrm>
        </p:spPr>
      </p:sp>
      <p:sp>
        <p:nvSpPr>
          <p:cNvPr id="41987" name="Rectangle 3"/>
          <p:cNvSpPr>
            <a:spLocks noGrp="1" noChangeArrowheads="1"/>
          </p:cNvSpPr>
          <p:nvPr>
            <p:ph type="body" idx="1"/>
          </p:nvPr>
        </p:nvSpPr>
        <p:spPr/>
        <p:txBody>
          <a:bodyPr/>
          <a:lstStyle/>
          <a:p>
            <a:r>
              <a:rPr lang="en-US" altLang="zh-CN"/>
              <a:t> </a:t>
            </a:r>
            <a:endParaRPr lang="en-US" altLang="zh-CN"/>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fld id="{00ECFFB8-2F44-4CB4-8D21-ACA37836765A}" type="slidenum">
              <a:rPr lang="en-US" altLang="zh-CN"/>
            </a:fld>
            <a:endParaRPr lang="en-US" altLang="zh-CN"/>
          </a:p>
        </p:txBody>
      </p:sp>
      <p:sp>
        <p:nvSpPr>
          <p:cNvPr id="39938" name="Rectangle 2"/>
          <p:cNvSpPr>
            <a:spLocks noGrp="1" noRot="1" noChangeAspect="1" noChangeArrowheads="1" noTextEdit="1"/>
          </p:cNvSpPr>
          <p:nvPr>
            <p:ph type="sldImg"/>
          </p:nvPr>
        </p:nvSpPr>
        <p:spPr>
          <a:xfrm>
            <a:off x="381000" y="685800"/>
            <a:ext cx="6096000" cy="3429000"/>
          </a:xfrm>
        </p:spPr>
      </p:sp>
      <p:sp>
        <p:nvSpPr>
          <p:cNvPr id="39939" name="Rectangle 3"/>
          <p:cNvSpPr>
            <a:spLocks noGrp="1" noChangeArrowheads="1"/>
          </p:cNvSpPr>
          <p:nvPr>
            <p:ph type="body" idx="1"/>
          </p:nvPr>
        </p:nvSpPr>
        <p:spPr/>
        <p:txBody>
          <a:bodyPr/>
          <a:lstStyle/>
          <a:p>
            <a:endParaRPr lang="zh-CN" altLang="zh-CN"/>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fld id="{13E03436-BC01-4230-B3BE-1F89188807B4}" type="slidenum">
              <a:rPr lang="en-US" altLang="zh-CN"/>
            </a:fld>
            <a:endParaRPr lang="en-US" altLang="zh-CN"/>
          </a:p>
        </p:txBody>
      </p:sp>
      <p:sp>
        <p:nvSpPr>
          <p:cNvPr id="144386" name="Rectangle 2"/>
          <p:cNvSpPr>
            <a:spLocks noGrp="1" noRot="1" noChangeAspect="1" noChangeArrowheads="1" noTextEdit="1"/>
          </p:cNvSpPr>
          <p:nvPr>
            <p:ph type="sldImg"/>
          </p:nvPr>
        </p:nvSpPr>
        <p:spPr bwMode="auto">
          <a:xfrm>
            <a:off x="382588" y="685800"/>
            <a:ext cx="6094412" cy="3429000"/>
          </a:xfrm>
          <a:prstGeom prst="rect">
            <a:avLst/>
          </a:prstGeom>
          <a:solidFill>
            <a:srgbClr val="FFFFFF"/>
          </a:solidFill>
          <a:ln>
            <a:solidFill>
              <a:srgbClr val="000000"/>
            </a:solidFill>
            <a:miter lim="800000"/>
          </a:ln>
        </p:spPr>
      </p:sp>
      <p:sp>
        <p:nvSpPr>
          <p:cNvPr id="144387" name="Rectangle 3"/>
          <p:cNvSpPr>
            <a:spLocks noGrp="1" noChangeArrowheads="1"/>
          </p:cNvSpPr>
          <p:nvPr>
            <p:ph type="body" idx="1"/>
          </p:nvPr>
        </p:nvSpPr>
        <p:spPr bwMode="auto">
          <a:xfrm>
            <a:off x="913805" y="4343704"/>
            <a:ext cx="5030391" cy="4113892"/>
          </a:xfrm>
          <a:prstGeom prst="rect">
            <a:avLst/>
          </a:prstGeom>
          <a:solidFill>
            <a:srgbClr val="FFFFFF"/>
          </a:solidFill>
          <a:ln>
            <a:solidFill>
              <a:srgbClr val="000000"/>
            </a:solidFill>
            <a:miter lim="800000"/>
          </a:ln>
        </p:spPr>
        <p:txBody>
          <a:bodyPr lIns="86613" tIns="43307" rIns="86613" bIns="43307"/>
          <a:lstStyle/>
          <a:p>
            <a:endParaRPr lang="zh-CN" altLang="zh-CN"/>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2626" name="Rectangle 7"/>
          <p:cNvSpPr txBox="1">
            <a:spLocks noGrp="1" noChangeArrowheads="1"/>
          </p:cNvSpPr>
          <p:nvPr/>
        </p:nvSpPr>
        <p:spPr bwMode="auto">
          <a:xfrm>
            <a:off x="3779150" y="9432030"/>
            <a:ext cx="2889938" cy="4946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6958" tIns="48480" rIns="96958" bIns="48480" anchor="b"/>
          <a:lstStyle>
            <a:lvl1pPr defTabSz="970280" eaLnBrk="0" hangingPunct="0">
              <a:defRPr baseline="-25000">
                <a:solidFill>
                  <a:schemeClr val="tx1"/>
                </a:solidFill>
                <a:latin typeface="Arial" panose="020B0604020202020204" pitchFamily="34" charset="0"/>
                <a:ea typeface="宋体" panose="02010600030101010101" pitchFamily="2" charset="-122"/>
              </a:defRPr>
            </a:lvl1pPr>
            <a:lvl2pPr marL="742950" indent="-285750" defTabSz="970280" eaLnBrk="0" hangingPunct="0">
              <a:defRPr baseline="-25000">
                <a:solidFill>
                  <a:schemeClr val="tx1"/>
                </a:solidFill>
                <a:latin typeface="Arial" panose="020B0604020202020204" pitchFamily="34" charset="0"/>
                <a:ea typeface="宋体" panose="02010600030101010101" pitchFamily="2" charset="-122"/>
              </a:defRPr>
            </a:lvl2pPr>
            <a:lvl3pPr marL="1143000" indent="-228600" defTabSz="970280" eaLnBrk="0" hangingPunct="0">
              <a:defRPr baseline="-25000">
                <a:solidFill>
                  <a:schemeClr val="tx1"/>
                </a:solidFill>
                <a:latin typeface="Arial" panose="020B0604020202020204" pitchFamily="34" charset="0"/>
                <a:ea typeface="宋体" panose="02010600030101010101" pitchFamily="2" charset="-122"/>
              </a:defRPr>
            </a:lvl3pPr>
            <a:lvl4pPr marL="1600200" indent="-228600" defTabSz="970280" eaLnBrk="0" hangingPunct="0">
              <a:defRPr baseline="-25000">
                <a:solidFill>
                  <a:schemeClr val="tx1"/>
                </a:solidFill>
                <a:latin typeface="Arial" panose="020B0604020202020204" pitchFamily="34" charset="0"/>
                <a:ea typeface="宋体" panose="02010600030101010101" pitchFamily="2" charset="-122"/>
              </a:defRPr>
            </a:lvl4pPr>
            <a:lvl5pPr marL="2057400" indent="-228600" defTabSz="970280" eaLnBrk="0" hangingPunct="0">
              <a:defRPr baseline="-25000">
                <a:solidFill>
                  <a:schemeClr val="tx1"/>
                </a:solidFill>
                <a:latin typeface="Arial" panose="020B0604020202020204" pitchFamily="34" charset="0"/>
                <a:ea typeface="宋体" panose="02010600030101010101" pitchFamily="2" charset="-122"/>
              </a:defRPr>
            </a:lvl5pPr>
            <a:lvl6pPr marL="2514600" indent="-228600" defTabSz="970280" eaLnBrk="0" fontAlgn="base" hangingPunct="0">
              <a:spcBef>
                <a:spcPct val="0"/>
              </a:spcBef>
              <a:spcAft>
                <a:spcPct val="0"/>
              </a:spcAft>
              <a:defRPr baseline="-25000">
                <a:solidFill>
                  <a:schemeClr val="tx1"/>
                </a:solidFill>
                <a:latin typeface="Arial" panose="020B0604020202020204" pitchFamily="34" charset="0"/>
                <a:ea typeface="宋体" panose="02010600030101010101" pitchFamily="2" charset="-122"/>
              </a:defRPr>
            </a:lvl6pPr>
            <a:lvl7pPr marL="2971800" indent="-228600" defTabSz="970280" eaLnBrk="0" fontAlgn="base" hangingPunct="0">
              <a:spcBef>
                <a:spcPct val="0"/>
              </a:spcBef>
              <a:spcAft>
                <a:spcPct val="0"/>
              </a:spcAft>
              <a:defRPr baseline="-25000">
                <a:solidFill>
                  <a:schemeClr val="tx1"/>
                </a:solidFill>
                <a:latin typeface="Arial" panose="020B0604020202020204" pitchFamily="34" charset="0"/>
                <a:ea typeface="宋体" panose="02010600030101010101" pitchFamily="2" charset="-122"/>
              </a:defRPr>
            </a:lvl7pPr>
            <a:lvl8pPr marL="3429000" indent="-228600" defTabSz="970280" eaLnBrk="0" fontAlgn="base" hangingPunct="0">
              <a:spcBef>
                <a:spcPct val="0"/>
              </a:spcBef>
              <a:spcAft>
                <a:spcPct val="0"/>
              </a:spcAft>
              <a:defRPr baseline="-25000">
                <a:solidFill>
                  <a:schemeClr val="tx1"/>
                </a:solidFill>
                <a:latin typeface="Arial" panose="020B0604020202020204" pitchFamily="34" charset="0"/>
                <a:ea typeface="宋体" panose="02010600030101010101" pitchFamily="2" charset="-122"/>
              </a:defRPr>
            </a:lvl8pPr>
            <a:lvl9pPr marL="3886200" indent="-228600" defTabSz="970280" eaLnBrk="0" fontAlgn="base" hangingPunct="0">
              <a:spcBef>
                <a:spcPct val="0"/>
              </a:spcBef>
              <a:spcAft>
                <a:spcPct val="0"/>
              </a:spcAft>
              <a:defRPr baseline="-25000">
                <a:solidFill>
                  <a:schemeClr val="tx1"/>
                </a:solidFill>
                <a:latin typeface="Arial" panose="020B0604020202020204" pitchFamily="34" charset="0"/>
                <a:ea typeface="宋体" panose="02010600030101010101" pitchFamily="2" charset="-122"/>
              </a:defRPr>
            </a:lvl9pPr>
          </a:lstStyle>
          <a:p>
            <a:pPr algn="r"/>
            <a:fld id="{F7837831-9BCC-4950-A4F5-EFE3FEF9677A}" type="slidenum">
              <a:rPr lang="zh-CN" altLang="en-US" sz="1200" baseline="0">
                <a:latin typeface="Garamond" panose="02020404030301010803" pitchFamily="18" charset="0"/>
              </a:rPr>
            </a:fld>
            <a:endParaRPr lang="en-US" altLang="zh-CN" sz="1200" baseline="0">
              <a:latin typeface="Garamond" panose="02020404030301010803" pitchFamily="18" charset="0"/>
            </a:endParaRPr>
          </a:p>
        </p:txBody>
      </p:sp>
      <p:sp>
        <p:nvSpPr>
          <p:cNvPr id="282627" name="Rectangle 2"/>
          <p:cNvSpPr>
            <a:spLocks noGrp="1" noRot="1" noChangeAspect="1" noChangeArrowheads="1" noTextEdit="1"/>
          </p:cNvSpPr>
          <p:nvPr>
            <p:ph type="sldImg"/>
          </p:nvPr>
        </p:nvSpPr>
        <p:spPr>
          <a:xfrm>
            <a:off x="30163" y="746125"/>
            <a:ext cx="6610350" cy="3719513"/>
          </a:xfrm>
          <a:solidFill>
            <a:srgbClr val="FFFFFF"/>
          </a:solidFill>
        </p:spPr>
      </p:sp>
      <p:sp>
        <p:nvSpPr>
          <p:cNvPr id="282628" name="Rectangle 3"/>
          <p:cNvSpPr>
            <a:spLocks noGrp="1" noChangeArrowheads="1"/>
          </p:cNvSpPr>
          <p:nvPr>
            <p:ph type="body" idx="1"/>
          </p:nvPr>
        </p:nvSpPr>
        <p:spPr>
          <a:xfrm>
            <a:off x="887669" y="4715154"/>
            <a:ext cx="4893752" cy="4465264"/>
          </a:xfrm>
          <a:solidFill>
            <a:srgbClr val="FFFFFF"/>
          </a:solidFill>
          <a:ln>
            <a:solidFill>
              <a:srgbClr val="000000"/>
            </a:solidFill>
            <a:miter lim="800000"/>
          </a:ln>
        </p:spPr>
        <p:txBody>
          <a:bodyPr lIns="91866" tIns="45933" rIns="91866" bIns="45933" anchor="t"/>
          <a:lstStyle/>
          <a:p>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showMasterSp="0">
  <p:cSld name="Title Slide">
    <p:spTree>
      <p:nvGrpSpPr>
        <p:cNvPr id="1" name=""/>
        <p:cNvGrpSpPr/>
        <p:nvPr/>
      </p:nvGrpSpPr>
      <p:grpSpPr>
        <a:xfrm>
          <a:off x="0" y="0"/>
          <a:ext cx="0" cy="0"/>
          <a:chOff x="0" y="0"/>
          <a:chExt cx="0" cy="0"/>
        </a:xfrm>
      </p:grpSpPr>
      <p:sp>
        <p:nvSpPr>
          <p:cNvPr id="10" name="Right Triangle 9"/>
          <p:cNvSpPr/>
          <p:nvPr/>
        </p:nvSpPr>
        <p:spPr>
          <a:xfrm>
            <a:off x="-2" y="4664147"/>
            <a:ext cx="12201452" cy="0"/>
          </a:xfrm>
          <a:prstGeom prst="rtTriangle">
            <a:avLst/>
          </a:prstGeom>
          <a:gradFill flip="none" rotWithShape="1">
            <a:gsLst>
              <a:gs pos="0">
                <a:schemeClr val="accent1">
                  <a:shade val="35000"/>
                  <a:satMod val="170000"/>
                  <a:alpha val="100000"/>
                </a:schemeClr>
              </a:gs>
              <a:gs pos="55000">
                <a:schemeClr val="accent1">
                  <a:tint val="90000"/>
                  <a:satMod val="150000"/>
                  <a:alpha val="100000"/>
                </a:schemeClr>
              </a:gs>
              <a:gs pos="100000">
                <a:schemeClr val="accent1">
                  <a:shade val="35000"/>
                  <a:satMod val="170000"/>
                  <a:alpha val="100000"/>
                </a:schemeClr>
              </a:gs>
            </a:gsLst>
            <a:lin ang="3000000" scaled="1"/>
            <a:tileRect/>
          </a:gradFill>
          <a:ln w="127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9" name="Title 8"/>
          <p:cNvSpPr>
            <a:spLocks noGrp="1"/>
          </p:cNvSpPr>
          <p:nvPr>
            <p:ph type="ctrTitle"/>
          </p:nvPr>
        </p:nvSpPr>
        <p:spPr>
          <a:xfrm>
            <a:off x="914400" y="1752602"/>
            <a:ext cx="10363200" cy="1829761"/>
          </a:xfrm>
        </p:spPr>
        <p:txBody>
          <a:bodyPr vert="horz" anchor="b">
            <a:normAutofit/>
            <a:scene3d>
              <a:camera prst="orthographicFront"/>
              <a:lightRig rig="soft" dir="t"/>
            </a:scene3d>
            <a:sp3d prstMaterial="softEdge">
              <a:bevelT w="25400" h="25400"/>
            </a:sp3d>
          </a:bodyPr>
          <a:lstStyle>
            <a:lvl1pPr algn="r">
              <a:defRPr sz="4800" b="1">
                <a:solidFill>
                  <a:schemeClr val="tx2"/>
                </a:solidFill>
                <a:effectLst>
                  <a:outerShdw blurRad="31750" dist="25400" dir="5400000" algn="tl" rotWithShape="0">
                    <a:srgbClr val="000000">
                      <a:alpha val="25000"/>
                    </a:srgbClr>
                  </a:outerShdw>
                </a:effectLst>
              </a:defRPr>
            </a:lvl1pPr>
          </a:lstStyle>
          <a:p>
            <a:r>
              <a:rPr kumimoji="0" lang="en-US" altLang="zh-CN"/>
              <a:t>Click to edit Master title style</a:t>
            </a:r>
            <a:endParaRPr kumimoji="0" lang="en-US"/>
          </a:p>
        </p:txBody>
      </p:sp>
      <p:sp>
        <p:nvSpPr>
          <p:cNvPr id="17" name="Subtitle 16"/>
          <p:cNvSpPr>
            <a:spLocks noGrp="1"/>
          </p:cNvSpPr>
          <p:nvPr>
            <p:ph type="subTitle" idx="1"/>
          </p:nvPr>
        </p:nvSpPr>
        <p:spPr>
          <a:xfrm>
            <a:off x="914400" y="3611607"/>
            <a:ext cx="10363200" cy="1199704"/>
          </a:xfrm>
        </p:spPr>
        <p:txBody>
          <a:bodyPr lIns="45720" rIns="45720"/>
          <a:lstStyle>
            <a:lvl1pPr marL="0" marR="64135" indent="0" algn="r">
              <a:buNone/>
              <a:defRPr>
                <a:solidFill>
                  <a:schemeClr val="tx2"/>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n-US" altLang="zh-CN"/>
              <a:t>Click to edit Master subtitle style</a:t>
            </a:r>
            <a:endParaRPr kumimoji="0" lang="en-US"/>
          </a:p>
        </p:txBody>
      </p:sp>
      <p:grpSp>
        <p:nvGrpSpPr>
          <p:cNvPr id="2" name="Group 1"/>
          <p:cNvGrpSpPr/>
          <p:nvPr/>
        </p:nvGrpSpPr>
        <p:grpSpPr>
          <a:xfrm>
            <a:off x="-5019" y="4953000"/>
            <a:ext cx="12197020" cy="1912088"/>
            <a:chOff x="-3765" y="4832896"/>
            <a:chExt cx="9147765" cy="2032192"/>
          </a:xfrm>
        </p:grpSpPr>
        <p:sp>
          <p:nvSpPr>
            <p:cNvPr id="7" name="Freeform 6"/>
            <p:cNvSpPr/>
            <p:nvPr/>
          </p:nvSpPr>
          <p:spPr bwMode="auto">
            <a:xfrm>
              <a:off x="1687513" y="4832896"/>
              <a:ext cx="7456487" cy="518816"/>
            </a:xfrm>
            <a:custGeom>
              <a:avLst>
                <a:gd name="A1" fmla="val 0"/>
                <a:gd name="A2" fmla="val 0"/>
                <a:gd name="A3" fmla="val 0"/>
                <a:gd name="A4" fmla="val 0"/>
                <a:gd name="A5" fmla="val 0"/>
                <a:gd name="A6" fmla="val 0"/>
                <a:gd name="A7" fmla="val 0"/>
                <a:gd name="A8" fmla="val 0"/>
              </a:avLst>
              <a:gdLst/>
              <a:ahLst/>
              <a:cxnLst>
                <a:cxn ang="0">
                  <a:pos x="4697" y="0"/>
                </a:cxn>
                <a:cxn ang="0">
                  <a:pos x="4697" y="367"/>
                </a:cxn>
                <a:cxn ang="0">
                  <a:pos x="0" y="218"/>
                </a:cxn>
                <a:cxn ang="0">
                  <a:pos x="4697" y="0"/>
                </a:cxn>
              </a:cxnLst>
              <a:rect l="0" t="0" r="0" b="0"/>
              <a:pathLst>
                <a:path w="4697" h="367">
                  <a:moveTo>
                    <a:pt x="4697" y="0"/>
                  </a:moveTo>
                  <a:lnTo>
                    <a:pt x="4697" y="367"/>
                  </a:lnTo>
                  <a:lnTo>
                    <a:pt x="0" y="218"/>
                  </a:lnTo>
                  <a:lnTo>
                    <a:pt x="4697" y="0"/>
                  </a:lnTo>
                  <a:close/>
                </a:path>
              </a:pathLst>
            </a:custGeom>
            <a:solidFill>
              <a:schemeClr val="accent1">
                <a:tint val="65000"/>
                <a:satMod val="115000"/>
                <a:alpha val="40000"/>
              </a:schemeClr>
            </a:solidFill>
            <a:ln w="9525" cap="flat" cmpd="sng" algn="ctr">
              <a:no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8" name="Freeform 7"/>
            <p:cNvSpPr/>
            <p:nvPr/>
          </p:nvSpPr>
          <p:spPr bwMode="auto">
            <a:xfrm>
              <a:off x="35443" y="5135526"/>
              <a:ext cx="9108557" cy="838200"/>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5760" h="528">
                  <a:moveTo>
                    <a:pt x="0" y="0"/>
                  </a:moveTo>
                  <a:lnTo>
                    <a:pt x="5760" y="0"/>
                  </a:lnTo>
                  <a:lnTo>
                    <a:pt x="5760" y="528"/>
                  </a:lnTo>
                  <a:lnTo>
                    <a:pt x="48" y="0"/>
                  </a:lnTo>
                </a:path>
              </a:pathLst>
            </a:custGeom>
            <a:solidFill>
              <a:srgbClr val="000000">
                <a:alpha val="100000"/>
              </a:srgbClr>
            </a:solidFill>
            <a:ln w="9525" cap="flat" cmpd="sng" algn="ctr">
              <a:no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1" name="Freeform 10"/>
            <p:cNvSpPr/>
            <p:nvPr/>
          </p:nvSpPr>
          <p:spPr bwMode="auto">
            <a:xfrm>
              <a:off x="0" y="4883888"/>
              <a:ext cx="9144000" cy="1981200"/>
            </a:xfrm>
            <a:custGeom>
              <a:avLst>
                <a:gd name="A1" fmla="val 0"/>
                <a:gd name="A2" fmla="val 0"/>
                <a:gd name="A3" fmla="val 0"/>
                <a:gd name="A4" fmla="val 0"/>
                <a:gd name="A5" fmla="val 0"/>
                <a:gd name="A6" fmla="val 0"/>
                <a:gd name="A7" fmla="val 0"/>
                <a:gd name="A8" fmla="val 0"/>
              </a:avLst>
              <a:gdLst/>
              <a:ahLst/>
              <a:cxnLst>
                <a:cxn ang="0">
                  <a:pos x="0" y="0"/>
                </a:cxn>
                <a:cxn ang="0">
                  <a:pos x="0" y="1248"/>
                </a:cxn>
                <a:cxn ang="0">
                  <a:pos x="5760" y="1248"/>
                </a:cxn>
                <a:cxn ang="0">
                  <a:pos x="5760" y="528"/>
                </a:cxn>
                <a:cxn ang="0">
                  <a:pos x="0" y="0"/>
                </a:cxn>
              </a:cxnLst>
              <a:rect l="0" t="0" r="0" b="0"/>
              <a:pathLst>
                <a:path w="5760" h="1248">
                  <a:moveTo>
                    <a:pt x="0" y="0"/>
                  </a:moveTo>
                  <a:lnTo>
                    <a:pt x="0" y="1248"/>
                  </a:lnTo>
                  <a:lnTo>
                    <a:pt x="5760" y="1248"/>
                  </a:lnTo>
                  <a:lnTo>
                    <a:pt x="5760" y="528"/>
                  </a:lnTo>
                  <a:lnTo>
                    <a:pt x="0" y="0"/>
                  </a:lnTo>
                  <a:close/>
                </a:path>
              </a:pathLst>
            </a:custGeom>
            <a:blipFill>
              <a:blip r:embed="rId2" cstate="print">
                <a:alphaModFix amt="50000"/>
              </a:blip>
              <a:tile tx="0" ty="0" sx="50000" sy="50000" flip="none" algn="t"/>
            </a:blipFill>
            <a:ln w="12700" cap="rnd" cmpd="thickThin" algn="ctr">
              <a:noFill/>
              <a:prstDash val="solid"/>
            </a:ln>
            <a:effectLst>
              <a:fillOverlay blend="mult">
                <a:gradFill flip="none" rotWithShape="1">
                  <a:gsLst>
                    <a:gs pos="0">
                      <a:schemeClr val="accent1">
                        <a:shade val="20000"/>
                        <a:satMod val="176000"/>
                        <a:alpha val="100000"/>
                      </a:schemeClr>
                    </a:gs>
                    <a:gs pos="18000">
                      <a:schemeClr val="accent1">
                        <a:shade val="48000"/>
                        <a:satMod val="153000"/>
                        <a:alpha val="100000"/>
                      </a:schemeClr>
                    </a:gs>
                    <a:gs pos="43000">
                      <a:schemeClr val="accent1">
                        <a:tint val="86000"/>
                        <a:satMod val="149000"/>
                        <a:alpha val="100000"/>
                      </a:schemeClr>
                    </a:gs>
                    <a:gs pos="45000">
                      <a:schemeClr val="accent1">
                        <a:tint val="85000"/>
                        <a:satMod val="150000"/>
                        <a:alpha val="100000"/>
                      </a:schemeClr>
                    </a:gs>
                    <a:gs pos="50000">
                      <a:schemeClr val="accent1">
                        <a:tint val="86000"/>
                        <a:satMod val="149000"/>
                        <a:alpha val="100000"/>
                      </a:schemeClr>
                    </a:gs>
                    <a:gs pos="79000">
                      <a:schemeClr val="accent1">
                        <a:shade val="53000"/>
                        <a:satMod val="150000"/>
                        <a:alpha val="100000"/>
                      </a:schemeClr>
                    </a:gs>
                    <a:gs pos="100000">
                      <a:schemeClr val="accent1">
                        <a:shade val="25000"/>
                        <a:satMod val="170000"/>
                        <a:alpha val="100000"/>
                      </a:schemeClr>
                    </a:gs>
                  </a:gsLst>
                  <a:lin ang="450000" scaled="1"/>
                  <a:tileRect/>
                </a:gradFill>
              </a:fillOverlay>
            </a:effectLst>
          </p:spPr>
          <p:style>
            <a:lnRef idx="3">
              <a:schemeClr val="lt1"/>
            </a:lnRef>
            <a:fillRef idx="1">
              <a:schemeClr val="accent1"/>
            </a:fillRef>
            <a:effectRef idx="1">
              <a:schemeClr val="accent1"/>
            </a:effectRef>
            <a:fontRef idx="minor">
              <a:schemeClr val="lt1"/>
            </a:fontRef>
          </p:style>
          <p:txBody>
            <a:bodyPr vert="horz" wrap="square" lIns="91440" tIns="45720" rIns="91440" bIns="45720" anchor="ctr" compatLnSpc="1"/>
            <a:lstStyle/>
            <a:p>
              <a:pPr algn="ctr" eaLnBrk="1" latinLnBrk="0" hangingPunct="1"/>
              <a:endParaRPr kumimoji="0" lang="en-US"/>
            </a:p>
          </p:txBody>
        </p:sp>
        <p:cxnSp>
          <p:nvCxnSpPr>
            <p:cNvPr id="12" name="Straight Connector 11"/>
            <p:cNvCxnSpPr/>
            <p:nvPr/>
          </p:nvCxnSpPr>
          <p:spPr>
            <a:xfrm>
              <a:off x="-3765" y="4880373"/>
              <a:ext cx="9147765" cy="839943"/>
            </a:xfrm>
            <a:prstGeom prst="line">
              <a:avLst/>
            </a:prstGeom>
            <a:noFill/>
            <a:ln w="12065" cap="flat" cmpd="sng" algn="ctr">
              <a:gradFill>
                <a:gsLst>
                  <a:gs pos="45000">
                    <a:schemeClr val="accent1">
                      <a:tint val="70000"/>
                      <a:satMod val="110000"/>
                    </a:schemeClr>
                  </a:gs>
                  <a:gs pos="15000">
                    <a:schemeClr val="accent1">
                      <a:shade val="40000"/>
                      <a:satMod val="110000"/>
                    </a:schemeClr>
                  </a:gs>
                </a:gsLst>
                <a:lin ang="5400000" scaled="1"/>
              </a:gradFill>
              <a:prstDash val="solid"/>
              <a:miter lim="800000"/>
            </a:ln>
            <a:effectLst/>
          </p:spPr>
          <p:style>
            <a:lnRef idx="2">
              <a:schemeClr val="accent1"/>
            </a:lnRef>
            <a:fillRef idx="0">
              <a:schemeClr val="accent1"/>
            </a:fillRef>
            <a:effectRef idx="1">
              <a:schemeClr val="accent1"/>
            </a:effectRef>
            <a:fontRef idx="minor">
              <a:schemeClr val="tx1"/>
            </a:fontRef>
          </p:style>
        </p:cxnSp>
      </p:grpSp>
      <p:sp>
        <p:nvSpPr>
          <p:cNvPr id="30" name="Date Placeholder 29"/>
          <p:cNvSpPr>
            <a:spLocks noGrp="1"/>
          </p:cNvSpPr>
          <p:nvPr>
            <p:ph type="dt" sz="half" idx="10"/>
          </p:nvPr>
        </p:nvSpPr>
        <p:spPr/>
        <p:txBody>
          <a:bodyPr/>
          <a:lstStyle>
            <a:lvl1pPr>
              <a:defRPr>
                <a:solidFill>
                  <a:srgbClr val="FFFFFF"/>
                </a:solidFill>
              </a:defRPr>
            </a:lvl1pPr>
          </a:lstStyle>
          <a:p>
            <a:pPr>
              <a:defRPr/>
            </a:pPr>
            <a:fld id="{17294602-921A-48B2-B1E1-17743951EB7D}" type="datetime1">
              <a:rPr lang="zh-CN" altLang="en-US" smtClean="0"/>
            </a:fld>
            <a:endParaRPr lang="en-US"/>
          </a:p>
        </p:txBody>
      </p:sp>
      <p:sp>
        <p:nvSpPr>
          <p:cNvPr id="19" name="Footer Placeholder 18"/>
          <p:cNvSpPr>
            <a:spLocks noGrp="1"/>
          </p:cNvSpPr>
          <p:nvPr>
            <p:ph type="ftr" sz="quarter" idx="11"/>
          </p:nvPr>
        </p:nvSpPr>
        <p:spPr/>
        <p:txBody>
          <a:bodyPr/>
          <a:lstStyle>
            <a:lvl1pPr>
              <a:defRPr>
                <a:solidFill>
                  <a:schemeClr val="accent1">
                    <a:tint val="20000"/>
                  </a:schemeClr>
                </a:solidFill>
              </a:defRPr>
            </a:lvl1pPr>
          </a:lstStyle>
          <a:p>
            <a:r>
              <a:rPr lang="en-US" altLang="zh-CN"/>
              <a:t>Lecture 1</a:t>
            </a:r>
            <a:endParaRPr lang="en-US" altLang="zh-CN"/>
          </a:p>
        </p:txBody>
      </p:sp>
      <p:sp>
        <p:nvSpPr>
          <p:cNvPr id="27" name="Slide Number Placeholder 26"/>
          <p:cNvSpPr>
            <a:spLocks noGrp="1"/>
          </p:cNvSpPr>
          <p:nvPr>
            <p:ph type="sldNum" sz="quarter" idx="12"/>
          </p:nvPr>
        </p:nvSpPr>
        <p:spPr/>
        <p:txBody>
          <a:bodyPr/>
          <a:lstStyle>
            <a:lvl1pPr>
              <a:defRPr>
                <a:solidFill>
                  <a:srgbClr val="FFFFFF"/>
                </a:solidFill>
              </a:defRPr>
            </a:lvl1pPr>
          </a:lstStyle>
          <a:p>
            <a:pPr>
              <a:defRPr/>
            </a:pPr>
            <a:fld id="{7C93F2F6-B200-4836-9340-136DE7987878}" type="slidenum">
              <a:rPr lang="en-US" smtClean="0"/>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eaLnBrk="1" latinLnBrk="0" hangingPunct="1"/>
            <a:r>
              <a:rPr lang="en-US" altLang="zh-CN"/>
              <a:t>Click to edit Master text styles</a:t>
            </a:r>
            <a:endParaRPr lang="en-US" altLang="zh-CN"/>
          </a:p>
          <a:p>
            <a:pPr lvl="1" eaLnBrk="1" latinLnBrk="0" hangingPunct="1"/>
            <a:r>
              <a:rPr lang="en-US" altLang="zh-CN"/>
              <a:t>Second level</a:t>
            </a:r>
            <a:endParaRPr lang="en-US" altLang="zh-CN"/>
          </a:p>
          <a:p>
            <a:pPr lvl="2" eaLnBrk="1" latinLnBrk="0" hangingPunct="1"/>
            <a:r>
              <a:rPr lang="en-US" altLang="zh-CN"/>
              <a:t>Third level</a:t>
            </a:r>
            <a:endParaRPr lang="en-US" altLang="zh-CN"/>
          </a:p>
          <a:p>
            <a:pPr lvl="3" eaLnBrk="1" latinLnBrk="0" hangingPunct="1"/>
            <a:r>
              <a:rPr lang="en-US" altLang="zh-CN"/>
              <a:t>Fourth level</a:t>
            </a:r>
            <a:endParaRPr lang="en-US" altLang="zh-CN"/>
          </a:p>
          <a:p>
            <a:pPr lvl="4" eaLnBrk="1" latinLnBrk="0" hangingPunct="1"/>
            <a:r>
              <a:rPr lang="en-US" altLang="zh-CN"/>
              <a:t>Fifth level</a:t>
            </a:r>
            <a:endParaRPr kumimoji="0" lang="en-US"/>
          </a:p>
        </p:txBody>
      </p:sp>
      <p:sp>
        <p:nvSpPr>
          <p:cNvPr id="4" name="Date Placeholder 3"/>
          <p:cNvSpPr>
            <a:spLocks noGrp="1"/>
          </p:cNvSpPr>
          <p:nvPr>
            <p:ph type="dt" sz="half" idx="10"/>
          </p:nvPr>
        </p:nvSpPr>
        <p:spPr/>
        <p:txBody>
          <a:bodyPr/>
          <a:lstStyle/>
          <a:p>
            <a:pPr>
              <a:defRPr/>
            </a:pPr>
            <a:fld id="{1DAFD139-D8D3-476C-911D-1A4F7DD86121}" type="datetime1">
              <a:rPr lang="zh-CN" altLang="en-US" smtClean="0"/>
            </a:fld>
            <a:endParaRPr lang="en-US"/>
          </a:p>
        </p:txBody>
      </p:sp>
      <p:sp>
        <p:nvSpPr>
          <p:cNvPr id="5" name="Footer Placeholder 4"/>
          <p:cNvSpPr>
            <a:spLocks noGrp="1"/>
          </p:cNvSpPr>
          <p:nvPr>
            <p:ph type="ftr" sz="quarter" idx="11"/>
          </p:nvPr>
        </p:nvSpPr>
        <p:spPr/>
        <p:txBody>
          <a:bodyPr/>
          <a:lstStyle/>
          <a:p>
            <a:r>
              <a:rPr lang="en-US" altLang="zh-CN"/>
              <a:t>Lecture 1</a:t>
            </a:r>
            <a:endParaRPr lang="en-US" altLang="zh-CN"/>
          </a:p>
        </p:txBody>
      </p:sp>
      <p:sp>
        <p:nvSpPr>
          <p:cNvPr id="6" name="Slide Number Placeholder 5"/>
          <p:cNvSpPr>
            <a:spLocks noGrp="1"/>
          </p:cNvSpPr>
          <p:nvPr>
            <p:ph type="sldNum" sz="quarter" idx="12"/>
          </p:nvPr>
        </p:nvSpPr>
        <p:spPr/>
        <p:txBody>
          <a:bodyPr/>
          <a:lstStyle/>
          <a:p>
            <a:pPr>
              <a:defRPr/>
            </a:pPr>
            <a:fld id="{7C93F2F6-B200-4836-9340-136DE7987878}" type="slidenum">
              <a:rPr lang="en-US" smtClean="0"/>
            </a:fld>
            <a:endParaRPr lang="en-US"/>
          </a:p>
        </p:txBody>
      </p:sp>
      <p:sp>
        <p:nvSpPr>
          <p:cNvPr id="7" name="Title 6"/>
          <p:cNvSpPr>
            <a:spLocks noGrp="1"/>
          </p:cNvSpPr>
          <p:nvPr>
            <p:ph type="title"/>
          </p:nvPr>
        </p:nvSpPr>
        <p:spPr/>
        <p:txBody>
          <a:bodyPr rtlCol="0"/>
          <a:lstStyle/>
          <a:p>
            <a:r>
              <a:rPr kumimoji="0" lang="en-US" altLang="zh-CN"/>
              <a:t>Click to edit Master title style</a:t>
            </a:r>
            <a:endParaRPr kumimoji="0"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bg>
      <p:bgRef idx="1002">
        <a:schemeClr val="bg1"/>
      </p:bgRef>
    </p:bg>
    <p:spTree>
      <p:nvGrpSpPr>
        <p:cNvPr id="1" name=""/>
        <p:cNvGrpSpPr/>
        <p:nvPr/>
      </p:nvGrpSpPr>
      <p:grpSpPr>
        <a:xfrm>
          <a:off x="0" y="0"/>
          <a:ext cx="0" cy="0"/>
          <a:chOff x="0" y="0"/>
          <a:chExt cx="0" cy="0"/>
        </a:xfrm>
      </p:grpSpPr>
      <p:sp>
        <p:nvSpPr>
          <p:cNvPr id="2" name="Title 1"/>
          <p:cNvSpPr>
            <a:spLocks noGrp="1"/>
          </p:cNvSpPr>
          <p:nvPr>
            <p:ph type="title"/>
          </p:nvPr>
        </p:nvSpPr>
        <p:spPr>
          <a:xfrm>
            <a:off x="963168" y="1059712"/>
            <a:ext cx="10363200" cy="1828800"/>
          </a:xfrm>
        </p:spPr>
        <p:txBody>
          <a:bodyPr vert="horz" anchor="b">
            <a:normAutofit/>
            <a:scene3d>
              <a:camera prst="orthographicFront"/>
              <a:lightRig rig="soft" dir="t"/>
            </a:scene3d>
            <a:sp3d prstMaterial="softEdge">
              <a:bevelT w="25400" h="25400"/>
            </a:sp3d>
          </a:bodyPr>
          <a:lstStyle>
            <a:lvl1pPr algn="r">
              <a:buNone/>
              <a:defRPr sz="4800" b="1" cap="none" baseline="0">
                <a:effectLst>
                  <a:outerShdw blurRad="31750" dist="25400" dir="5400000" algn="tl" rotWithShape="0">
                    <a:srgbClr val="000000">
                      <a:alpha val="25000"/>
                    </a:srgbClr>
                  </a:outerShdw>
                </a:effectLst>
              </a:defRPr>
            </a:lvl1pPr>
          </a:lstStyle>
          <a:p>
            <a:r>
              <a:rPr kumimoji="0" lang="en-US" altLang="zh-CN"/>
              <a:t>Click to edit Master title style</a:t>
            </a:r>
            <a:endParaRPr kumimoji="0" lang="en-US"/>
          </a:p>
        </p:txBody>
      </p:sp>
      <p:sp>
        <p:nvSpPr>
          <p:cNvPr id="3" name="Text Placeholder 2"/>
          <p:cNvSpPr>
            <a:spLocks noGrp="1"/>
          </p:cNvSpPr>
          <p:nvPr>
            <p:ph type="body" idx="1"/>
          </p:nvPr>
        </p:nvSpPr>
        <p:spPr>
          <a:xfrm>
            <a:off x="5230284" y="2931712"/>
            <a:ext cx="6096000" cy="1454888"/>
          </a:xfrm>
        </p:spPr>
        <p:txBody>
          <a:bodyPr lIns="91440" rIns="91440" anchor="t"/>
          <a:lstStyle>
            <a:lvl1pPr marL="0" indent="0" algn="l">
              <a:buNone/>
              <a:defRPr sz="2300">
                <a:solidFill>
                  <a:schemeClr val="tx1"/>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n-US" altLang="zh-CN"/>
              <a:t>Click to edit Master text styles</a:t>
            </a:r>
            <a:endParaRPr kumimoji="0" lang="en-US" altLang="zh-CN"/>
          </a:p>
        </p:txBody>
      </p:sp>
      <p:sp>
        <p:nvSpPr>
          <p:cNvPr id="4" name="Date Placeholder 3"/>
          <p:cNvSpPr>
            <a:spLocks noGrp="1"/>
          </p:cNvSpPr>
          <p:nvPr>
            <p:ph type="dt" sz="half" idx="10"/>
          </p:nvPr>
        </p:nvSpPr>
        <p:spPr/>
        <p:txBody>
          <a:bodyPr/>
          <a:lstStyle/>
          <a:p>
            <a:pPr>
              <a:defRPr/>
            </a:pPr>
            <a:fld id="{293B128B-41E4-4E23-A201-976B415E8F19}" type="datetime1">
              <a:rPr lang="zh-CN" altLang="en-US" smtClean="0"/>
            </a:fld>
            <a:endParaRPr lang="en-US"/>
          </a:p>
        </p:txBody>
      </p:sp>
      <p:sp>
        <p:nvSpPr>
          <p:cNvPr id="5" name="Footer Placeholder 4"/>
          <p:cNvSpPr>
            <a:spLocks noGrp="1"/>
          </p:cNvSpPr>
          <p:nvPr>
            <p:ph type="ftr" sz="quarter" idx="11"/>
          </p:nvPr>
        </p:nvSpPr>
        <p:spPr/>
        <p:txBody>
          <a:bodyPr/>
          <a:lstStyle/>
          <a:p>
            <a:r>
              <a:rPr lang="en-US" altLang="zh-CN"/>
              <a:t>Lecture 1</a:t>
            </a:r>
            <a:endParaRPr lang="en-US" altLang="zh-CN"/>
          </a:p>
        </p:txBody>
      </p:sp>
      <p:sp>
        <p:nvSpPr>
          <p:cNvPr id="6" name="Slide Number Placeholder 5"/>
          <p:cNvSpPr>
            <a:spLocks noGrp="1"/>
          </p:cNvSpPr>
          <p:nvPr>
            <p:ph type="sldNum" sz="quarter" idx="12"/>
          </p:nvPr>
        </p:nvSpPr>
        <p:spPr/>
        <p:txBody>
          <a:bodyPr/>
          <a:lstStyle/>
          <a:p>
            <a:pPr>
              <a:defRPr/>
            </a:pPr>
            <a:fld id="{7C93F2F6-B200-4836-9340-136DE7987878}" type="slidenum">
              <a:rPr lang="en-US" smtClean="0"/>
            </a:fld>
            <a:endParaRPr lang="en-US"/>
          </a:p>
        </p:txBody>
      </p:sp>
    </p:spTree>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bg>
      <p:bgRef idx="1002">
        <a:schemeClr val="bg1"/>
      </p:bgRef>
    </p:bg>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609600" y="1481329"/>
            <a:ext cx="5384800" cy="4525963"/>
          </a:xfrm>
        </p:spPr>
        <p:txBody>
          <a:bodyPr/>
          <a:lstStyle>
            <a:lvl1pPr>
              <a:defRPr sz="2800"/>
            </a:lvl1pPr>
            <a:lvl2pPr>
              <a:defRPr sz="2400"/>
            </a:lvl2pPr>
            <a:lvl3pPr>
              <a:defRPr sz="2000"/>
            </a:lvl3pPr>
            <a:lvl4pPr>
              <a:defRPr sz="1800"/>
            </a:lvl4pPr>
            <a:lvl5pPr>
              <a:defRPr sz="1800"/>
            </a:lvl5pPr>
          </a:lstStyle>
          <a:p>
            <a:pPr lvl="0" eaLnBrk="1" latinLnBrk="0" hangingPunct="1"/>
            <a:r>
              <a:rPr lang="en-US" altLang="zh-CN"/>
              <a:t>Click to edit Master text styles</a:t>
            </a:r>
            <a:endParaRPr lang="en-US" altLang="zh-CN"/>
          </a:p>
          <a:p>
            <a:pPr lvl="1" eaLnBrk="1" latinLnBrk="0" hangingPunct="1"/>
            <a:r>
              <a:rPr lang="en-US" altLang="zh-CN"/>
              <a:t>Second level</a:t>
            </a:r>
            <a:endParaRPr lang="en-US" altLang="zh-CN"/>
          </a:p>
          <a:p>
            <a:pPr lvl="2" eaLnBrk="1" latinLnBrk="0" hangingPunct="1"/>
            <a:r>
              <a:rPr lang="en-US" altLang="zh-CN"/>
              <a:t>Third level</a:t>
            </a:r>
            <a:endParaRPr lang="en-US" altLang="zh-CN"/>
          </a:p>
          <a:p>
            <a:pPr lvl="3" eaLnBrk="1" latinLnBrk="0" hangingPunct="1"/>
            <a:r>
              <a:rPr lang="en-US" altLang="zh-CN"/>
              <a:t>Fourth level</a:t>
            </a:r>
            <a:endParaRPr lang="en-US" altLang="zh-CN"/>
          </a:p>
          <a:p>
            <a:pPr lvl="4" eaLnBrk="1" latinLnBrk="0" hangingPunct="1"/>
            <a:r>
              <a:rPr lang="en-US" altLang="zh-CN"/>
              <a:t>Fifth level</a:t>
            </a:r>
            <a:endParaRPr kumimoji="0" lang="en-US"/>
          </a:p>
        </p:txBody>
      </p:sp>
      <p:sp>
        <p:nvSpPr>
          <p:cNvPr id="4" name="Content Placeholder 3"/>
          <p:cNvSpPr>
            <a:spLocks noGrp="1"/>
          </p:cNvSpPr>
          <p:nvPr>
            <p:ph sz="half" idx="2"/>
          </p:nvPr>
        </p:nvSpPr>
        <p:spPr>
          <a:xfrm>
            <a:off x="6197600" y="1481329"/>
            <a:ext cx="5384800" cy="4525963"/>
          </a:xfrm>
        </p:spPr>
        <p:txBody>
          <a:bodyPr/>
          <a:lstStyle>
            <a:lvl1pPr>
              <a:defRPr sz="2800"/>
            </a:lvl1pPr>
            <a:lvl2pPr>
              <a:defRPr sz="2400"/>
            </a:lvl2pPr>
            <a:lvl3pPr>
              <a:defRPr sz="2000"/>
            </a:lvl3pPr>
            <a:lvl4pPr>
              <a:defRPr sz="1800"/>
            </a:lvl4pPr>
            <a:lvl5pPr>
              <a:defRPr sz="1800"/>
            </a:lvl5pPr>
          </a:lstStyle>
          <a:p>
            <a:pPr lvl="0" eaLnBrk="1" latinLnBrk="0" hangingPunct="1"/>
            <a:r>
              <a:rPr lang="en-US" altLang="zh-CN"/>
              <a:t>Click to edit Master text styles</a:t>
            </a:r>
            <a:endParaRPr lang="en-US" altLang="zh-CN"/>
          </a:p>
          <a:p>
            <a:pPr lvl="1" eaLnBrk="1" latinLnBrk="0" hangingPunct="1"/>
            <a:r>
              <a:rPr lang="en-US" altLang="zh-CN"/>
              <a:t>Second level</a:t>
            </a:r>
            <a:endParaRPr lang="en-US" altLang="zh-CN"/>
          </a:p>
          <a:p>
            <a:pPr lvl="2" eaLnBrk="1" latinLnBrk="0" hangingPunct="1"/>
            <a:r>
              <a:rPr lang="en-US" altLang="zh-CN"/>
              <a:t>Third level</a:t>
            </a:r>
            <a:endParaRPr lang="en-US" altLang="zh-CN"/>
          </a:p>
          <a:p>
            <a:pPr lvl="3" eaLnBrk="1" latinLnBrk="0" hangingPunct="1"/>
            <a:r>
              <a:rPr lang="en-US" altLang="zh-CN"/>
              <a:t>Fourth level</a:t>
            </a:r>
            <a:endParaRPr lang="en-US" altLang="zh-CN"/>
          </a:p>
          <a:p>
            <a:pPr lvl="4" eaLnBrk="1" latinLnBrk="0" hangingPunct="1"/>
            <a:r>
              <a:rPr lang="en-US" altLang="zh-CN"/>
              <a:t>Fifth level</a:t>
            </a:r>
            <a:endParaRPr kumimoji="0" lang="en-US"/>
          </a:p>
        </p:txBody>
      </p:sp>
      <p:sp>
        <p:nvSpPr>
          <p:cNvPr id="5" name="Date Placeholder 4"/>
          <p:cNvSpPr>
            <a:spLocks noGrp="1"/>
          </p:cNvSpPr>
          <p:nvPr>
            <p:ph type="dt" sz="half" idx="10"/>
          </p:nvPr>
        </p:nvSpPr>
        <p:spPr/>
        <p:txBody>
          <a:bodyPr/>
          <a:lstStyle/>
          <a:p>
            <a:pPr>
              <a:defRPr/>
            </a:pPr>
            <a:fld id="{D4296051-097F-4C0B-AB5C-60BAF63DA40D}" type="datetime1">
              <a:rPr lang="zh-CN" altLang="en-US" smtClean="0"/>
            </a:fld>
            <a:endParaRPr lang="en-US"/>
          </a:p>
        </p:txBody>
      </p:sp>
      <p:sp>
        <p:nvSpPr>
          <p:cNvPr id="6" name="Footer Placeholder 5"/>
          <p:cNvSpPr>
            <a:spLocks noGrp="1"/>
          </p:cNvSpPr>
          <p:nvPr>
            <p:ph type="ftr" sz="quarter" idx="11"/>
          </p:nvPr>
        </p:nvSpPr>
        <p:spPr/>
        <p:txBody>
          <a:bodyPr/>
          <a:lstStyle/>
          <a:p>
            <a:r>
              <a:rPr lang="en-US" altLang="zh-CN"/>
              <a:t>Lecture 1</a:t>
            </a:r>
            <a:endParaRPr lang="en-US" altLang="zh-CN"/>
          </a:p>
        </p:txBody>
      </p:sp>
      <p:sp>
        <p:nvSpPr>
          <p:cNvPr id="7" name="Slide Number Placeholder 6"/>
          <p:cNvSpPr>
            <a:spLocks noGrp="1"/>
          </p:cNvSpPr>
          <p:nvPr>
            <p:ph type="sldNum" sz="quarter" idx="12"/>
          </p:nvPr>
        </p:nvSpPr>
        <p:spPr/>
        <p:txBody>
          <a:bodyPr/>
          <a:lstStyle/>
          <a:p>
            <a:pPr>
              <a:defRPr/>
            </a:pPr>
            <a:fld id="{7C93F2F6-B200-4836-9340-136DE7987878}" type="slidenum">
              <a:rPr lang="en-US" smtClean="0"/>
            </a:fld>
            <a:endParaRPr lang="en-US"/>
          </a:p>
        </p:txBody>
      </p:sp>
      <p:sp>
        <p:nvSpPr>
          <p:cNvPr id="8" name="Title 7"/>
          <p:cNvSpPr>
            <a:spLocks noGrp="1"/>
          </p:cNvSpPr>
          <p:nvPr>
            <p:ph type="title"/>
          </p:nvPr>
        </p:nvSpPr>
        <p:spPr/>
        <p:txBody>
          <a:bodyPr rtlCol="0"/>
          <a:lstStyle/>
          <a:p>
            <a:r>
              <a:rPr kumimoji="0" lang="en-US" altLang="zh-CN"/>
              <a:t>Click to edit Master title style</a:t>
            </a:r>
            <a:endParaRPr kumimoji="0" lang="en-US"/>
          </a:p>
        </p:txBody>
      </p:sp>
    </p:spTree>
  </p:cSld>
  <p:clrMapOvr>
    <a:overrideClrMapping bg1="dk1" tx1="lt1" bg2="dk2" tx2="lt2" accent1="accent1" accent2="accent2" accent3="accent3" accent4="accent4" accent5="accent5" accent6="accent6" hlink="hlink" folHlink="folHlink"/>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showMasterSp="0">
  <p:cSld name="Comparison">
    <p:bg>
      <p:bgRef idx="1003">
        <a:schemeClr val="bg1"/>
      </p:bgRef>
    </p:bg>
    <p:spTree>
      <p:nvGrpSpPr>
        <p:cNvPr id="1" name=""/>
        <p:cNvGrpSpPr/>
        <p:nvPr/>
      </p:nvGrpSpPr>
      <p:grpSpPr>
        <a:xfrm>
          <a:off x="0" y="0"/>
          <a:ext cx="0" cy="0"/>
          <a:chOff x="0" y="0"/>
          <a:chExt cx="0" cy="0"/>
        </a:xfrm>
      </p:grpSpPr>
      <p:sp>
        <p:nvSpPr>
          <p:cNvPr id="2" name="Title 1"/>
          <p:cNvSpPr>
            <a:spLocks noGrp="1"/>
          </p:cNvSpPr>
          <p:nvPr>
            <p:ph type="title"/>
          </p:nvPr>
        </p:nvSpPr>
        <p:spPr>
          <a:xfrm>
            <a:off x="609600" y="273050"/>
            <a:ext cx="10972800" cy="1143000"/>
          </a:xfrm>
        </p:spPr>
        <p:txBody>
          <a:bodyPr anchor="ctr"/>
          <a:lstStyle>
            <a:lvl1pPr>
              <a:defRPr/>
            </a:lvl1pPr>
          </a:lstStyle>
          <a:p>
            <a:r>
              <a:rPr kumimoji="0" lang="en-US" altLang="zh-CN"/>
              <a:t>Click to edit Master title style</a:t>
            </a:r>
            <a:endParaRPr kumimoji="0" lang="en-US"/>
          </a:p>
        </p:txBody>
      </p:sp>
      <p:sp>
        <p:nvSpPr>
          <p:cNvPr id="3" name="Text Placeholder 2"/>
          <p:cNvSpPr>
            <a:spLocks noGrp="1"/>
          </p:cNvSpPr>
          <p:nvPr>
            <p:ph type="body" idx="1"/>
          </p:nvPr>
        </p:nvSpPr>
        <p:spPr>
          <a:xfrm>
            <a:off x="609600" y="5410200"/>
            <a:ext cx="5386917" cy="762000"/>
          </a:xfrm>
          <a:solidFill>
            <a:schemeClr val="accent1"/>
          </a:solidFill>
          <a:ln w="9652">
            <a:solidFill>
              <a:schemeClr val="accent1"/>
            </a:solidFill>
            <a:miter lim="800000"/>
          </a:ln>
        </p:spPr>
        <p:txBody>
          <a:bodyPr lIns="182880" anchor="ctr"/>
          <a:lstStyle>
            <a:lvl1pPr marL="0" indent="0">
              <a:buNone/>
              <a:defRPr sz="2400" b="0">
                <a:solidFill>
                  <a:schemeClr val="bg1"/>
                </a:solidFill>
              </a:defRPr>
            </a:lvl1pPr>
            <a:lvl2pPr>
              <a:buNone/>
              <a:defRPr sz="2000" b="1"/>
            </a:lvl2pPr>
            <a:lvl3pPr>
              <a:buNone/>
              <a:defRPr sz="1800" b="1"/>
            </a:lvl3pPr>
            <a:lvl4pPr>
              <a:buNone/>
              <a:defRPr sz="1600" b="1"/>
            </a:lvl4pPr>
            <a:lvl5pPr>
              <a:buNone/>
              <a:defRPr sz="1600" b="1"/>
            </a:lvl5pPr>
          </a:lstStyle>
          <a:p>
            <a:pPr lvl="0" eaLnBrk="1" latinLnBrk="0" hangingPunct="1"/>
            <a:r>
              <a:rPr kumimoji="0" lang="en-US" altLang="zh-CN"/>
              <a:t>Click to edit Master text styles</a:t>
            </a:r>
            <a:endParaRPr kumimoji="0" lang="en-US" altLang="zh-CN"/>
          </a:p>
        </p:txBody>
      </p:sp>
      <p:sp>
        <p:nvSpPr>
          <p:cNvPr id="4" name="Text Placeholder 3"/>
          <p:cNvSpPr>
            <a:spLocks noGrp="1"/>
          </p:cNvSpPr>
          <p:nvPr>
            <p:ph type="body" sz="half" idx="3"/>
          </p:nvPr>
        </p:nvSpPr>
        <p:spPr>
          <a:xfrm>
            <a:off x="6193369" y="5410200"/>
            <a:ext cx="5389033" cy="762000"/>
          </a:xfrm>
          <a:solidFill>
            <a:schemeClr val="accent1"/>
          </a:solidFill>
          <a:ln w="9652">
            <a:solidFill>
              <a:schemeClr val="accent1"/>
            </a:solidFill>
            <a:miter lim="800000"/>
          </a:ln>
        </p:spPr>
        <p:txBody>
          <a:bodyPr lIns="182880" anchor="ctr"/>
          <a:lstStyle>
            <a:lvl1pPr marL="0" indent="0">
              <a:buNone/>
              <a:defRPr sz="2400" b="0">
                <a:solidFill>
                  <a:schemeClr val="bg1"/>
                </a:solidFill>
              </a:defRPr>
            </a:lvl1pPr>
            <a:lvl2pPr>
              <a:buNone/>
              <a:defRPr sz="2000" b="1"/>
            </a:lvl2pPr>
            <a:lvl3pPr>
              <a:buNone/>
              <a:defRPr sz="1800" b="1"/>
            </a:lvl3pPr>
            <a:lvl4pPr>
              <a:buNone/>
              <a:defRPr sz="1600" b="1"/>
            </a:lvl4pPr>
            <a:lvl5pPr>
              <a:buNone/>
              <a:defRPr sz="1600" b="1"/>
            </a:lvl5pPr>
          </a:lstStyle>
          <a:p>
            <a:pPr lvl="0" eaLnBrk="1" latinLnBrk="0" hangingPunct="1"/>
            <a:r>
              <a:rPr kumimoji="0" lang="en-US" altLang="zh-CN"/>
              <a:t>Click to edit Master text styles</a:t>
            </a:r>
            <a:endParaRPr kumimoji="0" lang="en-US" altLang="zh-CN"/>
          </a:p>
        </p:txBody>
      </p:sp>
      <p:sp>
        <p:nvSpPr>
          <p:cNvPr id="5" name="Content Placeholder 4"/>
          <p:cNvSpPr>
            <a:spLocks noGrp="1"/>
          </p:cNvSpPr>
          <p:nvPr>
            <p:ph sz="quarter" idx="2"/>
          </p:nvPr>
        </p:nvSpPr>
        <p:spPr>
          <a:xfrm>
            <a:off x="609600" y="1444295"/>
            <a:ext cx="5386917" cy="3941763"/>
          </a:xfrm>
          <a:ln>
            <a:noFill/>
            <a:prstDash val="sysDash"/>
            <a:miter lim="800000"/>
          </a:ln>
        </p:spPr>
        <p:txBody>
          <a:bodyPr/>
          <a:lstStyle>
            <a:lvl1pPr>
              <a:defRPr sz="2400"/>
            </a:lvl1pPr>
            <a:lvl2pPr>
              <a:defRPr sz="2000"/>
            </a:lvl2pPr>
            <a:lvl3pPr>
              <a:defRPr sz="1800"/>
            </a:lvl3pPr>
            <a:lvl4pPr>
              <a:defRPr sz="1600"/>
            </a:lvl4pPr>
            <a:lvl5pPr>
              <a:defRPr sz="1600"/>
            </a:lvl5pPr>
          </a:lstStyle>
          <a:p>
            <a:pPr lvl="0" eaLnBrk="1" latinLnBrk="0" hangingPunct="1"/>
            <a:r>
              <a:rPr lang="en-US" altLang="zh-CN"/>
              <a:t>Click to edit Master text styles</a:t>
            </a:r>
            <a:endParaRPr lang="en-US" altLang="zh-CN"/>
          </a:p>
          <a:p>
            <a:pPr lvl="1" eaLnBrk="1" latinLnBrk="0" hangingPunct="1"/>
            <a:r>
              <a:rPr lang="en-US" altLang="zh-CN"/>
              <a:t>Second level</a:t>
            </a:r>
            <a:endParaRPr lang="en-US" altLang="zh-CN"/>
          </a:p>
          <a:p>
            <a:pPr lvl="2" eaLnBrk="1" latinLnBrk="0" hangingPunct="1"/>
            <a:r>
              <a:rPr lang="en-US" altLang="zh-CN"/>
              <a:t>Third level</a:t>
            </a:r>
            <a:endParaRPr lang="en-US" altLang="zh-CN"/>
          </a:p>
          <a:p>
            <a:pPr lvl="3" eaLnBrk="1" latinLnBrk="0" hangingPunct="1"/>
            <a:r>
              <a:rPr lang="en-US" altLang="zh-CN"/>
              <a:t>Fourth level</a:t>
            </a:r>
            <a:endParaRPr lang="en-US" altLang="zh-CN"/>
          </a:p>
          <a:p>
            <a:pPr lvl="4" eaLnBrk="1" latinLnBrk="0" hangingPunct="1"/>
            <a:r>
              <a:rPr lang="en-US" altLang="zh-CN"/>
              <a:t>Fifth level</a:t>
            </a:r>
            <a:endParaRPr kumimoji="0" lang="en-US"/>
          </a:p>
        </p:txBody>
      </p:sp>
      <p:sp>
        <p:nvSpPr>
          <p:cNvPr id="6" name="Content Placeholder 5"/>
          <p:cNvSpPr>
            <a:spLocks noGrp="1"/>
          </p:cNvSpPr>
          <p:nvPr>
            <p:ph sz="quarter" idx="4"/>
          </p:nvPr>
        </p:nvSpPr>
        <p:spPr>
          <a:xfrm>
            <a:off x="6193368" y="1444295"/>
            <a:ext cx="5389033" cy="3941763"/>
          </a:xfrm>
          <a:ln>
            <a:noFill/>
            <a:prstDash val="sysDash"/>
            <a:miter lim="800000"/>
          </a:ln>
        </p:spPr>
        <p:txBody>
          <a:bodyPr/>
          <a:lstStyle>
            <a:lvl1pPr>
              <a:spcBef>
                <a:spcPts val="0"/>
              </a:spcBef>
              <a:defRPr sz="2400"/>
            </a:lvl1pPr>
            <a:lvl2pPr>
              <a:defRPr sz="2000"/>
            </a:lvl2pPr>
            <a:lvl3pPr>
              <a:defRPr sz="1800"/>
            </a:lvl3pPr>
            <a:lvl4pPr>
              <a:defRPr sz="1600"/>
            </a:lvl4pPr>
            <a:lvl5pPr>
              <a:defRPr sz="1600"/>
            </a:lvl5pPr>
          </a:lstStyle>
          <a:p>
            <a:pPr lvl="0" eaLnBrk="1" latinLnBrk="0" hangingPunct="1"/>
            <a:r>
              <a:rPr lang="en-US" altLang="zh-CN"/>
              <a:t>Click to edit Master text styles</a:t>
            </a:r>
            <a:endParaRPr lang="en-US" altLang="zh-CN"/>
          </a:p>
          <a:p>
            <a:pPr lvl="1" eaLnBrk="1" latinLnBrk="0" hangingPunct="1"/>
            <a:r>
              <a:rPr lang="en-US" altLang="zh-CN"/>
              <a:t>Second level</a:t>
            </a:r>
            <a:endParaRPr lang="en-US" altLang="zh-CN"/>
          </a:p>
          <a:p>
            <a:pPr lvl="2" eaLnBrk="1" latinLnBrk="0" hangingPunct="1"/>
            <a:r>
              <a:rPr lang="en-US" altLang="zh-CN"/>
              <a:t>Third level</a:t>
            </a:r>
            <a:endParaRPr lang="en-US" altLang="zh-CN"/>
          </a:p>
          <a:p>
            <a:pPr lvl="3" eaLnBrk="1" latinLnBrk="0" hangingPunct="1"/>
            <a:r>
              <a:rPr lang="en-US" altLang="zh-CN"/>
              <a:t>Fourth level</a:t>
            </a:r>
            <a:endParaRPr lang="en-US" altLang="zh-CN"/>
          </a:p>
          <a:p>
            <a:pPr lvl="4" eaLnBrk="1" latinLnBrk="0" hangingPunct="1"/>
            <a:r>
              <a:rPr lang="en-US" altLang="zh-CN"/>
              <a:t>Fifth level</a:t>
            </a:r>
            <a:endParaRPr kumimoji="0" lang="en-US"/>
          </a:p>
        </p:txBody>
      </p:sp>
      <p:sp>
        <p:nvSpPr>
          <p:cNvPr id="7" name="Date Placeholder 6"/>
          <p:cNvSpPr>
            <a:spLocks noGrp="1"/>
          </p:cNvSpPr>
          <p:nvPr>
            <p:ph type="dt" sz="half" idx="10"/>
          </p:nvPr>
        </p:nvSpPr>
        <p:spPr/>
        <p:txBody>
          <a:bodyPr/>
          <a:lstStyle/>
          <a:p>
            <a:pPr>
              <a:defRPr/>
            </a:pPr>
            <a:fld id="{B3FB5836-2F68-4D7E-BAD6-FE4FC4EFD6A8}" type="datetime1">
              <a:rPr lang="zh-CN" altLang="en-US" smtClean="0"/>
            </a:fld>
            <a:endParaRPr lang="en-US"/>
          </a:p>
        </p:txBody>
      </p:sp>
      <p:sp>
        <p:nvSpPr>
          <p:cNvPr id="8" name="Footer Placeholder 7"/>
          <p:cNvSpPr>
            <a:spLocks noGrp="1"/>
          </p:cNvSpPr>
          <p:nvPr>
            <p:ph type="ftr" sz="quarter" idx="11"/>
          </p:nvPr>
        </p:nvSpPr>
        <p:spPr/>
        <p:txBody>
          <a:bodyPr/>
          <a:lstStyle/>
          <a:p>
            <a:r>
              <a:rPr lang="en-US" altLang="zh-CN"/>
              <a:t>Lecture 1</a:t>
            </a:r>
            <a:endParaRPr lang="en-US" altLang="zh-CN"/>
          </a:p>
        </p:txBody>
      </p:sp>
      <p:sp>
        <p:nvSpPr>
          <p:cNvPr id="9" name="Slide Number Placeholder 8"/>
          <p:cNvSpPr>
            <a:spLocks noGrp="1"/>
          </p:cNvSpPr>
          <p:nvPr>
            <p:ph type="sldNum" sz="quarter" idx="12"/>
          </p:nvPr>
        </p:nvSpPr>
        <p:spPr/>
        <p:txBody>
          <a:bodyPr/>
          <a:lstStyle/>
          <a:p>
            <a:pPr>
              <a:defRPr/>
            </a:pPr>
            <a:fld id="{7C93F2F6-B200-4836-9340-136DE7987878}" type="slidenum">
              <a:rPr lang="en-US" smtClean="0"/>
            </a:fld>
            <a:endParaRPr lang="en-US"/>
          </a:p>
        </p:txBody>
      </p:sp>
    </p:spTree>
  </p:cSld>
  <p:clrMapOvr>
    <a:overrideClrMapping bg1="lt1" tx1="dk1" bg2="lt2" tx2="dk2" accent1="accent1" accent2="accent2" accent3="accent3" accent4="accent4" accent5="accent5" accent6="accent6" hlink="hlink" folHlink="folHlink"/>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bg>
      <p:bgRef idx="1002">
        <a:schemeClr val="bg1"/>
      </p:bgRef>
    </p:bg>
    <p:spTree>
      <p:nvGrpSpPr>
        <p:cNvPr id="1" name=""/>
        <p:cNvGrpSpPr/>
        <p:nvPr/>
      </p:nvGrpSpPr>
      <p:grpSpPr>
        <a:xfrm>
          <a:off x="0" y="0"/>
          <a:ext cx="0" cy="0"/>
          <a:chOff x="0" y="0"/>
          <a:chExt cx="0" cy="0"/>
        </a:xfrm>
      </p:grpSpPr>
      <p:sp>
        <p:nvSpPr>
          <p:cNvPr id="3" name="Date Placeholder 2"/>
          <p:cNvSpPr>
            <a:spLocks noGrp="1"/>
          </p:cNvSpPr>
          <p:nvPr>
            <p:ph type="dt" sz="half" idx="10"/>
          </p:nvPr>
        </p:nvSpPr>
        <p:spPr/>
        <p:txBody>
          <a:bodyPr/>
          <a:lstStyle/>
          <a:p>
            <a:pPr>
              <a:defRPr/>
            </a:pPr>
            <a:fld id="{54D3359B-0E62-4547-8FE1-D0C32319F56F}" type="datetime1">
              <a:rPr lang="zh-CN" altLang="en-US" smtClean="0"/>
            </a:fld>
            <a:endParaRPr lang="en-US"/>
          </a:p>
        </p:txBody>
      </p:sp>
      <p:sp>
        <p:nvSpPr>
          <p:cNvPr id="4" name="Footer Placeholder 3"/>
          <p:cNvSpPr>
            <a:spLocks noGrp="1"/>
          </p:cNvSpPr>
          <p:nvPr>
            <p:ph type="ftr" sz="quarter" idx="11"/>
          </p:nvPr>
        </p:nvSpPr>
        <p:spPr/>
        <p:txBody>
          <a:bodyPr/>
          <a:lstStyle/>
          <a:p>
            <a:r>
              <a:rPr lang="en-US" altLang="zh-CN"/>
              <a:t>Lecture 1</a:t>
            </a:r>
            <a:endParaRPr lang="en-US" altLang="zh-CN"/>
          </a:p>
        </p:txBody>
      </p:sp>
      <p:sp>
        <p:nvSpPr>
          <p:cNvPr id="5" name="Slide Number Placeholder 4"/>
          <p:cNvSpPr>
            <a:spLocks noGrp="1"/>
          </p:cNvSpPr>
          <p:nvPr>
            <p:ph type="sldNum" sz="quarter" idx="12"/>
          </p:nvPr>
        </p:nvSpPr>
        <p:spPr/>
        <p:txBody>
          <a:bodyPr/>
          <a:lstStyle/>
          <a:p>
            <a:pPr>
              <a:defRPr/>
            </a:pPr>
            <a:fld id="{7C93F2F6-B200-4836-9340-136DE7987878}" type="slidenum">
              <a:rPr lang="en-US" smtClean="0"/>
            </a:fld>
            <a:endParaRPr lang="en-US"/>
          </a:p>
        </p:txBody>
      </p:sp>
      <p:sp>
        <p:nvSpPr>
          <p:cNvPr id="6" name="Title 5"/>
          <p:cNvSpPr>
            <a:spLocks noGrp="1"/>
          </p:cNvSpPr>
          <p:nvPr>
            <p:ph type="title"/>
          </p:nvPr>
        </p:nvSpPr>
        <p:spPr/>
        <p:txBody>
          <a:bodyPr rtlCol="0"/>
          <a:lstStyle/>
          <a:p>
            <a:r>
              <a:rPr kumimoji="0" lang="en-US" altLang="zh-CN"/>
              <a:t>Click to edit Master title style</a:t>
            </a:r>
            <a:endParaRPr kumimoji="0" lang="en-US"/>
          </a:p>
        </p:txBody>
      </p:sp>
    </p:spTree>
  </p:cSld>
  <p:clrMapOvr>
    <a:overrideClrMapping bg1="dk1" tx1="lt1" bg2="dk2" tx2="lt2" accent1="accent1" accent2="accent2" accent3="accent3" accent4="accent4" accent5="accent5" accent6="accent6" hlink="hlink" folHlink="folHlink"/>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pPr>
              <a:defRPr/>
            </a:pPr>
            <a:fld id="{1C21C661-7E50-4292-9335-CD4685EED83B}" type="datetime1">
              <a:rPr lang="zh-CN" altLang="en-US" smtClean="0"/>
            </a:fld>
            <a:endParaRPr lang="en-US"/>
          </a:p>
        </p:txBody>
      </p:sp>
      <p:sp>
        <p:nvSpPr>
          <p:cNvPr id="3" name="Footer Placeholder 2"/>
          <p:cNvSpPr>
            <a:spLocks noGrp="1"/>
          </p:cNvSpPr>
          <p:nvPr>
            <p:ph type="ftr" sz="quarter" idx="11"/>
          </p:nvPr>
        </p:nvSpPr>
        <p:spPr/>
        <p:txBody>
          <a:bodyPr/>
          <a:lstStyle/>
          <a:p>
            <a:r>
              <a:rPr lang="en-US" altLang="zh-CN"/>
              <a:t>Lecture 1</a:t>
            </a:r>
            <a:endParaRPr lang="en-US" altLang="zh-CN"/>
          </a:p>
        </p:txBody>
      </p:sp>
      <p:sp>
        <p:nvSpPr>
          <p:cNvPr id="4" name="Slide Number Placeholder 3"/>
          <p:cNvSpPr>
            <a:spLocks noGrp="1"/>
          </p:cNvSpPr>
          <p:nvPr>
            <p:ph type="sldNum" sz="quarter" idx="12"/>
          </p:nvPr>
        </p:nvSpPr>
        <p:spPr/>
        <p:txBody>
          <a:bodyPr/>
          <a:lstStyle/>
          <a:p>
            <a:pPr>
              <a:defRPr/>
            </a:pPr>
            <a:fld id="{7C93F2F6-B200-4836-9340-136DE7987878}" type="slidenum">
              <a:rPr lang="en-US" smtClean="0"/>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showMasterSp="0">
  <p:cSld name="Content with Caption">
    <p:bg>
      <p:bgRef idx="1003">
        <a:schemeClr val="bg1"/>
      </p:bgRef>
    </p:bg>
    <p:spTree>
      <p:nvGrpSpPr>
        <p:cNvPr id="1" name=""/>
        <p:cNvGrpSpPr/>
        <p:nvPr/>
      </p:nvGrpSpPr>
      <p:grpSpPr>
        <a:xfrm>
          <a:off x="0" y="0"/>
          <a:ext cx="0" cy="0"/>
          <a:chOff x="0" y="0"/>
          <a:chExt cx="0" cy="0"/>
        </a:xfrm>
      </p:grpSpPr>
      <p:sp>
        <p:nvSpPr>
          <p:cNvPr id="2" name="Title 1"/>
          <p:cNvSpPr>
            <a:spLocks noGrp="1"/>
          </p:cNvSpPr>
          <p:nvPr>
            <p:ph type="title"/>
          </p:nvPr>
        </p:nvSpPr>
        <p:spPr>
          <a:xfrm>
            <a:off x="1219200" y="4876800"/>
            <a:ext cx="9975701" cy="457200"/>
          </a:xfrm>
        </p:spPr>
        <p:txBody>
          <a:bodyPr vert="horz" anchor="t">
            <a:noAutofit/>
            <a:sp3d prstMaterial="softEdge">
              <a:bevelT w="0" h="0"/>
            </a:sp3d>
          </a:bodyPr>
          <a:lstStyle>
            <a:lvl1pPr algn="r">
              <a:buNone/>
              <a:defRPr sz="2500" b="0">
                <a:solidFill>
                  <a:schemeClr val="accent1"/>
                </a:solidFill>
                <a:effectLst/>
              </a:defRPr>
            </a:lvl1pPr>
          </a:lstStyle>
          <a:p>
            <a:r>
              <a:rPr kumimoji="0" lang="en-US" altLang="zh-CN"/>
              <a:t>Click to edit Master title style</a:t>
            </a:r>
            <a:endParaRPr kumimoji="0" lang="en-US"/>
          </a:p>
        </p:txBody>
      </p:sp>
      <p:sp>
        <p:nvSpPr>
          <p:cNvPr id="3" name="Text Placeholder 2"/>
          <p:cNvSpPr>
            <a:spLocks noGrp="1"/>
          </p:cNvSpPr>
          <p:nvPr>
            <p:ph type="body" idx="2"/>
          </p:nvPr>
        </p:nvSpPr>
        <p:spPr>
          <a:xfrm>
            <a:off x="5892800" y="5355102"/>
            <a:ext cx="5299456" cy="914400"/>
          </a:xfrm>
        </p:spPr>
        <p:txBody>
          <a:bodyPr/>
          <a:lstStyle>
            <a:lvl1pPr marL="0" indent="0" algn="r">
              <a:buNone/>
              <a:defRPr sz="1600"/>
            </a:lvl1pPr>
            <a:lvl2pPr>
              <a:buNone/>
              <a:defRPr sz="1200"/>
            </a:lvl2pPr>
            <a:lvl3pPr>
              <a:buNone/>
              <a:defRPr sz="1000"/>
            </a:lvl3pPr>
            <a:lvl4pPr>
              <a:buNone/>
              <a:defRPr sz="900"/>
            </a:lvl4pPr>
            <a:lvl5pPr>
              <a:buNone/>
              <a:defRPr sz="900"/>
            </a:lvl5pPr>
          </a:lstStyle>
          <a:p>
            <a:pPr lvl="0" eaLnBrk="1" latinLnBrk="0" hangingPunct="1"/>
            <a:r>
              <a:rPr kumimoji="0" lang="en-US" altLang="zh-CN"/>
              <a:t>Click to edit Master text styles</a:t>
            </a:r>
            <a:endParaRPr kumimoji="0" lang="en-US" altLang="zh-CN"/>
          </a:p>
        </p:txBody>
      </p:sp>
      <p:sp>
        <p:nvSpPr>
          <p:cNvPr id="4" name="Content Placeholder 3"/>
          <p:cNvSpPr>
            <a:spLocks noGrp="1"/>
          </p:cNvSpPr>
          <p:nvPr>
            <p:ph sz="half" idx="1"/>
          </p:nvPr>
        </p:nvSpPr>
        <p:spPr>
          <a:xfrm>
            <a:off x="1219200" y="274320"/>
            <a:ext cx="9973056" cy="4572000"/>
          </a:xfrm>
        </p:spPr>
        <p:txBody>
          <a:bodyPr/>
          <a:lstStyle>
            <a:lvl1pPr>
              <a:defRPr sz="3200"/>
            </a:lvl1pPr>
            <a:lvl2pPr>
              <a:defRPr sz="2800"/>
            </a:lvl2pPr>
            <a:lvl3pPr>
              <a:defRPr sz="2400"/>
            </a:lvl3pPr>
            <a:lvl4pPr>
              <a:defRPr sz="2000"/>
            </a:lvl4pPr>
            <a:lvl5pPr>
              <a:defRPr sz="2000"/>
            </a:lvl5pPr>
          </a:lstStyle>
          <a:p>
            <a:pPr lvl="0" eaLnBrk="1" latinLnBrk="0" hangingPunct="1"/>
            <a:r>
              <a:rPr lang="en-US" altLang="zh-CN"/>
              <a:t>Click to edit Master text styles</a:t>
            </a:r>
            <a:endParaRPr lang="en-US" altLang="zh-CN"/>
          </a:p>
          <a:p>
            <a:pPr lvl="1" eaLnBrk="1" latinLnBrk="0" hangingPunct="1"/>
            <a:r>
              <a:rPr lang="en-US" altLang="zh-CN"/>
              <a:t>Second level</a:t>
            </a:r>
            <a:endParaRPr lang="en-US" altLang="zh-CN"/>
          </a:p>
          <a:p>
            <a:pPr lvl="2" eaLnBrk="1" latinLnBrk="0" hangingPunct="1"/>
            <a:r>
              <a:rPr lang="en-US" altLang="zh-CN"/>
              <a:t>Third level</a:t>
            </a:r>
            <a:endParaRPr lang="en-US" altLang="zh-CN"/>
          </a:p>
          <a:p>
            <a:pPr lvl="3" eaLnBrk="1" latinLnBrk="0" hangingPunct="1"/>
            <a:r>
              <a:rPr lang="en-US" altLang="zh-CN"/>
              <a:t>Fourth level</a:t>
            </a:r>
            <a:endParaRPr lang="en-US" altLang="zh-CN"/>
          </a:p>
          <a:p>
            <a:pPr lvl="4" eaLnBrk="1" latinLnBrk="0" hangingPunct="1"/>
            <a:r>
              <a:rPr lang="en-US" altLang="zh-CN"/>
              <a:t>Fifth level</a:t>
            </a:r>
            <a:endParaRPr kumimoji="0" lang="en-US"/>
          </a:p>
        </p:txBody>
      </p:sp>
      <p:sp>
        <p:nvSpPr>
          <p:cNvPr id="5" name="Date Placeholder 4"/>
          <p:cNvSpPr>
            <a:spLocks noGrp="1"/>
          </p:cNvSpPr>
          <p:nvPr>
            <p:ph type="dt" sz="half" idx="10"/>
          </p:nvPr>
        </p:nvSpPr>
        <p:spPr>
          <a:xfrm>
            <a:off x="8969376" y="6407944"/>
            <a:ext cx="2560320" cy="365760"/>
          </a:xfrm>
        </p:spPr>
        <p:txBody>
          <a:bodyPr/>
          <a:lstStyle/>
          <a:p>
            <a:pPr>
              <a:defRPr/>
            </a:pPr>
            <a:fld id="{233B2DC0-D5EF-420D-873F-E9E52D212862}" type="datetime1">
              <a:rPr lang="zh-CN" altLang="en-US" smtClean="0"/>
            </a:fld>
            <a:endParaRPr lang="en-US"/>
          </a:p>
        </p:txBody>
      </p:sp>
      <p:sp>
        <p:nvSpPr>
          <p:cNvPr id="6" name="Footer Placeholder 5"/>
          <p:cNvSpPr>
            <a:spLocks noGrp="1"/>
          </p:cNvSpPr>
          <p:nvPr>
            <p:ph type="ftr" sz="quarter" idx="11"/>
          </p:nvPr>
        </p:nvSpPr>
        <p:spPr/>
        <p:txBody>
          <a:bodyPr/>
          <a:lstStyle/>
          <a:p>
            <a:r>
              <a:rPr lang="en-US" altLang="zh-CN"/>
              <a:t>Lecture 1</a:t>
            </a:r>
            <a:endParaRPr lang="en-US" altLang="zh-CN"/>
          </a:p>
        </p:txBody>
      </p:sp>
      <p:sp>
        <p:nvSpPr>
          <p:cNvPr id="7" name="Slide Number Placeholder 6"/>
          <p:cNvSpPr>
            <a:spLocks noGrp="1"/>
          </p:cNvSpPr>
          <p:nvPr>
            <p:ph type="sldNum" sz="quarter" idx="12"/>
          </p:nvPr>
        </p:nvSpPr>
        <p:spPr/>
        <p:txBody>
          <a:bodyPr/>
          <a:lstStyle/>
          <a:p>
            <a:pPr>
              <a:defRPr/>
            </a:pPr>
            <a:fld id="{7C93F2F6-B200-4836-9340-136DE7987878}" type="slidenum">
              <a:rPr lang="en-US" smtClean="0"/>
            </a:fld>
            <a:endParaRPr lang="en-US"/>
          </a:p>
        </p:txBody>
      </p:sp>
    </p:spTree>
  </p:cSld>
  <p:clrMapOvr>
    <a:overrideClrMapping bg1="lt1" tx1="dk1" bg2="lt2" tx2="dk2" accent1="accent1" accent2="accent2" accent3="accent3" accent4="accent4" accent5="accent5" accent6="accent6" hlink="hlink" folHlink="folHlink"/>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showMasterSp="0">
  <p:cSld name="Picture with Caption">
    <p:bg>
      <p:bgRef idx="1002">
        <a:schemeClr val="bg1"/>
      </p:bgRef>
    </p:bg>
    <p:spTree>
      <p:nvGrpSpPr>
        <p:cNvPr id="1" name=""/>
        <p:cNvGrpSpPr/>
        <p:nvPr/>
      </p:nvGrpSpPr>
      <p:grpSpPr>
        <a:xfrm>
          <a:off x="0" y="0"/>
          <a:ext cx="0" cy="0"/>
          <a:chOff x="0" y="0"/>
          <a:chExt cx="0" cy="0"/>
        </a:xfrm>
      </p:grpSpPr>
      <p:sp>
        <p:nvSpPr>
          <p:cNvPr id="4" name="Text Placeholder 3"/>
          <p:cNvSpPr>
            <a:spLocks noGrp="1"/>
          </p:cNvSpPr>
          <p:nvPr>
            <p:ph type="body" sz="half" idx="2"/>
          </p:nvPr>
        </p:nvSpPr>
        <p:spPr>
          <a:xfrm>
            <a:off x="1521643" y="5443402"/>
            <a:ext cx="9550400" cy="648232"/>
          </a:xfrm>
          <a:noFill/>
        </p:spPr>
        <p:txBody>
          <a:bodyPr lIns="91440" tIns="0" rIns="91440" anchor="t"/>
          <a:lstStyle>
            <a:lvl1pPr marL="0" marR="18415" indent="0" algn="r">
              <a:buNone/>
              <a:defRPr sz="1400"/>
            </a:lvl1pPr>
            <a:lvl2pPr>
              <a:defRPr sz="1200"/>
            </a:lvl2pPr>
            <a:lvl3pPr>
              <a:defRPr sz="1000"/>
            </a:lvl3pPr>
            <a:lvl4pPr>
              <a:defRPr sz="900"/>
            </a:lvl4pPr>
            <a:lvl5pPr>
              <a:defRPr sz="900"/>
            </a:lvl5pPr>
          </a:lstStyle>
          <a:p>
            <a:pPr lvl="0" eaLnBrk="1" latinLnBrk="0" hangingPunct="1"/>
            <a:r>
              <a:rPr kumimoji="0" lang="en-US" altLang="zh-CN"/>
              <a:t>Click to edit Master text styles</a:t>
            </a:r>
            <a:endParaRPr kumimoji="0" lang="en-US" altLang="zh-CN"/>
          </a:p>
        </p:txBody>
      </p:sp>
      <p:sp>
        <p:nvSpPr>
          <p:cNvPr id="3" name="Picture Placeholder 2"/>
          <p:cNvSpPr>
            <a:spLocks noGrp="1"/>
          </p:cNvSpPr>
          <p:nvPr>
            <p:ph type="pic" idx="1"/>
          </p:nvPr>
        </p:nvSpPr>
        <p:spPr>
          <a:xfrm>
            <a:off x="304800" y="189968"/>
            <a:ext cx="11582400" cy="4389120"/>
          </a:xfrm>
          <a:prstGeom prst="rect">
            <a:avLst/>
          </a:prstGeom>
          <a:solidFill>
            <a:schemeClr val="bg2"/>
          </a:solidFill>
          <a:ln>
            <a:solidFill>
              <a:schemeClr val="bg1"/>
            </a:solidFill>
          </a:ln>
          <a:effectLst>
            <a:innerShdw blurRad="95250">
              <a:srgbClr val="000000"/>
            </a:innerShdw>
          </a:effectLst>
        </p:spPr>
        <p:txBody>
          <a:bodyPr/>
          <a:lstStyle>
            <a:lvl1pPr marL="0" indent="0">
              <a:buNone/>
              <a:defRPr sz="3200"/>
            </a:lvl1pPr>
          </a:lstStyle>
          <a:p>
            <a:r>
              <a:rPr kumimoji="0" lang="en-US" altLang="zh-CN"/>
              <a:t>Click icon to add picture</a:t>
            </a:r>
            <a:endParaRPr kumimoji="0" lang="en-US" dirty="0"/>
          </a:p>
        </p:txBody>
      </p:sp>
      <p:sp>
        <p:nvSpPr>
          <p:cNvPr id="5" name="Date Placeholder 4"/>
          <p:cNvSpPr>
            <a:spLocks noGrp="1"/>
          </p:cNvSpPr>
          <p:nvPr>
            <p:ph type="dt" sz="half" idx="10"/>
          </p:nvPr>
        </p:nvSpPr>
        <p:spPr/>
        <p:txBody>
          <a:bodyPr/>
          <a:lstStyle>
            <a:lvl1pPr>
              <a:defRPr>
                <a:solidFill>
                  <a:schemeClr val="tx1"/>
                </a:solidFill>
              </a:defRPr>
            </a:lvl1pPr>
          </a:lstStyle>
          <a:p>
            <a:pPr>
              <a:defRPr/>
            </a:pPr>
            <a:fld id="{368CC0F0-E830-4D30-A7AE-5CAF240B6EFC}" type="datetime1">
              <a:rPr lang="zh-CN" altLang="en-US" smtClean="0"/>
            </a:fld>
            <a:endParaRPr lang="en-US"/>
          </a:p>
        </p:txBody>
      </p:sp>
      <p:sp>
        <p:nvSpPr>
          <p:cNvPr id="6" name="Footer Placeholder 5"/>
          <p:cNvSpPr>
            <a:spLocks noGrp="1"/>
          </p:cNvSpPr>
          <p:nvPr>
            <p:ph type="ftr" sz="quarter" idx="11"/>
          </p:nvPr>
        </p:nvSpPr>
        <p:spPr>
          <a:xfrm>
            <a:off x="5840097" y="6407945"/>
            <a:ext cx="3134241" cy="365125"/>
          </a:xfrm>
        </p:spPr>
        <p:txBody>
          <a:bodyPr/>
          <a:lstStyle>
            <a:lvl1pPr>
              <a:defRPr>
                <a:solidFill>
                  <a:schemeClr val="tx1"/>
                </a:solidFill>
              </a:defRPr>
            </a:lvl1pPr>
          </a:lstStyle>
          <a:p>
            <a:r>
              <a:rPr lang="en-US" altLang="zh-CN"/>
              <a:t>Lecture 1</a:t>
            </a:r>
            <a:endParaRPr lang="en-US" altLang="zh-CN"/>
          </a:p>
        </p:txBody>
      </p:sp>
      <p:sp>
        <p:nvSpPr>
          <p:cNvPr id="7" name="Slide Number Placeholder 6"/>
          <p:cNvSpPr>
            <a:spLocks noGrp="1"/>
          </p:cNvSpPr>
          <p:nvPr>
            <p:ph type="sldNum" sz="quarter" idx="12"/>
          </p:nvPr>
        </p:nvSpPr>
        <p:spPr/>
        <p:txBody>
          <a:bodyPr/>
          <a:lstStyle>
            <a:lvl1pPr>
              <a:defRPr>
                <a:solidFill>
                  <a:schemeClr val="tx1"/>
                </a:solidFill>
              </a:defRPr>
            </a:lvl1pPr>
          </a:lstStyle>
          <a:p>
            <a:pPr>
              <a:defRPr/>
            </a:pPr>
            <a:fld id="{7C93F2F6-B200-4836-9340-136DE7987878}" type="slidenum">
              <a:rPr lang="en-US" smtClean="0"/>
            </a:fld>
            <a:endParaRPr lang="en-US"/>
          </a:p>
        </p:txBody>
      </p:sp>
      <p:sp>
        <p:nvSpPr>
          <p:cNvPr id="2" name="Title 1"/>
          <p:cNvSpPr>
            <a:spLocks noGrp="1"/>
          </p:cNvSpPr>
          <p:nvPr>
            <p:ph type="title"/>
          </p:nvPr>
        </p:nvSpPr>
        <p:spPr>
          <a:xfrm>
            <a:off x="304800" y="4865122"/>
            <a:ext cx="10767243" cy="562672"/>
          </a:xfrm>
          <a:noFill/>
        </p:spPr>
        <p:txBody>
          <a:bodyPr anchor="t">
            <a:sp3d prstMaterial="softEdge"/>
          </a:bodyPr>
          <a:lstStyle>
            <a:lvl1pPr marR="0" algn="r">
              <a:buNone/>
              <a:defRPr sz="3000" b="0">
                <a:solidFill>
                  <a:schemeClr val="accent1"/>
                </a:solidFill>
                <a:effectLst>
                  <a:outerShdw blurRad="50800" dist="25000" dir="5400000" algn="t" rotWithShape="0">
                    <a:prstClr val="black">
                      <a:alpha val="45000"/>
                    </a:prstClr>
                  </a:outerShdw>
                </a:effectLst>
              </a:defRPr>
            </a:lvl1pPr>
          </a:lstStyle>
          <a:p>
            <a:r>
              <a:rPr kumimoji="0" lang="en-US" altLang="zh-CN"/>
              <a:t>Click to edit Master title style</a:t>
            </a:r>
            <a:endParaRPr kumimoji="0" lang="en-US"/>
          </a:p>
        </p:txBody>
      </p:sp>
      <p:sp>
        <p:nvSpPr>
          <p:cNvPr id="8" name="Freeform 7"/>
          <p:cNvSpPr/>
          <p:nvPr/>
        </p:nvSpPr>
        <p:spPr bwMode="auto">
          <a:xfrm>
            <a:off x="665697" y="5944936"/>
            <a:ext cx="6587499" cy="921076"/>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7485" h="337">
                <a:moveTo>
                  <a:pt x="0" y="2"/>
                </a:moveTo>
                <a:lnTo>
                  <a:pt x="7485" y="337"/>
                </a:lnTo>
                <a:lnTo>
                  <a:pt x="5558" y="337"/>
                </a:lnTo>
                <a:lnTo>
                  <a:pt x="1" y="0"/>
                </a:lnTo>
              </a:path>
            </a:pathLst>
          </a:custGeom>
          <a:solidFill>
            <a:schemeClr val="accent1">
              <a:tint val="65000"/>
              <a:satMod val="115000"/>
              <a:alpha val="40000"/>
            </a:schemeClr>
          </a:solidFill>
          <a:ln w="9525" cap="flat" cmpd="sng" algn="ctr">
            <a:no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9" name="Freeform 8"/>
          <p:cNvSpPr/>
          <p:nvPr/>
        </p:nvSpPr>
        <p:spPr bwMode="auto">
          <a:xfrm>
            <a:off x="647623" y="5939011"/>
            <a:ext cx="4920601" cy="933450"/>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5591" h="588">
                <a:moveTo>
                  <a:pt x="0" y="0"/>
                </a:moveTo>
                <a:lnTo>
                  <a:pt x="5591" y="585"/>
                </a:lnTo>
                <a:lnTo>
                  <a:pt x="4415" y="588"/>
                </a:lnTo>
                <a:lnTo>
                  <a:pt x="12" y="4"/>
                </a:lnTo>
              </a:path>
            </a:pathLst>
          </a:custGeom>
          <a:solidFill>
            <a:srgbClr val="000000">
              <a:alpha val="100000"/>
            </a:srgbClr>
          </a:solidFill>
          <a:ln w="9525" cap="flat" cmpd="sng" algn="ctr">
            <a:no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0" name="Right Triangle 9"/>
          <p:cNvSpPr/>
          <p:nvPr/>
        </p:nvSpPr>
        <p:spPr bwMode="auto">
          <a:xfrm>
            <a:off x="-8056" y="5791253"/>
            <a:ext cx="4536419" cy="1080868"/>
          </a:xfrm>
          <a:prstGeom prst="rtTriangle">
            <a:avLst/>
          </a:prstGeom>
          <a:blipFill>
            <a:blip r:embed="rId2" cstate="print">
              <a:alphaModFix amt="50000"/>
            </a:blip>
            <a:tile tx="0" ty="0" sx="50000" sy="50000" flip="none" algn="t"/>
          </a:blipFill>
          <a:ln w="12700" cap="rnd" cmpd="thickThin" algn="ctr">
            <a:noFill/>
            <a:prstDash val="solid"/>
          </a:ln>
          <a:effectLst>
            <a:fillOverlay blend="mult">
              <a:gradFill flip="none" rotWithShape="1">
                <a:gsLst>
                  <a:gs pos="0">
                    <a:schemeClr val="accent1">
                      <a:shade val="20000"/>
                      <a:satMod val="176000"/>
                      <a:alpha val="100000"/>
                    </a:schemeClr>
                  </a:gs>
                  <a:gs pos="18000">
                    <a:schemeClr val="accent1">
                      <a:shade val="48000"/>
                      <a:satMod val="153000"/>
                      <a:alpha val="100000"/>
                    </a:schemeClr>
                  </a:gs>
                  <a:gs pos="43000">
                    <a:schemeClr val="accent1">
                      <a:tint val="86000"/>
                      <a:satMod val="149000"/>
                      <a:alpha val="100000"/>
                    </a:schemeClr>
                  </a:gs>
                  <a:gs pos="45000">
                    <a:schemeClr val="accent1">
                      <a:tint val="85000"/>
                      <a:satMod val="150000"/>
                      <a:alpha val="100000"/>
                    </a:schemeClr>
                  </a:gs>
                  <a:gs pos="50000">
                    <a:schemeClr val="accent1">
                      <a:tint val="86000"/>
                      <a:satMod val="149000"/>
                      <a:alpha val="100000"/>
                    </a:schemeClr>
                  </a:gs>
                  <a:gs pos="79000">
                    <a:schemeClr val="accent1">
                      <a:shade val="53000"/>
                      <a:satMod val="150000"/>
                      <a:alpha val="100000"/>
                    </a:schemeClr>
                  </a:gs>
                  <a:gs pos="100000">
                    <a:schemeClr val="accent1">
                      <a:shade val="25000"/>
                      <a:satMod val="170000"/>
                      <a:alpha val="100000"/>
                    </a:schemeClr>
                  </a:gs>
                </a:gsLst>
                <a:lin ang="450000" scaled="1"/>
                <a:tileRect/>
              </a:gradFill>
            </a:fillOverlay>
          </a:effectLst>
        </p:spPr>
        <p:style>
          <a:lnRef idx="3">
            <a:schemeClr val="lt1"/>
          </a:lnRef>
          <a:fillRef idx="1">
            <a:schemeClr val="accent1"/>
          </a:fillRef>
          <a:effectRef idx="1">
            <a:schemeClr val="accent1"/>
          </a:effectRef>
          <a:fontRef idx="minor">
            <a:schemeClr val="lt1"/>
          </a:fontRef>
        </p:style>
        <p:txBody>
          <a:bodyPr vert="horz" wrap="square" lIns="91440" tIns="45720" rIns="91440" bIns="45720" anchor="ctr" compatLnSpc="1"/>
          <a:lstStyle/>
          <a:p>
            <a:pPr algn="ctr" eaLnBrk="1" latinLnBrk="0" hangingPunct="1"/>
            <a:endParaRPr kumimoji="0" lang="en-US"/>
          </a:p>
        </p:txBody>
      </p:sp>
      <p:cxnSp>
        <p:nvCxnSpPr>
          <p:cNvPr id="11" name="Straight Connector 10"/>
          <p:cNvCxnSpPr/>
          <p:nvPr/>
        </p:nvCxnSpPr>
        <p:spPr>
          <a:xfrm>
            <a:off x="-12316" y="5787739"/>
            <a:ext cx="4540679" cy="1084383"/>
          </a:xfrm>
          <a:prstGeom prst="line">
            <a:avLst/>
          </a:prstGeom>
          <a:noFill/>
          <a:ln w="12065" cap="flat" cmpd="sng" algn="ctr">
            <a:gradFill>
              <a:gsLst>
                <a:gs pos="45000">
                  <a:schemeClr val="accent1">
                    <a:tint val="70000"/>
                    <a:satMod val="110000"/>
                  </a:schemeClr>
                </a:gs>
                <a:gs pos="15000">
                  <a:schemeClr val="accent1">
                    <a:shade val="40000"/>
                    <a:satMod val="110000"/>
                  </a:schemeClr>
                </a:gs>
              </a:gsLst>
              <a:lin ang="5400000" scaled="1"/>
            </a:gradFill>
            <a:prstDash val="solid"/>
            <a:miter lim="800000"/>
          </a:ln>
          <a:effectLst/>
        </p:spPr>
        <p:style>
          <a:lnRef idx="2">
            <a:schemeClr val="accent1"/>
          </a:lnRef>
          <a:fillRef idx="0">
            <a:schemeClr val="accent1"/>
          </a:fillRef>
          <a:effectRef idx="1">
            <a:schemeClr val="accent1"/>
          </a:effectRef>
          <a:fontRef idx="minor">
            <a:schemeClr val="tx1"/>
          </a:fontRef>
        </p:style>
      </p:cxnSp>
      <p:sp>
        <p:nvSpPr>
          <p:cNvPr id="12" name="Chevron 11"/>
          <p:cNvSpPr/>
          <p:nvPr/>
        </p:nvSpPr>
        <p:spPr>
          <a:xfrm>
            <a:off x="11552149" y="4988440"/>
            <a:ext cx="243840" cy="228600"/>
          </a:xfrm>
          <a:prstGeom prst="chevron">
            <a:avLst>
              <a:gd name="adj" fmla="val 50000"/>
            </a:avLst>
          </a:prstGeom>
          <a:gradFill flip="none" rotWithShape="1">
            <a:gsLst>
              <a:gs pos="0">
                <a:schemeClr val="accent1">
                  <a:shade val="60000"/>
                  <a:satMod val="125000"/>
                </a:schemeClr>
              </a:gs>
              <a:gs pos="72000">
                <a:schemeClr val="accent1">
                  <a:tint val="90000"/>
                  <a:satMod val="138000"/>
                </a:schemeClr>
              </a:gs>
              <a:gs pos="100000">
                <a:schemeClr val="accent1">
                  <a:tint val="76000"/>
                  <a:satMod val="136000"/>
                </a:schemeClr>
              </a:gs>
            </a:gsLst>
            <a:lin ang="16200000" scaled="0"/>
          </a:gradFill>
          <a:ln w="3175" cap="rnd" cmpd="sng" algn="ctr">
            <a:solidFill>
              <a:schemeClr val="accent1">
                <a:shade val="50000"/>
              </a:schemeClr>
            </a:solidFill>
            <a:prstDash val="solid"/>
          </a:ln>
          <a:effectLst>
            <a:outerShdw blurRad="50800" dist="25400" dir="5400000">
              <a:srgbClr val="000000">
                <a:alpha val="46000"/>
              </a:srgbClr>
            </a:outerShdw>
          </a:effectLst>
        </p:spPr>
        <p:style>
          <a:lnRef idx="1">
            <a:schemeClr val="accent1"/>
          </a:lnRef>
          <a:fillRef idx="3">
            <a:schemeClr val="accent1"/>
          </a:fillRef>
          <a:effectRef idx="2">
            <a:schemeClr val="accent1"/>
          </a:effectRef>
          <a:fontRef idx="minor">
            <a:schemeClr val="lt1"/>
          </a:fontRef>
        </p:style>
        <p:txBody>
          <a:bodyPr anchor="ctr"/>
          <a:lstStyle/>
          <a:p>
            <a:pPr algn="l" eaLnBrk="1" latinLnBrk="0" hangingPunct="1"/>
            <a:endParaRPr kumimoji="0" lang="en-US"/>
          </a:p>
        </p:txBody>
      </p:sp>
      <p:sp>
        <p:nvSpPr>
          <p:cNvPr id="13" name="Chevron 12"/>
          <p:cNvSpPr/>
          <p:nvPr/>
        </p:nvSpPr>
        <p:spPr>
          <a:xfrm>
            <a:off x="11303595" y="4988440"/>
            <a:ext cx="243840" cy="228600"/>
          </a:xfrm>
          <a:prstGeom prst="chevron">
            <a:avLst>
              <a:gd name="adj" fmla="val 50000"/>
            </a:avLst>
          </a:prstGeom>
          <a:gradFill flip="none" rotWithShape="1">
            <a:gsLst>
              <a:gs pos="0">
                <a:schemeClr val="accent1">
                  <a:shade val="60000"/>
                  <a:satMod val="125000"/>
                </a:schemeClr>
              </a:gs>
              <a:gs pos="72000">
                <a:schemeClr val="accent1">
                  <a:tint val="90000"/>
                  <a:satMod val="138000"/>
                </a:schemeClr>
              </a:gs>
              <a:gs pos="100000">
                <a:schemeClr val="accent1">
                  <a:tint val="76000"/>
                  <a:satMod val="136000"/>
                </a:schemeClr>
              </a:gs>
            </a:gsLst>
            <a:lin ang="16200000" scaled="0"/>
          </a:gradFill>
          <a:ln w="3175" cap="rnd" cmpd="sng" algn="ctr">
            <a:solidFill>
              <a:schemeClr val="accent1">
                <a:shade val="50000"/>
              </a:schemeClr>
            </a:solidFill>
            <a:prstDash val="solid"/>
          </a:ln>
          <a:effectLst>
            <a:outerShdw blurRad="50800" dist="25400" dir="5400000">
              <a:srgbClr val="000000">
                <a:alpha val="46000"/>
              </a:srgbClr>
            </a:outerShdw>
          </a:effectLst>
        </p:spPr>
        <p:style>
          <a:lnRef idx="1">
            <a:schemeClr val="accent1"/>
          </a:lnRef>
          <a:fillRef idx="3">
            <a:schemeClr val="accent1"/>
          </a:fillRef>
          <a:effectRef idx="2">
            <a:schemeClr val="accent1"/>
          </a:effectRef>
          <a:fontRef idx="minor">
            <a:schemeClr val="lt1"/>
          </a:fontRef>
        </p:style>
        <p:txBody>
          <a:bodyPr anchor="ctr"/>
          <a:lstStyle/>
          <a:p>
            <a:pPr algn="l" eaLnBrk="1" latinLnBrk="0" hangingPunct="1"/>
            <a:endParaRPr kumimoji="0" lang="en-US"/>
          </a:p>
        </p:txBody>
      </p:sp>
    </p:spTree>
  </p:cSld>
  <p:clrMapOvr>
    <a:overrideClrMapping bg1="dk1" tx1="lt1" bg2="dk2" tx2="lt2" accent1="accent1" accent2="accent2" accent3="accent3" accent4="accent4" accent5="accent5" accent6="accent6" hlink="hlink" folHlink="folHlink"/>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ltLang="zh-CN"/>
              <a:t>Click to edit Master title style</a:t>
            </a:r>
            <a:endParaRPr kumimoji="0" lang="en-US"/>
          </a:p>
        </p:txBody>
      </p:sp>
      <p:sp>
        <p:nvSpPr>
          <p:cNvPr id="3" name="Vertical Text Placeholder 2"/>
          <p:cNvSpPr>
            <a:spLocks noGrp="1"/>
          </p:cNvSpPr>
          <p:nvPr>
            <p:ph type="body" orient="vert" idx="1"/>
          </p:nvPr>
        </p:nvSpPr>
        <p:spPr>
          <a:xfrm>
            <a:off x="609600" y="1481330"/>
            <a:ext cx="10972800" cy="4386071"/>
          </a:xfrm>
        </p:spPr>
        <p:txBody>
          <a:bodyPr vert="eaVert"/>
          <a:lstStyle/>
          <a:p>
            <a:pPr lvl="0" eaLnBrk="1" latinLnBrk="0" hangingPunct="1"/>
            <a:r>
              <a:rPr lang="en-US" altLang="zh-CN"/>
              <a:t>Click to edit Master text styles</a:t>
            </a:r>
            <a:endParaRPr lang="en-US" altLang="zh-CN"/>
          </a:p>
          <a:p>
            <a:pPr lvl="1" eaLnBrk="1" latinLnBrk="0" hangingPunct="1"/>
            <a:r>
              <a:rPr lang="en-US" altLang="zh-CN"/>
              <a:t>Second level</a:t>
            </a:r>
            <a:endParaRPr lang="en-US" altLang="zh-CN"/>
          </a:p>
          <a:p>
            <a:pPr lvl="2" eaLnBrk="1" latinLnBrk="0" hangingPunct="1"/>
            <a:r>
              <a:rPr lang="en-US" altLang="zh-CN"/>
              <a:t>Third level</a:t>
            </a:r>
            <a:endParaRPr lang="en-US" altLang="zh-CN"/>
          </a:p>
          <a:p>
            <a:pPr lvl="3" eaLnBrk="1" latinLnBrk="0" hangingPunct="1"/>
            <a:r>
              <a:rPr lang="en-US" altLang="zh-CN"/>
              <a:t>Fourth level</a:t>
            </a:r>
            <a:endParaRPr lang="en-US" altLang="zh-CN"/>
          </a:p>
          <a:p>
            <a:pPr lvl="4" eaLnBrk="1" latinLnBrk="0" hangingPunct="1"/>
            <a:r>
              <a:rPr lang="en-US" altLang="zh-CN"/>
              <a:t>Fifth level</a:t>
            </a:r>
            <a:endParaRPr kumimoji="0" lang="en-US"/>
          </a:p>
        </p:txBody>
      </p:sp>
      <p:sp>
        <p:nvSpPr>
          <p:cNvPr id="4" name="Date Placeholder 3"/>
          <p:cNvSpPr>
            <a:spLocks noGrp="1"/>
          </p:cNvSpPr>
          <p:nvPr>
            <p:ph type="dt" sz="half" idx="10"/>
          </p:nvPr>
        </p:nvSpPr>
        <p:spPr/>
        <p:txBody>
          <a:bodyPr/>
          <a:lstStyle/>
          <a:p>
            <a:pPr>
              <a:defRPr/>
            </a:pPr>
            <a:fld id="{83FFBBCF-EE6D-404A-84AE-8E3DFA994AE6}" type="datetime1">
              <a:rPr lang="zh-CN" altLang="en-US" smtClean="0"/>
            </a:fld>
            <a:endParaRPr lang="en-US"/>
          </a:p>
        </p:txBody>
      </p:sp>
      <p:sp>
        <p:nvSpPr>
          <p:cNvPr id="5" name="Footer Placeholder 4"/>
          <p:cNvSpPr>
            <a:spLocks noGrp="1"/>
          </p:cNvSpPr>
          <p:nvPr>
            <p:ph type="ftr" sz="quarter" idx="11"/>
          </p:nvPr>
        </p:nvSpPr>
        <p:spPr/>
        <p:txBody>
          <a:bodyPr/>
          <a:lstStyle/>
          <a:p>
            <a:r>
              <a:rPr lang="en-US" altLang="zh-CN"/>
              <a:t>Lecture 1</a:t>
            </a:r>
            <a:endParaRPr lang="en-US" altLang="zh-CN"/>
          </a:p>
        </p:txBody>
      </p:sp>
      <p:sp>
        <p:nvSpPr>
          <p:cNvPr id="6" name="Slide Number Placeholder 5"/>
          <p:cNvSpPr>
            <a:spLocks noGrp="1"/>
          </p:cNvSpPr>
          <p:nvPr>
            <p:ph type="sldNum" sz="quarter" idx="12"/>
          </p:nvPr>
        </p:nvSpPr>
        <p:spPr/>
        <p:txBody>
          <a:bodyPr/>
          <a:lstStyle/>
          <a:p>
            <a:pPr>
              <a:defRPr/>
            </a:pPr>
            <a:fld id="{7C93F2F6-B200-4836-9340-136DE7987878}" type="slidenum">
              <a:rPr lang="en-US" smtClean="0"/>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125351" y="274641"/>
            <a:ext cx="2369960" cy="5592761"/>
          </a:xfrm>
        </p:spPr>
        <p:txBody>
          <a:bodyPr vert="eaVert"/>
          <a:lstStyle/>
          <a:p>
            <a:r>
              <a:rPr kumimoji="0" lang="en-US" altLang="zh-CN"/>
              <a:t>Click to edit Master title style</a:t>
            </a:r>
            <a:endParaRPr kumimoji="0" lang="en-US"/>
          </a:p>
        </p:txBody>
      </p:sp>
      <p:sp>
        <p:nvSpPr>
          <p:cNvPr id="3" name="Vertical Text Placeholder 2"/>
          <p:cNvSpPr>
            <a:spLocks noGrp="1"/>
          </p:cNvSpPr>
          <p:nvPr>
            <p:ph type="body" orient="vert" idx="1"/>
          </p:nvPr>
        </p:nvSpPr>
        <p:spPr>
          <a:xfrm>
            <a:off x="609600" y="274641"/>
            <a:ext cx="8432800" cy="5592760"/>
          </a:xfrm>
        </p:spPr>
        <p:txBody>
          <a:bodyPr vert="eaVert"/>
          <a:lstStyle/>
          <a:p>
            <a:pPr lvl="0" eaLnBrk="1" latinLnBrk="0" hangingPunct="1"/>
            <a:r>
              <a:rPr lang="en-US" altLang="zh-CN"/>
              <a:t>Click to edit Master text styles</a:t>
            </a:r>
            <a:endParaRPr lang="en-US" altLang="zh-CN"/>
          </a:p>
          <a:p>
            <a:pPr lvl="1" eaLnBrk="1" latinLnBrk="0" hangingPunct="1"/>
            <a:r>
              <a:rPr lang="en-US" altLang="zh-CN"/>
              <a:t>Second level</a:t>
            </a:r>
            <a:endParaRPr lang="en-US" altLang="zh-CN"/>
          </a:p>
          <a:p>
            <a:pPr lvl="2" eaLnBrk="1" latinLnBrk="0" hangingPunct="1"/>
            <a:r>
              <a:rPr lang="en-US" altLang="zh-CN"/>
              <a:t>Third level</a:t>
            </a:r>
            <a:endParaRPr lang="en-US" altLang="zh-CN"/>
          </a:p>
          <a:p>
            <a:pPr lvl="3" eaLnBrk="1" latinLnBrk="0" hangingPunct="1"/>
            <a:r>
              <a:rPr lang="en-US" altLang="zh-CN"/>
              <a:t>Fourth level</a:t>
            </a:r>
            <a:endParaRPr lang="en-US" altLang="zh-CN"/>
          </a:p>
          <a:p>
            <a:pPr lvl="4" eaLnBrk="1" latinLnBrk="0" hangingPunct="1"/>
            <a:r>
              <a:rPr lang="en-US" altLang="zh-CN"/>
              <a:t>Fifth level</a:t>
            </a:r>
            <a:endParaRPr kumimoji="0" lang="en-US"/>
          </a:p>
        </p:txBody>
      </p:sp>
      <p:sp>
        <p:nvSpPr>
          <p:cNvPr id="4" name="Date Placeholder 3"/>
          <p:cNvSpPr>
            <a:spLocks noGrp="1"/>
          </p:cNvSpPr>
          <p:nvPr>
            <p:ph type="dt" sz="half" idx="10"/>
          </p:nvPr>
        </p:nvSpPr>
        <p:spPr/>
        <p:txBody>
          <a:bodyPr/>
          <a:lstStyle/>
          <a:p>
            <a:pPr>
              <a:defRPr/>
            </a:pPr>
            <a:fld id="{8A0CE733-DFF5-49FE-9A89-D380A46CC9C4}" type="datetime1">
              <a:rPr lang="zh-CN" altLang="en-US" smtClean="0"/>
            </a:fld>
            <a:endParaRPr lang="en-US"/>
          </a:p>
        </p:txBody>
      </p:sp>
      <p:sp>
        <p:nvSpPr>
          <p:cNvPr id="5" name="Footer Placeholder 4"/>
          <p:cNvSpPr>
            <a:spLocks noGrp="1"/>
          </p:cNvSpPr>
          <p:nvPr>
            <p:ph type="ftr" sz="quarter" idx="11"/>
          </p:nvPr>
        </p:nvSpPr>
        <p:spPr/>
        <p:txBody>
          <a:bodyPr/>
          <a:lstStyle/>
          <a:p>
            <a:r>
              <a:rPr lang="en-US" altLang="zh-CN"/>
              <a:t>Lecture 1</a:t>
            </a:r>
            <a:endParaRPr lang="en-US" altLang="zh-CN"/>
          </a:p>
        </p:txBody>
      </p:sp>
      <p:sp>
        <p:nvSpPr>
          <p:cNvPr id="6" name="Slide Number Placeholder 5"/>
          <p:cNvSpPr>
            <a:spLocks noGrp="1"/>
          </p:cNvSpPr>
          <p:nvPr>
            <p:ph type="sldNum" sz="quarter" idx="12"/>
          </p:nvPr>
        </p:nvSpPr>
        <p:spPr/>
        <p:txBody>
          <a:bodyPr/>
          <a:lstStyle/>
          <a:p>
            <a:pPr>
              <a:defRPr/>
            </a:pPr>
            <a:fld id="{7C93F2F6-B200-4836-9340-136DE7987878}" type="slidenum">
              <a:rPr lang="en-US" smtClean="0"/>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bl">
  <p:cSld name="标题和表格">
    <p:spTree>
      <p:nvGrpSpPr>
        <p:cNvPr id="1" name=""/>
        <p:cNvGrpSpPr/>
        <p:nvPr/>
      </p:nvGrpSpPr>
      <p:grpSpPr>
        <a:xfrm>
          <a:off x="0" y="0"/>
          <a:ext cx="0" cy="0"/>
          <a:chOff x="0" y="0"/>
          <a:chExt cx="0" cy="0"/>
        </a:xfrm>
      </p:grpSpPr>
      <p:sp>
        <p:nvSpPr>
          <p:cNvPr id="2" name="标题 1"/>
          <p:cNvSpPr>
            <a:spLocks noGrp="1"/>
          </p:cNvSpPr>
          <p:nvPr>
            <p:ph type="title"/>
          </p:nvPr>
        </p:nvSpPr>
        <p:spPr>
          <a:xfrm>
            <a:off x="766233" y="304801"/>
            <a:ext cx="10668000" cy="1216025"/>
          </a:xfrm>
        </p:spPr>
        <p:txBody>
          <a:bodyPr/>
          <a:lstStyle/>
          <a:p>
            <a:r>
              <a:rPr lang="zh-CN" altLang="en-US"/>
              <a:t>单击此处编辑母版标题样式</a:t>
            </a:r>
            <a:endParaRPr lang="zh-CN" altLang="en-US"/>
          </a:p>
        </p:txBody>
      </p:sp>
      <p:sp>
        <p:nvSpPr>
          <p:cNvPr id="3" name="表格占位符 2"/>
          <p:cNvSpPr>
            <a:spLocks noGrp="1"/>
          </p:cNvSpPr>
          <p:nvPr>
            <p:ph type="tbl" idx="1"/>
          </p:nvPr>
        </p:nvSpPr>
        <p:spPr>
          <a:xfrm>
            <a:off x="755651" y="1752600"/>
            <a:ext cx="10668000" cy="4267200"/>
          </a:xfrm>
        </p:spPr>
        <p:txBody>
          <a:bodyPr/>
          <a:lstStyle/>
          <a:p>
            <a:pPr lvl="0"/>
            <a:endParaRPr lang="zh-CN" altLang="en-US" noProof="0"/>
          </a:p>
        </p:txBody>
      </p:sp>
      <p:sp>
        <p:nvSpPr>
          <p:cNvPr id="4" name="Rectangle 6"/>
          <p:cNvSpPr>
            <a:spLocks noGrp="1" noChangeArrowheads="1"/>
          </p:cNvSpPr>
          <p:nvPr>
            <p:ph type="dt" sz="half" idx="10"/>
          </p:nvPr>
        </p:nvSpPr>
        <p:spPr/>
        <p:txBody>
          <a:bodyPr/>
          <a:lstStyle>
            <a:lvl1pPr>
              <a:defRPr/>
            </a:lvl1pPr>
          </a:lstStyle>
          <a:p>
            <a:pPr>
              <a:defRPr/>
            </a:pPr>
            <a:endParaRPr lang="en-US" altLang="zh-CN"/>
          </a:p>
        </p:txBody>
      </p:sp>
      <p:sp>
        <p:nvSpPr>
          <p:cNvPr id="5" name="Rectangle 7"/>
          <p:cNvSpPr>
            <a:spLocks noGrp="1" noChangeArrowheads="1"/>
          </p:cNvSpPr>
          <p:nvPr>
            <p:ph type="ftr" sz="quarter" idx="11"/>
          </p:nvPr>
        </p:nvSpPr>
        <p:spPr/>
        <p:txBody>
          <a:bodyPr/>
          <a:lstStyle>
            <a:lvl1pPr>
              <a:defRPr/>
            </a:lvl1pPr>
          </a:lstStyle>
          <a:p>
            <a:pPr>
              <a:defRPr/>
            </a:pPr>
            <a:endParaRPr lang="en-US" altLang="zh-CN"/>
          </a:p>
        </p:txBody>
      </p:sp>
      <p:sp>
        <p:nvSpPr>
          <p:cNvPr id="6" name="Rectangle 8"/>
          <p:cNvSpPr>
            <a:spLocks noGrp="1" noChangeArrowheads="1"/>
          </p:cNvSpPr>
          <p:nvPr>
            <p:ph type="sldNum" sz="quarter" idx="12"/>
          </p:nvPr>
        </p:nvSpPr>
        <p:spPr/>
        <p:txBody>
          <a:bodyPr/>
          <a:lstStyle>
            <a:lvl1pPr>
              <a:defRPr/>
            </a:lvl1pPr>
          </a:lstStyle>
          <a:p>
            <a:pPr>
              <a:defRPr/>
            </a:pPr>
            <a:fld id="{4E700041-56BE-4B53-ACFD-FA8760BB4D7E}" type="slidenum">
              <a:rPr lang="en-US" altLang="zh-CN"/>
            </a:fld>
            <a:endParaRPr lang="en-US" altLang="zh-CN"/>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4" Type="http://schemas.openxmlformats.org/officeDocument/2006/relationships/theme" Target="../theme/theme1.xml"/><Relationship Id="rId13" Type="http://schemas.openxmlformats.org/officeDocument/2006/relationships/image" Target="../media/image1.jpeg"/><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3" name="Freeform 12"/>
          <p:cNvSpPr/>
          <p:nvPr/>
        </p:nvSpPr>
        <p:spPr bwMode="auto">
          <a:xfrm>
            <a:off x="665697" y="5944936"/>
            <a:ext cx="6587499" cy="921076"/>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7485" h="337">
                <a:moveTo>
                  <a:pt x="0" y="2"/>
                </a:moveTo>
                <a:lnTo>
                  <a:pt x="7485" y="337"/>
                </a:lnTo>
                <a:lnTo>
                  <a:pt x="5558" y="337"/>
                </a:lnTo>
                <a:lnTo>
                  <a:pt x="1" y="0"/>
                </a:lnTo>
              </a:path>
            </a:pathLst>
          </a:custGeom>
          <a:solidFill>
            <a:schemeClr val="accent1">
              <a:tint val="65000"/>
              <a:satMod val="115000"/>
              <a:alpha val="40000"/>
            </a:schemeClr>
          </a:solidFill>
          <a:ln w="9525" cap="flat" cmpd="sng" algn="ctr">
            <a:no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2" name="Freeform 11"/>
          <p:cNvSpPr/>
          <p:nvPr/>
        </p:nvSpPr>
        <p:spPr bwMode="auto">
          <a:xfrm>
            <a:off x="647623" y="5939011"/>
            <a:ext cx="4920601" cy="933450"/>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5591" h="588">
                <a:moveTo>
                  <a:pt x="0" y="0"/>
                </a:moveTo>
                <a:lnTo>
                  <a:pt x="5591" y="585"/>
                </a:lnTo>
                <a:lnTo>
                  <a:pt x="4415" y="588"/>
                </a:lnTo>
                <a:lnTo>
                  <a:pt x="12" y="4"/>
                </a:lnTo>
              </a:path>
            </a:pathLst>
          </a:custGeom>
          <a:solidFill>
            <a:srgbClr val="000000">
              <a:alpha val="100000"/>
            </a:srgbClr>
          </a:solidFill>
          <a:ln w="9525" cap="flat" cmpd="sng" algn="ctr">
            <a:no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4" name="Right Triangle 13"/>
          <p:cNvSpPr/>
          <p:nvPr/>
        </p:nvSpPr>
        <p:spPr bwMode="auto">
          <a:xfrm>
            <a:off x="-8056" y="5791253"/>
            <a:ext cx="4536419" cy="1080868"/>
          </a:xfrm>
          <a:prstGeom prst="rtTriangle">
            <a:avLst/>
          </a:prstGeom>
          <a:blipFill>
            <a:blip r:embed="rId13" cstate="print">
              <a:alphaModFix amt="50000"/>
            </a:blip>
            <a:tile tx="0" ty="0" sx="50000" sy="50000" flip="none" algn="t"/>
          </a:blipFill>
          <a:ln w="12700" cap="rnd" cmpd="thickThin" algn="ctr">
            <a:noFill/>
            <a:prstDash val="solid"/>
          </a:ln>
          <a:effectLst>
            <a:fillOverlay blend="mult">
              <a:gradFill flip="none" rotWithShape="1">
                <a:gsLst>
                  <a:gs pos="0">
                    <a:schemeClr val="accent1">
                      <a:shade val="20000"/>
                      <a:satMod val="176000"/>
                      <a:alpha val="100000"/>
                    </a:schemeClr>
                  </a:gs>
                  <a:gs pos="18000">
                    <a:schemeClr val="accent1">
                      <a:shade val="48000"/>
                      <a:satMod val="153000"/>
                      <a:alpha val="100000"/>
                    </a:schemeClr>
                  </a:gs>
                  <a:gs pos="43000">
                    <a:schemeClr val="accent1">
                      <a:tint val="86000"/>
                      <a:satMod val="149000"/>
                      <a:alpha val="100000"/>
                    </a:schemeClr>
                  </a:gs>
                  <a:gs pos="45000">
                    <a:schemeClr val="accent1">
                      <a:tint val="85000"/>
                      <a:satMod val="150000"/>
                      <a:alpha val="100000"/>
                    </a:schemeClr>
                  </a:gs>
                  <a:gs pos="50000">
                    <a:schemeClr val="accent1">
                      <a:tint val="86000"/>
                      <a:satMod val="149000"/>
                      <a:alpha val="100000"/>
                    </a:schemeClr>
                  </a:gs>
                  <a:gs pos="79000">
                    <a:schemeClr val="accent1">
                      <a:shade val="53000"/>
                      <a:satMod val="150000"/>
                      <a:alpha val="100000"/>
                    </a:schemeClr>
                  </a:gs>
                  <a:gs pos="100000">
                    <a:schemeClr val="accent1">
                      <a:shade val="25000"/>
                      <a:satMod val="170000"/>
                      <a:alpha val="100000"/>
                    </a:schemeClr>
                  </a:gs>
                </a:gsLst>
                <a:lin ang="450000" scaled="1"/>
                <a:tileRect/>
              </a:gradFill>
            </a:fillOverlay>
          </a:effectLst>
        </p:spPr>
        <p:style>
          <a:lnRef idx="3">
            <a:schemeClr val="lt1"/>
          </a:lnRef>
          <a:fillRef idx="1">
            <a:schemeClr val="accent1"/>
          </a:fillRef>
          <a:effectRef idx="1">
            <a:schemeClr val="accent1"/>
          </a:effectRef>
          <a:fontRef idx="minor">
            <a:schemeClr val="lt1"/>
          </a:fontRef>
        </p:style>
        <p:txBody>
          <a:bodyPr vert="horz" wrap="square" lIns="91440" tIns="45720" rIns="91440" bIns="45720" anchor="ctr" compatLnSpc="1"/>
          <a:lstStyle/>
          <a:p>
            <a:pPr algn="ctr" eaLnBrk="1" latinLnBrk="0" hangingPunct="1"/>
            <a:endParaRPr kumimoji="0" lang="en-US"/>
          </a:p>
        </p:txBody>
      </p:sp>
      <p:cxnSp>
        <p:nvCxnSpPr>
          <p:cNvPr id="15" name="Straight Connector 14"/>
          <p:cNvCxnSpPr/>
          <p:nvPr/>
        </p:nvCxnSpPr>
        <p:spPr>
          <a:xfrm>
            <a:off x="-12316" y="5787739"/>
            <a:ext cx="4540679" cy="1084383"/>
          </a:xfrm>
          <a:prstGeom prst="line">
            <a:avLst/>
          </a:prstGeom>
          <a:noFill/>
          <a:ln w="12065" cap="flat" cmpd="sng" algn="ctr">
            <a:gradFill>
              <a:gsLst>
                <a:gs pos="45000">
                  <a:schemeClr val="accent1">
                    <a:tint val="70000"/>
                    <a:satMod val="110000"/>
                  </a:schemeClr>
                </a:gs>
                <a:gs pos="15000">
                  <a:schemeClr val="accent1">
                    <a:shade val="40000"/>
                    <a:satMod val="110000"/>
                  </a:schemeClr>
                </a:gs>
              </a:gsLst>
              <a:lin ang="5400000" scaled="1"/>
            </a:gradFill>
            <a:prstDash val="solid"/>
            <a:miter lim="800000"/>
          </a:ln>
          <a:effectLst/>
        </p:spPr>
        <p:style>
          <a:lnRef idx="2">
            <a:schemeClr val="accent1"/>
          </a:lnRef>
          <a:fillRef idx="0">
            <a:schemeClr val="accent1"/>
          </a:fillRef>
          <a:effectRef idx="1">
            <a:schemeClr val="accent1"/>
          </a:effectRef>
          <a:fontRef idx="minor">
            <a:schemeClr val="tx1"/>
          </a:fontRef>
        </p:style>
      </p:cxnSp>
      <p:sp>
        <p:nvSpPr>
          <p:cNvPr id="9" name="Title Placeholder 8"/>
          <p:cNvSpPr>
            <a:spLocks noGrp="1"/>
          </p:cNvSpPr>
          <p:nvPr>
            <p:ph type="title"/>
          </p:nvPr>
        </p:nvSpPr>
        <p:spPr>
          <a:xfrm>
            <a:off x="609600" y="274638"/>
            <a:ext cx="10972800" cy="1143000"/>
          </a:xfrm>
          <a:prstGeom prst="rect">
            <a:avLst/>
          </a:prstGeom>
        </p:spPr>
        <p:txBody>
          <a:bodyPr vert="horz" anchor="ctr">
            <a:normAutofit/>
            <a:scene3d>
              <a:camera prst="orthographicFront"/>
              <a:lightRig rig="soft" dir="t"/>
            </a:scene3d>
            <a:sp3d prstMaterial="softEdge">
              <a:bevelT w="25400" h="25400"/>
            </a:sp3d>
          </a:bodyPr>
          <a:lstStyle/>
          <a:p>
            <a:r>
              <a:rPr kumimoji="0" lang="en-US" altLang="zh-CN"/>
              <a:t>Click to edit Master title style</a:t>
            </a:r>
            <a:endParaRPr kumimoji="0" lang="en-US"/>
          </a:p>
        </p:txBody>
      </p:sp>
      <p:sp>
        <p:nvSpPr>
          <p:cNvPr id="30" name="Text Placeholder 29"/>
          <p:cNvSpPr>
            <a:spLocks noGrp="1"/>
          </p:cNvSpPr>
          <p:nvPr>
            <p:ph type="body" idx="1"/>
          </p:nvPr>
        </p:nvSpPr>
        <p:spPr>
          <a:xfrm>
            <a:off x="609600" y="1481329"/>
            <a:ext cx="10972800" cy="4525963"/>
          </a:xfrm>
          <a:prstGeom prst="rect">
            <a:avLst/>
          </a:prstGeom>
        </p:spPr>
        <p:txBody>
          <a:bodyPr vert="horz">
            <a:normAutofit/>
          </a:bodyPr>
          <a:lstStyle/>
          <a:p>
            <a:pPr lvl="0" eaLnBrk="1" latinLnBrk="0" hangingPunct="1"/>
            <a:r>
              <a:rPr kumimoji="0" lang="en-US" altLang="zh-CN"/>
              <a:t>Click to edit Master text styles</a:t>
            </a:r>
            <a:endParaRPr kumimoji="0" lang="en-US" altLang="zh-CN"/>
          </a:p>
          <a:p>
            <a:pPr lvl="1" eaLnBrk="1" latinLnBrk="0" hangingPunct="1"/>
            <a:r>
              <a:rPr kumimoji="0" lang="en-US" altLang="zh-CN"/>
              <a:t>Second level</a:t>
            </a:r>
            <a:endParaRPr kumimoji="0" lang="en-US" altLang="zh-CN"/>
          </a:p>
          <a:p>
            <a:pPr lvl="2" eaLnBrk="1" latinLnBrk="0" hangingPunct="1"/>
            <a:r>
              <a:rPr kumimoji="0" lang="en-US" altLang="zh-CN"/>
              <a:t>Third level</a:t>
            </a:r>
            <a:endParaRPr kumimoji="0" lang="en-US" altLang="zh-CN"/>
          </a:p>
          <a:p>
            <a:pPr lvl="3" eaLnBrk="1" latinLnBrk="0" hangingPunct="1"/>
            <a:r>
              <a:rPr kumimoji="0" lang="en-US" altLang="zh-CN"/>
              <a:t>Fourth level</a:t>
            </a:r>
            <a:endParaRPr kumimoji="0" lang="en-US" altLang="zh-CN"/>
          </a:p>
          <a:p>
            <a:pPr lvl="4" eaLnBrk="1" latinLnBrk="0" hangingPunct="1"/>
            <a:r>
              <a:rPr kumimoji="0" lang="en-US" altLang="zh-CN"/>
              <a:t>Fifth level</a:t>
            </a:r>
            <a:endParaRPr kumimoji="0" lang="en-US"/>
          </a:p>
        </p:txBody>
      </p:sp>
      <p:sp>
        <p:nvSpPr>
          <p:cNvPr id="10" name="Date Placeholder 9"/>
          <p:cNvSpPr>
            <a:spLocks noGrp="1"/>
          </p:cNvSpPr>
          <p:nvPr>
            <p:ph type="dt" sz="half" idx="2"/>
          </p:nvPr>
        </p:nvSpPr>
        <p:spPr>
          <a:xfrm>
            <a:off x="8969376" y="6407944"/>
            <a:ext cx="2560320" cy="365760"/>
          </a:xfrm>
          <a:prstGeom prst="rect">
            <a:avLst/>
          </a:prstGeom>
        </p:spPr>
        <p:txBody>
          <a:bodyPr vert="horz" anchor="b"/>
          <a:lstStyle>
            <a:lvl1pPr algn="l" eaLnBrk="1" latinLnBrk="0" hangingPunct="1">
              <a:defRPr kumimoji="0" sz="1000">
                <a:solidFill>
                  <a:schemeClr val="tx1"/>
                </a:solidFill>
              </a:defRPr>
            </a:lvl1pPr>
          </a:lstStyle>
          <a:p>
            <a:pPr>
              <a:defRPr/>
            </a:pPr>
            <a:fld id="{F8220F88-B672-4EB3-9DB9-D3E063C216A8}" type="datetime1">
              <a:rPr lang="zh-CN" altLang="en-US" smtClean="0"/>
            </a:fld>
            <a:endParaRPr lang="en-US"/>
          </a:p>
        </p:txBody>
      </p:sp>
      <p:sp>
        <p:nvSpPr>
          <p:cNvPr id="22" name="Footer Placeholder 21"/>
          <p:cNvSpPr>
            <a:spLocks noGrp="1"/>
          </p:cNvSpPr>
          <p:nvPr>
            <p:ph type="ftr" sz="quarter" idx="3"/>
          </p:nvPr>
        </p:nvSpPr>
        <p:spPr>
          <a:xfrm>
            <a:off x="5840097" y="6407945"/>
            <a:ext cx="3134241" cy="365125"/>
          </a:xfrm>
          <a:prstGeom prst="rect">
            <a:avLst/>
          </a:prstGeom>
        </p:spPr>
        <p:txBody>
          <a:bodyPr vert="horz" anchor="b"/>
          <a:lstStyle>
            <a:lvl1pPr algn="r" eaLnBrk="1" latinLnBrk="0" hangingPunct="1">
              <a:defRPr kumimoji="0" sz="1000">
                <a:solidFill>
                  <a:schemeClr val="tx1"/>
                </a:solidFill>
              </a:defRPr>
            </a:lvl1pPr>
          </a:lstStyle>
          <a:p>
            <a:r>
              <a:rPr lang="en-US" altLang="zh-CN"/>
              <a:t>Lecture 1</a:t>
            </a:r>
            <a:endParaRPr lang="en-US" altLang="zh-CN"/>
          </a:p>
        </p:txBody>
      </p:sp>
      <p:sp>
        <p:nvSpPr>
          <p:cNvPr id="18" name="Slide Number Placeholder 17"/>
          <p:cNvSpPr>
            <a:spLocks noGrp="1"/>
          </p:cNvSpPr>
          <p:nvPr>
            <p:ph type="sldNum" sz="quarter" idx="4"/>
          </p:nvPr>
        </p:nvSpPr>
        <p:spPr>
          <a:xfrm>
            <a:off x="11529696" y="6407945"/>
            <a:ext cx="487680" cy="365125"/>
          </a:xfrm>
          <a:prstGeom prst="rect">
            <a:avLst/>
          </a:prstGeom>
        </p:spPr>
        <p:txBody>
          <a:bodyPr vert="horz" anchor="b"/>
          <a:lstStyle>
            <a:lvl1pPr algn="r" eaLnBrk="1" latinLnBrk="0" hangingPunct="1">
              <a:defRPr kumimoji="0" sz="1000" b="0">
                <a:solidFill>
                  <a:schemeClr val="tx1"/>
                </a:solidFill>
              </a:defRPr>
            </a:lvl1pPr>
          </a:lstStyle>
          <a:p>
            <a:pPr>
              <a:defRPr/>
            </a:pPr>
            <a:fld id="{7C93F2F6-B200-4836-9340-136DE7987878}" type="slidenum">
              <a:rPr lang="en-US" smtClean="0"/>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hdr="0" ftr="0" dt="0"/>
  <p:txStyles>
    <p:titleStyle>
      <a:lvl1pPr algn="l" rtl="0" eaLnBrk="1" latinLnBrk="0" hangingPunct="1">
        <a:spcBef>
          <a:spcPct val="0"/>
        </a:spcBef>
        <a:buNone/>
        <a:defRPr kumimoji="0" sz="4100" b="1" kern="1200">
          <a:solidFill>
            <a:schemeClr val="tx2"/>
          </a:solidFill>
          <a:effectLst>
            <a:outerShdw blurRad="31750" dist="25400" dir="5400000" algn="tl" rotWithShape="0">
              <a:srgbClr val="000000">
                <a:alpha val="25000"/>
              </a:srgbClr>
            </a:outerShdw>
          </a:effectLst>
          <a:latin typeface="+mj-lt"/>
          <a:ea typeface="+mj-ea"/>
          <a:cs typeface="+mj-cs"/>
        </a:defRPr>
      </a:lvl1pPr>
    </p:titleStyle>
    <p:bodyStyle>
      <a:lvl1pPr marL="365760" indent="-255905" algn="l" rtl="0" eaLnBrk="1" latinLnBrk="0" hangingPunct="1">
        <a:spcBef>
          <a:spcPts val="400"/>
        </a:spcBef>
        <a:spcAft>
          <a:spcPts val="0"/>
        </a:spcAft>
        <a:buClr>
          <a:schemeClr val="accent1"/>
        </a:buClr>
        <a:buSzPct val="68000"/>
        <a:buFont typeface="Wingdings 3" panose="05040102010807070707"/>
        <a:buChar char=""/>
        <a:defRPr kumimoji="0" sz="2700" kern="1200">
          <a:solidFill>
            <a:schemeClr val="tx1"/>
          </a:solidFill>
          <a:latin typeface="+mn-lt"/>
          <a:ea typeface="+mn-ea"/>
          <a:cs typeface="+mn-cs"/>
        </a:defRPr>
      </a:lvl1pPr>
      <a:lvl2pPr marL="621665" indent="-228600" algn="l" rtl="0" eaLnBrk="1" latinLnBrk="0" hangingPunct="1">
        <a:spcBef>
          <a:spcPts val="325"/>
        </a:spcBef>
        <a:buClr>
          <a:schemeClr val="accent1"/>
        </a:buClr>
        <a:buFont typeface="Verdana" panose="020B0604030504040204"/>
        <a:buChar char="◦"/>
        <a:defRPr kumimoji="0" sz="2300" kern="1200">
          <a:solidFill>
            <a:schemeClr val="tx1"/>
          </a:solidFill>
          <a:latin typeface="+mn-lt"/>
          <a:ea typeface="+mn-ea"/>
          <a:cs typeface="+mn-cs"/>
        </a:defRPr>
      </a:lvl2pPr>
      <a:lvl3pPr marL="859790" indent="-228600" algn="l" rtl="0" eaLnBrk="1" latinLnBrk="0" hangingPunct="1">
        <a:spcBef>
          <a:spcPts val="350"/>
        </a:spcBef>
        <a:buClr>
          <a:schemeClr val="accent2"/>
        </a:buClr>
        <a:buSzPct val="100000"/>
        <a:buFont typeface="Wingdings 2" panose="05020102010507070707"/>
        <a:buChar char=""/>
        <a:defRPr kumimoji="0" sz="2100" kern="1200">
          <a:solidFill>
            <a:schemeClr val="tx1"/>
          </a:solidFill>
          <a:latin typeface="+mn-lt"/>
          <a:ea typeface="+mn-ea"/>
          <a:cs typeface="+mn-cs"/>
        </a:defRPr>
      </a:lvl3pPr>
      <a:lvl4pPr marL="1143000" indent="-228600" algn="l" rtl="0" eaLnBrk="1" latinLnBrk="0" hangingPunct="1">
        <a:spcBef>
          <a:spcPts val="350"/>
        </a:spcBef>
        <a:buClr>
          <a:schemeClr val="accent2"/>
        </a:buClr>
        <a:buFont typeface="Wingdings 2" panose="05020102010507070707"/>
        <a:buChar char=""/>
        <a:defRPr kumimoji="0" sz="1900" kern="1200">
          <a:solidFill>
            <a:schemeClr val="tx1"/>
          </a:solidFill>
          <a:latin typeface="+mn-lt"/>
          <a:ea typeface="+mn-ea"/>
          <a:cs typeface="+mn-cs"/>
        </a:defRPr>
      </a:lvl4pPr>
      <a:lvl5pPr marL="1371600" indent="-228600" algn="l" rtl="0" eaLnBrk="1" latinLnBrk="0" hangingPunct="1">
        <a:spcBef>
          <a:spcPts val="350"/>
        </a:spcBef>
        <a:buClr>
          <a:schemeClr val="accent2"/>
        </a:buClr>
        <a:buFont typeface="Wingdings 2" panose="05020102010507070707"/>
        <a:buChar char=""/>
        <a:defRPr kumimoji="0" sz="1800" kern="1200">
          <a:solidFill>
            <a:schemeClr val="tx1"/>
          </a:solidFill>
          <a:latin typeface="+mn-lt"/>
          <a:ea typeface="+mn-ea"/>
          <a:cs typeface="+mn-cs"/>
        </a:defRPr>
      </a:lvl5pPr>
      <a:lvl6pPr marL="1600200" indent="-228600" algn="l" rtl="0" eaLnBrk="1" latinLnBrk="0" hangingPunct="1">
        <a:spcBef>
          <a:spcPts val="350"/>
        </a:spcBef>
        <a:buClr>
          <a:schemeClr val="accent3"/>
        </a:buClr>
        <a:buFont typeface="Wingdings 2" panose="05020102010507070707"/>
        <a:buChar char=""/>
        <a:defRPr kumimoji="0" sz="1800" kern="1200">
          <a:solidFill>
            <a:schemeClr val="tx1"/>
          </a:solidFill>
          <a:latin typeface="+mn-lt"/>
          <a:ea typeface="+mn-ea"/>
          <a:cs typeface="+mn-cs"/>
        </a:defRPr>
      </a:lvl6pPr>
      <a:lvl7pPr marL="1828800" indent="-228600" algn="l" rtl="0" eaLnBrk="1" latinLnBrk="0" hangingPunct="1">
        <a:spcBef>
          <a:spcPts val="350"/>
        </a:spcBef>
        <a:buClr>
          <a:schemeClr val="accent3"/>
        </a:buClr>
        <a:buFont typeface="Wingdings 2" panose="05020102010507070707"/>
        <a:buChar char=""/>
        <a:defRPr kumimoji="0" sz="1600" kern="1200">
          <a:solidFill>
            <a:schemeClr val="tx1"/>
          </a:solidFill>
          <a:latin typeface="+mn-lt"/>
          <a:ea typeface="+mn-ea"/>
          <a:cs typeface="+mn-cs"/>
        </a:defRPr>
      </a:lvl7pPr>
      <a:lvl8pPr marL="2057400" indent="-228600" algn="l" rtl="0" eaLnBrk="1" latinLnBrk="0" hangingPunct="1">
        <a:spcBef>
          <a:spcPts val="350"/>
        </a:spcBef>
        <a:buClr>
          <a:schemeClr val="accent3"/>
        </a:buClr>
        <a:buFont typeface="Wingdings 2" panose="05020102010507070707"/>
        <a:buChar char=""/>
        <a:defRPr kumimoji="0" sz="1600" kern="1200">
          <a:solidFill>
            <a:schemeClr val="tx1"/>
          </a:solidFill>
          <a:latin typeface="+mn-lt"/>
          <a:ea typeface="+mn-ea"/>
          <a:cs typeface="+mn-cs"/>
        </a:defRPr>
      </a:lvl8pPr>
      <a:lvl9pPr marL="2286000" indent="-228600" algn="l" rtl="0" eaLnBrk="1" latinLnBrk="0" hangingPunct="1">
        <a:spcBef>
          <a:spcPts val="350"/>
        </a:spcBef>
        <a:buClr>
          <a:schemeClr val="accent3"/>
        </a:buClr>
        <a:buFont typeface="Wingdings 2" panose="05020102010507070707"/>
        <a:buChar char=""/>
        <a:defRPr kumimoji="0" sz="1600" kern="1200" baseline="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2.xml"/><Relationship Id="rId1" Type="http://schemas.openxmlformats.org/officeDocument/2006/relationships/image" Target="../media/image2.jpe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png"/></Relationships>
</file>

<file path=ppt/slides/_rels/slide1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4.png"/></Relationships>
</file>

<file path=ppt/slides/_rels/slide11.xml.rels><?xml version="1.0" encoding="UTF-8" standalone="yes"?>
<Relationships xmlns="http://schemas.openxmlformats.org/package/2006/relationships"><Relationship Id="rId4" Type="http://schemas.openxmlformats.org/officeDocument/2006/relationships/vmlDrawing" Target="../drawings/vmlDrawing1.vml"/><Relationship Id="rId3" Type="http://schemas.openxmlformats.org/officeDocument/2006/relationships/slideLayout" Target="../slideLayouts/slideLayout2.xml"/><Relationship Id="rId2" Type="http://schemas.openxmlformats.org/officeDocument/2006/relationships/image" Target="../media/image5.wmf"/><Relationship Id="rId1" Type="http://schemas.openxmlformats.org/officeDocument/2006/relationships/oleObject" Target="../embeddings/oleObject1.bin"/></Relationships>
</file>

<file path=ppt/slides/_rels/slide1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6.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7.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7.xml"/><Relationship Id="rId1" Type="http://schemas.openxmlformats.org/officeDocument/2006/relationships/image" Target="../media/image8.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4" Type="http://schemas.openxmlformats.org/officeDocument/2006/relationships/vmlDrawing" Target="../drawings/vmlDrawing2.vml"/><Relationship Id="rId3" Type="http://schemas.openxmlformats.org/officeDocument/2006/relationships/slideLayout" Target="../slideLayouts/slideLayout2.xml"/><Relationship Id="rId2" Type="http://schemas.openxmlformats.org/officeDocument/2006/relationships/image" Target="../media/image9.wmf"/><Relationship Id="rId1" Type="http://schemas.openxmlformats.org/officeDocument/2006/relationships/oleObject" Target="../embeddings/oleObject2.bin"/></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p:cNvSpPr>
            <a:spLocks noGrp="1"/>
          </p:cNvSpPr>
          <p:nvPr>
            <p:ph type="ctrTitle"/>
          </p:nvPr>
        </p:nvSpPr>
        <p:spPr>
          <a:xfrm>
            <a:off x="2209800" y="1752602"/>
            <a:ext cx="8062664" cy="1829761"/>
          </a:xfrm>
        </p:spPr>
        <p:txBody>
          <a:bodyPr/>
          <a:lstStyle/>
          <a:p>
            <a:r>
              <a:rPr lang="zh-CN" altLang="en-US" dirty="0"/>
              <a:t>计算机系统 </a:t>
            </a:r>
            <a:r>
              <a:rPr lang="en-US" altLang="zh-CN" dirty="0"/>
              <a:t>I </a:t>
            </a:r>
            <a:endParaRPr lang="zh-CN" altLang="en-US" dirty="0"/>
          </a:p>
        </p:txBody>
      </p:sp>
      <p:sp>
        <p:nvSpPr>
          <p:cNvPr id="8" name="Subtitle 7"/>
          <p:cNvSpPr>
            <a:spLocks noGrp="1"/>
          </p:cNvSpPr>
          <p:nvPr>
            <p:ph type="subTitle" idx="1"/>
          </p:nvPr>
        </p:nvSpPr>
        <p:spPr/>
        <p:txBody>
          <a:bodyPr>
            <a:normAutofit fontScale="92500" lnSpcReduction="20000"/>
          </a:bodyPr>
          <a:lstStyle/>
          <a:p>
            <a:r>
              <a:rPr lang="zh-CN" altLang="en-US" dirty="0"/>
              <a:t>第二章</a:t>
            </a:r>
            <a:endParaRPr lang="en-US" altLang="zh-CN" sz="2800" dirty="0">
              <a:ea typeface="宋体" panose="02010600030101010101" pitchFamily="2" charset="-122"/>
            </a:endParaRPr>
          </a:p>
          <a:p>
            <a:r>
              <a:rPr lang="en-US" altLang="zh-CN" sz="2800" dirty="0">
                <a:ea typeface="宋体" panose="02010600030101010101" pitchFamily="2" charset="-122"/>
              </a:rPr>
              <a:t>Bits, Data </a:t>
            </a:r>
            <a:r>
              <a:rPr lang="en-US" altLang="zh-CN" sz="2800" dirty="0" err="1">
                <a:ea typeface="宋体" panose="02010600030101010101" pitchFamily="2" charset="-122"/>
              </a:rPr>
              <a:t>Types,and</a:t>
            </a:r>
            <a:r>
              <a:rPr lang="en-US" altLang="zh-CN" sz="2800" dirty="0">
                <a:ea typeface="宋体" panose="02010600030101010101" pitchFamily="2" charset="-122"/>
              </a:rPr>
              <a:t> Operations</a:t>
            </a:r>
            <a:endParaRPr lang="en-US" altLang="zh-CN" sz="2800" dirty="0">
              <a:ea typeface="宋体" panose="02010600030101010101" pitchFamily="2" charset="-122"/>
            </a:endParaRPr>
          </a:p>
          <a:p>
            <a:r>
              <a:rPr lang="zh-CN" altLang="en-US" sz="2800" dirty="0">
                <a:ea typeface="宋体" panose="02010600030101010101" pitchFamily="2" charset="-122"/>
              </a:rPr>
              <a:t>数据表示与运算</a:t>
            </a:r>
            <a:endParaRPr lang="en-US" altLang="zh-CN" sz="2800" dirty="0">
              <a:ea typeface="宋体" panose="02010600030101010101" pitchFamily="2" charset="-122"/>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p:cNvSpPr>
            <a:spLocks noGrp="1" noChangeArrowheads="1"/>
          </p:cNvSpPr>
          <p:nvPr>
            <p:ph type="title"/>
          </p:nvPr>
        </p:nvSpPr>
        <p:spPr>
          <a:xfrm>
            <a:off x="1774826" y="188913"/>
            <a:ext cx="7561263" cy="1143000"/>
          </a:xfrm>
        </p:spPr>
        <p:txBody>
          <a:bodyPr/>
          <a:lstStyle/>
          <a:p>
            <a:pPr eaLnBrk="1" hangingPunct="1"/>
            <a:r>
              <a:rPr lang="zh-CN" altLang="en-US" b="1" dirty="0">
                <a:solidFill>
                  <a:srgbClr val="FF3300"/>
                </a:solidFill>
                <a:ea typeface="华文楷体" panose="02010600040101010101" pitchFamily="2" charset="-122"/>
              </a:rPr>
              <a:t>数据表示</a:t>
            </a:r>
            <a:endParaRPr lang="zh-CN" altLang="en-US" b="1" dirty="0">
              <a:solidFill>
                <a:srgbClr val="FF3300"/>
              </a:solidFill>
              <a:ea typeface="华文楷体" panose="02010600040101010101" pitchFamily="2" charset="-122"/>
            </a:endParaRPr>
          </a:p>
        </p:txBody>
      </p:sp>
      <p:sp>
        <p:nvSpPr>
          <p:cNvPr id="7171" name="Rectangle 3"/>
          <p:cNvSpPr>
            <a:spLocks noGrp="1" noChangeArrowheads="1"/>
          </p:cNvSpPr>
          <p:nvPr>
            <p:ph type="body" idx="1"/>
          </p:nvPr>
        </p:nvSpPr>
        <p:spPr>
          <a:xfrm>
            <a:off x="2027238" y="1700213"/>
            <a:ext cx="8640762" cy="4997450"/>
          </a:xfrm>
        </p:spPr>
        <p:txBody>
          <a:bodyPr/>
          <a:lstStyle/>
          <a:p>
            <a:pPr eaLnBrk="1" hangingPunct="1"/>
            <a:r>
              <a:rPr lang="zh-CN" altLang="en-US" sz="2800" b="1" dirty="0">
                <a:ea typeface="华文楷体" panose="02010600040101010101" pitchFamily="2" charset="-122"/>
              </a:rPr>
              <a:t>计算机的基本功能是进行数值运算以及对信息进行加工处理。在计算机内部，各种数值和信息都采用了数字化编码，即用最简单的二进制数码来表示。</a:t>
            </a:r>
            <a:endParaRPr lang="zh-CN" altLang="en-US" sz="2800" b="1" dirty="0">
              <a:ea typeface="华文楷体" panose="02010600040101010101" pitchFamily="2" charset="-122"/>
            </a:endParaRPr>
          </a:p>
          <a:p>
            <a:pPr eaLnBrk="1" hangingPunct="1"/>
            <a:r>
              <a:rPr lang="zh-CN" altLang="en-US" sz="2800" b="1" dirty="0">
                <a:ea typeface="华文楷体" panose="02010600040101010101" pitchFamily="2" charset="-122"/>
              </a:rPr>
              <a:t>本章主要介绍常用的进位计数制、二进制运算、无符号数和带符号数的表示方法、数的定点与浮点表示方法、常见信息的编码方法等。</a:t>
            </a:r>
            <a:endParaRPr lang="zh-CN" altLang="en-US" sz="2800" b="1" dirty="0">
              <a:ea typeface="华文楷体" panose="02010600040101010101" pitchFamily="2" charset="-122"/>
            </a:endParaRPr>
          </a:p>
          <a:p>
            <a:pPr eaLnBrk="1" hangingPunct="1"/>
            <a:r>
              <a:rPr lang="zh-CN" altLang="en-US" sz="2800" b="1" dirty="0">
                <a:ea typeface="华文楷体" panose="02010600040101010101" pitchFamily="2" charset="-122"/>
              </a:rPr>
              <a:t>熟悉和掌握本章的内容是进行运算器设计的基础和学习计算机系统原理的最基本要求。</a:t>
            </a:r>
            <a:endParaRPr lang="zh-CN" altLang="en-US" sz="2800" b="1" dirty="0">
              <a:ea typeface="华文楷体" panose="02010600040101010101" pitchFamily="2" charset="-122"/>
            </a:endParaRPr>
          </a:p>
        </p:txBody>
      </p:sp>
      <p:sp>
        <p:nvSpPr>
          <p:cNvPr id="2" name="灯片编号占位符 1"/>
          <p:cNvSpPr>
            <a:spLocks noGrp="1"/>
          </p:cNvSpPr>
          <p:nvPr>
            <p:ph type="sldNum" sz="quarter" idx="12"/>
          </p:nvPr>
        </p:nvSpPr>
        <p:spPr/>
        <p:txBody>
          <a:bodyPr/>
          <a:lstStyle/>
          <a:p>
            <a:pPr>
              <a:defRPr/>
            </a:pPr>
            <a:fld id="{7C93F2F6-B200-4836-9340-136DE7987878}" type="slidenum">
              <a:rPr lang="en-US" smtClean="0"/>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2"/>
          <p:cNvSpPr>
            <a:spLocks noGrp="1" noChangeArrowheads="1"/>
          </p:cNvSpPr>
          <p:nvPr>
            <p:ph type="title"/>
          </p:nvPr>
        </p:nvSpPr>
        <p:spPr/>
        <p:txBody>
          <a:bodyPr>
            <a:normAutofit/>
          </a:bodyPr>
          <a:lstStyle/>
          <a:p>
            <a:r>
              <a:rPr lang="zh-CN" altLang="en-US" dirty="0">
                <a:ea typeface="宋体" panose="02010600030101010101" pitchFamily="2" charset="-122"/>
              </a:rPr>
              <a:t>数据在计算机内部是怎么表示的</a:t>
            </a:r>
            <a:r>
              <a:rPr lang="en-US" altLang="zh-CN" dirty="0">
                <a:ea typeface="宋体" panose="02010600030101010101" pitchFamily="2" charset="-122"/>
              </a:rPr>
              <a:t>?</a:t>
            </a:r>
            <a:endParaRPr lang="en-US" altLang="zh-CN" dirty="0">
              <a:ea typeface="宋体" panose="02010600030101010101" pitchFamily="2" charset="-122"/>
            </a:endParaRPr>
          </a:p>
        </p:txBody>
      </p:sp>
      <p:sp>
        <p:nvSpPr>
          <p:cNvPr id="35843" name="Rectangle 3"/>
          <p:cNvSpPr>
            <a:spLocks noGrp="1" noChangeArrowheads="1"/>
          </p:cNvSpPr>
          <p:nvPr>
            <p:ph type="body" idx="1"/>
          </p:nvPr>
        </p:nvSpPr>
        <p:spPr>
          <a:xfrm>
            <a:off x="1752600" y="1143000"/>
            <a:ext cx="8686800" cy="5257800"/>
          </a:xfrm>
        </p:spPr>
        <p:txBody>
          <a:bodyPr>
            <a:normAutofit/>
          </a:bodyPr>
          <a:lstStyle/>
          <a:p>
            <a:r>
              <a:rPr lang="zh-CN" altLang="en-US" dirty="0">
                <a:ea typeface="宋体" panose="02010600030101010101" pitchFamily="2" charset="-122"/>
              </a:rPr>
              <a:t>从最低层看</a:t>
            </a:r>
            <a:r>
              <a:rPr lang="en-US" altLang="zh-CN" dirty="0">
                <a:ea typeface="宋体" panose="02010600030101010101" pitchFamily="2" charset="-122"/>
              </a:rPr>
              <a:t>, </a:t>
            </a:r>
            <a:r>
              <a:rPr lang="zh-CN" altLang="en-US" dirty="0">
                <a:ea typeface="宋体" panose="02010600030101010101" pitchFamily="2" charset="-122"/>
              </a:rPr>
              <a:t>计算机实质是一个电子设备</a:t>
            </a:r>
            <a:endParaRPr lang="en-US" altLang="zh-CN" dirty="0">
              <a:ea typeface="宋体" panose="02010600030101010101" pitchFamily="2" charset="-122"/>
            </a:endParaRPr>
          </a:p>
          <a:p>
            <a:pPr marL="684530" lvl="1" indent="-341630"/>
            <a:r>
              <a:rPr lang="zh-CN" altLang="en-US" dirty="0">
                <a:ea typeface="宋体" panose="02010600030101010101" pitchFamily="2" charset="-122"/>
              </a:rPr>
              <a:t>通过控制电子的流动进行工作</a:t>
            </a:r>
            <a:endParaRPr lang="en-US" altLang="zh-CN" dirty="0">
              <a:ea typeface="宋体" panose="02010600030101010101" pitchFamily="2" charset="-122"/>
            </a:endParaRPr>
          </a:p>
          <a:p>
            <a:endParaRPr lang="en-US" altLang="zh-CN" dirty="0">
              <a:ea typeface="宋体" panose="02010600030101010101" pitchFamily="2" charset="-122"/>
            </a:endParaRPr>
          </a:p>
          <a:p>
            <a:r>
              <a:rPr lang="zh-CN" altLang="en-US" dirty="0">
                <a:ea typeface="宋体" panose="02010600030101010101" pitchFamily="2" charset="-122"/>
              </a:rPr>
              <a:t>电路上很容易区分的两种情况</a:t>
            </a:r>
            <a:endParaRPr lang="en-US" altLang="zh-CN" dirty="0">
              <a:ea typeface="宋体" panose="02010600030101010101" pitchFamily="2" charset="-122"/>
            </a:endParaRPr>
          </a:p>
          <a:p>
            <a:pPr marL="684530" lvl="1" indent="-341630">
              <a:buFontTx/>
              <a:buAutoNum type="arabicPeriod"/>
            </a:pPr>
            <a:r>
              <a:rPr lang="zh-CN" altLang="en-US" dirty="0">
                <a:ea typeface="宋体" panose="02010600030101010101" pitchFamily="2" charset="-122"/>
              </a:rPr>
              <a:t>高电平</a:t>
            </a:r>
            <a:r>
              <a:rPr lang="en-US" altLang="zh-CN" dirty="0">
                <a:ea typeface="宋体" panose="02010600030101010101" pitchFamily="2" charset="-122"/>
              </a:rPr>
              <a:t>(</a:t>
            </a:r>
            <a:r>
              <a:rPr lang="zh-CN" altLang="en-US" dirty="0">
                <a:ea typeface="宋体" panose="02010600030101010101" pitchFamily="2" charset="-122"/>
              </a:rPr>
              <a:t>电压存在</a:t>
            </a:r>
            <a:r>
              <a:rPr lang="en-US" altLang="zh-CN" dirty="0">
                <a:ea typeface="宋体" panose="02010600030101010101" pitchFamily="2" charset="-122"/>
              </a:rPr>
              <a:t>) </a:t>
            </a:r>
            <a:r>
              <a:rPr lang="zh-CN" altLang="en-US" dirty="0">
                <a:ea typeface="宋体" panose="02010600030101010101" pitchFamily="2" charset="-122"/>
              </a:rPr>
              <a:t>       </a:t>
            </a:r>
            <a:r>
              <a:rPr lang="en-US" altLang="zh-CN" dirty="0">
                <a:ea typeface="宋体" panose="02010600030101010101" pitchFamily="2" charset="-122"/>
              </a:rPr>
              <a:t>–state “1”</a:t>
            </a:r>
            <a:endParaRPr lang="en-US" altLang="zh-CN" dirty="0">
              <a:ea typeface="宋体" panose="02010600030101010101" pitchFamily="2" charset="-122"/>
            </a:endParaRPr>
          </a:p>
          <a:p>
            <a:pPr marL="684530" lvl="1" indent="-341630">
              <a:buFontTx/>
              <a:buAutoNum type="arabicPeriod"/>
            </a:pPr>
            <a:r>
              <a:rPr lang="zh-CN" altLang="en-US" dirty="0">
                <a:ea typeface="宋体" panose="02010600030101010101" pitchFamily="2" charset="-122"/>
              </a:rPr>
              <a:t>低电平（电压不存在）</a:t>
            </a:r>
            <a:r>
              <a:rPr lang="en-US" altLang="zh-CN" dirty="0">
                <a:ea typeface="宋体" panose="02010600030101010101" pitchFamily="2" charset="-122"/>
              </a:rPr>
              <a:t> –state “0”</a:t>
            </a:r>
            <a:endParaRPr lang="en-US" altLang="zh-CN" dirty="0">
              <a:ea typeface="宋体" panose="02010600030101010101" pitchFamily="2" charset="-122"/>
            </a:endParaRPr>
          </a:p>
          <a:p>
            <a:endParaRPr lang="en-US" altLang="zh-CN" dirty="0">
              <a:ea typeface="宋体" panose="02010600030101010101" pitchFamily="2" charset="-122"/>
            </a:endParaRPr>
          </a:p>
          <a:p>
            <a:r>
              <a:rPr lang="zh-CN" altLang="en-US" dirty="0">
                <a:ea typeface="宋体" panose="02010600030101010101" pitchFamily="2" charset="-122"/>
              </a:rPr>
              <a:t>能不能考虑根据电压值来区分更多状态？ </a:t>
            </a:r>
            <a:endParaRPr lang="en-US" altLang="zh-CN" sz="2300" dirty="0">
              <a:ea typeface="宋体" panose="02010600030101010101" pitchFamily="2" charset="-122"/>
            </a:endParaRPr>
          </a:p>
          <a:p>
            <a:pPr marL="684530" lvl="1" indent="-341630"/>
            <a:r>
              <a:rPr lang="zh-CN" altLang="en-US" dirty="0">
                <a:ea typeface="宋体" panose="02010600030101010101" pitchFamily="2" charset="-122"/>
              </a:rPr>
              <a:t> 需要复杂的控制和检测电路。</a:t>
            </a:r>
            <a:endParaRPr lang="en-US" altLang="zh-CN" dirty="0">
              <a:ea typeface="宋体" panose="02010600030101010101" pitchFamily="2" charset="-122"/>
            </a:endParaRPr>
          </a:p>
          <a:p>
            <a:pPr marL="684530" lvl="1" indent="-341630"/>
            <a:r>
              <a:rPr lang="zh-CN" altLang="en-US" dirty="0">
                <a:ea typeface="宋体" panose="02010600030101010101" pitchFamily="2" charset="-122"/>
              </a:rPr>
              <a:t>打开开关  </a:t>
            </a:r>
            <a:r>
              <a:rPr lang="en-US" altLang="zh-CN" dirty="0" err="1">
                <a:ea typeface="宋体" panose="02010600030101010101" pitchFamily="2" charset="-122"/>
              </a:rPr>
              <a:t>vs</a:t>
            </a:r>
            <a:r>
              <a:rPr lang="en-US" altLang="zh-CN" dirty="0">
                <a:ea typeface="宋体" panose="02010600030101010101" pitchFamily="2" charset="-122"/>
              </a:rPr>
              <a:t> </a:t>
            </a:r>
            <a:r>
              <a:rPr lang="zh-CN" altLang="en-US" dirty="0">
                <a:ea typeface="宋体" panose="02010600030101010101" pitchFamily="2" charset="-122"/>
              </a:rPr>
              <a:t>调整和测量电压</a:t>
            </a:r>
            <a:endParaRPr lang="en-US" altLang="zh-CN" dirty="0">
              <a:ea typeface="宋体" panose="02010600030101010101" pitchFamily="2" charset="-122"/>
            </a:endParaRPr>
          </a:p>
        </p:txBody>
      </p:sp>
      <p:sp>
        <p:nvSpPr>
          <p:cNvPr id="2" name="灯片编号占位符 1"/>
          <p:cNvSpPr>
            <a:spLocks noGrp="1"/>
          </p:cNvSpPr>
          <p:nvPr>
            <p:ph type="sldNum" sz="quarter" idx="12"/>
          </p:nvPr>
        </p:nvSpPr>
        <p:spPr/>
        <p:txBody>
          <a:bodyPr/>
          <a:lstStyle/>
          <a:p>
            <a:pPr>
              <a:defRPr/>
            </a:pPr>
            <a:fld id="{7C93F2F6-B200-4836-9340-136DE7987878}" type="slidenum">
              <a:rPr lang="en-US" smtClean="0"/>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Rectangle 2"/>
          <p:cNvSpPr>
            <a:spLocks noGrp="1" noChangeArrowheads="1"/>
          </p:cNvSpPr>
          <p:nvPr>
            <p:ph type="title"/>
          </p:nvPr>
        </p:nvSpPr>
        <p:spPr/>
        <p:txBody>
          <a:bodyPr>
            <a:normAutofit/>
          </a:bodyPr>
          <a:lstStyle/>
          <a:p>
            <a:r>
              <a:rPr lang="zh-CN" altLang="en-US" dirty="0">
                <a:ea typeface="宋体" panose="02010600030101010101" pitchFamily="2" charset="-122"/>
              </a:rPr>
              <a:t>计算是采用二进制的数字系统</a:t>
            </a:r>
            <a:endParaRPr lang="en-US" altLang="zh-CN" dirty="0">
              <a:ea typeface="宋体" panose="02010600030101010101" pitchFamily="2" charset="-122"/>
            </a:endParaRPr>
          </a:p>
        </p:txBody>
      </p:sp>
      <p:sp>
        <p:nvSpPr>
          <p:cNvPr id="36867" name="Rectangle 3"/>
          <p:cNvSpPr>
            <a:spLocks noGrp="1" noChangeArrowheads="1"/>
          </p:cNvSpPr>
          <p:nvPr>
            <p:ph type="body" idx="1"/>
          </p:nvPr>
        </p:nvSpPr>
        <p:spPr>
          <a:xfrm>
            <a:off x="1770064" y="3581400"/>
            <a:ext cx="8288337" cy="2971800"/>
          </a:xfrm>
        </p:spPr>
        <p:txBody>
          <a:bodyPr>
            <a:normAutofit lnSpcReduction="10000"/>
          </a:bodyPr>
          <a:lstStyle/>
          <a:p>
            <a:r>
              <a:rPr lang="zh-CN" altLang="en-US" dirty="0">
                <a:ea typeface="宋体" panose="02010600030101010101" pitchFamily="2" charset="-122"/>
              </a:rPr>
              <a:t>二进制系统最基本的信息单元：位 </a:t>
            </a:r>
            <a:r>
              <a:rPr lang="en-US" altLang="zh-CN" i="1" dirty="0">
                <a:solidFill>
                  <a:schemeClr val="accent2"/>
                </a:solidFill>
                <a:ea typeface="宋体" panose="02010600030101010101" pitchFamily="2" charset="-122"/>
              </a:rPr>
              <a:t>bit</a:t>
            </a:r>
            <a:r>
              <a:rPr lang="en-US" altLang="zh-CN" dirty="0">
                <a:ea typeface="宋体" panose="02010600030101010101" pitchFamily="2" charset="-122"/>
              </a:rPr>
              <a:t>.</a:t>
            </a:r>
            <a:endParaRPr lang="en-US" altLang="zh-CN" dirty="0">
              <a:ea typeface="宋体" panose="02010600030101010101" pitchFamily="2" charset="-122"/>
            </a:endParaRPr>
          </a:p>
          <a:p>
            <a:r>
              <a:rPr lang="zh-CN" altLang="en-US" dirty="0">
                <a:ea typeface="宋体" panose="02010600030101010101" pitchFamily="2" charset="-122"/>
              </a:rPr>
              <a:t>用多个位来表示超过两个状态的数值。</a:t>
            </a:r>
            <a:endParaRPr lang="en-US" altLang="zh-CN" dirty="0">
              <a:ea typeface="宋体" panose="02010600030101010101" pitchFamily="2" charset="-122"/>
            </a:endParaRPr>
          </a:p>
          <a:p>
            <a:pPr lvl="1"/>
            <a:r>
              <a:rPr lang="en-US" altLang="zh-CN" dirty="0">
                <a:ea typeface="宋体" panose="02010600030101010101" pitchFamily="2" charset="-122"/>
              </a:rPr>
              <a:t>A collection of </a:t>
            </a:r>
            <a:r>
              <a:rPr lang="en-US" altLang="zh-CN" dirty="0">
                <a:solidFill>
                  <a:srgbClr val="CE0000"/>
                </a:solidFill>
                <a:ea typeface="宋体" panose="02010600030101010101" pitchFamily="2" charset="-122"/>
              </a:rPr>
              <a:t>two</a:t>
            </a:r>
            <a:r>
              <a:rPr lang="en-US" altLang="zh-CN" dirty="0">
                <a:ea typeface="宋体" panose="02010600030101010101" pitchFamily="2" charset="-122"/>
              </a:rPr>
              <a:t> bits has </a:t>
            </a:r>
            <a:r>
              <a:rPr lang="en-US" altLang="zh-CN" dirty="0">
                <a:solidFill>
                  <a:srgbClr val="CE0000"/>
                </a:solidFill>
                <a:ea typeface="宋体" panose="02010600030101010101" pitchFamily="2" charset="-122"/>
              </a:rPr>
              <a:t>four</a:t>
            </a:r>
            <a:r>
              <a:rPr lang="en-US" altLang="zh-CN" dirty="0">
                <a:ea typeface="宋体" panose="02010600030101010101" pitchFamily="2" charset="-122"/>
              </a:rPr>
              <a:t> possible states:</a:t>
            </a:r>
            <a:br>
              <a:rPr lang="en-US" altLang="zh-CN" dirty="0">
                <a:ea typeface="宋体" panose="02010600030101010101" pitchFamily="2" charset="-122"/>
              </a:rPr>
            </a:br>
            <a:r>
              <a:rPr lang="en-US" altLang="zh-CN" dirty="0">
                <a:solidFill>
                  <a:srgbClr val="CE0000"/>
                </a:solidFill>
                <a:ea typeface="宋体" panose="02010600030101010101" pitchFamily="2" charset="-122"/>
              </a:rPr>
              <a:t>00, 01, 10, 11</a:t>
            </a:r>
            <a:endParaRPr lang="en-US" altLang="zh-CN" dirty="0">
              <a:solidFill>
                <a:srgbClr val="CE0000"/>
              </a:solidFill>
              <a:ea typeface="宋体" panose="02010600030101010101" pitchFamily="2" charset="-122"/>
            </a:endParaRPr>
          </a:p>
          <a:p>
            <a:pPr lvl="1">
              <a:lnSpc>
                <a:spcPct val="120000"/>
              </a:lnSpc>
            </a:pPr>
            <a:r>
              <a:rPr lang="en-US" altLang="zh-CN" dirty="0">
                <a:ea typeface="宋体" panose="02010600030101010101" pitchFamily="2" charset="-122"/>
              </a:rPr>
              <a:t>A collection of </a:t>
            </a:r>
            <a:r>
              <a:rPr lang="en-US" altLang="zh-CN" dirty="0">
                <a:solidFill>
                  <a:srgbClr val="CE0000"/>
                </a:solidFill>
                <a:ea typeface="宋体" panose="02010600030101010101" pitchFamily="2" charset="-122"/>
              </a:rPr>
              <a:t>three</a:t>
            </a:r>
            <a:r>
              <a:rPr lang="en-US" altLang="zh-CN" dirty="0">
                <a:ea typeface="宋体" panose="02010600030101010101" pitchFamily="2" charset="-122"/>
              </a:rPr>
              <a:t> bits has </a:t>
            </a:r>
            <a:r>
              <a:rPr lang="en-US" altLang="zh-CN" dirty="0">
                <a:solidFill>
                  <a:srgbClr val="CE0000"/>
                </a:solidFill>
                <a:ea typeface="宋体" panose="02010600030101010101" pitchFamily="2" charset="-122"/>
              </a:rPr>
              <a:t>eight</a:t>
            </a:r>
            <a:r>
              <a:rPr lang="en-US" altLang="zh-CN" dirty="0">
                <a:ea typeface="宋体" panose="02010600030101010101" pitchFamily="2" charset="-122"/>
              </a:rPr>
              <a:t> possible states:</a:t>
            </a:r>
            <a:br>
              <a:rPr lang="en-US" altLang="zh-CN" dirty="0">
                <a:ea typeface="宋体" panose="02010600030101010101" pitchFamily="2" charset="-122"/>
              </a:rPr>
            </a:br>
            <a:r>
              <a:rPr lang="en-US" altLang="zh-CN" dirty="0">
                <a:solidFill>
                  <a:srgbClr val="CE0000"/>
                </a:solidFill>
                <a:ea typeface="宋体" panose="02010600030101010101" pitchFamily="2" charset="-122"/>
              </a:rPr>
              <a:t>000, 001, 010, 011, 100, 101, 110, 111</a:t>
            </a:r>
            <a:endParaRPr lang="en-US" altLang="zh-CN" dirty="0">
              <a:solidFill>
                <a:srgbClr val="CE0000"/>
              </a:solidFill>
              <a:ea typeface="宋体" panose="02010600030101010101" pitchFamily="2" charset="-122"/>
            </a:endParaRPr>
          </a:p>
          <a:p>
            <a:pPr lvl="1">
              <a:lnSpc>
                <a:spcPct val="110000"/>
              </a:lnSpc>
            </a:pPr>
            <a:r>
              <a:rPr lang="en-US" altLang="zh-CN" i="1" u="sng" dirty="0">
                <a:ea typeface="宋体" panose="02010600030101010101" pitchFamily="2" charset="-122"/>
              </a:rPr>
              <a:t>A collection of </a:t>
            </a:r>
            <a:r>
              <a:rPr lang="en-US" altLang="zh-CN" i="1" u="sng" dirty="0">
                <a:solidFill>
                  <a:srgbClr val="CE0000"/>
                </a:solidFill>
                <a:ea typeface="宋体" panose="02010600030101010101" pitchFamily="2" charset="-122"/>
              </a:rPr>
              <a:t>n</a:t>
            </a:r>
            <a:r>
              <a:rPr lang="en-US" altLang="zh-CN" i="1" u="sng" dirty="0">
                <a:ea typeface="宋体" panose="02010600030101010101" pitchFamily="2" charset="-122"/>
              </a:rPr>
              <a:t> bits has </a:t>
            </a:r>
            <a:r>
              <a:rPr lang="en-US" altLang="zh-CN" i="1" u="sng" dirty="0">
                <a:solidFill>
                  <a:srgbClr val="CE0000"/>
                </a:solidFill>
                <a:ea typeface="宋体" panose="02010600030101010101" pitchFamily="2" charset="-122"/>
              </a:rPr>
              <a:t>2</a:t>
            </a:r>
            <a:r>
              <a:rPr lang="en-US" altLang="zh-CN" i="1" u="sng" baseline="30000" dirty="0">
                <a:solidFill>
                  <a:srgbClr val="CE0000"/>
                </a:solidFill>
                <a:ea typeface="宋体" panose="02010600030101010101" pitchFamily="2" charset="-122"/>
              </a:rPr>
              <a:t>n</a:t>
            </a:r>
            <a:r>
              <a:rPr lang="en-US" altLang="zh-CN" i="1" u="sng" dirty="0">
                <a:ea typeface="宋体" panose="02010600030101010101" pitchFamily="2" charset="-122"/>
              </a:rPr>
              <a:t> possible states.</a:t>
            </a:r>
            <a:endParaRPr lang="en-US" altLang="zh-CN" i="1" u="sng" dirty="0">
              <a:ea typeface="宋体" panose="02010600030101010101" pitchFamily="2" charset="-122"/>
            </a:endParaRPr>
          </a:p>
        </p:txBody>
      </p:sp>
      <p:sp>
        <p:nvSpPr>
          <p:cNvPr id="36869" name="Text Box 5"/>
          <p:cNvSpPr txBox="1">
            <a:spLocks noChangeArrowheads="1"/>
          </p:cNvSpPr>
          <p:nvPr/>
        </p:nvSpPr>
        <p:spPr bwMode="auto">
          <a:xfrm>
            <a:off x="6113464" y="1219201"/>
            <a:ext cx="3107261" cy="1356269"/>
          </a:xfrm>
          <a:prstGeom prst="rect">
            <a:avLst/>
          </a:prstGeom>
          <a:noFill/>
          <a:ln w="9525">
            <a:noFill/>
            <a:miter lim="800000"/>
          </a:ln>
          <a:effectLst/>
        </p:spPr>
        <p:txBody>
          <a:bodyPr wrap="none">
            <a:spAutoFit/>
          </a:bodyPr>
          <a:lstStyle/>
          <a:p>
            <a:pPr algn="l">
              <a:spcBef>
                <a:spcPct val="20000"/>
              </a:spcBef>
            </a:pPr>
            <a:r>
              <a:rPr lang="zh-CN" altLang="en-US" sz="2800" dirty="0">
                <a:ea typeface="宋体" panose="02010600030101010101" pitchFamily="2" charset="-122"/>
              </a:rPr>
              <a:t>二进制数字系统</a:t>
            </a:r>
            <a:r>
              <a:rPr lang="en-US" altLang="zh-CN" sz="2800" dirty="0">
                <a:ea typeface="宋体" panose="02010600030101010101" pitchFamily="2" charset="-122"/>
              </a:rPr>
              <a:t>:</a:t>
            </a:r>
            <a:endParaRPr lang="en-US" altLang="zh-CN" sz="2800" dirty="0">
              <a:ea typeface="宋体" panose="02010600030101010101" pitchFamily="2" charset="-122"/>
            </a:endParaRPr>
          </a:p>
          <a:p>
            <a:pPr algn="l">
              <a:spcBef>
                <a:spcPct val="20000"/>
              </a:spcBef>
              <a:buFont typeface="Arial" panose="020B0604020202020204" pitchFamily="34" charset="0"/>
              <a:buChar char="•"/>
            </a:pPr>
            <a:r>
              <a:rPr lang="zh-CN" altLang="en-US" sz="2800" dirty="0">
                <a:ea typeface="宋体" panose="02010600030101010101" pitchFamily="2" charset="-122"/>
              </a:rPr>
              <a:t>   最简单的数字系统</a:t>
            </a:r>
            <a:endParaRPr lang="en-US" altLang="zh-CN" sz="2800" dirty="0">
              <a:ea typeface="宋体" panose="02010600030101010101" pitchFamily="2" charset="-122"/>
            </a:endParaRPr>
          </a:p>
          <a:p>
            <a:pPr marL="462280" lvl="1" indent="-238125">
              <a:spcBef>
                <a:spcPct val="20000"/>
              </a:spcBef>
              <a:buFontTx/>
              <a:buChar char="•"/>
            </a:pPr>
            <a:r>
              <a:rPr lang="en-US" altLang="zh-CN" sz="2800" dirty="0">
                <a:ea typeface="宋体" panose="02010600030101010101" pitchFamily="2" charset="-122"/>
              </a:rPr>
              <a:t>has two states: 0 and 1</a:t>
            </a:r>
            <a:endParaRPr lang="en-US" altLang="zh-CN" sz="2800" dirty="0">
              <a:ea typeface="宋体" panose="02010600030101010101" pitchFamily="2" charset="-122"/>
            </a:endParaRPr>
          </a:p>
          <a:p>
            <a:pPr algn="l"/>
            <a:endParaRPr lang="en-US" altLang="zh-CN" sz="2800" dirty="0">
              <a:ea typeface="宋体" panose="02010600030101010101" pitchFamily="2" charset="-122"/>
            </a:endParaRPr>
          </a:p>
        </p:txBody>
      </p:sp>
      <p:sp>
        <p:nvSpPr>
          <p:cNvPr id="36871" name="Text Box 7"/>
          <p:cNvSpPr txBox="1">
            <a:spLocks noChangeArrowheads="1"/>
          </p:cNvSpPr>
          <p:nvPr/>
        </p:nvSpPr>
        <p:spPr bwMode="auto">
          <a:xfrm>
            <a:off x="1752601" y="1219201"/>
            <a:ext cx="3039935" cy="1356269"/>
          </a:xfrm>
          <a:prstGeom prst="rect">
            <a:avLst/>
          </a:prstGeom>
          <a:noFill/>
          <a:ln w="9525">
            <a:noFill/>
            <a:miter lim="800000"/>
          </a:ln>
          <a:effectLst/>
        </p:spPr>
        <p:txBody>
          <a:bodyPr wrap="none">
            <a:spAutoFit/>
          </a:bodyPr>
          <a:lstStyle/>
          <a:p>
            <a:pPr algn="l">
              <a:spcBef>
                <a:spcPct val="20000"/>
              </a:spcBef>
            </a:pPr>
            <a:r>
              <a:rPr lang="zh-CN" altLang="en-US" sz="2800" dirty="0">
                <a:ea typeface="宋体" panose="02010600030101010101" pitchFamily="2" charset="-122"/>
              </a:rPr>
              <a:t>数字系统</a:t>
            </a:r>
            <a:endParaRPr lang="en-US" altLang="zh-CN" sz="2800" dirty="0">
              <a:ea typeface="宋体" panose="02010600030101010101" pitchFamily="2" charset="-122"/>
            </a:endParaRPr>
          </a:p>
          <a:p>
            <a:pPr marL="462280" lvl="1" indent="-238125">
              <a:spcBef>
                <a:spcPct val="20000"/>
              </a:spcBef>
              <a:buFontTx/>
              <a:buChar char="•"/>
            </a:pPr>
            <a:r>
              <a:rPr lang="zh-CN" altLang="en-US" sz="2800" dirty="0">
                <a:ea typeface="宋体" panose="02010600030101010101" pitchFamily="2" charset="-122"/>
              </a:rPr>
              <a:t>变量具有有限个状态，</a:t>
            </a:r>
            <a:endParaRPr lang="en-US" altLang="zh-CN" sz="2800" dirty="0">
              <a:ea typeface="宋体" panose="02010600030101010101" pitchFamily="2" charset="-122"/>
            </a:endParaRPr>
          </a:p>
          <a:p>
            <a:pPr marL="462280" lvl="1" indent="-238125">
              <a:spcBef>
                <a:spcPct val="20000"/>
              </a:spcBef>
              <a:buFontTx/>
              <a:buChar char="•"/>
            </a:pPr>
            <a:r>
              <a:rPr lang="zh-CN" altLang="en-US" sz="2800" dirty="0">
                <a:ea typeface="宋体" panose="02010600030101010101" pitchFamily="2" charset="-122"/>
              </a:rPr>
              <a:t>用有限个符号表示</a:t>
            </a:r>
            <a:endParaRPr lang="en-US" altLang="zh-CN" sz="2800" dirty="0">
              <a:ea typeface="宋体" panose="02010600030101010101" pitchFamily="2" charset="-122"/>
            </a:endParaRPr>
          </a:p>
          <a:p>
            <a:pPr algn="l"/>
            <a:endParaRPr lang="en-US" altLang="zh-CN" sz="2800" dirty="0">
              <a:ea typeface="宋体" panose="02010600030101010101" pitchFamily="2" charset="-122"/>
            </a:endParaRPr>
          </a:p>
        </p:txBody>
      </p:sp>
      <p:pic>
        <p:nvPicPr>
          <p:cNvPr id="36873" name="Picture 9" descr="C:\Documents and Settings\Greg Byrd\My Documents\ece206\mh-slides\ch02\ch02-digital.jpg"/>
          <p:cNvPicPr>
            <a:picLocks noChangeAspect="1" noChangeArrowheads="1"/>
          </p:cNvPicPr>
          <p:nvPr/>
        </p:nvPicPr>
        <p:blipFill>
          <a:blip r:embed="rId1" cstate="print"/>
          <a:srcRect/>
          <a:stretch>
            <a:fillRect/>
          </a:stretch>
        </p:blipFill>
        <p:spPr bwMode="auto">
          <a:xfrm>
            <a:off x="1752600" y="2438401"/>
            <a:ext cx="8662988" cy="974725"/>
          </a:xfrm>
          <a:prstGeom prst="rect">
            <a:avLst/>
          </a:prstGeom>
          <a:noFill/>
        </p:spPr>
      </p:pic>
      <p:sp>
        <p:nvSpPr>
          <p:cNvPr id="2" name="灯片编号占位符 1"/>
          <p:cNvSpPr>
            <a:spLocks noGrp="1"/>
          </p:cNvSpPr>
          <p:nvPr>
            <p:ph type="sldNum" sz="quarter" idx="12"/>
          </p:nvPr>
        </p:nvSpPr>
        <p:spPr/>
        <p:txBody>
          <a:bodyPr/>
          <a:lstStyle/>
          <a:p>
            <a:pPr>
              <a:defRPr/>
            </a:pPr>
            <a:fld id="{7C93F2F6-B200-4836-9340-136DE7987878}" type="slidenum">
              <a:rPr lang="en-US" smtClean="0"/>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ChangeArrowheads="1"/>
          </p:cNvSpPr>
          <p:nvPr>
            <p:ph type="title"/>
          </p:nvPr>
        </p:nvSpPr>
        <p:spPr>
          <a:xfrm>
            <a:off x="1919288" y="620713"/>
            <a:ext cx="7632700" cy="1143000"/>
          </a:xfrm>
        </p:spPr>
        <p:txBody>
          <a:bodyPr>
            <a:normAutofit/>
          </a:bodyPr>
          <a:lstStyle/>
          <a:p>
            <a:r>
              <a:rPr lang="zh-CN" altLang="en-US" sz="3600" dirty="0"/>
              <a:t>计算机中的信息分类</a:t>
            </a:r>
            <a:endParaRPr lang="zh-CN" altLang="en-US" sz="3400" dirty="0"/>
          </a:p>
        </p:txBody>
      </p:sp>
      <p:sp>
        <p:nvSpPr>
          <p:cNvPr id="8196" name="Text Box 6"/>
          <p:cNvSpPr txBox="1">
            <a:spLocks noChangeArrowheads="1"/>
          </p:cNvSpPr>
          <p:nvPr/>
        </p:nvSpPr>
        <p:spPr bwMode="auto">
          <a:xfrm>
            <a:off x="5087888" y="1772816"/>
            <a:ext cx="5256584" cy="1339854"/>
          </a:xfrm>
          <a:prstGeom prst="rect">
            <a:avLst/>
          </a:prstGeom>
          <a:noFill/>
          <a:ln w="12700" cap="sq">
            <a:noFill/>
            <a:miter lim="800000"/>
            <a:headEnd type="none" w="sm" len="sm"/>
            <a:tailEnd type="none" w="sm" len="sm"/>
          </a:ln>
        </p:spPr>
        <p:txBody>
          <a:bodyPr wrap="square">
            <a:spAutoFit/>
          </a:bodyPr>
          <a:lstStyle/>
          <a:p>
            <a:pPr algn="l">
              <a:lnSpc>
                <a:spcPct val="70000"/>
              </a:lnSpc>
              <a:spcBef>
                <a:spcPct val="50000"/>
              </a:spcBef>
            </a:pPr>
            <a:r>
              <a:rPr kumimoji="1" lang="zh-CN" altLang="en-US" sz="3200" b="1" dirty="0">
                <a:latin typeface="宋体" panose="02010600030101010101" pitchFamily="2" charset="-122"/>
              </a:rPr>
              <a:t>数值型数据</a:t>
            </a:r>
            <a:r>
              <a:rPr kumimoji="1" lang="en-US" altLang="zh-CN" sz="3200" b="1" dirty="0">
                <a:latin typeface="宋体" panose="02010600030101010101" pitchFamily="2" charset="-122"/>
              </a:rPr>
              <a:t>:</a:t>
            </a:r>
            <a:r>
              <a:rPr kumimoji="1" lang="zh-CN" altLang="en-US" sz="3200" b="1" dirty="0">
                <a:latin typeface="宋体" panose="02010600030101010101" pitchFamily="2" charset="-122"/>
              </a:rPr>
              <a:t> </a:t>
            </a:r>
            <a:endParaRPr kumimoji="1" lang="en-US" altLang="zh-CN" sz="3200" b="1" dirty="0">
              <a:latin typeface="宋体" panose="02010600030101010101" pitchFamily="2" charset="-122"/>
            </a:endParaRPr>
          </a:p>
          <a:p>
            <a:pPr algn="l">
              <a:lnSpc>
                <a:spcPct val="70000"/>
              </a:lnSpc>
              <a:spcBef>
                <a:spcPct val="50000"/>
              </a:spcBef>
            </a:pPr>
            <a:r>
              <a:rPr kumimoji="1" lang="zh-CN" altLang="en-US" sz="3200" b="1" dirty="0">
                <a:latin typeface="宋体" panose="02010600030101010101" pitchFamily="2" charset="-122"/>
              </a:rPr>
              <a:t>     整数</a:t>
            </a:r>
            <a:r>
              <a:rPr kumimoji="1" lang="en-US" altLang="zh-CN" sz="3200" b="1" dirty="0">
                <a:latin typeface="宋体" panose="02010600030101010101" pitchFamily="2" charset="-122"/>
              </a:rPr>
              <a:t>,</a:t>
            </a:r>
            <a:r>
              <a:rPr kumimoji="1" lang="zh-CN" altLang="en-US" sz="3200" b="1" dirty="0">
                <a:latin typeface="宋体" panose="02010600030101010101" pitchFamily="2" charset="-122"/>
              </a:rPr>
              <a:t>正数</a:t>
            </a:r>
            <a:r>
              <a:rPr kumimoji="1" lang="en-US" altLang="zh-CN" sz="3200" b="1" dirty="0">
                <a:latin typeface="宋体" panose="02010600030101010101" pitchFamily="2" charset="-122"/>
              </a:rPr>
              <a:t>,</a:t>
            </a:r>
            <a:r>
              <a:rPr kumimoji="1" lang="zh-CN" altLang="en-US" sz="3200" b="1" dirty="0">
                <a:latin typeface="宋体" panose="02010600030101010101" pitchFamily="2" charset="-122"/>
              </a:rPr>
              <a:t>负数</a:t>
            </a:r>
            <a:r>
              <a:rPr kumimoji="1" lang="en-US" altLang="zh-CN" sz="3200" b="1" dirty="0">
                <a:latin typeface="宋体" panose="02010600030101010101" pitchFamily="2" charset="-122"/>
              </a:rPr>
              <a:t>,</a:t>
            </a:r>
            <a:r>
              <a:rPr kumimoji="1" lang="zh-CN" altLang="en-US" sz="3200" b="1" dirty="0">
                <a:latin typeface="宋体" panose="02010600030101010101" pitchFamily="2" charset="-122"/>
              </a:rPr>
              <a:t>实数</a:t>
            </a:r>
            <a:r>
              <a:rPr kumimoji="1" lang="en-US" altLang="zh-CN" sz="3200" b="1" dirty="0">
                <a:latin typeface="宋体" panose="02010600030101010101" pitchFamily="2" charset="-122"/>
              </a:rPr>
              <a:t>,</a:t>
            </a:r>
            <a:r>
              <a:rPr kumimoji="1" lang="zh-CN" altLang="en-US" sz="3200" b="1" dirty="0">
                <a:latin typeface="宋体" panose="02010600030101010101" pitchFamily="2" charset="-122"/>
              </a:rPr>
              <a:t>有理数</a:t>
            </a:r>
            <a:r>
              <a:rPr kumimoji="1" lang="en-US" altLang="zh-CN" sz="3200" b="1" dirty="0">
                <a:latin typeface="宋体" panose="02010600030101010101" pitchFamily="2" charset="-122"/>
              </a:rPr>
              <a:t>,</a:t>
            </a:r>
            <a:r>
              <a:rPr kumimoji="1" lang="zh-CN" altLang="en-US" sz="3200" b="1" dirty="0">
                <a:latin typeface="宋体" panose="02010600030101010101" pitchFamily="2" charset="-122"/>
              </a:rPr>
              <a:t>无理数</a:t>
            </a:r>
            <a:r>
              <a:rPr kumimoji="1" lang="en-US" altLang="zh-CN" sz="3200" b="1" dirty="0">
                <a:latin typeface="宋体" panose="02010600030101010101" pitchFamily="2" charset="-122"/>
              </a:rPr>
              <a:t>…</a:t>
            </a:r>
            <a:endParaRPr kumimoji="1" lang="en-US" altLang="zh-CN" sz="3200" b="1" dirty="0">
              <a:latin typeface="宋体" panose="02010600030101010101" pitchFamily="2" charset="-122"/>
            </a:endParaRPr>
          </a:p>
          <a:p>
            <a:pPr algn="l">
              <a:lnSpc>
                <a:spcPct val="70000"/>
              </a:lnSpc>
              <a:spcBef>
                <a:spcPct val="50000"/>
              </a:spcBef>
            </a:pPr>
            <a:endParaRPr kumimoji="1" lang="zh-CN" altLang="en-US" sz="3200" b="1" dirty="0">
              <a:latin typeface="宋体" panose="02010600030101010101" pitchFamily="2" charset="-122"/>
            </a:endParaRPr>
          </a:p>
        </p:txBody>
      </p:sp>
      <p:sp>
        <p:nvSpPr>
          <p:cNvPr id="8197" name="Text Box 7"/>
          <p:cNvSpPr txBox="1">
            <a:spLocks noChangeArrowheads="1"/>
          </p:cNvSpPr>
          <p:nvPr/>
        </p:nvSpPr>
        <p:spPr bwMode="auto">
          <a:xfrm>
            <a:off x="2747913" y="2591073"/>
            <a:ext cx="1828800" cy="420628"/>
          </a:xfrm>
          <a:prstGeom prst="rect">
            <a:avLst/>
          </a:prstGeom>
          <a:noFill/>
          <a:ln w="12700" cap="sq">
            <a:noFill/>
            <a:miter lim="800000"/>
            <a:headEnd type="none" w="sm" len="sm"/>
            <a:tailEnd type="none" w="sm" len="sm"/>
          </a:ln>
        </p:spPr>
        <p:txBody>
          <a:bodyPr>
            <a:spAutoFit/>
          </a:bodyPr>
          <a:lstStyle/>
          <a:p>
            <a:pPr algn="l">
              <a:spcBef>
                <a:spcPct val="50000"/>
              </a:spcBef>
            </a:pPr>
            <a:r>
              <a:rPr kumimoji="1" lang="zh-CN" altLang="en-US" sz="3200" b="1">
                <a:solidFill>
                  <a:srgbClr val="0000FF"/>
                </a:solidFill>
                <a:latin typeface="宋体" panose="02010600030101010101" pitchFamily="2" charset="-122"/>
              </a:rPr>
              <a:t>数据信息</a:t>
            </a:r>
            <a:endParaRPr kumimoji="1" lang="zh-CN" altLang="en-US" sz="3200" b="1">
              <a:solidFill>
                <a:srgbClr val="0000FF"/>
              </a:solidFill>
              <a:latin typeface="宋体" panose="02010600030101010101" pitchFamily="2" charset="-122"/>
            </a:endParaRPr>
          </a:p>
        </p:txBody>
      </p:sp>
      <p:sp>
        <p:nvSpPr>
          <p:cNvPr id="8198" name="Text Box 8"/>
          <p:cNvSpPr txBox="1">
            <a:spLocks noChangeArrowheads="1"/>
          </p:cNvSpPr>
          <p:nvPr/>
        </p:nvSpPr>
        <p:spPr bwMode="auto">
          <a:xfrm>
            <a:off x="2725688" y="4194448"/>
            <a:ext cx="2438400" cy="420628"/>
          </a:xfrm>
          <a:prstGeom prst="rect">
            <a:avLst/>
          </a:prstGeom>
          <a:noFill/>
          <a:ln w="12700" cap="sq">
            <a:noFill/>
            <a:miter lim="800000"/>
            <a:headEnd type="none" w="sm" len="sm"/>
            <a:tailEnd type="none" w="sm" len="sm"/>
          </a:ln>
        </p:spPr>
        <p:txBody>
          <a:bodyPr>
            <a:spAutoFit/>
          </a:bodyPr>
          <a:lstStyle/>
          <a:p>
            <a:pPr algn="l">
              <a:spcBef>
                <a:spcPct val="50000"/>
              </a:spcBef>
            </a:pPr>
            <a:r>
              <a:rPr kumimoji="1" lang="zh-CN" altLang="en-US" sz="3200" b="1" dirty="0">
                <a:solidFill>
                  <a:srgbClr val="0000FF"/>
                </a:solidFill>
                <a:latin typeface="宋体" panose="02010600030101010101" pitchFamily="2" charset="-122"/>
              </a:rPr>
              <a:t>控制信息</a:t>
            </a:r>
            <a:endParaRPr kumimoji="1" lang="zh-CN" altLang="en-US" sz="3200" b="1" dirty="0">
              <a:solidFill>
                <a:srgbClr val="0000FF"/>
              </a:solidFill>
              <a:latin typeface="宋体" panose="02010600030101010101" pitchFamily="2" charset="-122"/>
            </a:endParaRPr>
          </a:p>
        </p:txBody>
      </p:sp>
      <p:sp>
        <p:nvSpPr>
          <p:cNvPr id="8199" name="AutoShape 9"/>
          <p:cNvSpPr/>
          <p:nvPr/>
        </p:nvSpPr>
        <p:spPr bwMode="auto">
          <a:xfrm>
            <a:off x="4630688" y="2137048"/>
            <a:ext cx="457200" cy="1600200"/>
          </a:xfrm>
          <a:prstGeom prst="leftBrace">
            <a:avLst>
              <a:gd name="adj1" fmla="val 29167"/>
              <a:gd name="adj2" fmla="val 50000"/>
            </a:avLst>
          </a:prstGeom>
          <a:noFill/>
          <a:ln w="38100" cap="sq">
            <a:solidFill>
              <a:schemeClr val="tx1"/>
            </a:solidFill>
            <a:round/>
            <a:headEnd type="none" w="sm" len="sm"/>
            <a:tailEnd type="none" w="sm" len="sm"/>
          </a:ln>
        </p:spPr>
        <p:txBody>
          <a:bodyPr wrap="none" anchor="ctr"/>
          <a:lstStyle/>
          <a:p>
            <a:endParaRPr lang="zh-CN" altLang="en-US"/>
          </a:p>
        </p:txBody>
      </p:sp>
      <p:sp>
        <p:nvSpPr>
          <p:cNvPr id="8200" name="AutoShape 10"/>
          <p:cNvSpPr/>
          <p:nvPr/>
        </p:nvSpPr>
        <p:spPr bwMode="auto">
          <a:xfrm>
            <a:off x="2420888" y="2746648"/>
            <a:ext cx="152400" cy="1905000"/>
          </a:xfrm>
          <a:prstGeom prst="leftBrace">
            <a:avLst>
              <a:gd name="adj1" fmla="val 104167"/>
              <a:gd name="adj2" fmla="val 50000"/>
            </a:avLst>
          </a:prstGeom>
          <a:noFill/>
          <a:ln w="41275" cap="sq">
            <a:solidFill>
              <a:schemeClr val="tx1"/>
            </a:solidFill>
            <a:round/>
            <a:headEnd type="none" w="sm" len="sm"/>
            <a:tailEnd type="none" w="sm" len="sm"/>
          </a:ln>
        </p:spPr>
        <p:txBody>
          <a:bodyPr wrap="none" anchor="ctr"/>
          <a:lstStyle/>
          <a:p>
            <a:pPr algn="ctr" eaLnBrk="0" hangingPunct="0"/>
            <a:endParaRPr kumimoji="1" lang="zh-CN" altLang="zh-CN" sz="3200">
              <a:latin typeface="Times New Roman" panose="02020603050405020304" pitchFamily="18" charset="0"/>
            </a:endParaRPr>
          </a:p>
        </p:txBody>
      </p:sp>
      <p:sp>
        <p:nvSpPr>
          <p:cNvPr id="8201" name="Text Box 11"/>
          <p:cNvSpPr txBox="1">
            <a:spLocks noChangeArrowheads="1"/>
          </p:cNvSpPr>
          <p:nvPr/>
        </p:nvSpPr>
        <p:spPr bwMode="auto">
          <a:xfrm>
            <a:off x="5231904" y="3429001"/>
            <a:ext cx="5040560" cy="1110047"/>
          </a:xfrm>
          <a:prstGeom prst="rect">
            <a:avLst/>
          </a:prstGeom>
          <a:noFill/>
          <a:ln w="12700" cap="sq">
            <a:noFill/>
            <a:miter lim="800000"/>
            <a:headEnd type="none" w="sm" len="sm"/>
            <a:tailEnd type="none" w="sm" len="sm"/>
          </a:ln>
        </p:spPr>
        <p:txBody>
          <a:bodyPr wrap="square">
            <a:spAutoFit/>
          </a:bodyPr>
          <a:lstStyle/>
          <a:p>
            <a:pPr algn="l">
              <a:lnSpc>
                <a:spcPct val="70000"/>
              </a:lnSpc>
              <a:spcBef>
                <a:spcPct val="50000"/>
              </a:spcBef>
            </a:pPr>
            <a:r>
              <a:rPr kumimoji="1" lang="zh-CN" altLang="en-US" sz="3200" b="1" dirty="0">
                <a:latin typeface="宋体" panose="02010600030101010101" pitchFamily="2" charset="-122"/>
              </a:rPr>
              <a:t>非数值型数据</a:t>
            </a:r>
            <a:r>
              <a:rPr kumimoji="1" lang="en-US" altLang="zh-CN" sz="3200" b="1" dirty="0">
                <a:latin typeface="宋体" panose="02010600030101010101" pitchFamily="2" charset="-122"/>
              </a:rPr>
              <a:t>:</a:t>
            </a:r>
            <a:endParaRPr kumimoji="1" lang="en-US" altLang="zh-CN" sz="3200" b="1" dirty="0">
              <a:latin typeface="宋体" panose="02010600030101010101" pitchFamily="2" charset="-122"/>
            </a:endParaRPr>
          </a:p>
          <a:p>
            <a:pPr algn="l">
              <a:lnSpc>
                <a:spcPct val="70000"/>
              </a:lnSpc>
              <a:spcBef>
                <a:spcPct val="50000"/>
              </a:spcBef>
            </a:pPr>
            <a:r>
              <a:rPr kumimoji="1" lang="zh-CN" altLang="en-US" sz="3200" b="1" dirty="0">
                <a:latin typeface="宋体" panose="02010600030101010101" pitchFamily="2" charset="-122"/>
              </a:rPr>
              <a:t> 文本</a:t>
            </a:r>
            <a:r>
              <a:rPr kumimoji="1" lang="en-US" altLang="zh-CN" sz="3200" b="1" dirty="0">
                <a:latin typeface="宋体" panose="02010600030101010101" pitchFamily="2" charset="-122"/>
              </a:rPr>
              <a:t>,</a:t>
            </a:r>
            <a:r>
              <a:rPr kumimoji="1" lang="zh-CN" altLang="en-US" sz="3200" b="1" dirty="0">
                <a:latin typeface="宋体" panose="02010600030101010101" pitchFamily="2" charset="-122"/>
              </a:rPr>
              <a:t>声音</a:t>
            </a:r>
            <a:r>
              <a:rPr kumimoji="1" lang="en-US" altLang="zh-CN" sz="3200" b="1" dirty="0">
                <a:latin typeface="宋体" panose="02010600030101010101" pitchFamily="2" charset="-122"/>
              </a:rPr>
              <a:t>,</a:t>
            </a:r>
            <a:r>
              <a:rPr kumimoji="1" lang="zh-CN" altLang="en-US" sz="3200" b="1" dirty="0">
                <a:latin typeface="宋体" panose="02010600030101010101" pitchFamily="2" charset="-122"/>
              </a:rPr>
              <a:t>图像</a:t>
            </a:r>
            <a:r>
              <a:rPr kumimoji="1" lang="en-US" altLang="zh-CN" sz="3200" b="1" dirty="0">
                <a:latin typeface="宋体" panose="02010600030101010101" pitchFamily="2" charset="-122"/>
              </a:rPr>
              <a:t>,</a:t>
            </a:r>
            <a:r>
              <a:rPr kumimoji="1" lang="zh-CN" altLang="en-US" sz="3200" b="1" dirty="0">
                <a:latin typeface="宋体" panose="02010600030101010101" pitchFamily="2" charset="-122"/>
              </a:rPr>
              <a:t>逻辑值</a:t>
            </a:r>
            <a:r>
              <a:rPr kumimoji="1" lang="en-US" altLang="zh-CN" sz="3200" b="1" dirty="0">
                <a:latin typeface="宋体" panose="02010600030101010101" pitchFamily="2" charset="-122"/>
              </a:rPr>
              <a:t>……</a:t>
            </a:r>
            <a:endParaRPr kumimoji="1" lang="en-US" altLang="zh-CN" sz="3200" b="1" dirty="0">
              <a:latin typeface="宋体" panose="02010600030101010101" pitchFamily="2" charset="-122"/>
            </a:endParaRPr>
          </a:p>
          <a:p>
            <a:pPr algn="l">
              <a:lnSpc>
                <a:spcPct val="70000"/>
              </a:lnSpc>
              <a:spcBef>
                <a:spcPct val="50000"/>
              </a:spcBef>
            </a:pPr>
            <a:r>
              <a:rPr kumimoji="1" lang="zh-CN" altLang="en-US" sz="3200" b="1" dirty="0">
                <a:latin typeface="宋体" panose="02010600030101010101" pitchFamily="2" charset="-122"/>
              </a:rPr>
              <a:t>    </a:t>
            </a:r>
            <a:endParaRPr kumimoji="1" lang="zh-CN" altLang="en-US" sz="3200" b="1" dirty="0">
              <a:latin typeface="宋体" panose="02010600030101010101" pitchFamily="2" charset="-122"/>
            </a:endParaRPr>
          </a:p>
        </p:txBody>
      </p:sp>
      <p:sp>
        <p:nvSpPr>
          <p:cNvPr id="8202" name="Text Box 12"/>
          <p:cNvSpPr txBox="1">
            <a:spLocks noChangeArrowheads="1"/>
          </p:cNvSpPr>
          <p:nvPr/>
        </p:nvSpPr>
        <p:spPr bwMode="auto">
          <a:xfrm>
            <a:off x="4965651" y="4310337"/>
            <a:ext cx="3429000" cy="322139"/>
          </a:xfrm>
          <a:prstGeom prst="rect">
            <a:avLst/>
          </a:prstGeom>
          <a:noFill/>
          <a:ln w="12700" cap="sq">
            <a:noFill/>
            <a:miter lim="800000"/>
            <a:headEnd type="none" w="sm" len="sm"/>
            <a:tailEnd type="none" w="sm" len="sm"/>
          </a:ln>
        </p:spPr>
        <p:txBody>
          <a:bodyPr>
            <a:spAutoFit/>
          </a:bodyPr>
          <a:lstStyle/>
          <a:p>
            <a:pPr algn="l">
              <a:lnSpc>
                <a:spcPct val="70000"/>
              </a:lnSpc>
              <a:spcBef>
                <a:spcPct val="50000"/>
              </a:spcBef>
            </a:pPr>
            <a:r>
              <a:rPr kumimoji="1" lang="zh-CN" altLang="en-US" sz="3200" b="1" dirty="0">
                <a:latin typeface="宋体" panose="02010600030101010101" pitchFamily="2" charset="-122"/>
              </a:rPr>
              <a:t>指令编码</a:t>
            </a:r>
            <a:endParaRPr kumimoji="1" lang="zh-CN" altLang="en-US" sz="3200" b="1" dirty="0">
              <a:latin typeface="宋体" panose="02010600030101010101" pitchFamily="2" charset="-122"/>
            </a:endParaRPr>
          </a:p>
        </p:txBody>
      </p:sp>
      <p:sp>
        <p:nvSpPr>
          <p:cNvPr id="2" name="灯片编号占位符 1"/>
          <p:cNvSpPr>
            <a:spLocks noGrp="1"/>
          </p:cNvSpPr>
          <p:nvPr>
            <p:ph type="sldNum" sz="quarter" idx="12"/>
          </p:nvPr>
        </p:nvSpPr>
        <p:spPr/>
        <p:txBody>
          <a:bodyPr/>
          <a:lstStyle/>
          <a:p>
            <a:pPr>
              <a:defRPr/>
            </a:pPr>
            <a:fld id="{7C93F2F6-B200-4836-9340-136DE7987878}" type="slidenum">
              <a:rPr lang="en-US" smtClean="0"/>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2"/>
          <p:cNvSpPr>
            <a:spLocks noGrp="1" noChangeArrowheads="1"/>
          </p:cNvSpPr>
          <p:nvPr>
            <p:ph type="title"/>
          </p:nvPr>
        </p:nvSpPr>
        <p:spPr>
          <a:xfrm>
            <a:off x="2063750" y="333376"/>
            <a:ext cx="8001000" cy="1216025"/>
          </a:xfrm>
        </p:spPr>
        <p:txBody>
          <a:bodyPr/>
          <a:lstStyle/>
          <a:p>
            <a:pPr eaLnBrk="1" hangingPunct="1"/>
            <a:r>
              <a:rPr lang="zh-CN" altLang="en-US" dirty="0"/>
              <a:t>先考虑数值数据：</a:t>
            </a:r>
            <a:endParaRPr lang="zh-CN" altLang="en-US" dirty="0"/>
          </a:p>
        </p:txBody>
      </p:sp>
      <p:sp>
        <p:nvSpPr>
          <p:cNvPr id="119811" name="Rectangle 3"/>
          <p:cNvSpPr>
            <a:spLocks noGrp="1" noChangeArrowheads="1"/>
          </p:cNvSpPr>
          <p:nvPr>
            <p:ph type="body" idx="1"/>
          </p:nvPr>
        </p:nvSpPr>
        <p:spPr>
          <a:xfrm>
            <a:off x="2135188" y="1773238"/>
            <a:ext cx="8001000" cy="4267200"/>
          </a:xfrm>
        </p:spPr>
        <p:txBody>
          <a:bodyPr/>
          <a:lstStyle/>
          <a:p>
            <a:pPr marL="571500" indent="-571500">
              <a:buNone/>
            </a:pPr>
            <a:r>
              <a:rPr lang="zh-CN" altLang="en-US" dirty="0"/>
              <a:t> </a:t>
            </a:r>
            <a:r>
              <a:rPr lang="en-US" altLang="zh-CN" dirty="0"/>
              <a:t>    </a:t>
            </a:r>
            <a:r>
              <a:rPr lang="zh-CN" altLang="en-US" dirty="0"/>
              <a:t>最常用的实数：</a:t>
            </a:r>
            <a:r>
              <a:rPr lang="en-US" altLang="zh-CN" dirty="0"/>
              <a:t>-8.25 </a:t>
            </a:r>
            <a:r>
              <a:rPr lang="zh-CN" altLang="en-US" dirty="0"/>
              <a:t>如何在计算机中表示？</a:t>
            </a:r>
            <a:endParaRPr lang="zh-CN" altLang="en-US" dirty="0"/>
          </a:p>
          <a:p>
            <a:pPr marL="571500" indent="-571500">
              <a:buNone/>
            </a:pPr>
            <a:r>
              <a:rPr lang="en-US" altLang="zh-CN" dirty="0"/>
              <a:t>1</a:t>
            </a:r>
            <a:r>
              <a:rPr lang="zh-CN" altLang="en-US" dirty="0"/>
              <a:t>、</a:t>
            </a:r>
            <a:r>
              <a:rPr lang="zh-CN" altLang="en-US" b="1" dirty="0"/>
              <a:t>采用什么进位计数制（需要转换为二进制，数制的转换）</a:t>
            </a:r>
            <a:endParaRPr lang="zh-CN" altLang="en-US" b="1" dirty="0"/>
          </a:p>
          <a:p>
            <a:pPr marL="571500" indent="-571500">
              <a:buNone/>
            </a:pPr>
            <a:r>
              <a:rPr lang="zh-CN" altLang="en-US" b="1" dirty="0"/>
              <a:t>    （</a:t>
            </a:r>
            <a:r>
              <a:rPr lang="en-US" altLang="zh-CN" b="1" dirty="0"/>
              <a:t>-1000.01</a:t>
            </a:r>
            <a:r>
              <a:rPr lang="zh-CN" altLang="en-US" b="1" dirty="0"/>
              <a:t>）</a:t>
            </a:r>
            <a:r>
              <a:rPr lang="en-US" altLang="zh-CN" b="1" baseline="-25000" dirty="0"/>
              <a:t>2</a:t>
            </a:r>
            <a:endParaRPr lang="en-US" altLang="zh-CN" b="1" baseline="-25000" dirty="0"/>
          </a:p>
          <a:p>
            <a:pPr marL="571500" indent="-571500">
              <a:buNone/>
            </a:pPr>
            <a:r>
              <a:rPr lang="en-US" altLang="zh-CN" b="1" dirty="0"/>
              <a:t>2</a:t>
            </a:r>
            <a:r>
              <a:rPr lang="zh-CN" altLang="en-US" b="1" dirty="0"/>
              <a:t>、如何使符号（</a:t>
            </a:r>
            <a:r>
              <a:rPr lang="en-US" altLang="zh-CN" b="1" dirty="0"/>
              <a:t>-</a:t>
            </a:r>
            <a:r>
              <a:rPr lang="zh-CN" altLang="en-US" b="1" dirty="0"/>
              <a:t>，</a:t>
            </a:r>
            <a:r>
              <a:rPr lang="en-US" altLang="zh-CN" b="1" dirty="0"/>
              <a:t>+</a:t>
            </a:r>
            <a:r>
              <a:rPr lang="zh-CN" altLang="en-US" b="1" dirty="0"/>
              <a:t>号）数字化（机器数的编码方法）</a:t>
            </a:r>
            <a:endParaRPr lang="en-US" altLang="zh-CN" b="1" dirty="0"/>
          </a:p>
          <a:p>
            <a:pPr marL="571500" indent="-571500">
              <a:buNone/>
            </a:pPr>
            <a:r>
              <a:rPr lang="en-US" altLang="zh-CN" b="1" dirty="0"/>
              <a:t>3</a:t>
            </a:r>
            <a:r>
              <a:rPr lang="zh-CN" altLang="en-US" b="1" dirty="0"/>
              <a:t>、如何处理和表示小数点</a:t>
            </a:r>
            <a:r>
              <a:rPr lang="en-US" altLang="zh-CN" b="1" dirty="0"/>
              <a:t>?</a:t>
            </a:r>
            <a:endParaRPr lang="zh-CN" altLang="en-US" b="1" dirty="0"/>
          </a:p>
          <a:p>
            <a:pPr marL="571500" indent="-571500">
              <a:buNone/>
            </a:pPr>
            <a:r>
              <a:rPr lang="en-US" altLang="zh-CN" b="1" dirty="0"/>
              <a:t>4 </a:t>
            </a:r>
            <a:r>
              <a:rPr lang="zh-CN" altLang="en-US" b="1" dirty="0"/>
              <a:t>、如何方便硬件实现运算。</a:t>
            </a:r>
            <a:endParaRPr lang="zh-CN" altLang="en-US" b="1" dirty="0"/>
          </a:p>
        </p:txBody>
      </p:sp>
      <p:sp>
        <p:nvSpPr>
          <p:cNvPr id="2" name="灯片编号占位符 1"/>
          <p:cNvSpPr>
            <a:spLocks noGrp="1"/>
          </p:cNvSpPr>
          <p:nvPr>
            <p:ph type="sldNum" sz="quarter" idx="12"/>
          </p:nvPr>
        </p:nvSpPr>
        <p:spPr/>
        <p:txBody>
          <a:bodyPr/>
          <a:lstStyle/>
          <a:p>
            <a:pPr>
              <a:defRPr/>
            </a:pPr>
            <a:fld id="{7C93F2F6-B200-4836-9340-136DE7987878}" type="slidenum">
              <a:rPr lang="en-US" smtClean="0"/>
            </a:fld>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119811">
                                            <p:txEl>
                                              <p:pRg st="0" end="0"/>
                                            </p:txEl>
                                          </p:spTgt>
                                        </p:tgtEl>
                                        <p:attrNameLst>
                                          <p:attrName>style.visibility</p:attrName>
                                        </p:attrNameLst>
                                      </p:cBhvr>
                                      <p:to>
                                        <p:strVal val="visible"/>
                                      </p:to>
                                    </p:set>
                                    <p:animEffect transition="in" filter="blinds(horizontal)">
                                      <p:cBhvr>
                                        <p:cTn id="7" dur="500"/>
                                        <p:tgtEl>
                                          <p:spTgt spid="119811">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119811">
                                            <p:txEl>
                                              <p:pRg st="1" end="1"/>
                                            </p:txEl>
                                          </p:spTgt>
                                        </p:tgtEl>
                                        <p:attrNameLst>
                                          <p:attrName>style.visibility</p:attrName>
                                        </p:attrNameLst>
                                      </p:cBhvr>
                                      <p:to>
                                        <p:strVal val="visible"/>
                                      </p:to>
                                    </p:set>
                                    <p:animEffect transition="in" filter="blinds(horizontal)">
                                      <p:cBhvr>
                                        <p:cTn id="12" dur="500"/>
                                        <p:tgtEl>
                                          <p:spTgt spid="119811">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119811">
                                            <p:txEl>
                                              <p:pRg st="2" end="2"/>
                                            </p:txEl>
                                          </p:spTgt>
                                        </p:tgtEl>
                                        <p:attrNameLst>
                                          <p:attrName>style.visibility</p:attrName>
                                        </p:attrNameLst>
                                      </p:cBhvr>
                                      <p:to>
                                        <p:strVal val="visible"/>
                                      </p:to>
                                    </p:set>
                                    <p:animEffect transition="in" filter="blinds(horizontal)">
                                      <p:cBhvr>
                                        <p:cTn id="17" dur="500"/>
                                        <p:tgtEl>
                                          <p:spTgt spid="119811">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nodeType="clickEffect">
                                  <p:stCondLst>
                                    <p:cond delay="0"/>
                                  </p:stCondLst>
                                  <p:childTnLst>
                                    <p:set>
                                      <p:cBhvr>
                                        <p:cTn id="21" dur="1" fill="hold">
                                          <p:stCondLst>
                                            <p:cond delay="0"/>
                                          </p:stCondLst>
                                        </p:cTn>
                                        <p:tgtEl>
                                          <p:spTgt spid="119811">
                                            <p:txEl>
                                              <p:pRg st="3" end="3"/>
                                            </p:txEl>
                                          </p:spTgt>
                                        </p:tgtEl>
                                        <p:attrNameLst>
                                          <p:attrName>style.visibility</p:attrName>
                                        </p:attrNameLst>
                                      </p:cBhvr>
                                      <p:to>
                                        <p:strVal val="visible"/>
                                      </p:to>
                                    </p:set>
                                    <p:animEffect transition="in" filter="blinds(horizontal)">
                                      <p:cBhvr>
                                        <p:cTn id="22" dur="500"/>
                                        <p:tgtEl>
                                          <p:spTgt spid="119811">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nodeType="clickEffect">
                                  <p:stCondLst>
                                    <p:cond delay="0"/>
                                  </p:stCondLst>
                                  <p:childTnLst>
                                    <p:set>
                                      <p:cBhvr>
                                        <p:cTn id="26" dur="1" fill="hold">
                                          <p:stCondLst>
                                            <p:cond delay="0"/>
                                          </p:stCondLst>
                                        </p:cTn>
                                        <p:tgtEl>
                                          <p:spTgt spid="119811">
                                            <p:txEl>
                                              <p:pRg st="4" end="4"/>
                                            </p:txEl>
                                          </p:spTgt>
                                        </p:tgtEl>
                                        <p:attrNameLst>
                                          <p:attrName>style.visibility</p:attrName>
                                        </p:attrNameLst>
                                      </p:cBhvr>
                                      <p:to>
                                        <p:strVal val="visible"/>
                                      </p:to>
                                    </p:set>
                                    <p:animEffect transition="in" filter="blinds(horizontal)">
                                      <p:cBhvr>
                                        <p:cTn id="27" dur="500"/>
                                        <p:tgtEl>
                                          <p:spTgt spid="119811">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nodeType="clickEffect">
                                  <p:stCondLst>
                                    <p:cond delay="0"/>
                                  </p:stCondLst>
                                  <p:childTnLst>
                                    <p:set>
                                      <p:cBhvr>
                                        <p:cTn id="31" dur="1" fill="hold">
                                          <p:stCondLst>
                                            <p:cond delay="0"/>
                                          </p:stCondLst>
                                        </p:cTn>
                                        <p:tgtEl>
                                          <p:spTgt spid="119811">
                                            <p:txEl>
                                              <p:pRg st="5" end="5"/>
                                            </p:txEl>
                                          </p:spTgt>
                                        </p:tgtEl>
                                        <p:attrNameLst>
                                          <p:attrName>style.visibility</p:attrName>
                                        </p:attrNameLst>
                                      </p:cBhvr>
                                      <p:to>
                                        <p:strVal val="visible"/>
                                      </p:to>
                                    </p:set>
                                    <p:animEffect transition="in" filter="blinds(horizontal)">
                                      <p:cBhvr>
                                        <p:cTn id="32" dur="500"/>
                                        <p:tgtEl>
                                          <p:spTgt spid="119811">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2"/>
          <p:cNvSpPr>
            <a:spLocks noGrp="1" noChangeArrowheads="1"/>
          </p:cNvSpPr>
          <p:nvPr>
            <p:ph type="title"/>
          </p:nvPr>
        </p:nvSpPr>
        <p:spPr>
          <a:xfrm>
            <a:off x="1847851" y="404813"/>
            <a:ext cx="7885113" cy="1143000"/>
          </a:xfrm>
        </p:spPr>
        <p:txBody>
          <a:bodyPr/>
          <a:lstStyle/>
          <a:p>
            <a:pPr eaLnBrk="1" hangingPunct="1"/>
            <a:r>
              <a:rPr lang="en-US" altLang="zh-CN" sz="3400" dirty="0">
                <a:solidFill>
                  <a:srgbClr val="FF3300"/>
                </a:solidFill>
                <a:latin typeface="华文楷体" panose="02010600040101010101" pitchFamily="2" charset="-122"/>
                <a:ea typeface="华文楷体" panose="02010600040101010101" pitchFamily="2" charset="-122"/>
              </a:rPr>
              <a:t>1</a:t>
            </a:r>
            <a:r>
              <a:rPr lang="zh-CN" altLang="en-US" sz="3400" dirty="0">
                <a:solidFill>
                  <a:srgbClr val="FF3300"/>
                </a:solidFill>
                <a:latin typeface="华文楷体" panose="02010600040101010101" pitchFamily="2" charset="-122"/>
                <a:ea typeface="华文楷体" panose="02010600040101010101" pitchFamily="2" charset="-122"/>
              </a:rPr>
              <a:t> 符号的处理</a:t>
            </a:r>
            <a:endParaRPr lang="zh-CN" altLang="en-US" sz="3400" dirty="0">
              <a:solidFill>
                <a:srgbClr val="FF3300"/>
              </a:solidFill>
              <a:latin typeface="华文楷体" panose="02010600040101010101" pitchFamily="2" charset="-122"/>
              <a:ea typeface="华文楷体" panose="02010600040101010101" pitchFamily="2" charset="-122"/>
            </a:endParaRPr>
          </a:p>
        </p:txBody>
      </p:sp>
      <p:sp>
        <p:nvSpPr>
          <p:cNvPr id="73731" name="Rectangle 3"/>
          <p:cNvSpPr>
            <a:spLocks noGrp="1" noChangeArrowheads="1"/>
          </p:cNvSpPr>
          <p:nvPr>
            <p:ph type="body" idx="1"/>
          </p:nvPr>
        </p:nvSpPr>
        <p:spPr>
          <a:xfrm>
            <a:off x="1847528" y="1268760"/>
            <a:ext cx="8675688" cy="5257800"/>
          </a:xfrm>
        </p:spPr>
        <p:txBody>
          <a:bodyPr>
            <a:normAutofit/>
          </a:bodyPr>
          <a:lstStyle/>
          <a:p>
            <a:pPr eaLnBrk="1" hangingPunct="1">
              <a:lnSpc>
                <a:spcPct val="80000"/>
              </a:lnSpc>
              <a:buFont typeface="Wingdings" panose="05000000000000000000" pitchFamily="2" charset="2"/>
              <a:buNone/>
            </a:pPr>
            <a:r>
              <a:rPr lang="en-US" altLang="zh-CN" sz="3200" b="1" dirty="0">
                <a:solidFill>
                  <a:srgbClr val="FF3300"/>
                </a:solidFill>
                <a:latin typeface="华文楷体" panose="02010600040101010101" pitchFamily="2" charset="-122"/>
                <a:ea typeface="华文楷体" panose="02010600040101010101" pitchFamily="2" charset="-122"/>
              </a:rPr>
              <a:t>1</a:t>
            </a:r>
            <a:r>
              <a:rPr lang="zh-CN" altLang="en-US" sz="3200" b="1" dirty="0">
                <a:solidFill>
                  <a:srgbClr val="FF3300"/>
                </a:solidFill>
                <a:latin typeface="华文楷体" panose="02010600040101010101" pitchFamily="2" charset="-122"/>
                <a:ea typeface="华文楷体" panose="02010600040101010101" pitchFamily="2" charset="-122"/>
              </a:rPr>
              <a:t>）无符号数</a:t>
            </a:r>
            <a:endParaRPr lang="en-US" altLang="zh-CN" sz="3200" b="1" dirty="0">
              <a:solidFill>
                <a:srgbClr val="FF3300"/>
              </a:solidFill>
              <a:latin typeface="华文楷体" panose="02010600040101010101" pitchFamily="2" charset="-122"/>
              <a:ea typeface="华文楷体" panose="02010600040101010101" pitchFamily="2" charset="-122"/>
            </a:endParaRPr>
          </a:p>
          <a:p>
            <a:pPr eaLnBrk="1" hangingPunct="1">
              <a:lnSpc>
                <a:spcPct val="80000"/>
              </a:lnSpc>
              <a:buFont typeface="Wingdings" panose="05000000000000000000" pitchFamily="2" charset="2"/>
              <a:buNone/>
            </a:pPr>
            <a:r>
              <a:rPr lang="en-US" altLang="zh-CN" sz="3200" b="1" dirty="0">
                <a:solidFill>
                  <a:srgbClr val="FF3300"/>
                </a:solidFill>
                <a:latin typeface="华文楷体" panose="02010600040101010101" pitchFamily="2" charset="-122"/>
                <a:ea typeface="华文楷体" panose="02010600040101010101" pitchFamily="2" charset="-122"/>
              </a:rPr>
              <a:t>   </a:t>
            </a:r>
            <a:r>
              <a:rPr lang="zh-CN" altLang="en-US" sz="3200" b="1" dirty="0">
                <a:latin typeface="华文楷体" panose="02010600040101010101" pitchFamily="2" charset="-122"/>
                <a:ea typeface="华文楷体" panose="02010600040101010101" pitchFamily="2" charset="-122"/>
              </a:rPr>
              <a:t>只能表示正整数</a:t>
            </a:r>
            <a:r>
              <a:rPr lang="en-US" altLang="zh-CN" sz="3200" b="1" dirty="0">
                <a:latin typeface="华文楷体" panose="02010600040101010101" pitchFamily="2" charset="-122"/>
                <a:ea typeface="华文楷体" panose="02010600040101010101" pitchFamily="2" charset="-122"/>
              </a:rPr>
              <a:t>.(0&lt;=N&lt;=2</a:t>
            </a:r>
            <a:r>
              <a:rPr lang="en-US" altLang="zh-CN" sz="3200" b="1" baseline="30000" dirty="0">
                <a:latin typeface="华文楷体" panose="02010600040101010101" pitchFamily="2" charset="-122"/>
                <a:ea typeface="华文楷体" panose="02010600040101010101" pitchFamily="2" charset="-122"/>
              </a:rPr>
              <a:t>n</a:t>
            </a:r>
            <a:r>
              <a:rPr lang="en-US" altLang="zh-CN" sz="3200" b="1" dirty="0">
                <a:latin typeface="华文楷体" panose="02010600040101010101" pitchFamily="2" charset="-122"/>
                <a:ea typeface="华文楷体" panose="02010600040101010101" pitchFamily="2" charset="-122"/>
              </a:rPr>
              <a:t>-1)  n:</a:t>
            </a:r>
            <a:r>
              <a:rPr lang="zh-CN" altLang="en-US" sz="3200" b="1" dirty="0">
                <a:latin typeface="华文楷体" panose="02010600040101010101" pitchFamily="2" charset="-122"/>
                <a:ea typeface="华文楷体" panose="02010600040101010101" pitchFamily="2" charset="-122"/>
              </a:rPr>
              <a:t>数的位数</a:t>
            </a:r>
            <a:endParaRPr lang="en-US" altLang="zh-CN" sz="3200" b="1" dirty="0">
              <a:latin typeface="华文楷体" panose="02010600040101010101" pitchFamily="2" charset="-122"/>
              <a:ea typeface="华文楷体" panose="02010600040101010101" pitchFamily="2" charset="-122"/>
            </a:endParaRPr>
          </a:p>
          <a:p>
            <a:pPr eaLnBrk="1" hangingPunct="1">
              <a:lnSpc>
                <a:spcPct val="80000"/>
              </a:lnSpc>
              <a:buFont typeface="Wingdings" panose="05000000000000000000" pitchFamily="2" charset="2"/>
              <a:buNone/>
            </a:pPr>
            <a:r>
              <a:rPr lang="en-US" altLang="zh-CN" sz="3200" b="1" dirty="0">
                <a:solidFill>
                  <a:srgbClr val="FF3300"/>
                </a:solidFill>
                <a:latin typeface="华文楷体" panose="02010600040101010101" pitchFamily="2" charset="-122"/>
                <a:ea typeface="华文楷体" panose="02010600040101010101" pitchFamily="2" charset="-122"/>
              </a:rPr>
              <a:t>2</a:t>
            </a:r>
            <a:r>
              <a:rPr lang="zh-CN" altLang="en-US" sz="3200" b="1" dirty="0">
                <a:solidFill>
                  <a:srgbClr val="FF3300"/>
                </a:solidFill>
                <a:latin typeface="华文楷体" panose="02010600040101010101" pitchFamily="2" charset="-122"/>
                <a:ea typeface="华文楷体" panose="02010600040101010101" pitchFamily="2" charset="-122"/>
              </a:rPr>
              <a:t>）</a:t>
            </a:r>
            <a:r>
              <a:rPr lang="en-US" altLang="zh-CN" sz="3200" b="1" dirty="0">
                <a:solidFill>
                  <a:srgbClr val="FF3300"/>
                </a:solidFill>
                <a:latin typeface="华文楷体" panose="02010600040101010101" pitchFamily="2" charset="-122"/>
                <a:ea typeface="华文楷体" panose="02010600040101010101" pitchFamily="2" charset="-122"/>
              </a:rPr>
              <a:t> </a:t>
            </a:r>
            <a:r>
              <a:rPr lang="zh-CN" altLang="en-US" sz="3200" b="1" dirty="0">
                <a:solidFill>
                  <a:srgbClr val="FF3300"/>
                </a:solidFill>
                <a:latin typeface="华文楷体" panose="02010600040101010101" pitchFamily="2" charset="-122"/>
                <a:ea typeface="华文楷体" panose="02010600040101010101" pitchFamily="2" charset="-122"/>
              </a:rPr>
              <a:t>符号数</a:t>
            </a:r>
            <a:r>
              <a:rPr lang="en-US" altLang="zh-CN" sz="3200" b="1" dirty="0">
                <a:latin typeface="华文楷体" panose="02010600040101010101" pitchFamily="2" charset="-122"/>
                <a:ea typeface="华文楷体" panose="02010600040101010101" pitchFamily="2" charset="-122"/>
              </a:rPr>
              <a:t>:</a:t>
            </a:r>
            <a:endParaRPr lang="en-US" altLang="zh-CN" sz="3200" b="1" dirty="0">
              <a:latin typeface="华文楷体" panose="02010600040101010101" pitchFamily="2" charset="-122"/>
              <a:ea typeface="华文楷体" panose="02010600040101010101" pitchFamily="2" charset="-122"/>
            </a:endParaRPr>
          </a:p>
          <a:p>
            <a:pPr eaLnBrk="1" hangingPunct="1">
              <a:lnSpc>
                <a:spcPct val="80000"/>
              </a:lnSpc>
              <a:buFont typeface="Wingdings" panose="05000000000000000000" pitchFamily="2" charset="2"/>
              <a:buNone/>
            </a:pPr>
            <a:r>
              <a:rPr lang="en-US" altLang="zh-CN" sz="3200" b="1" dirty="0">
                <a:latin typeface="华文楷体" panose="02010600040101010101" pitchFamily="2" charset="-122"/>
                <a:ea typeface="华文楷体" panose="02010600040101010101" pitchFamily="2" charset="-122"/>
              </a:rPr>
              <a:t>       </a:t>
            </a:r>
            <a:r>
              <a:rPr lang="zh-CN" altLang="en-US" sz="3200" b="1" dirty="0">
                <a:latin typeface="华文楷体" panose="02010600040101010101" pitchFamily="2" charset="-122"/>
                <a:ea typeface="华文楷体" panose="02010600040101010101" pitchFamily="2" charset="-122"/>
              </a:rPr>
              <a:t>它的最高位被用来表示该数的符号位</a:t>
            </a:r>
            <a:r>
              <a:rPr lang="en-US" altLang="zh-CN" sz="3200" b="1" dirty="0">
                <a:latin typeface="华文楷体" panose="02010600040101010101" pitchFamily="2" charset="-122"/>
                <a:ea typeface="华文楷体" panose="02010600040101010101" pitchFamily="2" charset="-122"/>
              </a:rPr>
              <a:t>, </a:t>
            </a:r>
            <a:r>
              <a:rPr lang="zh-CN" altLang="en-US" sz="3200" b="1" dirty="0">
                <a:latin typeface="华文楷体" panose="02010600040101010101" pitchFamily="2" charset="-122"/>
                <a:ea typeface="华文楷体" panose="02010600040101010101" pitchFamily="2" charset="-122"/>
              </a:rPr>
              <a:t>不表示数值位。</a:t>
            </a:r>
            <a:endParaRPr lang="zh-CN" altLang="en-US" sz="3200" b="1" dirty="0">
              <a:latin typeface="华文楷体" panose="02010600040101010101" pitchFamily="2" charset="-122"/>
              <a:ea typeface="华文楷体" panose="02010600040101010101" pitchFamily="2" charset="-122"/>
            </a:endParaRPr>
          </a:p>
          <a:p>
            <a:pPr eaLnBrk="1" hangingPunct="1">
              <a:lnSpc>
                <a:spcPct val="80000"/>
              </a:lnSpc>
              <a:buFont typeface="Wingdings" panose="05000000000000000000" pitchFamily="2" charset="2"/>
              <a:buNone/>
            </a:pPr>
            <a:r>
              <a:rPr lang="zh-CN" altLang="en-US" sz="3200" b="1" dirty="0">
                <a:latin typeface="华文楷体" panose="02010600040101010101" pitchFamily="2" charset="-122"/>
                <a:ea typeface="华文楷体" panose="02010600040101010101" pitchFamily="2" charset="-122"/>
              </a:rPr>
              <a:t>       在计算机中一个数的数值部分和符号都要用</a:t>
            </a:r>
            <a:r>
              <a:rPr lang="en-US" altLang="zh-CN" sz="3200" b="1" dirty="0">
                <a:latin typeface="华文楷体" panose="02010600040101010101" pitchFamily="2" charset="-122"/>
                <a:ea typeface="华文楷体" panose="02010600040101010101" pitchFamily="2" charset="-122"/>
              </a:rPr>
              <a:t>0</a:t>
            </a:r>
            <a:r>
              <a:rPr lang="zh-CN" altLang="en-US" sz="3200" b="1" dirty="0">
                <a:latin typeface="华文楷体" panose="02010600040101010101" pitchFamily="2" charset="-122"/>
                <a:ea typeface="华文楷体" panose="02010600040101010101" pitchFamily="2" charset="-122"/>
              </a:rPr>
              <a:t>、</a:t>
            </a:r>
            <a:r>
              <a:rPr lang="en-US" altLang="zh-CN" sz="3200" b="1" dirty="0">
                <a:latin typeface="华文楷体" panose="02010600040101010101" pitchFamily="2" charset="-122"/>
                <a:ea typeface="华文楷体" panose="02010600040101010101" pitchFamily="2" charset="-122"/>
              </a:rPr>
              <a:t>1</a:t>
            </a:r>
            <a:r>
              <a:rPr lang="zh-CN" altLang="en-US" sz="3200" b="1" dirty="0">
                <a:latin typeface="华文楷体" panose="02010600040101010101" pitchFamily="2" charset="-122"/>
                <a:ea typeface="华文楷体" panose="02010600040101010101" pitchFamily="2" charset="-122"/>
              </a:rPr>
              <a:t>编码。通常</a:t>
            </a:r>
            <a:r>
              <a:rPr lang="en-US" altLang="zh-CN" sz="3200" b="1" dirty="0">
                <a:latin typeface="华文楷体" panose="02010600040101010101" pitchFamily="2" charset="-122"/>
                <a:ea typeface="华文楷体" panose="02010600040101010101" pitchFamily="2" charset="-122"/>
              </a:rPr>
              <a:t>, </a:t>
            </a:r>
            <a:r>
              <a:rPr lang="zh-CN" altLang="en-US" sz="3200" b="1" dirty="0">
                <a:latin typeface="华文楷体" panose="02010600040101010101" pitchFamily="2" charset="-122"/>
                <a:ea typeface="华文楷体" panose="02010600040101010101" pitchFamily="2" charset="-122"/>
              </a:rPr>
              <a:t>用数的最高位（</a:t>
            </a:r>
            <a:r>
              <a:rPr lang="en-US" altLang="zh-CN" sz="3200" b="1" dirty="0">
                <a:latin typeface="华文楷体" panose="02010600040101010101" pitchFamily="2" charset="-122"/>
                <a:ea typeface="华文楷体" panose="02010600040101010101" pitchFamily="2" charset="-122"/>
              </a:rPr>
              <a:t>MSB—Most Significant Bit</a:t>
            </a:r>
            <a:r>
              <a:rPr lang="zh-CN" altLang="en-US" sz="3200" b="1" dirty="0">
                <a:latin typeface="华文楷体" panose="02010600040101010101" pitchFamily="2" charset="-122"/>
                <a:ea typeface="华文楷体" panose="02010600040101010101" pitchFamily="2" charset="-122"/>
              </a:rPr>
              <a:t>）表示数的正负</a:t>
            </a:r>
            <a:endParaRPr lang="zh-CN" altLang="en-US" sz="3200" b="1" dirty="0">
              <a:latin typeface="华文楷体" panose="02010600040101010101" pitchFamily="2" charset="-122"/>
              <a:ea typeface="华文楷体" panose="02010600040101010101" pitchFamily="2" charset="-122"/>
            </a:endParaRPr>
          </a:p>
          <a:p>
            <a:pPr eaLnBrk="1" hangingPunct="1">
              <a:lnSpc>
                <a:spcPct val="80000"/>
              </a:lnSpc>
              <a:buFont typeface="Wingdings" panose="05000000000000000000" pitchFamily="2" charset="2"/>
              <a:buNone/>
            </a:pPr>
            <a:r>
              <a:rPr lang="en-US" altLang="zh-CN" sz="3200" b="1" dirty="0">
                <a:latin typeface="华文楷体" panose="02010600040101010101" pitchFamily="2" charset="-122"/>
                <a:ea typeface="华文楷体" panose="02010600040101010101" pitchFamily="2" charset="-122"/>
              </a:rPr>
              <a:t>MSB = 0, </a:t>
            </a:r>
            <a:r>
              <a:rPr lang="zh-CN" altLang="en-US" sz="3200" b="1" dirty="0">
                <a:latin typeface="华文楷体" panose="02010600040101010101" pitchFamily="2" charset="-122"/>
                <a:ea typeface="华文楷体" panose="02010600040101010101" pitchFamily="2" charset="-122"/>
              </a:rPr>
              <a:t>表示正数</a:t>
            </a:r>
            <a:r>
              <a:rPr lang="en-US" altLang="zh-CN" sz="3200" b="1" dirty="0">
                <a:latin typeface="华文楷体" panose="02010600040101010101" pitchFamily="2" charset="-122"/>
                <a:ea typeface="华文楷体" panose="02010600040101010101" pitchFamily="2" charset="-122"/>
              </a:rPr>
              <a:t>, </a:t>
            </a:r>
            <a:r>
              <a:rPr lang="zh-CN" altLang="en-US" sz="3200" b="1" dirty="0">
                <a:latin typeface="华文楷体" panose="02010600040101010101" pitchFamily="2" charset="-122"/>
                <a:ea typeface="华文楷体" panose="02010600040101010101" pitchFamily="2" charset="-122"/>
              </a:rPr>
              <a:t>如＋</a:t>
            </a:r>
            <a:r>
              <a:rPr lang="en-US" altLang="zh-CN" sz="3200" b="1" dirty="0">
                <a:latin typeface="华文楷体" panose="02010600040101010101" pitchFamily="2" charset="-122"/>
                <a:ea typeface="华文楷体" panose="02010600040101010101" pitchFamily="2" charset="-122"/>
              </a:rPr>
              <a:t>1011</a:t>
            </a:r>
            <a:r>
              <a:rPr lang="zh-CN" altLang="en-US" sz="3200" b="1" dirty="0">
                <a:latin typeface="华文楷体" panose="02010600040101010101" pitchFamily="2" charset="-122"/>
                <a:ea typeface="华文楷体" panose="02010600040101010101" pitchFamily="2" charset="-122"/>
              </a:rPr>
              <a:t>表示为</a:t>
            </a:r>
            <a:r>
              <a:rPr lang="en-US" altLang="zh-CN" sz="3200" b="1" dirty="0">
                <a:latin typeface="华文楷体" panose="02010600040101010101" pitchFamily="2" charset="-122"/>
                <a:ea typeface="华文楷体" panose="02010600040101010101" pitchFamily="2" charset="-122"/>
              </a:rPr>
              <a:t>01011</a:t>
            </a:r>
            <a:r>
              <a:rPr lang="zh-CN" altLang="en-US" sz="3200" b="1" dirty="0">
                <a:latin typeface="华文楷体" panose="02010600040101010101" pitchFamily="2" charset="-122"/>
                <a:ea typeface="华文楷体" panose="02010600040101010101" pitchFamily="2" charset="-122"/>
              </a:rPr>
              <a:t>；</a:t>
            </a:r>
            <a:endParaRPr lang="zh-CN" altLang="en-US" sz="3200" b="1" dirty="0">
              <a:latin typeface="华文楷体" panose="02010600040101010101" pitchFamily="2" charset="-122"/>
              <a:ea typeface="华文楷体" panose="02010600040101010101" pitchFamily="2" charset="-122"/>
            </a:endParaRPr>
          </a:p>
          <a:p>
            <a:pPr eaLnBrk="1" hangingPunct="1">
              <a:lnSpc>
                <a:spcPct val="80000"/>
              </a:lnSpc>
              <a:buFont typeface="Wingdings" panose="05000000000000000000" pitchFamily="2" charset="2"/>
              <a:buNone/>
            </a:pPr>
            <a:r>
              <a:rPr lang="en-US" altLang="zh-CN" sz="3200" b="1" dirty="0">
                <a:latin typeface="华文楷体" panose="02010600040101010101" pitchFamily="2" charset="-122"/>
                <a:ea typeface="华文楷体" panose="02010600040101010101" pitchFamily="2" charset="-122"/>
              </a:rPr>
              <a:t>MSB = 1, </a:t>
            </a:r>
            <a:r>
              <a:rPr lang="zh-CN" altLang="en-US" sz="3200" b="1" dirty="0">
                <a:latin typeface="华文楷体" panose="02010600040101010101" pitchFamily="2" charset="-122"/>
                <a:ea typeface="华文楷体" panose="02010600040101010101" pitchFamily="2" charset="-122"/>
              </a:rPr>
              <a:t>表示负数</a:t>
            </a:r>
            <a:r>
              <a:rPr lang="en-US" altLang="zh-CN" sz="3200" b="1" dirty="0">
                <a:latin typeface="华文楷体" panose="02010600040101010101" pitchFamily="2" charset="-122"/>
                <a:ea typeface="华文楷体" panose="02010600040101010101" pitchFamily="2" charset="-122"/>
              </a:rPr>
              <a:t>, </a:t>
            </a:r>
            <a:r>
              <a:rPr lang="zh-CN" altLang="en-US" sz="3200" b="1" dirty="0">
                <a:latin typeface="华文楷体" panose="02010600040101010101" pitchFamily="2" charset="-122"/>
                <a:ea typeface="华文楷体" panose="02010600040101010101" pitchFamily="2" charset="-122"/>
              </a:rPr>
              <a:t>如－</a:t>
            </a:r>
            <a:r>
              <a:rPr lang="en-US" altLang="zh-CN" sz="3200" b="1" dirty="0">
                <a:latin typeface="华文楷体" panose="02010600040101010101" pitchFamily="2" charset="-122"/>
                <a:ea typeface="华文楷体" panose="02010600040101010101" pitchFamily="2" charset="-122"/>
              </a:rPr>
              <a:t>1011</a:t>
            </a:r>
            <a:r>
              <a:rPr lang="zh-CN" altLang="en-US" sz="3200" b="1" dirty="0">
                <a:latin typeface="华文楷体" panose="02010600040101010101" pitchFamily="2" charset="-122"/>
                <a:ea typeface="华文楷体" panose="02010600040101010101" pitchFamily="2" charset="-122"/>
              </a:rPr>
              <a:t>表示为</a:t>
            </a:r>
            <a:r>
              <a:rPr lang="en-US" altLang="zh-CN" sz="3200" b="1" dirty="0">
                <a:latin typeface="华文楷体" panose="02010600040101010101" pitchFamily="2" charset="-122"/>
                <a:ea typeface="华文楷体" panose="02010600040101010101" pitchFamily="2" charset="-122"/>
              </a:rPr>
              <a:t>11011</a:t>
            </a:r>
            <a:r>
              <a:rPr lang="zh-CN" altLang="en-US" sz="3200" b="1" dirty="0">
                <a:latin typeface="华文楷体" panose="02010600040101010101" pitchFamily="2" charset="-122"/>
                <a:ea typeface="华文楷体" panose="02010600040101010101" pitchFamily="2" charset="-122"/>
              </a:rPr>
              <a:t>；</a:t>
            </a:r>
            <a:endParaRPr lang="zh-CN" altLang="en-US" sz="3200" b="1" dirty="0">
              <a:latin typeface="华文楷体" panose="02010600040101010101" pitchFamily="2" charset="-122"/>
              <a:ea typeface="华文楷体" panose="02010600040101010101" pitchFamily="2" charset="-122"/>
            </a:endParaRPr>
          </a:p>
          <a:p>
            <a:pPr eaLnBrk="1" hangingPunct="1">
              <a:lnSpc>
                <a:spcPct val="80000"/>
              </a:lnSpc>
              <a:buFont typeface="Wingdings" panose="05000000000000000000" pitchFamily="2" charset="2"/>
              <a:buNone/>
            </a:pPr>
            <a:endParaRPr lang="en-US" altLang="zh-CN" sz="2400" b="1" dirty="0">
              <a:solidFill>
                <a:srgbClr val="FF3300"/>
              </a:solidFill>
              <a:latin typeface="华文楷体" panose="02010600040101010101" pitchFamily="2" charset="-122"/>
              <a:ea typeface="华文楷体" panose="02010600040101010101" pitchFamily="2" charset="-122"/>
            </a:endParaRPr>
          </a:p>
          <a:p>
            <a:pPr eaLnBrk="1" hangingPunct="1">
              <a:lnSpc>
                <a:spcPct val="80000"/>
              </a:lnSpc>
              <a:buFont typeface="Wingdings" panose="05000000000000000000" pitchFamily="2" charset="2"/>
              <a:buNone/>
            </a:pPr>
            <a:endParaRPr lang="zh-CN" altLang="en-US" sz="2000" dirty="0"/>
          </a:p>
          <a:p>
            <a:pPr eaLnBrk="1" hangingPunct="1">
              <a:lnSpc>
                <a:spcPct val="80000"/>
              </a:lnSpc>
            </a:pPr>
            <a:endParaRPr lang="en-US" altLang="zh-CN" sz="2000" dirty="0"/>
          </a:p>
        </p:txBody>
      </p:sp>
      <p:sp>
        <p:nvSpPr>
          <p:cNvPr id="2" name="灯片编号占位符 1"/>
          <p:cNvSpPr>
            <a:spLocks noGrp="1"/>
          </p:cNvSpPr>
          <p:nvPr>
            <p:ph type="sldNum" sz="quarter" idx="12"/>
          </p:nvPr>
        </p:nvSpPr>
        <p:spPr/>
        <p:txBody>
          <a:bodyPr/>
          <a:lstStyle/>
          <a:p>
            <a:pPr>
              <a:defRPr/>
            </a:pPr>
            <a:fld id="{7C93F2F6-B200-4836-9340-136DE7987878}" type="slidenum">
              <a:rPr lang="en-US" smtClean="0"/>
            </a:fld>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73731">
                                            <p:txEl>
                                              <p:pRg st="0" end="0"/>
                                            </p:txEl>
                                          </p:spTgt>
                                        </p:tgtEl>
                                        <p:attrNameLst>
                                          <p:attrName>style.visibility</p:attrName>
                                        </p:attrNameLst>
                                      </p:cBhvr>
                                      <p:to>
                                        <p:strVal val="visible"/>
                                      </p:to>
                                    </p:set>
                                    <p:animEffect transition="in" filter="blinds(horizontal)">
                                      <p:cBhvr>
                                        <p:cTn id="7" dur="500"/>
                                        <p:tgtEl>
                                          <p:spTgt spid="73731">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73731">
                                            <p:txEl>
                                              <p:pRg st="1" end="1"/>
                                            </p:txEl>
                                          </p:spTgt>
                                        </p:tgtEl>
                                        <p:attrNameLst>
                                          <p:attrName>style.visibility</p:attrName>
                                        </p:attrNameLst>
                                      </p:cBhvr>
                                      <p:to>
                                        <p:strVal val="visible"/>
                                      </p:to>
                                    </p:set>
                                    <p:animEffect transition="in" filter="blinds(horizontal)">
                                      <p:cBhvr>
                                        <p:cTn id="12" dur="500"/>
                                        <p:tgtEl>
                                          <p:spTgt spid="73731">
                                            <p:txEl>
                                              <p:pRg st="1" end="1"/>
                                            </p:txEl>
                                          </p:spTgt>
                                        </p:tgtEl>
                                      </p:cBhvr>
                                    </p:animEffect>
                                  </p:childTnLst>
                                </p:cTn>
                              </p:par>
                              <p:par>
                                <p:cTn id="13" presetID="3" presetClass="entr" presetSubtype="10" fill="hold" nodeType="withEffect">
                                  <p:stCondLst>
                                    <p:cond delay="0"/>
                                  </p:stCondLst>
                                  <p:childTnLst>
                                    <p:set>
                                      <p:cBhvr>
                                        <p:cTn id="14" dur="1" fill="hold">
                                          <p:stCondLst>
                                            <p:cond delay="0"/>
                                          </p:stCondLst>
                                        </p:cTn>
                                        <p:tgtEl>
                                          <p:spTgt spid="73731">
                                            <p:txEl>
                                              <p:pRg st="2" end="2"/>
                                            </p:txEl>
                                          </p:spTgt>
                                        </p:tgtEl>
                                        <p:attrNameLst>
                                          <p:attrName>style.visibility</p:attrName>
                                        </p:attrNameLst>
                                      </p:cBhvr>
                                      <p:to>
                                        <p:strVal val="visible"/>
                                      </p:to>
                                    </p:set>
                                    <p:animEffect transition="in" filter="blinds(horizontal)">
                                      <p:cBhvr>
                                        <p:cTn id="15" dur="500"/>
                                        <p:tgtEl>
                                          <p:spTgt spid="73731">
                                            <p:txEl>
                                              <p:pRg st="2" end="2"/>
                                            </p:txEl>
                                          </p:spTgt>
                                        </p:tgtEl>
                                      </p:cBhvr>
                                    </p:animEffect>
                                  </p:childTnLst>
                                </p:cTn>
                              </p:par>
                              <p:par>
                                <p:cTn id="16" presetID="3" presetClass="entr" presetSubtype="10" fill="hold" nodeType="withEffect">
                                  <p:stCondLst>
                                    <p:cond delay="0"/>
                                  </p:stCondLst>
                                  <p:childTnLst>
                                    <p:set>
                                      <p:cBhvr>
                                        <p:cTn id="17" dur="1" fill="hold">
                                          <p:stCondLst>
                                            <p:cond delay="0"/>
                                          </p:stCondLst>
                                        </p:cTn>
                                        <p:tgtEl>
                                          <p:spTgt spid="73731">
                                            <p:txEl>
                                              <p:pRg st="3" end="3"/>
                                            </p:txEl>
                                          </p:spTgt>
                                        </p:tgtEl>
                                        <p:attrNameLst>
                                          <p:attrName>style.visibility</p:attrName>
                                        </p:attrNameLst>
                                      </p:cBhvr>
                                      <p:to>
                                        <p:strVal val="visible"/>
                                      </p:to>
                                    </p:set>
                                    <p:animEffect transition="in" filter="blinds(horizontal)">
                                      <p:cBhvr>
                                        <p:cTn id="18" dur="500"/>
                                        <p:tgtEl>
                                          <p:spTgt spid="73731">
                                            <p:txEl>
                                              <p:pRg st="3" end="3"/>
                                            </p:txEl>
                                          </p:spTgt>
                                        </p:tgtEl>
                                      </p:cBhvr>
                                    </p:animEffect>
                                  </p:childTnLst>
                                </p:cTn>
                              </p:par>
                              <p:par>
                                <p:cTn id="19" presetID="3" presetClass="entr" presetSubtype="10" fill="hold" nodeType="withEffect">
                                  <p:stCondLst>
                                    <p:cond delay="0"/>
                                  </p:stCondLst>
                                  <p:childTnLst>
                                    <p:set>
                                      <p:cBhvr>
                                        <p:cTn id="20" dur="1" fill="hold">
                                          <p:stCondLst>
                                            <p:cond delay="0"/>
                                          </p:stCondLst>
                                        </p:cTn>
                                        <p:tgtEl>
                                          <p:spTgt spid="73731">
                                            <p:txEl>
                                              <p:pRg st="4" end="4"/>
                                            </p:txEl>
                                          </p:spTgt>
                                        </p:tgtEl>
                                        <p:attrNameLst>
                                          <p:attrName>style.visibility</p:attrName>
                                        </p:attrNameLst>
                                      </p:cBhvr>
                                      <p:to>
                                        <p:strVal val="visible"/>
                                      </p:to>
                                    </p:set>
                                    <p:animEffect transition="in" filter="blinds(horizontal)">
                                      <p:cBhvr>
                                        <p:cTn id="21" dur="500"/>
                                        <p:tgtEl>
                                          <p:spTgt spid="73731">
                                            <p:txEl>
                                              <p:pRg st="4" end="4"/>
                                            </p:txEl>
                                          </p:spTgt>
                                        </p:tgtEl>
                                      </p:cBhvr>
                                    </p:animEffect>
                                  </p:childTnLst>
                                </p:cTn>
                              </p:par>
                              <p:par>
                                <p:cTn id="22" presetID="3" presetClass="entr" presetSubtype="10" fill="hold" nodeType="withEffect">
                                  <p:stCondLst>
                                    <p:cond delay="0"/>
                                  </p:stCondLst>
                                  <p:childTnLst>
                                    <p:set>
                                      <p:cBhvr>
                                        <p:cTn id="23" dur="1" fill="hold">
                                          <p:stCondLst>
                                            <p:cond delay="0"/>
                                          </p:stCondLst>
                                        </p:cTn>
                                        <p:tgtEl>
                                          <p:spTgt spid="73731">
                                            <p:txEl>
                                              <p:pRg st="5" end="5"/>
                                            </p:txEl>
                                          </p:spTgt>
                                        </p:tgtEl>
                                        <p:attrNameLst>
                                          <p:attrName>style.visibility</p:attrName>
                                        </p:attrNameLst>
                                      </p:cBhvr>
                                      <p:to>
                                        <p:strVal val="visible"/>
                                      </p:to>
                                    </p:set>
                                    <p:animEffect transition="in" filter="blinds(horizontal)">
                                      <p:cBhvr>
                                        <p:cTn id="24" dur="500"/>
                                        <p:tgtEl>
                                          <p:spTgt spid="73731">
                                            <p:txEl>
                                              <p:pRg st="5" end="5"/>
                                            </p:txEl>
                                          </p:spTgt>
                                        </p:tgtEl>
                                      </p:cBhvr>
                                    </p:animEffect>
                                  </p:childTnLst>
                                </p:cTn>
                              </p:par>
                              <p:par>
                                <p:cTn id="25" presetID="3" presetClass="entr" presetSubtype="10" fill="hold" nodeType="withEffect">
                                  <p:stCondLst>
                                    <p:cond delay="0"/>
                                  </p:stCondLst>
                                  <p:childTnLst>
                                    <p:set>
                                      <p:cBhvr>
                                        <p:cTn id="26" dur="1" fill="hold">
                                          <p:stCondLst>
                                            <p:cond delay="0"/>
                                          </p:stCondLst>
                                        </p:cTn>
                                        <p:tgtEl>
                                          <p:spTgt spid="73731">
                                            <p:txEl>
                                              <p:pRg st="6" end="6"/>
                                            </p:txEl>
                                          </p:spTgt>
                                        </p:tgtEl>
                                        <p:attrNameLst>
                                          <p:attrName>style.visibility</p:attrName>
                                        </p:attrNameLst>
                                      </p:cBhvr>
                                      <p:to>
                                        <p:strVal val="visible"/>
                                      </p:to>
                                    </p:set>
                                    <p:animEffect transition="in" filter="blinds(horizontal)">
                                      <p:cBhvr>
                                        <p:cTn id="27" dur="500"/>
                                        <p:tgtEl>
                                          <p:spTgt spid="73731">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p:cNvSpPr>
            <a:spLocks noGrp="1" noChangeArrowheads="1"/>
          </p:cNvSpPr>
          <p:nvPr>
            <p:ph type="title"/>
          </p:nvPr>
        </p:nvSpPr>
        <p:spPr>
          <a:xfrm>
            <a:off x="2135188" y="333375"/>
            <a:ext cx="7632700" cy="1143000"/>
          </a:xfrm>
        </p:spPr>
        <p:txBody>
          <a:bodyPr/>
          <a:lstStyle/>
          <a:p>
            <a:pPr eaLnBrk="1" hangingPunct="1"/>
            <a:r>
              <a:rPr lang="en-US" altLang="zh-CN" dirty="0">
                <a:solidFill>
                  <a:srgbClr val="FF3300"/>
                </a:solidFill>
                <a:latin typeface="华文楷体" panose="02010600040101010101" pitchFamily="2" charset="-122"/>
                <a:ea typeface="华文楷体" panose="02010600040101010101" pitchFamily="2" charset="-122"/>
              </a:rPr>
              <a:t>2</a:t>
            </a:r>
            <a:r>
              <a:rPr lang="zh-CN" altLang="en-US" dirty="0">
                <a:solidFill>
                  <a:srgbClr val="FF3300"/>
                </a:solidFill>
                <a:latin typeface="华文楷体" panose="02010600040101010101" pitchFamily="2" charset="-122"/>
                <a:ea typeface="华文楷体" panose="02010600040101010101" pitchFamily="2" charset="-122"/>
              </a:rPr>
              <a:t> </a:t>
            </a:r>
            <a:r>
              <a:rPr lang="zh-CN" altLang="en-US" b="1" dirty="0">
                <a:solidFill>
                  <a:srgbClr val="FF3300"/>
                </a:solidFill>
                <a:latin typeface="华文楷体" panose="02010600040101010101" pitchFamily="2" charset="-122"/>
                <a:ea typeface="华文楷体" panose="02010600040101010101" pitchFamily="2" charset="-122"/>
              </a:rPr>
              <a:t>小数点：定点与浮点表示法</a:t>
            </a:r>
            <a:r>
              <a:rPr lang="zh-CN" altLang="en-US" dirty="0"/>
              <a:t> </a:t>
            </a:r>
            <a:endParaRPr lang="zh-CN" altLang="en-US" dirty="0"/>
          </a:p>
        </p:txBody>
      </p:sp>
      <p:sp>
        <p:nvSpPr>
          <p:cNvPr id="10243" name="Rectangle 3"/>
          <p:cNvSpPr>
            <a:spLocks noGrp="1" noChangeArrowheads="1"/>
          </p:cNvSpPr>
          <p:nvPr>
            <p:ph type="body" idx="1"/>
          </p:nvPr>
        </p:nvSpPr>
        <p:spPr>
          <a:xfrm>
            <a:off x="2063553" y="1340768"/>
            <a:ext cx="7885113" cy="5257800"/>
          </a:xfrm>
        </p:spPr>
        <p:txBody>
          <a:bodyPr/>
          <a:lstStyle/>
          <a:p>
            <a:pPr eaLnBrk="1" hangingPunct="1">
              <a:buFont typeface="Wingdings" panose="05000000000000000000" pitchFamily="2" charset="2"/>
              <a:buNone/>
            </a:pPr>
            <a:r>
              <a:rPr lang="zh-CN" altLang="en-US" sz="2400" b="1" dirty="0">
                <a:solidFill>
                  <a:srgbClr val="FF3300"/>
                </a:solidFill>
                <a:latin typeface="华文楷体" panose="02010600040101010101" pitchFamily="2" charset="-122"/>
                <a:ea typeface="华文楷体" panose="02010600040101010101" pitchFamily="2" charset="-122"/>
              </a:rPr>
              <a:t>定点数表示法</a:t>
            </a:r>
            <a:endParaRPr lang="zh-CN" altLang="en-US" sz="2400" b="1" dirty="0">
              <a:solidFill>
                <a:srgbClr val="FF3300"/>
              </a:solidFill>
              <a:latin typeface="华文楷体" panose="02010600040101010101" pitchFamily="2" charset="-122"/>
              <a:ea typeface="华文楷体" panose="02010600040101010101" pitchFamily="2" charset="-122"/>
            </a:endParaRPr>
          </a:p>
          <a:p>
            <a:r>
              <a:rPr lang="zh-CN" altLang="en-US" sz="2400" b="1" dirty="0">
                <a:latin typeface="华文楷体" panose="02010600040101010101" pitchFamily="2" charset="-122"/>
                <a:ea typeface="华文楷体" panose="02010600040101010101" pitchFamily="2" charset="-122"/>
              </a:rPr>
              <a:t>在计算机中</a:t>
            </a:r>
            <a:r>
              <a:rPr lang="en-US" altLang="zh-CN" sz="2400" b="1" dirty="0">
                <a:latin typeface="华文楷体" panose="02010600040101010101" pitchFamily="2" charset="-122"/>
                <a:ea typeface="华文楷体" panose="02010600040101010101" pitchFamily="2" charset="-122"/>
              </a:rPr>
              <a:t>, </a:t>
            </a:r>
            <a:r>
              <a:rPr lang="zh-CN" altLang="en-US" sz="2400" b="1" dirty="0">
                <a:latin typeface="华文楷体" panose="02010600040101010101" pitchFamily="2" charset="-122"/>
                <a:ea typeface="华文楷体" panose="02010600040101010101" pitchFamily="2" charset="-122"/>
              </a:rPr>
              <a:t>图示的小数点</a:t>
            </a:r>
            <a:r>
              <a:rPr lang="zh-CN" altLang="en-US" sz="2400" b="1" dirty="0">
                <a:latin typeface="Arial" panose="020B0604020202020204" pitchFamily="34" charset="0"/>
              </a:rPr>
              <a:t>“</a:t>
            </a:r>
            <a:r>
              <a:rPr lang="zh-CN" altLang="en-US" sz="2400" b="1" dirty="0"/>
              <a:t>．</a:t>
            </a:r>
            <a:r>
              <a:rPr lang="zh-CN" altLang="en-US" sz="2400" b="1" dirty="0">
                <a:latin typeface="Arial" panose="020B0604020202020204" pitchFamily="34" charset="0"/>
              </a:rPr>
              <a:t>”</a:t>
            </a:r>
            <a:r>
              <a:rPr lang="zh-CN" altLang="en-US" sz="2400" b="1" dirty="0">
                <a:latin typeface="华文楷体" panose="02010600040101010101" pitchFamily="2" charset="-122"/>
                <a:ea typeface="华文楷体" panose="02010600040101010101" pitchFamily="2" charset="-122"/>
              </a:rPr>
              <a:t>实际上是不表示出来的</a:t>
            </a:r>
            <a:r>
              <a:rPr lang="en-US" altLang="zh-CN" sz="2400" b="1" dirty="0">
                <a:latin typeface="华文楷体" panose="02010600040101010101" pitchFamily="2" charset="-122"/>
                <a:ea typeface="华文楷体" panose="02010600040101010101" pitchFamily="2" charset="-122"/>
              </a:rPr>
              <a:t>, </a:t>
            </a:r>
            <a:r>
              <a:rPr lang="zh-CN" altLang="en-US" sz="2400" b="1" dirty="0">
                <a:latin typeface="华文楷体" panose="02010600040101010101" pitchFamily="2" charset="-122"/>
                <a:ea typeface="华文楷体" panose="02010600040101010101" pitchFamily="2" charset="-122"/>
              </a:rPr>
              <a:t>是事先约定好固定在那里的。对一台计算机来说</a:t>
            </a:r>
            <a:r>
              <a:rPr lang="en-US" altLang="zh-CN" sz="2400" b="1" dirty="0">
                <a:latin typeface="华文楷体" panose="02010600040101010101" pitchFamily="2" charset="-122"/>
                <a:ea typeface="华文楷体" panose="02010600040101010101" pitchFamily="2" charset="-122"/>
              </a:rPr>
              <a:t>, </a:t>
            </a:r>
            <a:r>
              <a:rPr lang="zh-CN" altLang="en-US" sz="2400" b="1" dirty="0">
                <a:latin typeface="华文楷体" panose="02010600040101010101" pitchFamily="2" charset="-122"/>
                <a:ea typeface="华文楷体" panose="02010600040101010101" pitchFamily="2" charset="-122"/>
              </a:rPr>
              <a:t>一旦确定了一种小数点的位置</a:t>
            </a:r>
            <a:r>
              <a:rPr lang="en-US" altLang="zh-CN" sz="2400" b="1" dirty="0">
                <a:latin typeface="华文楷体" panose="02010600040101010101" pitchFamily="2" charset="-122"/>
                <a:ea typeface="华文楷体" panose="02010600040101010101" pitchFamily="2" charset="-122"/>
              </a:rPr>
              <a:t>, </a:t>
            </a:r>
            <a:r>
              <a:rPr lang="zh-CN" altLang="en-US" sz="2400" b="1" dirty="0">
                <a:latin typeface="华文楷体" panose="02010600040101010101" pitchFamily="2" charset="-122"/>
                <a:ea typeface="华文楷体" panose="02010600040101010101" pitchFamily="2" charset="-122"/>
              </a:rPr>
              <a:t>整个系统就不再改变。</a:t>
            </a:r>
            <a:endParaRPr lang="zh-CN" altLang="en-US" sz="2400" b="1" dirty="0">
              <a:latin typeface="华文楷体" panose="02010600040101010101" pitchFamily="2" charset="-122"/>
              <a:ea typeface="华文楷体" panose="02010600040101010101" pitchFamily="2" charset="-122"/>
            </a:endParaRPr>
          </a:p>
          <a:p>
            <a:pPr eaLnBrk="1" hangingPunct="1"/>
            <a:r>
              <a:rPr lang="zh-CN" altLang="en-US" sz="2400" b="1" dirty="0">
                <a:latin typeface="华文楷体" panose="02010600040101010101" pitchFamily="2" charset="-122"/>
                <a:ea typeface="华文楷体" panose="02010600040101010101" pitchFamily="2" charset="-122"/>
              </a:rPr>
              <a:t>计算机中采用的定点数表示法通常把小数点固定在数值部分的最高位之前</a:t>
            </a:r>
            <a:r>
              <a:rPr lang="en-US" altLang="zh-CN" sz="2400" b="1" dirty="0">
                <a:latin typeface="华文楷体" panose="02010600040101010101" pitchFamily="2" charset="-122"/>
                <a:ea typeface="华文楷体" panose="02010600040101010101" pitchFamily="2" charset="-122"/>
              </a:rPr>
              <a:t>, </a:t>
            </a:r>
            <a:r>
              <a:rPr lang="zh-CN" altLang="en-US" sz="2400" b="1" dirty="0">
                <a:latin typeface="华文楷体" panose="02010600040101010101" pitchFamily="2" charset="-122"/>
                <a:ea typeface="华文楷体" panose="02010600040101010101" pitchFamily="2" charset="-122"/>
              </a:rPr>
              <a:t>或把小数点固定在数值部分的最后。前者用来表示纯小数</a:t>
            </a:r>
            <a:r>
              <a:rPr lang="en-US" altLang="zh-CN" sz="2400" b="1" dirty="0">
                <a:latin typeface="华文楷体" panose="02010600040101010101" pitchFamily="2" charset="-122"/>
                <a:ea typeface="华文楷体" panose="02010600040101010101" pitchFamily="2" charset="-122"/>
              </a:rPr>
              <a:t>, </a:t>
            </a:r>
            <a:r>
              <a:rPr lang="zh-CN" altLang="en-US" sz="2400" b="1" dirty="0">
                <a:latin typeface="华文楷体" panose="02010600040101010101" pitchFamily="2" charset="-122"/>
                <a:ea typeface="华文楷体" panose="02010600040101010101" pitchFamily="2" charset="-122"/>
              </a:rPr>
              <a:t>后者用于表示整数。</a:t>
            </a:r>
            <a:endParaRPr lang="zh-CN" altLang="en-US" sz="2400" b="1" dirty="0">
              <a:latin typeface="华文楷体" panose="02010600040101010101" pitchFamily="2" charset="-122"/>
              <a:ea typeface="华文楷体" panose="02010600040101010101" pitchFamily="2" charset="-122"/>
            </a:endParaRPr>
          </a:p>
          <a:p>
            <a:pPr eaLnBrk="1" hangingPunct="1"/>
            <a:r>
              <a:rPr lang="zh-CN" altLang="en-US" sz="2400" b="1" dirty="0">
                <a:latin typeface="华文楷体" panose="02010600040101010101" pitchFamily="2" charset="-122"/>
                <a:ea typeface="华文楷体" panose="02010600040101010101" pitchFamily="2" charset="-122"/>
              </a:rPr>
              <a:t>只能处理定点数的计算机称为</a:t>
            </a:r>
            <a:r>
              <a:rPr lang="zh-CN" altLang="en-US" sz="2400" b="1" dirty="0">
                <a:solidFill>
                  <a:srgbClr val="FF3300"/>
                </a:solidFill>
                <a:latin typeface="华文楷体" panose="02010600040101010101" pitchFamily="2" charset="-122"/>
                <a:ea typeface="华文楷体" panose="02010600040101010101" pitchFamily="2" charset="-122"/>
              </a:rPr>
              <a:t>定点计算机</a:t>
            </a:r>
            <a:r>
              <a:rPr lang="zh-CN" altLang="en-US" sz="2400" b="1" dirty="0">
                <a:latin typeface="华文楷体" panose="02010600040101010101" pitchFamily="2" charset="-122"/>
                <a:ea typeface="华文楷体" panose="02010600040101010101" pitchFamily="2" charset="-122"/>
              </a:rPr>
              <a:t>。在这种计算机中机器指令访问的所有操作数都是</a:t>
            </a:r>
            <a:r>
              <a:rPr lang="zh-CN" altLang="en-US" sz="2400" b="1" dirty="0">
                <a:solidFill>
                  <a:srgbClr val="FF3300"/>
                </a:solidFill>
                <a:latin typeface="华文楷体" panose="02010600040101010101" pitchFamily="2" charset="-122"/>
                <a:ea typeface="华文楷体" panose="02010600040101010101" pitchFamily="2" charset="-122"/>
              </a:rPr>
              <a:t>定点数</a:t>
            </a:r>
            <a:r>
              <a:rPr lang="zh-CN" altLang="en-US" sz="2400" b="1" dirty="0">
                <a:latin typeface="华文楷体" panose="02010600040101010101" pitchFamily="2" charset="-122"/>
                <a:ea typeface="华文楷体" panose="02010600040101010101" pitchFamily="2" charset="-122"/>
              </a:rPr>
              <a:t>。 </a:t>
            </a:r>
            <a:endParaRPr lang="zh-CN" altLang="en-US" sz="2400" b="1" dirty="0">
              <a:latin typeface="华文楷体" panose="02010600040101010101" pitchFamily="2" charset="-122"/>
              <a:ea typeface="华文楷体" panose="02010600040101010101" pitchFamily="2" charset="-122"/>
            </a:endParaRPr>
          </a:p>
        </p:txBody>
      </p:sp>
      <p:grpSp>
        <p:nvGrpSpPr>
          <p:cNvPr id="2" name="Group 4"/>
          <p:cNvGrpSpPr>
            <a:grpSpLocks noChangeAspect="1"/>
          </p:cNvGrpSpPr>
          <p:nvPr/>
        </p:nvGrpSpPr>
        <p:grpSpPr bwMode="auto">
          <a:xfrm>
            <a:off x="2279576" y="5013177"/>
            <a:ext cx="5257800" cy="1270975"/>
            <a:chOff x="2333" y="10410"/>
            <a:chExt cx="8280" cy="2001"/>
          </a:xfrm>
        </p:grpSpPr>
        <p:sp>
          <p:nvSpPr>
            <p:cNvPr id="10246" name="AutoShape 5"/>
            <p:cNvSpPr>
              <a:spLocks noChangeAspect="1" noChangeArrowheads="1"/>
            </p:cNvSpPr>
            <p:nvPr/>
          </p:nvSpPr>
          <p:spPr bwMode="auto">
            <a:xfrm>
              <a:off x="2333" y="10539"/>
              <a:ext cx="8280" cy="1872"/>
            </a:xfrm>
            <a:prstGeom prst="rect">
              <a:avLst/>
            </a:prstGeom>
            <a:noFill/>
            <a:ln w="9525">
              <a:noFill/>
              <a:miter lim="800000"/>
            </a:ln>
          </p:spPr>
          <p:txBody>
            <a:bodyPr/>
            <a:lstStyle/>
            <a:p>
              <a:endParaRPr lang="zh-CN" altLang="en-US"/>
            </a:p>
          </p:txBody>
        </p:sp>
        <p:sp>
          <p:nvSpPr>
            <p:cNvPr id="10247" name="Rectangle 6"/>
            <p:cNvSpPr>
              <a:spLocks noChangeArrowheads="1"/>
            </p:cNvSpPr>
            <p:nvPr/>
          </p:nvSpPr>
          <p:spPr bwMode="auto">
            <a:xfrm>
              <a:off x="2761" y="10877"/>
              <a:ext cx="719" cy="469"/>
            </a:xfrm>
            <a:prstGeom prst="rect">
              <a:avLst/>
            </a:prstGeom>
            <a:solidFill>
              <a:srgbClr val="FFFFFF"/>
            </a:solidFill>
            <a:ln w="9525">
              <a:solidFill>
                <a:srgbClr val="000000"/>
              </a:solidFill>
              <a:miter lim="800000"/>
            </a:ln>
          </p:spPr>
          <p:txBody>
            <a:bodyPr/>
            <a:lstStyle/>
            <a:p>
              <a:pPr algn="just"/>
              <a:r>
                <a:rPr lang="zh-CN" altLang="en-US" sz="1000">
                  <a:latin typeface="Times New Roman" panose="02020603050405020304" pitchFamily="18" charset="0"/>
                </a:rPr>
                <a:t>符号</a:t>
              </a:r>
              <a:endParaRPr lang="zh-CN" altLang="en-US" sz="1000">
                <a:latin typeface="Arial" panose="020B0604020202020204" pitchFamily="34" charset="0"/>
              </a:endParaRPr>
            </a:p>
          </p:txBody>
        </p:sp>
        <p:sp>
          <p:nvSpPr>
            <p:cNvPr id="10248" name="Rectangle 7"/>
            <p:cNvSpPr>
              <a:spLocks noChangeArrowheads="1"/>
            </p:cNvSpPr>
            <p:nvPr/>
          </p:nvSpPr>
          <p:spPr bwMode="auto">
            <a:xfrm>
              <a:off x="3480" y="10877"/>
              <a:ext cx="1800" cy="469"/>
            </a:xfrm>
            <a:prstGeom prst="rect">
              <a:avLst/>
            </a:prstGeom>
            <a:solidFill>
              <a:srgbClr val="FFFFFF"/>
            </a:solidFill>
            <a:ln w="9525">
              <a:solidFill>
                <a:srgbClr val="000000"/>
              </a:solidFill>
              <a:miter lim="800000"/>
            </a:ln>
          </p:spPr>
          <p:txBody>
            <a:bodyPr/>
            <a:lstStyle/>
            <a:p>
              <a:pPr algn="ctr"/>
              <a:r>
                <a:rPr lang="zh-CN" altLang="en-US" sz="1200" dirty="0">
                  <a:latin typeface="Times New Roman" panose="02020603050405020304" pitchFamily="18" charset="0"/>
                </a:rPr>
                <a:t>数值部分</a:t>
              </a:r>
              <a:endParaRPr lang="zh-CN" altLang="en-US" sz="1200" dirty="0">
                <a:latin typeface="Arial" panose="020B0604020202020204" pitchFamily="34" charset="0"/>
              </a:endParaRPr>
            </a:p>
          </p:txBody>
        </p:sp>
        <p:sp>
          <p:nvSpPr>
            <p:cNvPr id="10249" name="Rectangle 8"/>
            <p:cNvSpPr>
              <a:spLocks noChangeArrowheads="1"/>
            </p:cNvSpPr>
            <p:nvPr/>
          </p:nvSpPr>
          <p:spPr bwMode="auto">
            <a:xfrm>
              <a:off x="6901" y="10878"/>
              <a:ext cx="719" cy="469"/>
            </a:xfrm>
            <a:prstGeom prst="rect">
              <a:avLst/>
            </a:prstGeom>
            <a:solidFill>
              <a:srgbClr val="FFFFFF"/>
            </a:solidFill>
            <a:ln w="9525">
              <a:solidFill>
                <a:srgbClr val="000000"/>
              </a:solidFill>
              <a:miter lim="800000"/>
            </a:ln>
          </p:spPr>
          <p:txBody>
            <a:bodyPr/>
            <a:lstStyle/>
            <a:p>
              <a:pPr algn="just"/>
              <a:r>
                <a:rPr lang="zh-CN" altLang="en-US" sz="1000">
                  <a:latin typeface="Times New Roman" panose="02020603050405020304" pitchFamily="18" charset="0"/>
                </a:rPr>
                <a:t>符号</a:t>
              </a:r>
              <a:endParaRPr lang="zh-CN" altLang="en-US" sz="1000">
                <a:latin typeface="Arial" panose="020B0604020202020204" pitchFamily="34" charset="0"/>
              </a:endParaRPr>
            </a:p>
          </p:txBody>
        </p:sp>
        <p:sp>
          <p:nvSpPr>
            <p:cNvPr id="10250" name="Rectangle 9"/>
            <p:cNvSpPr>
              <a:spLocks noChangeArrowheads="1"/>
            </p:cNvSpPr>
            <p:nvPr/>
          </p:nvSpPr>
          <p:spPr bwMode="auto">
            <a:xfrm>
              <a:off x="7620" y="10878"/>
              <a:ext cx="1800" cy="469"/>
            </a:xfrm>
            <a:prstGeom prst="rect">
              <a:avLst/>
            </a:prstGeom>
            <a:solidFill>
              <a:srgbClr val="FFFFFF"/>
            </a:solidFill>
            <a:ln w="9525">
              <a:solidFill>
                <a:srgbClr val="000000"/>
              </a:solidFill>
              <a:miter lim="800000"/>
            </a:ln>
          </p:spPr>
          <p:txBody>
            <a:bodyPr/>
            <a:lstStyle/>
            <a:p>
              <a:pPr algn="ctr"/>
              <a:r>
                <a:rPr lang="zh-CN" altLang="en-US" sz="1200">
                  <a:latin typeface="Times New Roman" panose="02020603050405020304" pitchFamily="18" charset="0"/>
                </a:rPr>
                <a:t>数值部分</a:t>
              </a:r>
              <a:endParaRPr lang="zh-CN" altLang="en-US" sz="1200">
                <a:latin typeface="Arial" panose="020B0604020202020204" pitchFamily="34" charset="0"/>
              </a:endParaRPr>
            </a:p>
          </p:txBody>
        </p:sp>
        <p:sp>
          <p:nvSpPr>
            <p:cNvPr id="10251" name="Rectangle 10"/>
            <p:cNvSpPr>
              <a:spLocks noChangeArrowheads="1"/>
            </p:cNvSpPr>
            <p:nvPr/>
          </p:nvSpPr>
          <p:spPr bwMode="auto">
            <a:xfrm>
              <a:off x="2580" y="10410"/>
              <a:ext cx="2160" cy="468"/>
            </a:xfrm>
            <a:prstGeom prst="rect">
              <a:avLst/>
            </a:prstGeom>
            <a:noFill/>
            <a:ln w="9525">
              <a:noFill/>
              <a:miter lim="800000"/>
            </a:ln>
          </p:spPr>
          <p:txBody>
            <a:bodyPr/>
            <a:lstStyle/>
            <a:p>
              <a:pPr algn="just"/>
              <a:r>
                <a:rPr lang="zh-CN" altLang="en-US" sz="1400">
                  <a:latin typeface="Times New Roman" panose="02020603050405020304" pitchFamily="18" charset="0"/>
                </a:rPr>
                <a:t>纯小数表示法</a:t>
              </a:r>
              <a:endParaRPr lang="zh-CN" altLang="en-US" sz="1400">
                <a:latin typeface="Arial" panose="020B0604020202020204" pitchFamily="34" charset="0"/>
              </a:endParaRPr>
            </a:p>
          </p:txBody>
        </p:sp>
        <p:sp>
          <p:nvSpPr>
            <p:cNvPr id="10252" name="Line 11"/>
            <p:cNvSpPr>
              <a:spLocks noChangeShapeType="1"/>
            </p:cNvSpPr>
            <p:nvPr/>
          </p:nvSpPr>
          <p:spPr bwMode="auto">
            <a:xfrm flipV="1">
              <a:off x="3660" y="11190"/>
              <a:ext cx="1" cy="312"/>
            </a:xfrm>
            <a:prstGeom prst="line">
              <a:avLst/>
            </a:prstGeom>
            <a:noFill/>
            <a:ln w="9525">
              <a:solidFill>
                <a:srgbClr val="000000"/>
              </a:solidFill>
              <a:round/>
              <a:tailEnd type="triangle" w="med" len="med"/>
            </a:ln>
          </p:spPr>
          <p:txBody>
            <a:bodyPr/>
            <a:lstStyle/>
            <a:p>
              <a:endParaRPr lang="zh-CN" altLang="en-US"/>
            </a:p>
          </p:txBody>
        </p:sp>
        <p:sp>
          <p:nvSpPr>
            <p:cNvPr id="10253" name="Rectangle 12"/>
            <p:cNvSpPr>
              <a:spLocks noChangeArrowheads="1"/>
            </p:cNvSpPr>
            <p:nvPr/>
          </p:nvSpPr>
          <p:spPr bwMode="auto">
            <a:xfrm>
              <a:off x="3300" y="11502"/>
              <a:ext cx="1080" cy="468"/>
            </a:xfrm>
            <a:prstGeom prst="rect">
              <a:avLst/>
            </a:prstGeom>
            <a:noFill/>
            <a:ln w="9525">
              <a:noFill/>
              <a:miter lim="800000"/>
            </a:ln>
          </p:spPr>
          <p:txBody>
            <a:bodyPr/>
            <a:lstStyle/>
            <a:p>
              <a:pPr algn="just"/>
              <a:r>
                <a:rPr lang="zh-CN" altLang="en-US" sz="1200">
                  <a:latin typeface="Times New Roman" panose="02020603050405020304" pitchFamily="18" charset="0"/>
                </a:rPr>
                <a:t>小数点</a:t>
              </a:r>
              <a:endParaRPr lang="zh-CN" altLang="en-US" sz="1200">
                <a:latin typeface="Arial" panose="020B0604020202020204" pitchFamily="34" charset="0"/>
              </a:endParaRPr>
            </a:p>
          </p:txBody>
        </p:sp>
        <p:sp>
          <p:nvSpPr>
            <p:cNvPr id="10254" name="Rectangle 13"/>
            <p:cNvSpPr>
              <a:spLocks noChangeArrowheads="1"/>
            </p:cNvSpPr>
            <p:nvPr/>
          </p:nvSpPr>
          <p:spPr bwMode="auto">
            <a:xfrm>
              <a:off x="6720" y="10410"/>
              <a:ext cx="1800" cy="468"/>
            </a:xfrm>
            <a:prstGeom prst="rect">
              <a:avLst/>
            </a:prstGeom>
            <a:noFill/>
            <a:ln w="9525">
              <a:noFill/>
              <a:miter lim="800000"/>
            </a:ln>
          </p:spPr>
          <p:txBody>
            <a:bodyPr/>
            <a:lstStyle/>
            <a:p>
              <a:pPr algn="just"/>
              <a:r>
                <a:rPr lang="zh-CN" altLang="en-US" sz="1400">
                  <a:latin typeface="Times New Roman" panose="02020603050405020304" pitchFamily="18" charset="0"/>
                </a:rPr>
                <a:t>整数表示法</a:t>
              </a:r>
              <a:endParaRPr lang="zh-CN" altLang="en-US" sz="1400">
                <a:latin typeface="Arial" panose="020B0604020202020204" pitchFamily="34" charset="0"/>
              </a:endParaRPr>
            </a:p>
          </p:txBody>
        </p:sp>
        <p:sp>
          <p:nvSpPr>
            <p:cNvPr id="10255" name="Line 14"/>
            <p:cNvSpPr>
              <a:spLocks noChangeShapeType="1"/>
            </p:cNvSpPr>
            <p:nvPr/>
          </p:nvSpPr>
          <p:spPr bwMode="auto">
            <a:xfrm flipV="1">
              <a:off x="9240" y="11190"/>
              <a:ext cx="0" cy="312"/>
            </a:xfrm>
            <a:prstGeom prst="line">
              <a:avLst/>
            </a:prstGeom>
            <a:noFill/>
            <a:ln w="9525">
              <a:solidFill>
                <a:srgbClr val="000000"/>
              </a:solidFill>
              <a:round/>
              <a:tailEnd type="triangle" w="med" len="med"/>
            </a:ln>
          </p:spPr>
          <p:txBody>
            <a:bodyPr/>
            <a:lstStyle/>
            <a:p>
              <a:endParaRPr lang="zh-CN" altLang="en-US"/>
            </a:p>
          </p:txBody>
        </p:sp>
        <p:sp>
          <p:nvSpPr>
            <p:cNvPr id="10256" name="Rectangle 15"/>
            <p:cNvSpPr>
              <a:spLocks noChangeArrowheads="1"/>
            </p:cNvSpPr>
            <p:nvPr/>
          </p:nvSpPr>
          <p:spPr bwMode="auto">
            <a:xfrm>
              <a:off x="8880" y="11502"/>
              <a:ext cx="1080" cy="468"/>
            </a:xfrm>
            <a:prstGeom prst="rect">
              <a:avLst/>
            </a:prstGeom>
            <a:noFill/>
            <a:ln w="9525">
              <a:noFill/>
              <a:miter lim="800000"/>
            </a:ln>
          </p:spPr>
          <p:txBody>
            <a:bodyPr/>
            <a:lstStyle/>
            <a:p>
              <a:pPr algn="just"/>
              <a:r>
                <a:rPr lang="zh-CN" altLang="en-US" sz="1200">
                  <a:latin typeface="Times New Roman" panose="02020603050405020304" pitchFamily="18" charset="0"/>
                </a:rPr>
                <a:t>小数点</a:t>
              </a:r>
              <a:endParaRPr lang="zh-CN" altLang="en-US" sz="1200">
                <a:latin typeface="Arial" panose="020B0604020202020204" pitchFamily="34" charset="0"/>
              </a:endParaRPr>
            </a:p>
          </p:txBody>
        </p:sp>
        <p:sp>
          <p:nvSpPr>
            <p:cNvPr id="10257" name="Rectangle 16"/>
            <p:cNvSpPr>
              <a:spLocks noChangeArrowheads="1"/>
            </p:cNvSpPr>
            <p:nvPr/>
          </p:nvSpPr>
          <p:spPr bwMode="auto">
            <a:xfrm>
              <a:off x="4560" y="11658"/>
              <a:ext cx="3600" cy="468"/>
            </a:xfrm>
            <a:prstGeom prst="rect">
              <a:avLst/>
            </a:prstGeom>
            <a:noFill/>
            <a:ln w="9525">
              <a:noFill/>
              <a:miter lim="800000"/>
            </a:ln>
          </p:spPr>
          <p:txBody>
            <a:bodyPr/>
            <a:lstStyle/>
            <a:p>
              <a:pPr algn="ctr"/>
              <a:r>
                <a:rPr lang="zh-CN" altLang="en-US" sz="1400" b="1">
                  <a:latin typeface="华文楷体" panose="02010600040101010101" pitchFamily="2" charset="-122"/>
                  <a:ea typeface="华文楷体" panose="02010600040101010101" pitchFamily="2" charset="-122"/>
                </a:rPr>
                <a:t>定点数表示法</a:t>
              </a:r>
              <a:endParaRPr lang="zh-CN" altLang="en-US" sz="1400" b="1">
                <a:latin typeface="华文楷体" panose="02010600040101010101" pitchFamily="2" charset="-122"/>
                <a:ea typeface="华文楷体" panose="02010600040101010101" pitchFamily="2" charset="-122"/>
              </a:endParaRPr>
            </a:p>
          </p:txBody>
        </p:sp>
      </p:grpSp>
      <p:sp>
        <p:nvSpPr>
          <p:cNvPr id="10245" name="Rectangle 17"/>
          <p:cNvSpPr>
            <a:spLocks noChangeArrowheads="1"/>
          </p:cNvSpPr>
          <p:nvPr/>
        </p:nvSpPr>
        <p:spPr bwMode="auto">
          <a:xfrm>
            <a:off x="7320136" y="4941169"/>
            <a:ext cx="3168352" cy="1368425"/>
          </a:xfrm>
          <a:prstGeom prst="rect">
            <a:avLst/>
          </a:prstGeom>
          <a:noFill/>
          <a:ln w="9525">
            <a:noFill/>
            <a:miter lim="800000"/>
          </a:ln>
        </p:spPr>
        <p:txBody>
          <a:bodyPr wrap="none" anchor="ctr"/>
          <a:lstStyle/>
          <a:p>
            <a:pPr algn="l"/>
            <a:r>
              <a:rPr lang="zh-CN" altLang="en-US" sz="2400" b="1" dirty="0">
                <a:latin typeface="Arial" panose="020B0604020202020204" pitchFamily="34" charset="0"/>
                <a:ea typeface="华文楷体" panose="02010600040101010101" pitchFamily="2" charset="-122"/>
              </a:rPr>
              <a:t>定点数要选择合适的</a:t>
            </a:r>
            <a:r>
              <a:rPr lang="zh-CN" altLang="en-US" sz="2400" b="1" dirty="0">
                <a:solidFill>
                  <a:srgbClr val="FF3300"/>
                </a:solidFill>
                <a:latin typeface="Arial" panose="020B0604020202020204" pitchFamily="34" charset="0"/>
                <a:ea typeface="华文楷体" panose="02010600040101010101" pitchFamily="2" charset="-122"/>
              </a:rPr>
              <a:t>比例因子</a:t>
            </a:r>
            <a:r>
              <a:rPr lang="en-US" altLang="zh-CN" sz="2400" b="1" dirty="0">
                <a:latin typeface="Arial" panose="020B0604020202020204" pitchFamily="34" charset="0"/>
                <a:ea typeface="华文楷体" panose="02010600040101010101" pitchFamily="2" charset="-122"/>
              </a:rPr>
              <a:t>,</a:t>
            </a:r>
            <a:r>
              <a:rPr lang="en-US" altLang="zh-CN" sz="2400" dirty="0">
                <a:latin typeface="Arial" panose="020B0604020202020204" pitchFamily="34" charset="0"/>
              </a:rPr>
              <a:t> </a:t>
            </a:r>
            <a:endParaRPr lang="en-US" altLang="zh-CN" sz="2400" dirty="0">
              <a:latin typeface="Arial" panose="020B0604020202020204" pitchFamily="34" charset="0"/>
            </a:endParaRPr>
          </a:p>
          <a:p>
            <a:pPr algn="l"/>
            <a:r>
              <a:rPr lang="zh-CN" altLang="en-US" sz="2400" b="1" dirty="0">
                <a:latin typeface="Arial" panose="020B0604020202020204" pitchFamily="34" charset="0"/>
                <a:ea typeface="华文楷体" panose="02010600040101010101" pitchFamily="2" charset="-122"/>
              </a:rPr>
              <a:t>确保初始数据、中间结果和最后</a:t>
            </a:r>
            <a:endParaRPr lang="zh-CN" altLang="en-US" sz="2400" b="1" dirty="0">
              <a:latin typeface="Arial" panose="020B0604020202020204" pitchFamily="34" charset="0"/>
              <a:ea typeface="华文楷体" panose="02010600040101010101" pitchFamily="2" charset="-122"/>
            </a:endParaRPr>
          </a:p>
          <a:p>
            <a:pPr algn="l"/>
            <a:r>
              <a:rPr lang="zh-CN" altLang="en-US" sz="2400" b="1" dirty="0">
                <a:latin typeface="Arial" panose="020B0604020202020204" pitchFamily="34" charset="0"/>
                <a:ea typeface="华文楷体" panose="02010600040101010101" pitchFamily="2" charset="-122"/>
              </a:rPr>
              <a:t>结果都在定点数的表示范围之内，</a:t>
            </a:r>
            <a:endParaRPr lang="zh-CN" altLang="en-US" sz="2400" b="1" dirty="0">
              <a:latin typeface="Arial" panose="020B0604020202020204" pitchFamily="34" charset="0"/>
              <a:ea typeface="华文楷体" panose="02010600040101010101" pitchFamily="2" charset="-122"/>
            </a:endParaRPr>
          </a:p>
          <a:p>
            <a:pPr algn="l"/>
            <a:r>
              <a:rPr lang="zh-CN" altLang="en-US" sz="2400" b="1" dirty="0">
                <a:latin typeface="Arial" panose="020B0604020202020204" pitchFamily="34" charset="0"/>
                <a:ea typeface="华文楷体" panose="02010600040101010101" pitchFamily="2" charset="-122"/>
              </a:rPr>
              <a:t>否则就会产生</a:t>
            </a:r>
            <a:r>
              <a:rPr lang="zh-CN" altLang="en-US" sz="2400" b="1" dirty="0">
                <a:solidFill>
                  <a:srgbClr val="FF3300"/>
                </a:solidFill>
                <a:latin typeface="华文楷体" panose="02010600040101010101" pitchFamily="2" charset="-122"/>
                <a:ea typeface="华文楷体" panose="02010600040101010101" pitchFamily="2" charset="-122"/>
              </a:rPr>
              <a:t>“</a:t>
            </a:r>
            <a:r>
              <a:rPr lang="zh-CN" altLang="en-US" sz="2400" b="1" dirty="0">
                <a:solidFill>
                  <a:srgbClr val="FF3300"/>
                </a:solidFill>
                <a:latin typeface="Arial" panose="020B0604020202020204" pitchFamily="34" charset="0"/>
                <a:ea typeface="华文楷体" panose="02010600040101010101" pitchFamily="2" charset="-122"/>
              </a:rPr>
              <a:t>溢出</a:t>
            </a:r>
            <a:r>
              <a:rPr lang="zh-CN" altLang="en-US" sz="2400" b="1" dirty="0">
                <a:solidFill>
                  <a:srgbClr val="FF3300"/>
                </a:solidFill>
                <a:latin typeface="华文楷体" panose="02010600040101010101" pitchFamily="2" charset="-122"/>
                <a:ea typeface="华文楷体" panose="02010600040101010101" pitchFamily="2" charset="-122"/>
              </a:rPr>
              <a:t>”</a:t>
            </a:r>
            <a:r>
              <a:rPr lang="zh-CN" altLang="en-US" sz="2400" b="1" dirty="0">
                <a:latin typeface="Arial" panose="020B0604020202020204" pitchFamily="34" charset="0"/>
                <a:ea typeface="华文楷体" panose="02010600040101010101" pitchFamily="2" charset="-122"/>
              </a:rPr>
              <a:t>。</a:t>
            </a:r>
            <a:endParaRPr lang="zh-CN" altLang="en-US" sz="2400" b="1" dirty="0">
              <a:latin typeface="Arial" panose="020B0604020202020204" pitchFamily="34" charset="0"/>
              <a:ea typeface="华文楷体" panose="02010600040101010101" pitchFamily="2" charset="-122"/>
            </a:endParaRPr>
          </a:p>
        </p:txBody>
      </p:sp>
      <p:sp>
        <p:nvSpPr>
          <p:cNvPr id="3" name="灯片编号占位符 2"/>
          <p:cNvSpPr>
            <a:spLocks noGrp="1"/>
          </p:cNvSpPr>
          <p:nvPr>
            <p:ph type="sldNum" sz="quarter" idx="12"/>
          </p:nvPr>
        </p:nvSpPr>
        <p:spPr/>
        <p:txBody>
          <a:bodyPr/>
          <a:lstStyle/>
          <a:p>
            <a:pPr>
              <a:defRPr/>
            </a:pPr>
            <a:fld id="{7C93F2F6-B200-4836-9340-136DE7987878}" type="slidenum">
              <a:rPr lang="en-US" smtClean="0"/>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2"/>
          <p:cNvSpPr>
            <a:spLocks noGrp="1" noChangeArrowheads="1"/>
          </p:cNvSpPr>
          <p:nvPr>
            <p:ph type="title"/>
          </p:nvPr>
        </p:nvSpPr>
        <p:spPr/>
        <p:txBody>
          <a:bodyPr/>
          <a:lstStyle/>
          <a:p>
            <a:pPr eaLnBrk="1" hangingPunct="1"/>
            <a:r>
              <a:rPr lang="en-US" altLang="zh-CN" dirty="0">
                <a:solidFill>
                  <a:srgbClr val="FF3300"/>
                </a:solidFill>
                <a:latin typeface="华文楷体" panose="02010600040101010101" pitchFamily="2" charset="-122"/>
                <a:ea typeface="华文楷体" panose="02010600040101010101" pitchFamily="2" charset="-122"/>
              </a:rPr>
              <a:t>2</a:t>
            </a:r>
            <a:r>
              <a:rPr lang="en-US" altLang="zh-CN" b="1" dirty="0">
                <a:solidFill>
                  <a:srgbClr val="FF3300"/>
                </a:solidFill>
                <a:latin typeface="华文楷体" panose="02010600040101010101" pitchFamily="2" charset="-122"/>
                <a:ea typeface="华文楷体" panose="02010600040101010101" pitchFamily="2" charset="-122"/>
              </a:rPr>
              <a:t>.1</a:t>
            </a:r>
            <a:r>
              <a:rPr lang="zh-CN" altLang="en-US" b="1" dirty="0">
                <a:solidFill>
                  <a:srgbClr val="FF3300"/>
                </a:solidFill>
                <a:latin typeface="华文楷体" panose="02010600040101010101" pitchFamily="2" charset="-122"/>
                <a:ea typeface="华文楷体" panose="02010600040101010101" pitchFamily="2" charset="-122"/>
              </a:rPr>
              <a:t> 定点纯小数</a:t>
            </a:r>
            <a:endParaRPr lang="zh-CN" altLang="en-US" b="1" dirty="0">
              <a:solidFill>
                <a:srgbClr val="FF3300"/>
              </a:solidFill>
              <a:latin typeface="华文楷体" panose="02010600040101010101" pitchFamily="2" charset="-122"/>
              <a:ea typeface="华文楷体" panose="02010600040101010101" pitchFamily="2" charset="-122"/>
            </a:endParaRPr>
          </a:p>
        </p:txBody>
      </p:sp>
      <p:pic>
        <p:nvPicPr>
          <p:cNvPr id="11267" name="Picture 4"/>
          <p:cNvPicPr>
            <a:picLocks noChangeAspect="1" noChangeArrowheads="1"/>
          </p:cNvPicPr>
          <p:nvPr/>
        </p:nvPicPr>
        <p:blipFill>
          <a:blip r:embed="rId1" cstate="print"/>
          <a:srcRect/>
          <a:stretch>
            <a:fillRect/>
          </a:stretch>
        </p:blipFill>
        <p:spPr bwMode="auto">
          <a:xfrm>
            <a:off x="2351088" y="1916114"/>
            <a:ext cx="7200900" cy="3825875"/>
          </a:xfrm>
          <a:prstGeom prst="rect">
            <a:avLst/>
          </a:prstGeom>
          <a:noFill/>
          <a:ln w="9525">
            <a:noFill/>
            <a:miter lim="800000"/>
            <a:headEnd/>
            <a:tailEnd/>
          </a:ln>
        </p:spPr>
      </p:pic>
      <p:sp>
        <p:nvSpPr>
          <p:cNvPr id="2" name="灯片编号占位符 1"/>
          <p:cNvSpPr>
            <a:spLocks noGrp="1"/>
          </p:cNvSpPr>
          <p:nvPr>
            <p:ph type="sldNum" sz="quarter" idx="12"/>
          </p:nvPr>
        </p:nvSpPr>
        <p:spPr/>
        <p:txBody>
          <a:bodyPr/>
          <a:lstStyle/>
          <a:p>
            <a:pPr>
              <a:defRPr/>
            </a:pPr>
            <a:fld id="{7C93F2F6-B200-4836-9340-136DE7987878}" type="slidenum">
              <a:rPr lang="en-US" smtClean="0"/>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2"/>
          <p:cNvSpPr>
            <a:spLocks noGrp="1" noChangeArrowheads="1"/>
          </p:cNvSpPr>
          <p:nvPr>
            <p:ph type="title"/>
          </p:nvPr>
        </p:nvSpPr>
        <p:spPr/>
        <p:txBody>
          <a:bodyPr/>
          <a:lstStyle/>
          <a:p>
            <a:pPr eaLnBrk="1" hangingPunct="1"/>
            <a:r>
              <a:rPr lang="en-US" altLang="zh-CN" b="1" dirty="0">
                <a:solidFill>
                  <a:srgbClr val="FF3300"/>
                </a:solidFill>
                <a:latin typeface="华文楷体" panose="02010600040101010101" pitchFamily="2" charset="-122"/>
                <a:ea typeface="华文楷体" panose="02010600040101010101" pitchFamily="2" charset="-122"/>
              </a:rPr>
              <a:t>2</a:t>
            </a:r>
            <a:r>
              <a:rPr lang="en-US" altLang="zh-CN" dirty="0">
                <a:solidFill>
                  <a:srgbClr val="FF3300"/>
                </a:solidFill>
                <a:latin typeface="华文楷体" panose="02010600040101010101" pitchFamily="2" charset="-122"/>
                <a:ea typeface="华文楷体" panose="02010600040101010101" pitchFamily="2" charset="-122"/>
              </a:rPr>
              <a:t>.2</a:t>
            </a:r>
            <a:r>
              <a:rPr lang="zh-CN" altLang="en-US" b="1" dirty="0">
                <a:solidFill>
                  <a:srgbClr val="FF3300"/>
                </a:solidFill>
                <a:latin typeface="华文楷体" panose="02010600040101010101" pitchFamily="2" charset="-122"/>
                <a:ea typeface="华文楷体" panose="02010600040101010101" pitchFamily="2" charset="-122"/>
              </a:rPr>
              <a:t>定点纯整数</a:t>
            </a:r>
            <a:endParaRPr lang="zh-CN" altLang="en-US" b="1" dirty="0">
              <a:solidFill>
                <a:srgbClr val="FF3300"/>
              </a:solidFill>
              <a:latin typeface="华文楷体" panose="02010600040101010101" pitchFamily="2" charset="-122"/>
              <a:ea typeface="华文楷体" panose="02010600040101010101" pitchFamily="2" charset="-122"/>
            </a:endParaRPr>
          </a:p>
        </p:txBody>
      </p:sp>
      <p:pic>
        <p:nvPicPr>
          <p:cNvPr id="12291" name="Picture 4"/>
          <p:cNvPicPr>
            <a:picLocks noChangeAspect="1" noChangeArrowheads="1"/>
          </p:cNvPicPr>
          <p:nvPr/>
        </p:nvPicPr>
        <p:blipFill>
          <a:blip r:embed="rId1" cstate="print"/>
          <a:srcRect/>
          <a:stretch>
            <a:fillRect/>
          </a:stretch>
        </p:blipFill>
        <p:spPr bwMode="auto">
          <a:xfrm>
            <a:off x="1919289" y="2060575"/>
            <a:ext cx="8135937" cy="3754438"/>
          </a:xfrm>
          <a:prstGeom prst="rect">
            <a:avLst/>
          </a:prstGeom>
          <a:noFill/>
          <a:ln w="9525">
            <a:noFill/>
            <a:miter lim="800000"/>
            <a:headEnd/>
            <a:tailEnd/>
          </a:ln>
        </p:spPr>
      </p:pic>
      <p:sp>
        <p:nvSpPr>
          <p:cNvPr id="2" name="灯片编号占位符 1"/>
          <p:cNvSpPr>
            <a:spLocks noGrp="1"/>
          </p:cNvSpPr>
          <p:nvPr>
            <p:ph type="sldNum" sz="quarter" idx="12"/>
          </p:nvPr>
        </p:nvSpPr>
        <p:spPr/>
        <p:txBody>
          <a:bodyPr/>
          <a:lstStyle/>
          <a:p>
            <a:pPr>
              <a:defRPr/>
            </a:pPr>
            <a:fld id="{7C93F2F6-B200-4836-9340-136DE7987878}" type="slidenum">
              <a:rPr lang="en-US" smtClean="0"/>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2"/>
          <p:cNvSpPr>
            <a:spLocks noGrp="1" noChangeArrowheads="1"/>
          </p:cNvSpPr>
          <p:nvPr>
            <p:ph type="title"/>
          </p:nvPr>
        </p:nvSpPr>
        <p:spPr/>
        <p:txBody>
          <a:bodyPr/>
          <a:lstStyle/>
          <a:p>
            <a:pPr eaLnBrk="1" hangingPunct="1"/>
            <a:r>
              <a:rPr lang="zh-CN" altLang="en-US"/>
              <a:t>定点表示方法特点</a:t>
            </a:r>
            <a:endParaRPr lang="zh-CN" altLang="en-US"/>
          </a:p>
        </p:txBody>
      </p:sp>
      <p:sp>
        <p:nvSpPr>
          <p:cNvPr id="13315" name="Rectangle 3"/>
          <p:cNvSpPr>
            <a:spLocks noGrp="1" noChangeArrowheads="1"/>
          </p:cNvSpPr>
          <p:nvPr>
            <p:ph type="body" idx="1"/>
          </p:nvPr>
        </p:nvSpPr>
        <p:spPr/>
        <p:txBody>
          <a:bodyPr/>
          <a:lstStyle/>
          <a:p>
            <a:pPr lvl="1" eaLnBrk="1" hangingPunct="1"/>
            <a:r>
              <a:rPr lang="zh-CN" altLang="en-US" dirty="0"/>
              <a:t>定点数表示数的范围受字长限制，表示数的范围有限</a:t>
            </a:r>
            <a:r>
              <a:rPr lang="en-US" altLang="zh-CN" dirty="0"/>
              <a:t>; </a:t>
            </a:r>
            <a:endParaRPr lang="en-US" altLang="zh-CN" dirty="0"/>
          </a:p>
          <a:p>
            <a:pPr lvl="1" eaLnBrk="1" hangingPunct="1"/>
            <a:r>
              <a:rPr lang="zh-CN" altLang="en-US" dirty="0"/>
              <a:t>定点表示的精度有限 </a:t>
            </a:r>
            <a:endParaRPr lang="zh-CN" altLang="en-US" dirty="0"/>
          </a:p>
          <a:p>
            <a:pPr lvl="1" eaLnBrk="1" hangingPunct="1"/>
            <a:r>
              <a:rPr lang="zh-CN" altLang="en-US" dirty="0"/>
              <a:t>机器中，常用定点纯整数表示</a:t>
            </a:r>
            <a:endParaRPr lang="zh-CN" altLang="en-US" dirty="0"/>
          </a:p>
          <a:p>
            <a:pPr lvl="1" eaLnBrk="1" hangingPunct="1">
              <a:buFont typeface="Wingdings" panose="05000000000000000000" pitchFamily="2" charset="2"/>
              <a:buNone/>
            </a:pPr>
            <a:endParaRPr lang="en-US" altLang="zh-CN" dirty="0"/>
          </a:p>
        </p:txBody>
      </p:sp>
      <p:sp>
        <p:nvSpPr>
          <p:cNvPr id="2" name="灯片编号占位符 1"/>
          <p:cNvSpPr>
            <a:spLocks noGrp="1"/>
          </p:cNvSpPr>
          <p:nvPr>
            <p:ph type="sldNum" sz="quarter" idx="12"/>
          </p:nvPr>
        </p:nvSpPr>
        <p:spPr/>
        <p:txBody>
          <a:bodyPr/>
          <a:lstStyle/>
          <a:p>
            <a:pPr>
              <a:defRPr/>
            </a:pPr>
            <a:fld id="{7C93F2F6-B200-4836-9340-136DE7987878}" type="slidenum">
              <a:rPr lang="en-US" smtClean="0"/>
            </a:fld>
            <a:endParaRPr lang="en-US"/>
          </a:p>
        </p:txBody>
      </p:sp>
      <p:graphicFrame>
        <p:nvGraphicFramePr>
          <p:cNvPr id="3" name="对象 2"/>
          <p:cNvGraphicFramePr/>
          <p:nvPr/>
        </p:nvGraphicFramePr>
        <p:xfrm>
          <a:off x="2786380" y="3429000"/>
          <a:ext cx="4777105" cy="1290955"/>
        </p:xfrm>
        <a:graphic>
          <a:graphicData uri="http://schemas.openxmlformats.org/presentationml/2006/ole">
            <mc:AlternateContent xmlns:mc="http://schemas.openxmlformats.org/markup-compatibility/2006">
              <mc:Choice xmlns:v="urn:schemas-microsoft-com:vml" Requires="v">
                <p:oleObj spid="_x0000_s4" name="" r:id="rId1" imgW="4773295" imgH="1289685" progId="Paint.Picture">
                  <p:embed/>
                </p:oleObj>
              </mc:Choice>
              <mc:Fallback>
                <p:oleObj name="" r:id="rId1" imgW="4773295" imgH="1289685" progId="Paint.Picture">
                  <p:embed/>
                  <p:pic>
                    <p:nvPicPr>
                      <p:cNvPr id="0" name="图片 3"/>
                      <p:cNvPicPr/>
                      <p:nvPr/>
                    </p:nvPicPr>
                    <p:blipFill>
                      <a:blip r:embed="rId2"/>
                      <a:stretch>
                        <a:fillRect/>
                      </a:stretch>
                    </p:blipFill>
                    <p:spPr>
                      <a:xfrm>
                        <a:off x="2786380" y="3429000"/>
                        <a:ext cx="4777105" cy="1290955"/>
                      </a:xfrm>
                      <a:prstGeom prst="rect">
                        <a:avLst/>
                      </a:prstGeom>
                    </p:spPr>
                  </p:pic>
                </p:oleObj>
              </mc:Fallback>
            </mc:AlternateContent>
          </a:graphicData>
        </a:graphic>
      </p:graphicFrame>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2"/>
          <p:cNvSpPr>
            <a:spLocks noGrp="1" noChangeArrowheads="1"/>
          </p:cNvSpPr>
          <p:nvPr>
            <p:ph type="title"/>
          </p:nvPr>
        </p:nvSpPr>
        <p:spPr>
          <a:xfrm>
            <a:off x="1847528" y="260648"/>
            <a:ext cx="7632700" cy="1143000"/>
          </a:xfrm>
        </p:spPr>
        <p:txBody>
          <a:bodyPr/>
          <a:lstStyle/>
          <a:p>
            <a:pPr eaLnBrk="1" hangingPunct="1"/>
            <a:r>
              <a:rPr lang="en-US" altLang="zh-CN" sz="3400" dirty="0">
                <a:solidFill>
                  <a:srgbClr val="FF3300"/>
                </a:solidFill>
                <a:latin typeface="华文楷体" panose="02010600040101010101" pitchFamily="2" charset="-122"/>
                <a:ea typeface="华文楷体" panose="02010600040101010101" pitchFamily="2" charset="-122"/>
              </a:rPr>
              <a:t>2.3</a:t>
            </a:r>
            <a:r>
              <a:rPr lang="zh-CN" altLang="en-US" sz="3400" dirty="0">
                <a:solidFill>
                  <a:srgbClr val="FF3300"/>
                </a:solidFill>
                <a:latin typeface="华文楷体" panose="02010600040101010101" pitchFamily="2" charset="-122"/>
                <a:ea typeface="华文楷体" panose="02010600040101010101" pitchFamily="2" charset="-122"/>
              </a:rPr>
              <a:t> 浮点数表示法</a:t>
            </a:r>
            <a:endParaRPr lang="zh-CN" altLang="en-US" sz="3400" dirty="0">
              <a:solidFill>
                <a:srgbClr val="FF3300"/>
              </a:solidFill>
              <a:latin typeface="华文楷体" panose="02010600040101010101" pitchFamily="2" charset="-122"/>
              <a:ea typeface="华文楷体" panose="02010600040101010101" pitchFamily="2" charset="-122"/>
            </a:endParaRPr>
          </a:p>
        </p:txBody>
      </p:sp>
      <p:sp>
        <p:nvSpPr>
          <p:cNvPr id="122883" name="Rectangle 3"/>
          <p:cNvSpPr>
            <a:spLocks noGrp="1" noChangeArrowheads="1"/>
          </p:cNvSpPr>
          <p:nvPr>
            <p:ph type="body" idx="1"/>
          </p:nvPr>
        </p:nvSpPr>
        <p:spPr>
          <a:xfrm>
            <a:off x="2279576" y="1124744"/>
            <a:ext cx="7632700" cy="5257800"/>
          </a:xfrm>
        </p:spPr>
        <p:txBody>
          <a:bodyPr/>
          <a:lstStyle/>
          <a:p>
            <a:pPr eaLnBrk="1" hangingPunct="1"/>
            <a:r>
              <a:rPr lang="zh-CN" altLang="en-US" sz="2800" b="1" dirty="0"/>
              <a:t>浮点表示法</a:t>
            </a:r>
            <a:br>
              <a:rPr lang="zh-CN" altLang="en-US" sz="2800" b="1" dirty="0"/>
            </a:br>
            <a:r>
              <a:rPr lang="zh-CN" altLang="en-US" sz="2800" b="1" dirty="0"/>
              <a:t> </a:t>
            </a:r>
            <a:r>
              <a:rPr lang="en-US" altLang="zh-CN" sz="2800" b="1" dirty="0">
                <a:solidFill>
                  <a:srgbClr val="FF3300"/>
                </a:solidFill>
                <a:latin typeface="华文楷体" panose="02010600040101010101" pitchFamily="2" charset="-122"/>
                <a:ea typeface="华文楷体" panose="02010600040101010101" pitchFamily="2" charset="-122"/>
              </a:rPr>
              <a:t>(</a:t>
            </a:r>
            <a:r>
              <a:rPr lang="zh-CN" altLang="en-US" sz="2800" b="1" dirty="0">
                <a:solidFill>
                  <a:srgbClr val="FF3300"/>
                </a:solidFill>
                <a:latin typeface="华文楷体" panose="02010600040101010101" pitchFamily="2" charset="-122"/>
                <a:ea typeface="华文楷体" panose="02010600040101010101" pitchFamily="2" charset="-122"/>
              </a:rPr>
              <a:t>来源于科学计数法</a:t>
            </a:r>
            <a:r>
              <a:rPr lang="en-US" altLang="zh-CN" sz="2800" b="1" dirty="0">
                <a:solidFill>
                  <a:srgbClr val="FF3300"/>
                </a:solidFill>
                <a:latin typeface="华文楷体" panose="02010600040101010101" pitchFamily="2" charset="-122"/>
                <a:ea typeface="华文楷体" panose="02010600040101010101" pitchFamily="2" charset="-122"/>
              </a:rPr>
              <a:t>)</a:t>
            </a:r>
            <a:endParaRPr lang="en-US" altLang="zh-CN" sz="2800" b="1" dirty="0">
              <a:solidFill>
                <a:srgbClr val="FF3300"/>
              </a:solidFill>
              <a:latin typeface="华文楷体" panose="02010600040101010101" pitchFamily="2" charset="-122"/>
              <a:ea typeface="华文楷体" panose="02010600040101010101" pitchFamily="2" charset="-122"/>
            </a:endParaRPr>
          </a:p>
          <a:p>
            <a:pPr eaLnBrk="1" hangingPunct="1">
              <a:buFont typeface="Wingdings" panose="05000000000000000000" pitchFamily="2" charset="2"/>
              <a:buNone/>
            </a:pPr>
            <a:r>
              <a:rPr lang="en-US" altLang="zh-CN" sz="2800" b="1" dirty="0"/>
              <a:t>   </a:t>
            </a:r>
            <a:r>
              <a:rPr lang="zh-CN" altLang="en-US" sz="2800" b="1" dirty="0"/>
              <a:t>电子质量</a:t>
            </a:r>
            <a:r>
              <a:rPr lang="en-US" altLang="zh-CN" sz="2800" b="1" dirty="0"/>
              <a:t>(</a:t>
            </a:r>
            <a:r>
              <a:rPr lang="zh-CN" altLang="en-US" sz="2800" b="1" dirty="0"/>
              <a:t>克</a:t>
            </a:r>
            <a:r>
              <a:rPr lang="en-US" altLang="zh-CN" sz="2800" b="1" dirty="0"/>
              <a:t>)</a:t>
            </a:r>
            <a:r>
              <a:rPr lang="zh-CN" altLang="en-US" sz="2800" b="1" dirty="0"/>
              <a:t>： </a:t>
            </a:r>
            <a:r>
              <a:rPr lang="en-US" altLang="zh-CN" sz="2800" b="1" dirty="0"/>
              <a:t>9×10</a:t>
            </a:r>
            <a:r>
              <a:rPr lang="en-US" altLang="zh-CN" sz="2800" b="1" baseline="30000" dirty="0"/>
              <a:t>-28</a:t>
            </a:r>
            <a:r>
              <a:rPr lang="en-US" altLang="zh-CN" sz="2800" b="1" dirty="0"/>
              <a:t> = 0.9×10</a:t>
            </a:r>
            <a:r>
              <a:rPr lang="en-US" altLang="zh-CN" sz="2800" b="1" baseline="30000" dirty="0"/>
              <a:t>-27</a:t>
            </a:r>
            <a:br>
              <a:rPr lang="en-US" altLang="zh-CN" sz="2800" b="1" dirty="0"/>
            </a:br>
            <a:r>
              <a:rPr lang="zh-CN" altLang="en-US" sz="2800" b="1" dirty="0"/>
              <a:t>太阳质量</a:t>
            </a:r>
            <a:r>
              <a:rPr lang="en-US" altLang="zh-CN" sz="2800" b="1" dirty="0"/>
              <a:t>(</a:t>
            </a:r>
            <a:r>
              <a:rPr lang="zh-CN" altLang="en-US" sz="2800" b="1" dirty="0"/>
              <a:t>克</a:t>
            </a:r>
            <a:r>
              <a:rPr lang="en-US" altLang="zh-CN" sz="2800" b="1" dirty="0"/>
              <a:t>)</a:t>
            </a:r>
            <a:r>
              <a:rPr lang="zh-CN" altLang="en-US" sz="2800" b="1" dirty="0"/>
              <a:t>： </a:t>
            </a:r>
            <a:r>
              <a:rPr lang="en-US" altLang="zh-CN" sz="2800" b="1" dirty="0"/>
              <a:t>2×10</a:t>
            </a:r>
            <a:r>
              <a:rPr lang="en-US" altLang="zh-CN" sz="2800" b="1" baseline="30000" dirty="0"/>
              <a:t>33</a:t>
            </a:r>
            <a:r>
              <a:rPr lang="en-US" altLang="zh-CN" sz="2800" b="1" dirty="0"/>
              <a:t> = 0.2×10</a:t>
            </a:r>
            <a:r>
              <a:rPr lang="en-US" altLang="zh-CN" sz="2800" b="1" baseline="30000" dirty="0"/>
              <a:t>34</a:t>
            </a:r>
            <a:endParaRPr lang="en-US" altLang="zh-CN" sz="2800" b="1" dirty="0">
              <a:solidFill>
                <a:srgbClr val="FF3300"/>
              </a:solidFill>
              <a:latin typeface="华文楷体" panose="02010600040101010101" pitchFamily="2" charset="-122"/>
              <a:ea typeface="华文楷体" panose="02010600040101010101" pitchFamily="2" charset="-122"/>
            </a:endParaRPr>
          </a:p>
          <a:p>
            <a:pPr eaLnBrk="1" hangingPunct="1"/>
            <a:r>
              <a:rPr lang="zh-CN" altLang="en-US" sz="2800" b="1" dirty="0">
                <a:solidFill>
                  <a:srgbClr val="FF3300"/>
                </a:solidFill>
                <a:latin typeface="华文楷体" panose="02010600040101010101" pitchFamily="2" charset="-122"/>
                <a:ea typeface="华文楷体" panose="02010600040101010101" pitchFamily="2" charset="-122"/>
              </a:rPr>
              <a:t>小数点的位置可按需浮动</a:t>
            </a:r>
            <a:r>
              <a:rPr lang="en-US" altLang="zh-CN" sz="2800" b="1" dirty="0">
                <a:solidFill>
                  <a:srgbClr val="FF3300"/>
                </a:solidFill>
                <a:latin typeface="华文楷体" panose="02010600040101010101" pitchFamily="2" charset="-122"/>
                <a:ea typeface="华文楷体" panose="02010600040101010101" pitchFamily="2" charset="-122"/>
              </a:rPr>
              <a:t>, </a:t>
            </a:r>
            <a:r>
              <a:rPr lang="zh-CN" altLang="en-US" sz="2800" b="1" dirty="0">
                <a:solidFill>
                  <a:srgbClr val="FF3300"/>
                </a:solidFill>
                <a:latin typeface="华文楷体" panose="02010600040101010101" pitchFamily="2" charset="-122"/>
                <a:ea typeface="华文楷体" panose="02010600040101010101" pitchFamily="2" charset="-122"/>
              </a:rPr>
              <a:t>这就是浮点数。</a:t>
            </a:r>
            <a:r>
              <a:rPr lang="zh-CN" altLang="en-US" sz="2800" b="1" dirty="0">
                <a:latin typeface="华文楷体" panose="02010600040101010101" pitchFamily="2" charset="-122"/>
                <a:ea typeface="华文楷体" panose="02010600040101010101" pitchFamily="2" charset="-122"/>
              </a:rPr>
              <a:t>     </a:t>
            </a:r>
            <a:endParaRPr lang="zh-CN" altLang="en-US" sz="2800" b="1" dirty="0">
              <a:latin typeface="华文楷体" panose="02010600040101010101" pitchFamily="2" charset="-122"/>
              <a:ea typeface="华文楷体" panose="02010600040101010101" pitchFamily="2" charset="-122"/>
            </a:endParaRPr>
          </a:p>
          <a:p>
            <a:pPr eaLnBrk="1" hangingPunct="1">
              <a:buFont typeface="Wingdings" panose="05000000000000000000" pitchFamily="2" charset="2"/>
              <a:buNone/>
            </a:pPr>
            <a:r>
              <a:rPr lang="zh-CN" altLang="en-US" sz="2000" b="1" dirty="0">
                <a:latin typeface="华文楷体" panose="02010600040101010101" pitchFamily="2" charset="-122"/>
                <a:ea typeface="华文楷体" panose="02010600040101010101" pitchFamily="2" charset="-122"/>
              </a:rPr>
              <a:t>        </a:t>
            </a:r>
            <a:endParaRPr lang="zh-CN" altLang="en-US" sz="2000" b="1" dirty="0">
              <a:latin typeface="华文楷体" panose="02010600040101010101" pitchFamily="2" charset="-122"/>
              <a:ea typeface="华文楷体" panose="02010600040101010101" pitchFamily="2" charset="-122"/>
            </a:endParaRPr>
          </a:p>
          <a:p>
            <a:pPr eaLnBrk="1" hangingPunct="1">
              <a:buFont typeface="Wingdings" panose="05000000000000000000" pitchFamily="2" charset="2"/>
              <a:buNone/>
            </a:pPr>
            <a:endParaRPr lang="en-US" altLang="zh-CN" sz="2800" b="1" dirty="0">
              <a:latin typeface="华文楷体" panose="02010600040101010101" pitchFamily="2" charset="-122"/>
              <a:ea typeface="华文楷体" panose="02010600040101010101" pitchFamily="2" charset="-122"/>
            </a:endParaRPr>
          </a:p>
        </p:txBody>
      </p:sp>
      <p:sp>
        <p:nvSpPr>
          <p:cNvPr id="14340" name="AutoShape 5"/>
          <p:cNvSpPr>
            <a:spLocks noChangeAspect="1" noChangeArrowheads="1"/>
          </p:cNvSpPr>
          <p:nvPr/>
        </p:nvSpPr>
        <p:spPr bwMode="auto">
          <a:xfrm>
            <a:off x="4511676" y="5229225"/>
            <a:ext cx="3889375" cy="495300"/>
          </a:xfrm>
          <a:prstGeom prst="rect">
            <a:avLst/>
          </a:prstGeom>
          <a:noFill/>
          <a:ln w="9525">
            <a:noFill/>
            <a:miter lim="800000"/>
          </a:ln>
        </p:spPr>
        <p:txBody>
          <a:bodyPr/>
          <a:lstStyle/>
          <a:p>
            <a:endParaRPr lang="zh-CN" altLang="en-US"/>
          </a:p>
        </p:txBody>
      </p:sp>
      <p:pic>
        <p:nvPicPr>
          <p:cNvPr id="122905" name="Picture 25"/>
          <p:cNvPicPr>
            <a:picLocks noChangeAspect="1" noChangeArrowheads="1"/>
          </p:cNvPicPr>
          <p:nvPr/>
        </p:nvPicPr>
        <p:blipFill>
          <a:blip r:embed="rId1" cstate="print"/>
          <a:srcRect/>
          <a:stretch>
            <a:fillRect/>
          </a:stretch>
        </p:blipFill>
        <p:spPr bwMode="auto">
          <a:xfrm>
            <a:off x="2639616" y="3645024"/>
            <a:ext cx="6440488" cy="3067050"/>
          </a:xfrm>
          <a:prstGeom prst="rect">
            <a:avLst/>
          </a:prstGeom>
          <a:noFill/>
          <a:ln w="9525">
            <a:noFill/>
            <a:miter lim="800000"/>
            <a:headEnd/>
            <a:tailEnd/>
          </a:ln>
        </p:spPr>
      </p:pic>
      <p:sp>
        <p:nvSpPr>
          <p:cNvPr id="2" name="灯片编号占位符 1"/>
          <p:cNvSpPr>
            <a:spLocks noGrp="1"/>
          </p:cNvSpPr>
          <p:nvPr>
            <p:ph type="sldNum" sz="quarter" idx="12"/>
          </p:nvPr>
        </p:nvSpPr>
        <p:spPr/>
        <p:txBody>
          <a:bodyPr/>
          <a:lstStyle/>
          <a:p>
            <a:pPr>
              <a:defRPr/>
            </a:pPr>
            <a:fld id="{7C93F2F6-B200-4836-9340-136DE7987878}" type="slidenum">
              <a:rPr lang="en-US" smtClean="0"/>
            </a:fld>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122883">
                                            <p:txEl>
                                              <p:pRg st="0" end="0"/>
                                            </p:txEl>
                                          </p:spTgt>
                                        </p:tgtEl>
                                        <p:attrNameLst>
                                          <p:attrName>style.visibility</p:attrName>
                                        </p:attrNameLst>
                                      </p:cBhvr>
                                      <p:to>
                                        <p:strVal val="visible"/>
                                      </p:to>
                                    </p:set>
                                    <p:animEffect transition="in" filter="blinds(horizontal)">
                                      <p:cBhvr>
                                        <p:cTn id="7" dur="500"/>
                                        <p:tgtEl>
                                          <p:spTgt spid="122883">
                                            <p:txEl>
                                              <p:pRg st="0" end="0"/>
                                            </p:txEl>
                                          </p:spTgt>
                                        </p:tgtEl>
                                      </p:cBhvr>
                                    </p:animEffect>
                                  </p:childTnLst>
                                </p:cTn>
                              </p:par>
                              <p:par>
                                <p:cTn id="8" presetID="3" presetClass="entr" presetSubtype="10" fill="hold" nodeType="withEffect">
                                  <p:stCondLst>
                                    <p:cond delay="0"/>
                                  </p:stCondLst>
                                  <p:childTnLst>
                                    <p:set>
                                      <p:cBhvr>
                                        <p:cTn id="9" dur="1" fill="hold">
                                          <p:stCondLst>
                                            <p:cond delay="0"/>
                                          </p:stCondLst>
                                        </p:cTn>
                                        <p:tgtEl>
                                          <p:spTgt spid="122883">
                                            <p:txEl>
                                              <p:pRg st="1" end="1"/>
                                            </p:txEl>
                                          </p:spTgt>
                                        </p:tgtEl>
                                        <p:attrNameLst>
                                          <p:attrName>style.visibility</p:attrName>
                                        </p:attrNameLst>
                                      </p:cBhvr>
                                      <p:to>
                                        <p:strVal val="visible"/>
                                      </p:to>
                                    </p:set>
                                    <p:animEffect transition="in" filter="blinds(horizontal)">
                                      <p:cBhvr>
                                        <p:cTn id="10" dur="500"/>
                                        <p:tgtEl>
                                          <p:spTgt spid="122883">
                                            <p:txEl>
                                              <p:pRg st="1" end="1"/>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3" presetClass="entr" presetSubtype="10" fill="hold" nodeType="clickEffect">
                                  <p:stCondLst>
                                    <p:cond delay="0"/>
                                  </p:stCondLst>
                                  <p:childTnLst>
                                    <p:set>
                                      <p:cBhvr>
                                        <p:cTn id="14" dur="1" fill="hold">
                                          <p:stCondLst>
                                            <p:cond delay="0"/>
                                          </p:stCondLst>
                                        </p:cTn>
                                        <p:tgtEl>
                                          <p:spTgt spid="122883">
                                            <p:txEl>
                                              <p:pRg st="2" end="2"/>
                                            </p:txEl>
                                          </p:spTgt>
                                        </p:tgtEl>
                                        <p:attrNameLst>
                                          <p:attrName>style.visibility</p:attrName>
                                        </p:attrNameLst>
                                      </p:cBhvr>
                                      <p:to>
                                        <p:strVal val="visible"/>
                                      </p:to>
                                    </p:set>
                                    <p:animEffect transition="in" filter="blinds(horizontal)">
                                      <p:cBhvr>
                                        <p:cTn id="15" dur="500"/>
                                        <p:tgtEl>
                                          <p:spTgt spid="122883">
                                            <p:txEl>
                                              <p:pRg st="2" end="2"/>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3" presetClass="entr" presetSubtype="10" fill="hold" nodeType="clickEffect">
                                  <p:stCondLst>
                                    <p:cond delay="0"/>
                                  </p:stCondLst>
                                  <p:childTnLst>
                                    <p:set>
                                      <p:cBhvr>
                                        <p:cTn id="19" dur="1" fill="hold">
                                          <p:stCondLst>
                                            <p:cond delay="0"/>
                                          </p:stCondLst>
                                        </p:cTn>
                                        <p:tgtEl>
                                          <p:spTgt spid="122905"/>
                                        </p:tgtEl>
                                        <p:attrNameLst>
                                          <p:attrName>style.visibility</p:attrName>
                                        </p:attrNameLst>
                                      </p:cBhvr>
                                      <p:to>
                                        <p:strVal val="visible"/>
                                      </p:to>
                                    </p:set>
                                    <p:animEffect transition="in" filter="blinds(horizontal)">
                                      <p:cBhvr>
                                        <p:cTn id="20" dur="500"/>
                                        <p:tgtEl>
                                          <p:spTgt spid="12290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2"/>
          <p:cNvSpPr>
            <a:spLocks noGrp="1" noChangeArrowheads="1"/>
          </p:cNvSpPr>
          <p:nvPr>
            <p:ph type="title"/>
          </p:nvPr>
        </p:nvSpPr>
        <p:spPr/>
        <p:txBody>
          <a:bodyPr/>
          <a:lstStyle/>
          <a:p>
            <a:pPr eaLnBrk="1" hangingPunct="1"/>
            <a:r>
              <a:rPr lang="zh-CN" altLang="en-US" b="1">
                <a:solidFill>
                  <a:srgbClr val="FF3300"/>
                </a:solidFill>
                <a:latin typeface="华文楷体" panose="02010600040101010101" pitchFamily="2" charset="-122"/>
                <a:ea typeface="华文楷体" panose="02010600040101010101" pitchFamily="2" charset="-122"/>
              </a:rPr>
              <a:t>浮点数的规格化表示</a:t>
            </a:r>
            <a:endParaRPr lang="zh-CN" altLang="en-US" b="1">
              <a:solidFill>
                <a:srgbClr val="FF3300"/>
              </a:solidFill>
              <a:latin typeface="华文楷体" panose="02010600040101010101" pitchFamily="2" charset="-122"/>
              <a:ea typeface="华文楷体" panose="02010600040101010101" pitchFamily="2" charset="-122"/>
            </a:endParaRPr>
          </a:p>
        </p:txBody>
      </p:sp>
      <p:sp>
        <p:nvSpPr>
          <p:cNvPr id="138243" name="Rectangle 3"/>
          <p:cNvSpPr>
            <a:spLocks noGrp="1" noChangeArrowheads="1"/>
          </p:cNvSpPr>
          <p:nvPr>
            <p:ph type="body" idx="1"/>
          </p:nvPr>
        </p:nvSpPr>
        <p:spPr/>
        <p:txBody>
          <a:bodyPr/>
          <a:lstStyle/>
          <a:p>
            <a:pPr eaLnBrk="1" hangingPunct="1">
              <a:buFont typeface="Wingdings" panose="05000000000000000000" pitchFamily="2" charset="2"/>
              <a:buNone/>
            </a:pPr>
            <a:r>
              <a:rPr lang="en-US" altLang="zh-CN" dirty="0"/>
              <a:t>(1.75)</a:t>
            </a:r>
            <a:r>
              <a:rPr lang="en-US" altLang="zh-CN" baseline="-25000" dirty="0"/>
              <a:t>10</a:t>
            </a:r>
            <a:r>
              <a:rPr lang="en-US" altLang="zh-CN" dirty="0"/>
              <a:t> = 1.11 × 2</a:t>
            </a:r>
            <a:r>
              <a:rPr lang="en-US" altLang="zh-CN" baseline="30000" dirty="0"/>
              <a:t>0</a:t>
            </a:r>
            <a:r>
              <a:rPr lang="en-US" altLang="zh-CN" dirty="0"/>
              <a:t> </a:t>
            </a:r>
            <a:br>
              <a:rPr lang="en-US" altLang="zh-CN" dirty="0"/>
            </a:br>
            <a:r>
              <a:rPr lang="zh-CN" altLang="en-US" dirty="0"/>
              <a:t>　　　</a:t>
            </a:r>
            <a:r>
              <a:rPr lang="en-US" altLang="zh-CN" dirty="0"/>
              <a:t>= 0.111 × 2</a:t>
            </a:r>
            <a:r>
              <a:rPr lang="en-US" altLang="zh-CN" baseline="30000" dirty="0"/>
              <a:t>1 </a:t>
            </a:r>
            <a:r>
              <a:rPr lang="en-US" altLang="zh-CN" dirty="0"/>
              <a:t>(</a:t>
            </a:r>
            <a:r>
              <a:rPr lang="zh-CN" altLang="en-US" dirty="0"/>
              <a:t>规格化表示</a:t>
            </a:r>
            <a:r>
              <a:rPr lang="en-US" altLang="zh-CN" dirty="0"/>
              <a:t>)</a:t>
            </a:r>
            <a:endParaRPr lang="en-US" altLang="zh-CN" dirty="0"/>
          </a:p>
          <a:p>
            <a:pPr eaLnBrk="1" hangingPunct="1">
              <a:buFont typeface="Wingdings" panose="05000000000000000000" pitchFamily="2" charset="2"/>
              <a:buNone/>
            </a:pPr>
            <a:r>
              <a:rPr lang="en-US" altLang="zh-CN" dirty="0"/>
              <a:t>            = 0.0111 × 2</a:t>
            </a:r>
            <a:r>
              <a:rPr lang="en-US" altLang="zh-CN" baseline="30000" dirty="0"/>
              <a:t>2</a:t>
            </a:r>
            <a:endParaRPr lang="en-US" altLang="zh-CN" baseline="30000" dirty="0"/>
          </a:p>
          <a:p>
            <a:pPr eaLnBrk="1" hangingPunct="1">
              <a:buFont typeface="Wingdings" panose="05000000000000000000" pitchFamily="2" charset="2"/>
              <a:buNone/>
            </a:pPr>
            <a:r>
              <a:rPr lang="en-US" altLang="zh-CN" dirty="0"/>
              <a:t>       </a:t>
            </a:r>
            <a:r>
              <a:rPr lang="zh-CN" altLang="en-US" dirty="0"/>
              <a:t>规格化表示：阶码为纯小数，且小数点后必须为一位有效数字，对二进制而言，必须为</a:t>
            </a:r>
            <a:r>
              <a:rPr lang="en-US" altLang="zh-CN" dirty="0"/>
              <a:t>1</a:t>
            </a:r>
            <a:endParaRPr lang="zh-CN" altLang="en-US" dirty="0"/>
          </a:p>
          <a:p>
            <a:pPr eaLnBrk="1" hangingPunct="1">
              <a:buFont typeface="Wingdings" panose="05000000000000000000" pitchFamily="2" charset="2"/>
              <a:buNone/>
            </a:pPr>
            <a:r>
              <a:rPr lang="zh-CN" altLang="en-US" dirty="0"/>
              <a:t>       目的：提高表示精度</a:t>
            </a:r>
            <a:endParaRPr lang="zh-CN" altLang="en-US" dirty="0"/>
          </a:p>
        </p:txBody>
      </p:sp>
      <p:sp>
        <p:nvSpPr>
          <p:cNvPr id="2" name="灯片编号占位符 1"/>
          <p:cNvSpPr>
            <a:spLocks noGrp="1"/>
          </p:cNvSpPr>
          <p:nvPr>
            <p:ph type="sldNum" sz="quarter" idx="12"/>
          </p:nvPr>
        </p:nvSpPr>
        <p:spPr/>
        <p:txBody>
          <a:bodyPr/>
          <a:lstStyle/>
          <a:p>
            <a:pPr>
              <a:defRPr/>
            </a:pPr>
            <a:fld id="{7C93F2F6-B200-4836-9340-136DE7987878}" type="slidenum">
              <a:rPr lang="en-US" smtClean="0"/>
            </a:fld>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138243">
                                            <p:txEl>
                                              <p:pRg st="0" end="0"/>
                                            </p:txEl>
                                          </p:spTgt>
                                        </p:tgtEl>
                                        <p:attrNameLst>
                                          <p:attrName>style.visibility</p:attrName>
                                        </p:attrNameLst>
                                      </p:cBhvr>
                                      <p:to>
                                        <p:strVal val="visible"/>
                                      </p:to>
                                    </p:set>
                                    <p:animEffect transition="in" filter="blinds(horizontal)">
                                      <p:cBhvr>
                                        <p:cTn id="7" dur="500"/>
                                        <p:tgtEl>
                                          <p:spTgt spid="138243">
                                            <p:txEl>
                                              <p:pRg st="0" end="0"/>
                                            </p:txEl>
                                          </p:spTgt>
                                        </p:tgtEl>
                                      </p:cBhvr>
                                    </p:animEffect>
                                  </p:childTnLst>
                                </p:cTn>
                              </p:par>
                              <p:par>
                                <p:cTn id="8" presetID="3" presetClass="entr" presetSubtype="10" fill="hold" nodeType="withEffect">
                                  <p:stCondLst>
                                    <p:cond delay="0"/>
                                  </p:stCondLst>
                                  <p:childTnLst>
                                    <p:set>
                                      <p:cBhvr>
                                        <p:cTn id="9" dur="1" fill="hold">
                                          <p:stCondLst>
                                            <p:cond delay="0"/>
                                          </p:stCondLst>
                                        </p:cTn>
                                        <p:tgtEl>
                                          <p:spTgt spid="138243">
                                            <p:txEl>
                                              <p:pRg st="1" end="1"/>
                                            </p:txEl>
                                          </p:spTgt>
                                        </p:tgtEl>
                                        <p:attrNameLst>
                                          <p:attrName>style.visibility</p:attrName>
                                        </p:attrNameLst>
                                      </p:cBhvr>
                                      <p:to>
                                        <p:strVal val="visible"/>
                                      </p:to>
                                    </p:set>
                                    <p:animEffect transition="in" filter="blinds(horizontal)">
                                      <p:cBhvr>
                                        <p:cTn id="10" dur="500"/>
                                        <p:tgtEl>
                                          <p:spTgt spid="138243">
                                            <p:txEl>
                                              <p:pRg st="1" end="1"/>
                                            </p:txEl>
                                          </p:spTgt>
                                        </p:tgtEl>
                                      </p:cBhvr>
                                    </p:animEffect>
                                  </p:childTnLst>
                                </p:cTn>
                              </p:par>
                              <p:par>
                                <p:cTn id="11" presetID="3" presetClass="entr" presetSubtype="10" fill="hold" nodeType="withEffect">
                                  <p:stCondLst>
                                    <p:cond delay="0"/>
                                  </p:stCondLst>
                                  <p:childTnLst>
                                    <p:set>
                                      <p:cBhvr>
                                        <p:cTn id="12" dur="1" fill="hold">
                                          <p:stCondLst>
                                            <p:cond delay="0"/>
                                          </p:stCondLst>
                                        </p:cTn>
                                        <p:tgtEl>
                                          <p:spTgt spid="138243">
                                            <p:txEl>
                                              <p:pRg st="2" end="2"/>
                                            </p:txEl>
                                          </p:spTgt>
                                        </p:tgtEl>
                                        <p:attrNameLst>
                                          <p:attrName>style.visibility</p:attrName>
                                        </p:attrNameLst>
                                      </p:cBhvr>
                                      <p:to>
                                        <p:strVal val="visible"/>
                                      </p:to>
                                    </p:set>
                                    <p:animEffect transition="in" filter="blinds(horizontal)">
                                      <p:cBhvr>
                                        <p:cTn id="13" dur="500"/>
                                        <p:tgtEl>
                                          <p:spTgt spid="138243">
                                            <p:txEl>
                                              <p:pRg st="2" end="2"/>
                                            </p:txEl>
                                          </p:spTgt>
                                        </p:tgtEl>
                                      </p:cBhvr>
                                    </p:animEffect>
                                  </p:childTnLst>
                                </p:cTn>
                              </p:par>
                              <p:par>
                                <p:cTn id="14" presetID="3" presetClass="entr" presetSubtype="10" fill="hold" nodeType="withEffect">
                                  <p:stCondLst>
                                    <p:cond delay="0"/>
                                  </p:stCondLst>
                                  <p:childTnLst>
                                    <p:set>
                                      <p:cBhvr>
                                        <p:cTn id="15" dur="1" fill="hold">
                                          <p:stCondLst>
                                            <p:cond delay="0"/>
                                          </p:stCondLst>
                                        </p:cTn>
                                        <p:tgtEl>
                                          <p:spTgt spid="138243">
                                            <p:txEl>
                                              <p:pRg st="3" end="3"/>
                                            </p:txEl>
                                          </p:spTgt>
                                        </p:tgtEl>
                                        <p:attrNameLst>
                                          <p:attrName>style.visibility</p:attrName>
                                        </p:attrNameLst>
                                      </p:cBhvr>
                                      <p:to>
                                        <p:strVal val="visible"/>
                                      </p:to>
                                    </p:set>
                                    <p:animEffect transition="in" filter="blinds(horizontal)">
                                      <p:cBhvr>
                                        <p:cTn id="16" dur="500"/>
                                        <p:tgtEl>
                                          <p:spTgt spid="13824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标题 1"/>
          <p:cNvSpPr>
            <a:spLocks noGrp="1"/>
          </p:cNvSpPr>
          <p:nvPr>
            <p:ph type="title"/>
          </p:nvPr>
        </p:nvSpPr>
        <p:spPr/>
        <p:txBody>
          <a:bodyPr/>
          <a:lstStyle/>
          <a:p>
            <a:r>
              <a:rPr lang="en-US" altLang="zh-CN" dirty="0"/>
              <a:t>3</a:t>
            </a:r>
            <a:r>
              <a:rPr lang="zh-CN" altLang="en-US" dirty="0"/>
              <a:t> 常用定点数表示方法</a:t>
            </a:r>
            <a:endParaRPr lang="zh-CN" altLang="en-US" dirty="0"/>
          </a:p>
        </p:txBody>
      </p:sp>
      <p:sp>
        <p:nvSpPr>
          <p:cNvPr id="17411" name="内容占位符 2"/>
          <p:cNvSpPr>
            <a:spLocks noGrp="1"/>
          </p:cNvSpPr>
          <p:nvPr>
            <p:ph idx="1"/>
          </p:nvPr>
        </p:nvSpPr>
        <p:spPr/>
        <p:txBody>
          <a:bodyPr/>
          <a:lstStyle/>
          <a:p>
            <a:r>
              <a:rPr lang="zh-CN" altLang="en-US" sz="3200" b="1" dirty="0">
                <a:solidFill>
                  <a:srgbClr val="FF3300"/>
                </a:solidFill>
                <a:latin typeface="华文楷体" panose="02010600040101010101" pitchFamily="2" charset="-122"/>
                <a:ea typeface="华文楷体" panose="02010600040101010101" pitchFamily="2" charset="-122"/>
              </a:rPr>
              <a:t>原码表示法</a:t>
            </a:r>
            <a:endParaRPr lang="en-US" altLang="zh-CN" sz="3200" b="1" dirty="0">
              <a:solidFill>
                <a:srgbClr val="FF3300"/>
              </a:solidFill>
              <a:latin typeface="华文楷体" panose="02010600040101010101" pitchFamily="2" charset="-122"/>
              <a:ea typeface="华文楷体" panose="02010600040101010101" pitchFamily="2" charset="-122"/>
            </a:endParaRPr>
          </a:p>
          <a:p>
            <a:r>
              <a:rPr lang="zh-CN" altLang="en-US" sz="3200" b="1" dirty="0">
                <a:solidFill>
                  <a:srgbClr val="FF3300"/>
                </a:solidFill>
                <a:latin typeface="华文楷体" panose="02010600040101010101" pitchFamily="2" charset="-122"/>
                <a:ea typeface="华文楷体" panose="02010600040101010101" pitchFamily="2" charset="-122"/>
              </a:rPr>
              <a:t>反码表示法</a:t>
            </a:r>
            <a:endParaRPr lang="en-US" altLang="zh-CN" sz="3200" b="1" dirty="0">
              <a:solidFill>
                <a:srgbClr val="FF3300"/>
              </a:solidFill>
              <a:latin typeface="华文楷体" panose="02010600040101010101" pitchFamily="2" charset="-122"/>
              <a:ea typeface="华文楷体" panose="02010600040101010101" pitchFamily="2" charset="-122"/>
            </a:endParaRPr>
          </a:p>
          <a:p>
            <a:r>
              <a:rPr lang="zh-CN" altLang="en-US" sz="3200" b="1" dirty="0">
                <a:solidFill>
                  <a:srgbClr val="FF3300"/>
                </a:solidFill>
                <a:latin typeface="华文楷体" panose="02010600040101010101" pitchFamily="2" charset="-122"/>
                <a:ea typeface="华文楷体" panose="02010600040101010101" pitchFamily="2" charset="-122"/>
              </a:rPr>
              <a:t>补码表示法</a:t>
            </a:r>
            <a:endParaRPr lang="en-US" altLang="zh-CN" sz="3200" b="1" dirty="0">
              <a:solidFill>
                <a:srgbClr val="FF3300"/>
              </a:solidFill>
              <a:latin typeface="华文楷体" panose="02010600040101010101" pitchFamily="2" charset="-122"/>
              <a:ea typeface="华文楷体" panose="02010600040101010101" pitchFamily="2" charset="-122"/>
            </a:endParaRPr>
          </a:p>
          <a:p>
            <a:r>
              <a:rPr lang="zh-CN" altLang="en-US" sz="3200" b="1" dirty="0">
                <a:solidFill>
                  <a:srgbClr val="FF3300"/>
                </a:solidFill>
                <a:latin typeface="华文楷体" panose="02010600040101010101" pitchFamily="2" charset="-122"/>
                <a:ea typeface="华文楷体" panose="02010600040101010101" pitchFamily="2" charset="-122"/>
              </a:rPr>
              <a:t>移码表示法</a:t>
            </a:r>
            <a:endParaRPr lang="en-US" altLang="zh-CN" sz="3200" b="1" dirty="0">
              <a:solidFill>
                <a:srgbClr val="FF3300"/>
              </a:solidFill>
              <a:latin typeface="华文楷体" panose="02010600040101010101" pitchFamily="2" charset="-122"/>
              <a:ea typeface="华文楷体" panose="02010600040101010101" pitchFamily="2" charset="-122"/>
            </a:endParaRPr>
          </a:p>
          <a:p>
            <a:endParaRPr lang="en-US" altLang="zh-CN" sz="3200" b="1" dirty="0">
              <a:solidFill>
                <a:srgbClr val="FF3300"/>
              </a:solidFill>
              <a:latin typeface="华文楷体" panose="02010600040101010101" pitchFamily="2" charset="-122"/>
              <a:ea typeface="华文楷体" panose="02010600040101010101" pitchFamily="2" charset="-122"/>
            </a:endParaRPr>
          </a:p>
          <a:p>
            <a:endParaRPr lang="zh-CN" altLang="en-US" dirty="0"/>
          </a:p>
        </p:txBody>
      </p:sp>
      <p:sp>
        <p:nvSpPr>
          <p:cNvPr id="2" name="灯片编号占位符 1"/>
          <p:cNvSpPr>
            <a:spLocks noGrp="1"/>
          </p:cNvSpPr>
          <p:nvPr>
            <p:ph type="sldNum" sz="quarter" idx="12"/>
          </p:nvPr>
        </p:nvSpPr>
        <p:spPr/>
        <p:txBody>
          <a:bodyPr/>
          <a:lstStyle/>
          <a:p>
            <a:pPr>
              <a:defRPr/>
            </a:pPr>
            <a:fld id="{7C93F2F6-B200-4836-9340-136DE7987878}" type="slidenum">
              <a:rPr lang="en-US" smtClean="0"/>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2"/>
          <p:cNvSpPr>
            <a:spLocks noGrp="1" noChangeArrowheads="1"/>
          </p:cNvSpPr>
          <p:nvPr>
            <p:ph type="title"/>
          </p:nvPr>
        </p:nvSpPr>
        <p:spPr>
          <a:xfrm>
            <a:off x="2208213" y="333375"/>
            <a:ext cx="7632700" cy="1143000"/>
          </a:xfrm>
        </p:spPr>
        <p:txBody>
          <a:bodyPr/>
          <a:lstStyle/>
          <a:p>
            <a:pPr eaLnBrk="1" hangingPunct="1"/>
            <a:r>
              <a:rPr lang="en-US" altLang="zh-CN" sz="3400" dirty="0">
                <a:solidFill>
                  <a:srgbClr val="FF3300"/>
                </a:solidFill>
                <a:latin typeface="华文楷体" panose="02010600040101010101" pitchFamily="2" charset="-122"/>
                <a:ea typeface="华文楷体" panose="02010600040101010101" pitchFamily="2" charset="-122"/>
              </a:rPr>
              <a:t>4 </a:t>
            </a:r>
            <a:r>
              <a:rPr lang="zh-CN" altLang="en-US" sz="3400" dirty="0">
                <a:solidFill>
                  <a:srgbClr val="FF3300"/>
                </a:solidFill>
                <a:latin typeface="华文楷体" panose="02010600040101010101" pitchFamily="2" charset="-122"/>
                <a:ea typeface="华文楷体" panose="02010600040101010101" pitchFamily="2" charset="-122"/>
              </a:rPr>
              <a:t>非数值数据编码</a:t>
            </a:r>
            <a:br>
              <a:rPr lang="en-US" altLang="zh-CN" sz="3400" dirty="0">
                <a:solidFill>
                  <a:srgbClr val="FF3300"/>
                </a:solidFill>
                <a:latin typeface="华文楷体" panose="02010600040101010101" pitchFamily="2" charset="-122"/>
                <a:ea typeface="华文楷体" panose="02010600040101010101" pitchFamily="2" charset="-122"/>
              </a:rPr>
            </a:br>
            <a:r>
              <a:rPr lang="en-US" altLang="zh-CN" sz="3400" dirty="0">
                <a:solidFill>
                  <a:srgbClr val="FF3300"/>
                </a:solidFill>
                <a:latin typeface="华文楷体" panose="02010600040101010101" pitchFamily="2" charset="-122"/>
                <a:ea typeface="华文楷体" panose="02010600040101010101" pitchFamily="2" charset="-122"/>
              </a:rPr>
              <a:t>   </a:t>
            </a:r>
            <a:r>
              <a:rPr lang="en-US" altLang="zh-CN" sz="3000" dirty="0">
                <a:solidFill>
                  <a:srgbClr val="FF3300"/>
                </a:solidFill>
                <a:latin typeface="华文楷体" panose="02010600040101010101" pitchFamily="2" charset="-122"/>
                <a:ea typeface="华文楷体" panose="02010600040101010101" pitchFamily="2" charset="-122"/>
              </a:rPr>
              <a:t>ASCII</a:t>
            </a:r>
            <a:r>
              <a:rPr lang="zh-CN" altLang="en-US" sz="3000" dirty="0">
                <a:solidFill>
                  <a:srgbClr val="FF3300"/>
                </a:solidFill>
                <a:latin typeface="华文楷体" panose="02010600040101010101" pitchFamily="2" charset="-122"/>
                <a:ea typeface="华文楷体" panose="02010600040101010101" pitchFamily="2" charset="-122"/>
              </a:rPr>
              <a:t>字符编码</a:t>
            </a:r>
            <a:r>
              <a:rPr lang="zh-CN" altLang="en-US" sz="3400" dirty="0"/>
              <a:t> </a:t>
            </a:r>
            <a:endParaRPr lang="zh-CN" altLang="en-US" sz="3400" dirty="0"/>
          </a:p>
        </p:txBody>
      </p:sp>
      <p:sp>
        <p:nvSpPr>
          <p:cNvPr id="38915" name="Rectangle 3"/>
          <p:cNvSpPr>
            <a:spLocks noGrp="1" noChangeArrowheads="1"/>
          </p:cNvSpPr>
          <p:nvPr>
            <p:ph type="body" idx="1"/>
          </p:nvPr>
        </p:nvSpPr>
        <p:spPr>
          <a:xfrm>
            <a:off x="1847528" y="1628801"/>
            <a:ext cx="8280400" cy="4968875"/>
          </a:xfrm>
        </p:spPr>
        <p:txBody>
          <a:bodyPr/>
          <a:lstStyle/>
          <a:p>
            <a:pPr marL="990600" lvl="1" indent="-519430"/>
            <a:r>
              <a:rPr lang="zh-CN" altLang="en-US" sz="3500" b="1" dirty="0"/>
              <a:t>符号数据：字符信息用数据表示，如</a:t>
            </a:r>
            <a:r>
              <a:rPr lang="en-US" altLang="zh-CN" sz="3500" b="1" dirty="0"/>
              <a:t>ASCII</a:t>
            </a:r>
            <a:r>
              <a:rPr lang="zh-CN" altLang="en-US" sz="3500" b="1" dirty="0"/>
              <a:t>等； </a:t>
            </a:r>
            <a:endParaRPr lang="zh-CN" altLang="en-US" sz="3500" b="1" dirty="0"/>
          </a:p>
          <a:p>
            <a:pPr marL="990600" lvl="1" indent="-519430"/>
            <a:r>
              <a:rPr lang="zh-CN" altLang="en-US" sz="3500" b="1" dirty="0"/>
              <a:t>字符表示方法</a:t>
            </a:r>
            <a:r>
              <a:rPr lang="en-US" altLang="zh-CN" sz="3500" b="1" dirty="0"/>
              <a:t>ASCII:</a:t>
            </a:r>
            <a:r>
              <a:rPr lang="zh-CN" altLang="en-US" sz="3500" b="1" dirty="0"/>
              <a:t>用一个字节来表示</a:t>
            </a:r>
            <a:r>
              <a:rPr lang="en-US" altLang="zh-CN" sz="3500" b="1" dirty="0"/>
              <a:t>,</a:t>
            </a:r>
            <a:r>
              <a:rPr lang="zh-CN" altLang="en-US" sz="3500" b="1" dirty="0"/>
              <a:t>低</a:t>
            </a:r>
            <a:r>
              <a:rPr lang="en-US" altLang="zh-CN" sz="3500" b="1" dirty="0"/>
              <a:t>7</a:t>
            </a:r>
            <a:r>
              <a:rPr lang="zh-CN" altLang="en-US" sz="3500" b="1" dirty="0"/>
              <a:t>位用来编码</a:t>
            </a:r>
            <a:r>
              <a:rPr lang="en-US" altLang="zh-CN" sz="3500" b="1" dirty="0"/>
              <a:t>(128),</a:t>
            </a:r>
            <a:r>
              <a:rPr lang="zh-CN" altLang="en-US" sz="3500" b="1" dirty="0"/>
              <a:t>最高位为校验位</a:t>
            </a:r>
            <a:endParaRPr lang="en-US" altLang="zh-CN" sz="3500" b="1" dirty="0"/>
          </a:p>
          <a:p>
            <a:pPr marL="990600" lvl="1" indent="-519430"/>
            <a:r>
              <a:rPr lang="zh-CN" altLang="en-US" sz="3500" b="1" dirty="0"/>
              <a:t>字符串的存放方法</a:t>
            </a:r>
            <a:endParaRPr lang="zh-CN" altLang="en-US" sz="3500" b="1" dirty="0"/>
          </a:p>
        </p:txBody>
      </p:sp>
      <p:sp>
        <p:nvSpPr>
          <p:cNvPr id="2" name="灯片编号占位符 1"/>
          <p:cNvSpPr>
            <a:spLocks noGrp="1"/>
          </p:cNvSpPr>
          <p:nvPr>
            <p:ph type="sldNum" sz="quarter" idx="12"/>
          </p:nvPr>
        </p:nvSpPr>
        <p:spPr/>
        <p:txBody>
          <a:bodyPr/>
          <a:lstStyle/>
          <a:p>
            <a:pPr>
              <a:defRPr/>
            </a:pPr>
            <a:fld id="{7C93F2F6-B200-4836-9340-136DE7987878}" type="slidenum">
              <a:rPr lang="en-US" smtClean="0"/>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Rectangle 2"/>
          <p:cNvSpPr>
            <a:spLocks noGrp="1" noChangeArrowheads="1"/>
          </p:cNvSpPr>
          <p:nvPr>
            <p:ph type="title"/>
          </p:nvPr>
        </p:nvSpPr>
        <p:spPr>
          <a:xfrm>
            <a:off x="2063750" y="333376"/>
            <a:ext cx="8001000" cy="1216025"/>
          </a:xfrm>
        </p:spPr>
        <p:txBody>
          <a:bodyPr/>
          <a:lstStyle/>
          <a:p>
            <a:pPr eaLnBrk="1" hangingPunct="1"/>
            <a:r>
              <a:rPr lang="zh-CN" altLang="en-US"/>
              <a:t>中文编码</a:t>
            </a:r>
            <a:r>
              <a:rPr lang="en-US" altLang="zh-CN"/>
              <a:t>-</a:t>
            </a:r>
            <a:r>
              <a:rPr lang="zh-CN" altLang="en-US"/>
              <a:t>汉字的存放</a:t>
            </a:r>
            <a:endParaRPr lang="zh-CN" altLang="en-US"/>
          </a:p>
        </p:txBody>
      </p:sp>
      <p:pic>
        <p:nvPicPr>
          <p:cNvPr id="39939" name="Picture 3"/>
          <p:cNvPicPr>
            <a:picLocks noChangeAspect="1" noChangeArrowheads="1"/>
          </p:cNvPicPr>
          <p:nvPr/>
        </p:nvPicPr>
        <p:blipFill>
          <a:blip r:embed="rId1" cstate="print"/>
          <a:srcRect/>
          <a:stretch>
            <a:fillRect/>
          </a:stretch>
        </p:blipFill>
        <p:spPr bwMode="auto">
          <a:xfrm>
            <a:off x="2782888" y="1844676"/>
            <a:ext cx="5688012" cy="3114675"/>
          </a:xfrm>
          <a:prstGeom prst="rect">
            <a:avLst/>
          </a:prstGeom>
          <a:noFill/>
          <a:ln w="9525">
            <a:noFill/>
            <a:miter lim="800000"/>
            <a:headEnd/>
            <a:tailEnd/>
          </a:ln>
        </p:spPr>
      </p:pic>
      <p:sp>
        <p:nvSpPr>
          <p:cNvPr id="39940" name="Rectangle 4"/>
          <p:cNvSpPr>
            <a:spLocks noChangeArrowheads="1"/>
          </p:cNvSpPr>
          <p:nvPr/>
        </p:nvSpPr>
        <p:spPr bwMode="auto">
          <a:xfrm>
            <a:off x="2855914" y="5300663"/>
            <a:ext cx="6192837" cy="338554"/>
          </a:xfrm>
          <a:prstGeom prst="rect">
            <a:avLst/>
          </a:prstGeom>
          <a:noFill/>
          <a:ln w="9525">
            <a:noFill/>
            <a:miter lim="800000"/>
          </a:ln>
        </p:spPr>
        <p:txBody>
          <a:bodyPr>
            <a:spAutoFit/>
          </a:bodyPr>
          <a:lstStyle/>
          <a:p>
            <a:pPr algn="l"/>
            <a:r>
              <a:rPr lang="zh-CN" altLang="en-US" sz="2400">
                <a:solidFill>
                  <a:schemeClr val="tx2"/>
                </a:solidFill>
              </a:rPr>
              <a:t>输入码</a:t>
            </a:r>
            <a:r>
              <a:rPr lang="en-US" altLang="zh-CN" sz="2400">
                <a:solidFill>
                  <a:schemeClr val="tx2"/>
                </a:solidFill>
              </a:rPr>
              <a:t>-》</a:t>
            </a:r>
            <a:r>
              <a:rPr lang="zh-CN" altLang="en-US" sz="2400">
                <a:solidFill>
                  <a:schemeClr val="tx2"/>
                </a:solidFill>
              </a:rPr>
              <a:t>汉字内码</a:t>
            </a:r>
            <a:r>
              <a:rPr lang="en-US" altLang="zh-CN">
                <a:solidFill>
                  <a:schemeClr val="tx2"/>
                </a:solidFill>
              </a:rPr>
              <a:t>(</a:t>
            </a:r>
            <a:r>
              <a:rPr lang="zh-CN" altLang="en-US">
                <a:solidFill>
                  <a:schemeClr val="tx2"/>
                </a:solidFill>
              </a:rPr>
              <a:t>地址</a:t>
            </a:r>
            <a:r>
              <a:rPr lang="en-US" altLang="zh-CN">
                <a:solidFill>
                  <a:schemeClr val="tx2"/>
                </a:solidFill>
              </a:rPr>
              <a:t>)</a:t>
            </a:r>
            <a:r>
              <a:rPr lang="en-US" altLang="zh-CN" sz="2400">
                <a:solidFill>
                  <a:schemeClr val="tx2"/>
                </a:solidFill>
              </a:rPr>
              <a:t>-》</a:t>
            </a:r>
            <a:r>
              <a:rPr lang="zh-CN" altLang="en-US" sz="2400">
                <a:solidFill>
                  <a:schemeClr val="tx2"/>
                </a:solidFill>
              </a:rPr>
              <a:t>汉字库</a:t>
            </a:r>
            <a:r>
              <a:rPr lang="en-US" altLang="zh-CN" sz="2400">
                <a:solidFill>
                  <a:schemeClr val="tx2"/>
                </a:solidFill>
              </a:rPr>
              <a:t>-》</a:t>
            </a:r>
            <a:r>
              <a:rPr lang="zh-CN" altLang="en-US" sz="2400">
                <a:solidFill>
                  <a:schemeClr val="tx2"/>
                </a:solidFill>
              </a:rPr>
              <a:t>点阵图形</a:t>
            </a:r>
            <a:endParaRPr lang="zh-CN" altLang="en-US" sz="2400">
              <a:solidFill>
                <a:schemeClr val="tx2"/>
              </a:solidFill>
            </a:endParaRPr>
          </a:p>
        </p:txBody>
      </p:sp>
      <p:sp>
        <p:nvSpPr>
          <p:cNvPr id="2" name="灯片编号占位符 1"/>
          <p:cNvSpPr>
            <a:spLocks noGrp="1"/>
          </p:cNvSpPr>
          <p:nvPr>
            <p:ph type="sldNum" sz="quarter" idx="12"/>
          </p:nvPr>
        </p:nvSpPr>
        <p:spPr/>
        <p:txBody>
          <a:bodyPr/>
          <a:lstStyle/>
          <a:p>
            <a:pPr>
              <a:defRPr/>
            </a:pPr>
            <a:fld id="{7C93F2F6-B200-4836-9340-136DE7987878}" type="slidenum">
              <a:rPr lang="en-US" smtClean="0"/>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2"/>
          <p:cNvSpPr>
            <a:spLocks noGrp="1" noChangeArrowheads="1"/>
          </p:cNvSpPr>
          <p:nvPr>
            <p:ph type="title"/>
          </p:nvPr>
        </p:nvSpPr>
        <p:spPr/>
        <p:txBody>
          <a:bodyPr/>
          <a:lstStyle/>
          <a:p>
            <a:pPr eaLnBrk="1" hangingPunct="1"/>
            <a:r>
              <a:rPr lang="zh-CN" altLang="en-US"/>
              <a:t>中文的编码表示</a:t>
            </a:r>
            <a:endParaRPr lang="zh-CN" altLang="en-US"/>
          </a:p>
        </p:txBody>
      </p:sp>
      <p:sp>
        <p:nvSpPr>
          <p:cNvPr id="40963" name="Rectangle 3"/>
          <p:cNvSpPr>
            <a:spLocks noGrp="1" noChangeArrowheads="1"/>
          </p:cNvSpPr>
          <p:nvPr>
            <p:ph type="body" idx="1"/>
          </p:nvPr>
        </p:nvSpPr>
        <p:spPr>
          <a:xfrm>
            <a:off x="2135188" y="1773238"/>
            <a:ext cx="8001000" cy="4267200"/>
          </a:xfrm>
        </p:spPr>
        <p:txBody>
          <a:bodyPr/>
          <a:lstStyle/>
          <a:p>
            <a:pPr lvl="1" eaLnBrk="1" hangingPunct="1">
              <a:lnSpc>
                <a:spcPct val="90000"/>
              </a:lnSpc>
            </a:pPr>
            <a:r>
              <a:rPr lang="zh-CN" altLang="en-US"/>
              <a:t>汉字的表示方法 （一级汉字</a:t>
            </a:r>
            <a:r>
              <a:rPr lang="en-US" altLang="zh-CN"/>
              <a:t>3755</a:t>
            </a:r>
            <a:r>
              <a:rPr lang="zh-CN" altLang="en-US"/>
              <a:t>个，二级汉字</a:t>
            </a:r>
            <a:r>
              <a:rPr lang="en-US" altLang="zh-CN"/>
              <a:t>3008</a:t>
            </a:r>
            <a:r>
              <a:rPr lang="zh-CN" altLang="en-US"/>
              <a:t>个） </a:t>
            </a:r>
            <a:endParaRPr lang="zh-CN" altLang="en-US"/>
          </a:p>
          <a:p>
            <a:pPr lvl="2" eaLnBrk="1" hangingPunct="1">
              <a:lnSpc>
                <a:spcPct val="90000"/>
              </a:lnSpc>
            </a:pPr>
            <a:r>
              <a:rPr lang="zh-CN" altLang="en-US"/>
              <a:t>输入码 </a:t>
            </a:r>
            <a:endParaRPr lang="zh-CN" altLang="en-US"/>
          </a:p>
          <a:p>
            <a:pPr lvl="3" eaLnBrk="1" hangingPunct="1">
              <a:lnSpc>
                <a:spcPct val="90000"/>
              </a:lnSpc>
            </a:pPr>
            <a:r>
              <a:rPr lang="zh-CN" altLang="en-US"/>
              <a:t>国标码 </a:t>
            </a:r>
            <a:endParaRPr lang="zh-CN" altLang="en-US"/>
          </a:p>
          <a:p>
            <a:pPr lvl="3" eaLnBrk="1" hangingPunct="1">
              <a:lnSpc>
                <a:spcPct val="90000"/>
              </a:lnSpc>
            </a:pPr>
            <a:r>
              <a:rPr lang="zh-CN" altLang="en-US"/>
              <a:t>一级（</a:t>
            </a:r>
            <a:r>
              <a:rPr lang="en-US" altLang="zh-CN"/>
              <a:t>16~55</a:t>
            </a:r>
            <a:r>
              <a:rPr lang="zh-CN" altLang="en-US"/>
              <a:t>）*</a:t>
            </a:r>
            <a:r>
              <a:rPr lang="en-US" altLang="zh-CN"/>
              <a:t>94 </a:t>
            </a:r>
            <a:endParaRPr lang="en-US" altLang="zh-CN"/>
          </a:p>
          <a:p>
            <a:pPr lvl="3" eaLnBrk="1" hangingPunct="1">
              <a:lnSpc>
                <a:spcPct val="90000"/>
              </a:lnSpc>
            </a:pPr>
            <a:r>
              <a:rPr lang="zh-CN" altLang="en-US"/>
              <a:t>二级（</a:t>
            </a:r>
            <a:r>
              <a:rPr lang="en-US" altLang="zh-CN"/>
              <a:t>56~87</a:t>
            </a:r>
            <a:r>
              <a:rPr lang="zh-CN" altLang="en-US"/>
              <a:t>）*</a:t>
            </a:r>
            <a:r>
              <a:rPr lang="en-US" altLang="zh-CN"/>
              <a:t>94 </a:t>
            </a:r>
            <a:endParaRPr lang="en-US" altLang="zh-CN"/>
          </a:p>
          <a:p>
            <a:pPr lvl="3" eaLnBrk="1" hangingPunct="1">
              <a:lnSpc>
                <a:spcPct val="90000"/>
              </a:lnSpc>
            </a:pPr>
            <a:r>
              <a:rPr lang="zh-CN" altLang="en-US"/>
              <a:t>图形符号（</a:t>
            </a:r>
            <a:r>
              <a:rPr lang="en-US" altLang="zh-CN"/>
              <a:t>682</a:t>
            </a:r>
            <a:r>
              <a:rPr lang="zh-CN" altLang="en-US"/>
              <a:t>个）（</a:t>
            </a:r>
            <a:r>
              <a:rPr lang="en-US" altLang="zh-CN"/>
              <a:t>01~09</a:t>
            </a:r>
            <a:r>
              <a:rPr lang="zh-CN" altLang="en-US"/>
              <a:t>）*</a:t>
            </a:r>
            <a:r>
              <a:rPr lang="en-US" altLang="zh-CN"/>
              <a:t>94 </a:t>
            </a:r>
            <a:endParaRPr lang="en-US" altLang="zh-CN"/>
          </a:p>
          <a:p>
            <a:pPr lvl="2" eaLnBrk="1" hangingPunct="1">
              <a:lnSpc>
                <a:spcPct val="90000"/>
              </a:lnSpc>
            </a:pPr>
            <a:r>
              <a:rPr lang="zh-CN" altLang="en-US"/>
              <a:t>拼音、五笔 </a:t>
            </a:r>
            <a:endParaRPr lang="zh-CN" altLang="en-US"/>
          </a:p>
          <a:p>
            <a:pPr lvl="1" eaLnBrk="1" hangingPunct="1">
              <a:lnSpc>
                <a:spcPct val="90000"/>
              </a:lnSpc>
            </a:pPr>
            <a:r>
              <a:rPr lang="zh-CN" altLang="en-US"/>
              <a:t>汉字内码：汉字信息的存储，交换和检索的机内代码，两个字节组成，每个字节高位都为</a:t>
            </a:r>
            <a:r>
              <a:rPr lang="en-US" altLang="zh-CN"/>
              <a:t>1</a:t>
            </a:r>
            <a:r>
              <a:rPr lang="zh-CN" altLang="en-US"/>
              <a:t>（区别于英文字符）</a:t>
            </a:r>
            <a:endParaRPr lang="zh-CN" altLang="en-US"/>
          </a:p>
        </p:txBody>
      </p:sp>
      <p:sp>
        <p:nvSpPr>
          <p:cNvPr id="2" name="灯片编号占位符 1"/>
          <p:cNvSpPr>
            <a:spLocks noGrp="1"/>
          </p:cNvSpPr>
          <p:nvPr>
            <p:ph type="sldNum" sz="quarter" idx="12"/>
          </p:nvPr>
        </p:nvSpPr>
        <p:spPr/>
        <p:txBody>
          <a:bodyPr/>
          <a:lstStyle/>
          <a:p>
            <a:pPr>
              <a:defRPr/>
            </a:pPr>
            <a:fld id="{7C93F2F6-B200-4836-9340-136DE7987878}" type="slidenum">
              <a:rPr lang="en-US" smtClean="0"/>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62" name="Rectangle 2"/>
          <p:cNvSpPr>
            <a:spLocks noGrp="1" noChangeArrowheads="1"/>
          </p:cNvSpPr>
          <p:nvPr>
            <p:ph type="title"/>
          </p:nvPr>
        </p:nvSpPr>
        <p:spPr/>
        <p:txBody>
          <a:bodyPr/>
          <a:lstStyle/>
          <a:p>
            <a:r>
              <a:rPr lang="zh-CN" altLang="en-US" dirty="0">
                <a:ea typeface="宋体" panose="02010600030101010101" pitchFamily="2" charset="-122"/>
              </a:rPr>
              <a:t>其他数据类型的表示</a:t>
            </a:r>
            <a:endParaRPr lang="en-US" altLang="zh-CN" dirty="0">
              <a:ea typeface="宋体" panose="02010600030101010101" pitchFamily="2" charset="-122"/>
            </a:endParaRPr>
          </a:p>
        </p:txBody>
      </p:sp>
      <p:sp>
        <p:nvSpPr>
          <p:cNvPr id="143363" name="Rectangle 3"/>
          <p:cNvSpPr>
            <a:spLocks noGrp="1" noChangeArrowheads="1"/>
          </p:cNvSpPr>
          <p:nvPr>
            <p:ph type="body" idx="1"/>
          </p:nvPr>
        </p:nvSpPr>
        <p:spPr>
          <a:xfrm>
            <a:off x="1752600" y="1143000"/>
            <a:ext cx="8610600" cy="5486400"/>
          </a:xfrm>
        </p:spPr>
        <p:txBody>
          <a:bodyPr>
            <a:normAutofit lnSpcReduction="10000"/>
          </a:bodyPr>
          <a:lstStyle/>
          <a:p>
            <a:r>
              <a:rPr lang="zh-CN" altLang="en-US" dirty="0">
                <a:ea typeface="宋体" panose="02010600030101010101" pitchFamily="2" charset="-122"/>
              </a:rPr>
              <a:t>文本，字符串</a:t>
            </a:r>
            <a:endParaRPr lang="en-US" altLang="zh-CN" dirty="0">
              <a:ea typeface="宋体" panose="02010600030101010101" pitchFamily="2" charset="-122"/>
            </a:endParaRPr>
          </a:p>
          <a:p>
            <a:pPr lvl="1"/>
            <a:r>
              <a:rPr lang="en-US" altLang="zh-CN" dirty="0">
                <a:ea typeface="宋体" panose="02010600030101010101" pitchFamily="2" charset="-122"/>
              </a:rPr>
              <a:t>sequence of characters, terminated with NULL (0)</a:t>
            </a:r>
            <a:endParaRPr lang="en-US" altLang="zh-CN" dirty="0">
              <a:ea typeface="宋体" panose="02010600030101010101" pitchFamily="2" charset="-122"/>
            </a:endParaRPr>
          </a:p>
          <a:p>
            <a:pPr lvl="1"/>
            <a:r>
              <a:rPr lang="en-US" altLang="zh-CN" dirty="0">
                <a:ea typeface="宋体" panose="02010600030101010101" pitchFamily="2" charset="-122"/>
              </a:rPr>
              <a:t>typically, no hardware support</a:t>
            </a:r>
            <a:endParaRPr lang="en-US" altLang="zh-CN" dirty="0">
              <a:ea typeface="宋体" panose="02010600030101010101" pitchFamily="2" charset="-122"/>
            </a:endParaRPr>
          </a:p>
          <a:p>
            <a:r>
              <a:rPr lang="zh-CN" altLang="en-US" dirty="0">
                <a:ea typeface="宋体" panose="02010600030101010101" pitchFamily="2" charset="-122"/>
              </a:rPr>
              <a:t>图像</a:t>
            </a:r>
            <a:endParaRPr lang="en-US" altLang="zh-CN" dirty="0">
              <a:ea typeface="宋体" panose="02010600030101010101" pitchFamily="2" charset="-122"/>
            </a:endParaRPr>
          </a:p>
          <a:p>
            <a:pPr lvl="1"/>
            <a:r>
              <a:rPr lang="en-US" altLang="zh-CN" dirty="0">
                <a:ea typeface="宋体" panose="02010600030101010101" pitchFamily="2" charset="-122"/>
              </a:rPr>
              <a:t>array of pixels</a:t>
            </a:r>
            <a:endParaRPr lang="en-US" altLang="zh-CN" dirty="0">
              <a:ea typeface="宋体" panose="02010600030101010101" pitchFamily="2" charset="-122"/>
            </a:endParaRPr>
          </a:p>
          <a:p>
            <a:pPr lvl="2"/>
            <a:r>
              <a:rPr lang="en-US" altLang="zh-CN" dirty="0">
                <a:ea typeface="宋体" panose="02010600030101010101" pitchFamily="2" charset="-122"/>
              </a:rPr>
              <a:t>monochrome: one bit (1/0 = black/white)</a:t>
            </a:r>
            <a:endParaRPr lang="en-US" altLang="zh-CN" dirty="0">
              <a:ea typeface="宋体" panose="02010600030101010101" pitchFamily="2" charset="-122"/>
            </a:endParaRPr>
          </a:p>
          <a:p>
            <a:pPr lvl="2"/>
            <a:r>
              <a:rPr lang="en-US" altLang="zh-CN" dirty="0">
                <a:ea typeface="宋体" panose="02010600030101010101" pitchFamily="2" charset="-122"/>
              </a:rPr>
              <a:t>color: red, green, blue (RGB) components (e.g., 8 bits each)</a:t>
            </a:r>
            <a:endParaRPr lang="en-US" altLang="zh-CN" dirty="0">
              <a:ea typeface="宋体" panose="02010600030101010101" pitchFamily="2" charset="-122"/>
            </a:endParaRPr>
          </a:p>
          <a:p>
            <a:pPr lvl="2"/>
            <a:r>
              <a:rPr lang="en-US" altLang="zh-CN" dirty="0">
                <a:ea typeface="宋体" panose="02010600030101010101" pitchFamily="2" charset="-122"/>
              </a:rPr>
              <a:t>other properties: transparency</a:t>
            </a:r>
            <a:endParaRPr lang="en-US" altLang="zh-CN" dirty="0">
              <a:ea typeface="宋体" panose="02010600030101010101" pitchFamily="2" charset="-122"/>
            </a:endParaRPr>
          </a:p>
          <a:p>
            <a:pPr lvl="1"/>
            <a:r>
              <a:rPr lang="en-US" altLang="zh-CN" dirty="0">
                <a:ea typeface="宋体" panose="02010600030101010101" pitchFamily="2" charset="-122"/>
              </a:rPr>
              <a:t>hardware support:</a:t>
            </a:r>
            <a:endParaRPr lang="en-US" altLang="zh-CN" dirty="0">
              <a:ea typeface="宋体" panose="02010600030101010101" pitchFamily="2" charset="-122"/>
            </a:endParaRPr>
          </a:p>
          <a:p>
            <a:pPr lvl="2"/>
            <a:r>
              <a:rPr lang="en-US" altLang="zh-CN" dirty="0">
                <a:ea typeface="宋体" panose="02010600030101010101" pitchFamily="2" charset="-122"/>
              </a:rPr>
              <a:t>typically none, in general-purpose processors</a:t>
            </a:r>
            <a:endParaRPr lang="en-US" altLang="zh-CN" dirty="0">
              <a:ea typeface="宋体" panose="02010600030101010101" pitchFamily="2" charset="-122"/>
            </a:endParaRPr>
          </a:p>
          <a:p>
            <a:pPr lvl="2"/>
            <a:r>
              <a:rPr lang="en-US" altLang="zh-CN" dirty="0">
                <a:ea typeface="宋体" panose="02010600030101010101" pitchFamily="2" charset="-122"/>
              </a:rPr>
              <a:t>MMX -- multiple 8-bit operations on 32-bit word</a:t>
            </a:r>
            <a:endParaRPr lang="en-US" altLang="zh-CN" dirty="0">
              <a:ea typeface="宋体" panose="02010600030101010101" pitchFamily="2" charset="-122"/>
            </a:endParaRPr>
          </a:p>
          <a:p>
            <a:r>
              <a:rPr lang="zh-CN" altLang="en-US" dirty="0">
                <a:ea typeface="宋体" panose="02010600030101010101" pitchFamily="2" charset="-122"/>
              </a:rPr>
              <a:t>声音</a:t>
            </a:r>
            <a:endParaRPr lang="en-US" altLang="zh-CN" dirty="0">
              <a:ea typeface="宋体" panose="02010600030101010101" pitchFamily="2" charset="-122"/>
            </a:endParaRPr>
          </a:p>
          <a:p>
            <a:pPr lvl="1"/>
            <a:r>
              <a:rPr lang="en-US" altLang="zh-CN" dirty="0">
                <a:ea typeface="宋体" panose="02010600030101010101" pitchFamily="2" charset="-122"/>
              </a:rPr>
              <a:t>sequence of fixed-point numbers</a:t>
            </a:r>
            <a:endParaRPr lang="en-US" altLang="zh-CN" dirty="0">
              <a:ea typeface="宋体" panose="02010600030101010101" pitchFamily="2" charset="-122"/>
            </a:endParaRPr>
          </a:p>
        </p:txBody>
      </p:sp>
      <p:sp>
        <p:nvSpPr>
          <p:cNvPr id="2" name="灯片编号占位符 1"/>
          <p:cNvSpPr>
            <a:spLocks noGrp="1"/>
          </p:cNvSpPr>
          <p:nvPr>
            <p:ph type="sldNum" sz="quarter" idx="12"/>
          </p:nvPr>
        </p:nvSpPr>
        <p:spPr/>
        <p:txBody>
          <a:bodyPr/>
          <a:lstStyle/>
          <a:p>
            <a:pPr>
              <a:defRPr/>
            </a:pPr>
            <a:fld id="{7C93F2F6-B200-4836-9340-136DE7987878}" type="slidenum">
              <a:rPr lang="en-US" smtClean="0"/>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3235" name="Rectangle 3"/>
          <p:cNvSpPr>
            <a:spLocks noGrp="1" noChangeArrowheads="1"/>
          </p:cNvSpPr>
          <p:nvPr>
            <p:ph type="body" idx="1"/>
          </p:nvPr>
        </p:nvSpPr>
        <p:spPr>
          <a:xfrm>
            <a:off x="2063750" y="1125538"/>
            <a:ext cx="8352730" cy="4679726"/>
          </a:xfrm>
        </p:spPr>
        <p:txBody>
          <a:bodyPr/>
          <a:lstStyle/>
          <a:p>
            <a:r>
              <a:rPr lang="en-US" altLang="zh-CN" sz="2800" dirty="0">
                <a:latin typeface="隶书" panose="02010509060101010101" pitchFamily="49" charset="-122"/>
                <a:ea typeface="隶书" panose="02010509060101010101" pitchFamily="49" charset="-122"/>
              </a:rPr>
              <a:t>2.1.2 </a:t>
            </a:r>
            <a:r>
              <a:rPr lang="zh-CN" altLang="en-US" sz="2800" dirty="0">
                <a:latin typeface="隶书" panose="02010509060101010101" pitchFamily="49" charset="-122"/>
                <a:ea typeface="隶书" panose="02010509060101010101" pitchFamily="49" charset="-122"/>
              </a:rPr>
              <a:t>数据类型</a:t>
            </a:r>
            <a:endParaRPr lang="en-US" altLang="zh-CN" sz="2800" dirty="0">
              <a:latin typeface="隶书" panose="02010509060101010101" pitchFamily="49" charset="-122"/>
              <a:ea typeface="隶书" panose="02010509060101010101" pitchFamily="49" charset="-122"/>
            </a:endParaRPr>
          </a:p>
          <a:p>
            <a:pPr marL="457200" indent="-457200">
              <a:buFont typeface="Arial" panose="020B0604020202020204" pitchFamily="34" charset="0"/>
              <a:buChar char="•"/>
            </a:pPr>
            <a:r>
              <a:rPr lang="zh-CN" altLang="en-US" sz="2800" dirty="0">
                <a:latin typeface="隶书" panose="02010509060101010101" pitchFamily="49" charset="-122"/>
                <a:ea typeface="隶书" panose="02010509060101010101" pitchFamily="49" charset="-122"/>
              </a:rPr>
              <a:t>计算机不仅要能表达数值还必须具备操作这些数值的能力。</a:t>
            </a:r>
            <a:endParaRPr lang="en-US" altLang="zh-CN" sz="2800" dirty="0">
              <a:latin typeface="隶书" panose="02010509060101010101" pitchFamily="49" charset="-122"/>
              <a:ea typeface="隶书" panose="02010509060101010101" pitchFamily="49" charset="-122"/>
            </a:endParaRPr>
          </a:p>
          <a:p>
            <a:pPr marL="457200" indent="-457200">
              <a:buFont typeface="Arial" panose="020B0604020202020204" pitchFamily="34" charset="0"/>
              <a:buChar char="•"/>
            </a:pPr>
            <a:r>
              <a:rPr lang="zh-CN" altLang="en-US" sz="2800" dirty="0">
                <a:latin typeface="隶书" panose="02010509060101010101" pitchFamily="49" charset="-122"/>
                <a:ea typeface="隶书" panose="02010509060101010101" pitchFamily="49" charset="-122"/>
              </a:rPr>
              <a:t>若不仅定义了数值的表达方式（或编码方式），同时还定义了相关的操作方法，则称该表达方式为一种</a:t>
            </a:r>
            <a:r>
              <a:rPr lang="zh-CN" altLang="en-US" sz="2800" dirty="0">
                <a:solidFill>
                  <a:srgbClr val="FF0000"/>
                </a:solidFill>
                <a:latin typeface="隶书" panose="02010509060101010101" pitchFamily="49" charset="-122"/>
                <a:ea typeface="隶书" panose="02010509060101010101" pitchFamily="49" charset="-122"/>
              </a:rPr>
              <a:t>数据类型</a:t>
            </a:r>
            <a:r>
              <a:rPr lang="zh-CN" altLang="en-US" sz="2800" dirty="0">
                <a:latin typeface="隶书" panose="02010509060101010101" pitchFamily="49" charset="-122"/>
                <a:ea typeface="隶书" panose="02010509060101010101" pitchFamily="49" charset="-122"/>
              </a:rPr>
              <a:t>。</a:t>
            </a:r>
            <a:endParaRPr lang="en-US" altLang="zh-CN" sz="2800" dirty="0">
              <a:latin typeface="隶书" panose="02010509060101010101" pitchFamily="49" charset="-122"/>
              <a:ea typeface="隶书" panose="02010509060101010101" pitchFamily="49" charset="-122"/>
            </a:endParaRPr>
          </a:p>
          <a:p>
            <a:pPr marL="457200" indent="-457200">
              <a:buFont typeface="Arial" panose="020B0604020202020204" pitchFamily="34" charset="0"/>
              <a:buChar char="•"/>
            </a:pPr>
            <a:r>
              <a:rPr lang="zh-CN" altLang="en-US" sz="2800" dirty="0">
                <a:latin typeface="隶书" panose="02010509060101010101" pitchFamily="49" charset="-122"/>
                <a:ea typeface="隶书" panose="02010509060101010101" pitchFamily="49" charset="-122"/>
              </a:rPr>
              <a:t>算术运算采用补码编码表示正、负数，键盘输入和显示输出采用</a:t>
            </a:r>
            <a:r>
              <a:rPr lang="en-US" altLang="zh-CN" sz="2800" dirty="0">
                <a:latin typeface="隶书" panose="02010509060101010101" pitchFamily="49" charset="-122"/>
                <a:ea typeface="隶书" panose="02010509060101010101" pitchFamily="49" charset="-122"/>
              </a:rPr>
              <a:t>ASCII</a:t>
            </a:r>
            <a:r>
              <a:rPr lang="zh-CN" altLang="en-US" sz="2800" dirty="0">
                <a:latin typeface="隶书" panose="02010509060101010101" pitchFamily="49" charset="-122"/>
                <a:ea typeface="隶书" panose="02010509060101010101" pitchFamily="49" charset="-122"/>
              </a:rPr>
              <a:t>码表示字符。</a:t>
            </a:r>
            <a:endParaRPr lang="zh-CN" altLang="en-US" sz="2800" dirty="0">
              <a:latin typeface="隶书" panose="02010509060101010101" pitchFamily="49" charset="-122"/>
              <a:ea typeface="隶书" panose="02010509060101010101" pitchFamily="49" charset="-122"/>
            </a:endParaRPr>
          </a:p>
        </p:txBody>
      </p:sp>
      <p:sp>
        <p:nvSpPr>
          <p:cNvPr id="223246" name="Rectangle 14"/>
          <p:cNvSpPr>
            <a:spLocks noGrp="1" noChangeArrowheads="1"/>
          </p:cNvSpPr>
          <p:nvPr>
            <p:ph type="title"/>
          </p:nvPr>
        </p:nvSpPr>
        <p:spPr>
          <a:xfrm>
            <a:off x="2927351" y="76200"/>
            <a:ext cx="6537325" cy="762000"/>
          </a:xfrm>
          <a:noFill/>
        </p:spPr>
        <p:txBody>
          <a:bodyPr/>
          <a:lstStyle/>
          <a:p>
            <a:pPr algn="ctr"/>
            <a:r>
              <a:rPr lang="en-US" altLang="zh-CN" dirty="0">
                <a:latin typeface="华文琥珀" panose="02010800040101010101" pitchFamily="2" charset="-122"/>
              </a:rPr>
              <a:t>2</a:t>
            </a:r>
            <a:r>
              <a:rPr lang="zh-CN" altLang="en-US" dirty="0">
                <a:latin typeface="华文琥珀" panose="02010800040101010101" pitchFamily="2" charset="-122"/>
              </a:rPr>
              <a:t>.1 </a:t>
            </a:r>
            <a:r>
              <a:rPr lang="en-US" altLang="zh-CN" dirty="0">
                <a:latin typeface="华文琥珀" panose="02010800040101010101" pitchFamily="2" charset="-122"/>
              </a:rPr>
              <a:t>bit</a:t>
            </a:r>
            <a:r>
              <a:rPr lang="zh-CN" altLang="en-US" dirty="0">
                <a:latin typeface="华文琥珀" panose="02010800040101010101" pitchFamily="2" charset="-122"/>
              </a:rPr>
              <a:t>和数据类型</a:t>
            </a:r>
            <a:endParaRPr lang="zh-CN" altLang="en-US" dirty="0">
              <a:latin typeface="华文琥珀" panose="02010800040101010101" pitchFamily="2" charset="-122"/>
            </a:endParaRPr>
          </a:p>
        </p:txBody>
      </p:sp>
      <p:sp>
        <p:nvSpPr>
          <p:cNvPr id="2" name="灯片编号占位符 1"/>
          <p:cNvSpPr>
            <a:spLocks noGrp="1"/>
          </p:cNvSpPr>
          <p:nvPr>
            <p:ph type="sldNum" sz="quarter" idx="12"/>
          </p:nvPr>
        </p:nvSpPr>
        <p:spPr/>
        <p:txBody>
          <a:bodyPr/>
          <a:lstStyle/>
          <a:p>
            <a:pPr>
              <a:defRPr/>
            </a:pPr>
            <a:fld id="{7C93F2F6-B200-4836-9340-136DE7987878}" type="slidenum">
              <a:rPr lang="en-US" smtClean="0"/>
            </a:fld>
            <a:endParaRPr lang="en-US"/>
          </a:p>
        </p:txBody>
      </p:sp>
    </p:spTree>
  </p:cSld>
  <p:clrMapOvr>
    <a:masterClrMapping/>
  </p:clrMapOvr>
  <p:transition spd="med">
    <p:strips dir="rd"/>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3235" name="Rectangle 3"/>
          <p:cNvSpPr>
            <a:spLocks noGrp="1" noChangeArrowheads="1"/>
          </p:cNvSpPr>
          <p:nvPr>
            <p:ph type="body" idx="1"/>
          </p:nvPr>
        </p:nvSpPr>
        <p:spPr>
          <a:xfrm>
            <a:off x="2063750" y="1125538"/>
            <a:ext cx="8352730" cy="4967758"/>
          </a:xfrm>
        </p:spPr>
        <p:txBody>
          <a:bodyPr/>
          <a:lstStyle/>
          <a:p>
            <a:r>
              <a:rPr lang="en-US" altLang="zh-CN" sz="2800" dirty="0">
                <a:latin typeface="隶书" panose="02010509060101010101" pitchFamily="49" charset="-122"/>
                <a:ea typeface="隶书" panose="02010509060101010101" pitchFamily="49" charset="-122"/>
              </a:rPr>
              <a:t>2.2.1 </a:t>
            </a:r>
            <a:r>
              <a:rPr lang="zh-CN" altLang="en-US" sz="2800" dirty="0">
                <a:latin typeface="隶书" panose="02010509060101010101" pitchFamily="49" charset="-122"/>
                <a:ea typeface="隶书" panose="02010509060101010101" pitchFamily="49" charset="-122"/>
              </a:rPr>
              <a:t>无符号整数</a:t>
            </a:r>
            <a:endParaRPr lang="en-US" altLang="zh-CN" sz="2800" dirty="0">
              <a:latin typeface="隶书" panose="02010509060101010101" pitchFamily="49" charset="-122"/>
              <a:ea typeface="隶书" panose="02010509060101010101" pitchFamily="49" charset="-122"/>
            </a:endParaRPr>
          </a:p>
          <a:p>
            <a:r>
              <a:rPr lang="zh-CN" altLang="en-US" sz="2800" dirty="0">
                <a:latin typeface="隶书" panose="02010509060101010101" pitchFamily="49" charset="-122"/>
                <a:ea typeface="隶书" panose="02010509060101010101" pitchFamily="49" charset="-122"/>
              </a:rPr>
              <a:t>将一个无符号整数表示为一连串的二进制数字序列。</a:t>
            </a:r>
            <a:endParaRPr lang="en-US" altLang="zh-CN" sz="2800" dirty="0">
              <a:latin typeface="隶书" panose="02010509060101010101" pitchFamily="49" charset="-122"/>
              <a:ea typeface="隶书" panose="02010509060101010101" pitchFamily="49" charset="-122"/>
            </a:endParaRPr>
          </a:p>
          <a:p>
            <a:r>
              <a:rPr lang="zh-CN" altLang="en-US" sz="2800" dirty="0">
                <a:latin typeface="隶书" panose="02010509060101010101" pitchFamily="49" charset="-122"/>
                <a:ea typeface="隶书" panose="02010509060101010101" pitchFamily="49" charset="-122"/>
              </a:rPr>
              <a:t>采用“位值法”表示。</a:t>
            </a:r>
            <a:endParaRPr lang="en-US" altLang="zh-CN" sz="2800" dirty="0">
              <a:latin typeface="隶书" panose="02010509060101010101" pitchFamily="49" charset="-122"/>
              <a:ea typeface="隶书" panose="02010509060101010101" pitchFamily="49" charset="-122"/>
            </a:endParaRPr>
          </a:p>
          <a:p>
            <a:endParaRPr lang="en-US" altLang="zh-CN" sz="2800" dirty="0">
              <a:latin typeface="隶书" panose="02010509060101010101" pitchFamily="49" charset="-122"/>
              <a:ea typeface="隶书" panose="02010509060101010101" pitchFamily="49" charset="-122"/>
            </a:endParaRPr>
          </a:p>
          <a:p>
            <a:endParaRPr lang="zh-CN" altLang="en-US" sz="2800" dirty="0">
              <a:latin typeface="隶书" panose="02010509060101010101" pitchFamily="49" charset="-122"/>
              <a:ea typeface="隶书" panose="02010509060101010101" pitchFamily="49" charset="-122"/>
            </a:endParaRPr>
          </a:p>
        </p:txBody>
      </p:sp>
      <p:sp>
        <p:nvSpPr>
          <p:cNvPr id="223246" name="Rectangle 14"/>
          <p:cNvSpPr>
            <a:spLocks noGrp="1" noChangeArrowheads="1"/>
          </p:cNvSpPr>
          <p:nvPr>
            <p:ph type="title"/>
          </p:nvPr>
        </p:nvSpPr>
        <p:spPr>
          <a:xfrm>
            <a:off x="2927351" y="76200"/>
            <a:ext cx="6537325" cy="762000"/>
          </a:xfrm>
          <a:noFill/>
        </p:spPr>
        <p:txBody>
          <a:bodyPr/>
          <a:lstStyle/>
          <a:p>
            <a:pPr algn="ctr"/>
            <a:r>
              <a:rPr lang="en-US" altLang="zh-CN" dirty="0">
                <a:latin typeface="华文琥珀" panose="02010800040101010101" pitchFamily="2" charset="-122"/>
              </a:rPr>
              <a:t>2</a:t>
            </a:r>
            <a:r>
              <a:rPr lang="zh-CN" altLang="en-US" dirty="0">
                <a:latin typeface="华文琥珀" panose="02010800040101010101" pitchFamily="2" charset="-122"/>
              </a:rPr>
              <a:t>.</a:t>
            </a:r>
            <a:r>
              <a:rPr lang="en-US" altLang="zh-CN" dirty="0">
                <a:latin typeface="华文琥珀" panose="02010800040101010101" pitchFamily="2" charset="-122"/>
              </a:rPr>
              <a:t>2</a:t>
            </a:r>
            <a:r>
              <a:rPr lang="zh-CN" altLang="en-US" dirty="0">
                <a:latin typeface="华文琥珀" panose="02010800040101010101" pitchFamily="2" charset="-122"/>
              </a:rPr>
              <a:t> 整数数据类型</a:t>
            </a:r>
            <a:endParaRPr lang="zh-CN" altLang="en-US" dirty="0">
              <a:latin typeface="华文琥珀" panose="02010800040101010101" pitchFamily="2" charset="-122"/>
            </a:endParaRPr>
          </a:p>
        </p:txBody>
      </p:sp>
      <p:grpSp>
        <p:nvGrpSpPr>
          <p:cNvPr id="5" name="Group 4"/>
          <p:cNvGrpSpPr/>
          <p:nvPr/>
        </p:nvGrpSpPr>
        <p:grpSpPr bwMode="auto">
          <a:xfrm>
            <a:off x="1631505" y="2852936"/>
            <a:ext cx="6748463" cy="1778000"/>
            <a:chOff x="625" y="2688"/>
            <a:chExt cx="4251" cy="1120"/>
          </a:xfrm>
        </p:grpSpPr>
        <p:grpSp>
          <p:nvGrpSpPr>
            <p:cNvPr id="6" name="Group 4"/>
            <p:cNvGrpSpPr/>
            <p:nvPr/>
          </p:nvGrpSpPr>
          <p:grpSpPr bwMode="auto">
            <a:xfrm>
              <a:off x="953" y="2784"/>
              <a:ext cx="1232" cy="697"/>
              <a:chOff x="953" y="2832"/>
              <a:chExt cx="1232" cy="697"/>
            </a:xfrm>
          </p:grpSpPr>
          <p:sp>
            <p:nvSpPr>
              <p:cNvPr id="22" name="Text Box 5"/>
              <p:cNvSpPr txBox="1">
                <a:spLocks noChangeArrowheads="1"/>
              </p:cNvSpPr>
              <p:nvPr/>
            </p:nvSpPr>
            <p:spPr bwMode="auto">
              <a:xfrm>
                <a:off x="1298" y="2832"/>
                <a:ext cx="542" cy="3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baseline="-25000">
                    <a:solidFill>
                      <a:schemeClr val="tx1"/>
                    </a:solidFill>
                    <a:latin typeface="Arial" panose="020B0604020202020204" pitchFamily="34" charset="0"/>
                    <a:ea typeface="宋体" panose="02010600030101010101" pitchFamily="2" charset="-122"/>
                  </a:defRPr>
                </a:lvl1pPr>
                <a:lvl2pPr marL="742950" indent="-285750" eaLnBrk="0" hangingPunct="0">
                  <a:defRPr baseline="-25000">
                    <a:solidFill>
                      <a:schemeClr val="tx1"/>
                    </a:solidFill>
                    <a:latin typeface="Arial" panose="020B0604020202020204" pitchFamily="34" charset="0"/>
                    <a:ea typeface="宋体" panose="02010600030101010101" pitchFamily="2" charset="-122"/>
                  </a:defRPr>
                </a:lvl2pPr>
                <a:lvl3pPr marL="1143000" indent="-228600" eaLnBrk="0" hangingPunct="0">
                  <a:defRPr baseline="-25000">
                    <a:solidFill>
                      <a:schemeClr val="tx1"/>
                    </a:solidFill>
                    <a:latin typeface="Arial" panose="020B0604020202020204" pitchFamily="34" charset="0"/>
                    <a:ea typeface="宋体" panose="02010600030101010101" pitchFamily="2" charset="-122"/>
                  </a:defRPr>
                </a:lvl3pPr>
                <a:lvl4pPr marL="1600200" indent="-228600" eaLnBrk="0" hangingPunct="0">
                  <a:defRPr baseline="-25000">
                    <a:solidFill>
                      <a:schemeClr val="tx1"/>
                    </a:solidFill>
                    <a:latin typeface="Arial" panose="020B0604020202020204" pitchFamily="34" charset="0"/>
                    <a:ea typeface="宋体" panose="02010600030101010101" pitchFamily="2" charset="-122"/>
                  </a:defRPr>
                </a:lvl4pPr>
                <a:lvl5pPr marL="2057400" indent="-228600" eaLnBrk="0" hangingPunct="0">
                  <a:defRPr baseline="-25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aseline="-25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aseline="-25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aseline="-25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aseline="-25000">
                    <a:solidFill>
                      <a:schemeClr val="tx1"/>
                    </a:solidFill>
                    <a:latin typeface="Arial" panose="020B0604020202020204" pitchFamily="34" charset="0"/>
                    <a:ea typeface="宋体" panose="02010600030101010101" pitchFamily="2" charset="-122"/>
                  </a:defRPr>
                </a:lvl9pPr>
              </a:lstStyle>
              <a:p>
                <a:pPr algn="ctr"/>
                <a:r>
                  <a:rPr lang="en-US" altLang="zh-CN" sz="3200" baseline="0"/>
                  <a:t>329</a:t>
                </a:r>
                <a:endParaRPr lang="en-US" altLang="zh-CN" sz="3200" baseline="0"/>
              </a:p>
            </p:txBody>
          </p:sp>
          <p:sp>
            <p:nvSpPr>
              <p:cNvPr id="23" name="Text Box 6"/>
              <p:cNvSpPr txBox="1">
                <a:spLocks noChangeArrowheads="1"/>
              </p:cNvSpPr>
              <p:nvPr/>
            </p:nvSpPr>
            <p:spPr bwMode="auto">
              <a:xfrm>
                <a:off x="953" y="3241"/>
                <a:ext cx="401"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baseline="-25000">
                    <a:solidFill>
                      <a:schemeClr val="tx1"/>
                    </a:solidFill>
                    <a:latin typeface="Arial" panose="020B0604020202020204" pitchFamily="34" charset="0"/>
                    <a:ea typeface="宋体" panose="02010600030101010101" pitchFamily="2" charset="-122"/>
                  </a:defRPr>
                </a:lvl1pPr>
                <a:lvl2pPr marL="742950" indent="-285750" eaLnBrk="0" hangingPunct="0">
                  <a:defRPr baseline="-25000">
                    <a:solidFill>
                      <a:schemeClr val="tx1"/>
                    </a:solidFill>
                    <a:latin typeface="Arial" panose="020B0604020202020204" pitchFamily="34" charset="0"/>
                    <a:ea typeface="宋体" panose="02010600030101010101" pitchFamily="2" charset="-122"/>
                  </a:defRPr>
                </a:lvl2pPr>
                <a:lvl3pPr marL="1143000" indent="-228600" eaLnBrk="0" hangingPunct="0">
                  <a:defRPr baseline="-25000">
                    <a:solidFill>
                      <a:schemeClr val="tx1"/>
                    </a:solidFill>
                    <a:latin typeface="Arial" panose="020B0604020202020204" pitchFamily="34" charset="0"/>
                    <a:ea typeface="宋体" panose="02010600030101010101" pitchFamily="2" charset="-122"/>
                  </a:defRPr>
                </a:lvl3pPr>
                <a:lvl4pPr marL="1600200" indent="-228600" eaLnBrk="0" hangingPunct="0">
                  <a:defRPr baseline="-25000">
                    <a:solidFill>
                      <a:schemeClr val="tx1"/>
                    </a:solidFill>
                    <a:latin typeface="Arial" panose="020B0604020202020204" pitchFamily="34" charset="0"/>
                    <a:ea typeface="宋体" panose="02010600030101010101" pitchFamily="2" charset="-122"/>
                  </a:defRPr>
                </a:lvl4pPr>
                <a:lvl5pPr marL="2057400" indent="-228600" eaLnBrk="0" hangingPunct="0">
                  <a:defRPr baseline="-25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aseline="-25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aseline="-25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aseline="-25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aseline="-25000">
                    <a:solidFill>
                      <a:schemeClr val="tx1"/>
                    </a:solidFill>
                    <a:latin typeface="Arial" panose="020B0604020202020204" pitchFamily="34" charset="0"/>
                    <a:ea typeface="宋体" panose="02010600030101010101" pitchFamily="2" charset="-122"/>
                  </a:defRPr>
                </a:lvl9pPr>
              </a:lstStyle>
              <a:p>
                <a:pPr algn="ctr"/>
                <a:r>
                  <a:rPr lang="en-US" altLang="zh-CN" sz="2400" baseline="0"/>
                  <a:t>10</a:t>
                </a:r>
                <a:r>
                  <a:rPr lang="en-US" altLang="zh-CN" sz="2400" baseline="30000"/>
                  <a:t>2</a:t>
                </a:r>
                <a:endParaRPr lang="en-US" altLang="zh-CN" sz="2400" baseline="30000"/>
              </a:p>
            </p:txBody>
          </p:sp>
          <p:sp>
            <p:nvSpPr>
              <p:cNvPr id="24" name="Text Box 7"/>
              <p:cNvSpPr txBox="1">
                <a:spLocks noChangeArrowheads="1"/>
              </p:cNvSpPr>
              <p:nvPr/>
            </p:nvSpPr>
            <p:spPr bwMode="auto">
              <a:xfrm>
                <a:off x="1369" y="3241"/>
                <a:ext cx="401"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baseline="-25000">
                    <a:solidFill>
                      <a:schemeClr val="tx1"/>
                    </a:solidFill>
                    <a:latin typeface="Arial" panose="020B0604020202020204" pitchFamily="34" charset="0"/>
                    <a:ea typeface="宋体" panose="02010600030101010101" pitchFamily="2" charset="-122"/>
                  </a:defRPr>
                </a:lvl1pPr>
                <a:lvl2pPr marL="742950" indent="-285750" eaLnBrk="0" hangingPunct="0">
                  <a:defRPr baseline="-25000">
                    <a:solidFill>
                      <a:schemeClr val="tx1"/>
                    </a:solidFill>
                    <a:latin typeface="Arial" panose="020B0604020202020204" pitchFamily="34" charset="0"/>
                    <a:ea typeface="宋体" panose="02010600030101010101" pitchFamily="2" charset="-122"/>
                  </a:defRPr>
                </a:lvl2pPr>
                <a:lvl3pPr marL="1143000" indent="-228600" eaLnBrk="0" hangingPunct="0">
                  <a:defRPr baseline="-25000">
                    <a:solidFill>
                      <a:schemeClr val="tx1"/>
                    </a:solidFill>
                    <a:latin typeface="Arial" panose="020B0604020202020204" pitchFamily="34" charset="0"/>
                    <a:ea typeface="宋体" panose="02010600030101010101" pitchFamily="2" charset="-122"/>
                  </a:defRPr>
                </a:lvl3pPr>
                <a:lvl4pPr marL="1600200" indent="-228600" eaLnBrk="0" hangingPunct="0">
                  <a:defRPr baseline="-25000">
                    <a:solidFill>
                      <a:schemeClr val="tx1"/>
                    </a:solidFill>
                    <a:latin typeface="Arial" panose="020B0604020202020204" pitchFamily="34" charset="0"/>
                    <a:ea typeface="宋体" panose="02010600030101010101" pitchFamily="2" charset="-122"/>
                  </a:defRPr>
                </a:lvl4pPr>
                <a:lvl5pPr marL="2057400" indent="-228600" eaLnBrk="0" hangingPunct="0">
                  <a:defRPr baseline="-25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aseline="-25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aseline="-25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aseline="-25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aseline="-25000">
                    <a:solidFill>
                      <a:schemeClr val="tx1"/>
                    </a:solidFill>
                    <a:latin typeface="Arial" panose="020B0604020202020204" pitchFamily="34" charset="0"/>
                    <a:ea typeface="宋体" panose="02010600030101010101" pitchFamily="2" charset="-122"/>
                  </a:defRPr>
                </a:lvl9pPr>
              </a:lstStyle>
              <a:p>
                <a:pPr algn="ctr"/>
                <a:r>
                  <a:rPr lang="en-US" altLang="zh-CN" sz="2400" baseline="0"/>
                  <a:t>10</a:t>
                </a:r>
                <a:r>
                  <a:rPr lang="en-US" altLang="zh-CN" sz="2400" baseline="30000"/>
                  <a:t>1</a:t>
                </a:r>
                <a:endParaRPr lang="en-US" altLang="zh-CN" sz="2400" baseline="30000"/>
              </a:p>
            </p:txBody>
          </p:sp>
          <p:sp>
            <p:nvSpPr>
              <p:cNvPr id="25" name="Text Box 8"/>
              <p:cNvSpPr txBox="1">
                <a:spLocks noChangeArrowheads="1"/>
              </p:cNvSpPr>
              <p:nvPr/>
            </p:nvSpPr>
            <p:spPr bwMode="auto">
              <a:xfrm>
                <a:off x="1784" y="3241"/>
                <a:ext cx="401"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baseline="-25000">
                    <a:solidFill>
                      <a:schemeClr val="tx1"/>
                    </a:solidFill>
                    <a:latin typeface="Arial" panose="020B0604020202020204" pitchFamily="34" charset="0"/>
                    <a:ea typeface="宋体" panose="02010600030101010101" pitchFamily="2" charset="-122"/>
                  </a:defRPr>
                </a:lvl1pPr>
                <a:lvl2pPr marL="742950" indent="-285750" eaLnBrk="0" hangingPunct="0">
                  <a:defRPr baseline="-25000">
                    <a:solidFill>
                      <a:schemeClr val="tx1"/>
                    </a:solidFill>
                    <a:latin typeface="Arial" panose="020B0604020202020204" pitchFamily="34" charset="0"/>
                    <a:ea typeface="宋体" panose="02010600030101010101" pitchFamily="2" charset="-122"/>
                  </a:defRPr>
                </a:lvl2pPr>
                <a:lvl3pPr marL="1143000" indent="-228600" eaLnBrk="0" hangingPunct="0">
                  <a:defRPr baseline="-25000">
                    <a:solidFill>
                      <a:schemeClr val="tx1"/>
                    </a:solidFill>
                    <a:latin typeface="Arial" panose="020B0604020202020204" pitchFamily="34" charset="0"/>
                    <a:ea typeface="宋体" panose="02010600030101010101" pitchFamily="2" charset="-122"/>
                  </a:defRPr>
                </a:lvl3pPr>
                <a:lvl4pPr marL="1600200" indent="-228600" eaLnBrk="0" hangingPunct="0">
                  <a:defRPr baseline="-25000">
                    <a:solidFill>
                      <a:schemeClr val="tx1"/>
                    </a:solidFill>
                    <a:latin typeface="Arial" panose="020B0604020202020204" pitchFamily="34" charset="0"/>
                    <a:ea typeface="宋体" panose="02010600030101010101" pitchFamily="2" charset="-122"/>
                  </a:defRPr>
                </a:lvl4pPr>
                <a:lvl5pPr marL="2057400" indent="-228600" eaLnBrk="0" hangingPunct="0">
                  <a:defRPr baseline="-25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aseline="-25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aseline="-25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aseline="-25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aseline="-25000">
                    <a:solidFill>
                      <a:schemeClr val="tx1"/>
                    </a:solidFill>
                    <a:latin typeface="Arial" panose="020B0604020202020204" pitchFamily="34" charset="0"/>
                    <a:ea typeface="宋体" panose="02010600030101010101" pitchFamily="2" charset="-122"/>
                  </a:defRPr>
                </a:lvl9pPr>
              </a:lstStyle>
              <a:p>
                <a:pPr algn="ctr"/>
                <a:r>
                  <a:rPr lang="en-US" altLang="zh-CN" sz="2400" baseline="0"/>
                  <a:t>10</a:t>
                </a:r>
                <a:r>
                  <a:rPr lang="en-US" altLang="zh-CN" sz="2400" baseline="30000"/>
                  <a:t>0</a:t>
                </a:r>
                <a:endParaRPr lang="en-US" altLang="zh-CN" sz="2400" baseline="30000"/>
              </a:p>
            </p:txBody>
          </p:sp>
          <p:sp>
            <p:nvSpPr>
              <p:cNvPr id="26" name="Line 9"/>
              <p:cNvSpPr>
                <a:spLocks noChangeShapeType="1"/>
              </p:cNvSpPr>
              <p:nvPr/>
            </p:nvSpPr>
            <p:spPr bwMode="auto">
              <a:xfrm flipV="1">
                <a:off x="1569" y="3168"/>
                <a:ext cx="0" cy="96"/>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HK" altLang="en-US"/>
              </a:p>
            </p:txBody>
          </p:sp>
          <p:sp>
            <p:nvSpPr>
              <p:cNvPr id="27" name="Line 10"/>
              <p:cNvSpPr>
                <a:spLocks noChangeShapeType="1"/>
              </p:cNvSpPr>
              <p:nvPr/>
            </p:nvSpPr>
            <p:spPr bwMode="auto">
              <a:xfrm flipV="1">
                <a:off x="1248" y="3168"/>
                <a:ext cx="96" cy="96"/>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HK" altLang="en-US"/>
              </a:p>
            </p:txBody>
          </p:sp>
          <p:sp>
            <p:nvSpPr>
              <p:cNvPr id="28" name="Line 11"/>
              <p:cNvSpPr>
                <a:spLocks noChangeShapeType="1"/>
              </p:cNvSpPr>
              <p:nvPr/>
            </p:nvSpPr>
            <p:spPr bwMode="auto">
              <a:xfrm flipH="1" flipV="1">
                <a:off x="1776" y="3168"/>
                <a:ext cx="96" cy="96"/>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HK" altLang="en-US"/>
              </a:p>
            </p:txBody>
          </p:sp>
        </p:grpSp>
        <p:grpSp>
          <p:nvGrpSpPr>
            <p:cNvPr id="8" name="Group 12"/>
            <p:cNvGrpSpPr/>
            <p:nvPr/>
          </p:nvGrpSpPr>
          <p:grpSpPr bwMode="auto">
            <a:xfrm>
              <a:off x="3229" y="2784"/>
              <a:ext cx="1125" cy="697"/>
              <a:chOff x="1006" y="2832"/>
              <a:chExt cx="1125" cy="697"/>
            </a:xfrm>
          </p:grpSpPr>
          <p:sp>
            <p:nvSpPr>
              <p:cNvPr id="15" name="Text Box 13"/>
              <p:cNvSpPr txBox="1">
                <a:spLocks noChangeArrowheads="1"/>
              </p:cNvSpPr>
              <p:nvPr/>
            </p:nvSpPr>
            <p:spPr bwMode="auto">
              <a:xfrm>
                <a:off x="1298" y="2832"/>
                <a:ext cx="542" cy="3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baseline="-25000">
                    <a:solidFill>
                      <a:schemeClr val="tx1"/>
                    </a:solidFill>
                    <a:latin typeface="Arial" panose="020B0604020202020204" pitchFamily="34" charset="0"/>
                    <a:ea typeface="宋体" panose="02010600030101010101" pitchFamily="2" charset="-122"/>
                  </a:defRPr>
                </a:lvl1pPr>
                <a:lvl2pPr marL="742950" indent="-285750" eaLnBrk="0" hangingPunct="0">
                  <a:defRPr baseline="-25000">
                    <a:solidFill>
                      <a:schemeClr val="tx1"/>
                    </a:solidFill>
                    <a:latin typeface="Arial" panose="020B0604020202020204" pitchFamily="34" charset="0"/>
                    <a:ea typeface="宋体" panose="02010600030101010101" pitchFamily="2" charset="-122"/>
                  </a:defRPr>
                </a:lvl2pPr>
                <a:lvl3pPr marL="1143000" indent="-228600" eaLnBrk="0" hangingPunct="0">
                  <a:defRPr baseline="-25000">
                    <a:solidFill>
                      <a:schemeClr val="tx1"/>
                    </a:solidFill>
                    <a:latin typeface="Arial" panose="020B0604020202020204" pitchFamily="34" charset="0"/>
                    <a:ea typeface="宋体" panose="02010600030101010101" pitchFamily="2" charset="-122"/>
                  </a:defRPr>
                </a:lvl3pPr>
                <a:lvl4pPr marL="1600200" indent="-228600" eaLnBrk="0" hangingPunct="0">
                  <a:defRPr baseline="-25000">
                    <a:solidFill>
                      <a:schemeClr val="tx1"/>
                    </a:solidFill>
                    <a:latin typeface="Arial" panose="020B0604020202020204" pitchFamily="34" charset="0"/>
                    <a:ea typeface="宋体" panose="02010600030101010101" pitchFamily="2" charset="-122"/>
                  </a:defRPr>
                </a:lvl4pPr>
                <a:lvl5pPr marL="2057400" indent="-228600" eaLnBrk="0" hangingPunct="0">
                  <a:defRPr baseline="-25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aseline="-25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aseline="-25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aseline="-25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aseline="-25000">
                    <a:solidFill>
                      <a:schemeClr val="tx1"/>
                    </a:solidFill>
                    <a:latin typeface="Arial" panose="020B0604020202020204" pitchFamily="34" charset="0"/>
                    <a:ea typeface="宋体" panose="02010600030101010101" pitchFamily="2" charset="-122"/>
                  </a:defRPr>
                </a:lvl9pPr>
              </a:lstStyle>
              <a:p>
                <a:pPr algn="ctr"/>
                <a:r>
                  <a:rPr lang="en-US" altLang="zh-CN" sz="3200" baseline="0"/>
                  <a:t>101</a:t>
                </a:r>
                <a:endParaRPr lang="en-US" altLang="zh-CN" sz="3200" baseline="0"/>
              </a:p>
            </p:txBody>
          </p:sp>
          <p:sp>
            <p:nvSpPr>
              <p:cNvPr id="16" name="Text Box 14"/>
              <p:cNvSpPr txBox="1">
                <a:spLocks noChangeArrowheads="1"/>
              </p:cNvSpPr>
              <p:nvPr/>
            </p:nvSpPr>
            <p:spPr bwMode="auto">
              <a:xfrm>
                <a:off x="1006" y="3241"/>
                <a:ext cx="294"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baseline="-25000">
                    <a:solidFill>
                      <a:schemeClr val="tx1"/>
                    </a:solidFill>
                    <a:latin typeface="Arial" panose="020B0604020202020204" pitchFamily="34" charset="0"/>
                    <a:ea typeface="宋体" panose="02010600030101010101" pitchFamily="2" charset="-122"/>
                  </a:defRPr>
                </a:lvl1pPr>
                <a:lvl2pPr marL="742950" indent="-285750" eaLnBrk="0" hangingPunct="0">
                  <a:defRPr baseline="-25000">
                    <a:solidFill>
                      <a:schemeClr val="tx1"/>
                    </a:solidFill>
                    <a:latin typeface="Arial" panose="020B0604020202020204" pitchFamily="34" charset="0"/>
                    <a:ea typeface="宋体" panose="02010600030101010101" pitchFamily="2" charset="-122"/>
                  </a:defRPr>
                </a:lvl2pPr>
                <a:lvl3pPr marL="1143000" indent="-228600" eaLnBrk="0" hangingPunct="0">
                  <a:defRPr baseline="-25000">
                    <a:solidFill>
                      <a:schemeClr val="tx1"/>
                    </a:solidFill>
                    <a:latin typeface="Arial" panose="020B0604020202020204" pitchFamily="34" charset="0"/>
                    <a:ea typeface="宋体" panose="02010600030101010101" pitchFamily="2" charset="-122"/>
                  </a:defRPr>
                </a:lvl3pPr>
                <a:lvl4pPr marL="1600200" indent="-228600" eaLnBrk="0" hangingPunct="0">
                  <a:defRPr baseline="-25000">
                    <a:solidFill>
                      <a:schemeClr val="tx1"/>
                    </a:solidFill>
                    <a:latin typeface="Arial" panose="020B0604020202020204" pitchFamily="34" charset="0"/>
                    <a:ea typeface="宋体" panose="02010600030101010101" pitchFamily="2" charset="-122"/>
                  </a:defRPr>
                </a:lvl4pPr>
                <a:lvl5pPr marL="2057400" indent="-228600" eaLnBrk="0" hangingPunct="0">
                  <a:defRPr baseline="-25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aseline="-25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aseline="-25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aseline="-25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aseline="-25000">
                    <a:solidFill>
                      <a:schemeClr val="tx1"/>
                    </a:solidFill>
                    <a:latin typeface="Arial" panose="020B0604020202020204" pitchFamily="34" charset="0"/>
                    <a:ea typeface="宋体" panose="02010600030101010101" pitchFamily="2" charset="-122"/>
                  </a:defRPr>
                </a:lvl9pPr>
              </a:lstStyle>
              <a:p>
                <a:pPr algn="ctr"/>
                <a:r>
                  <a:rPr lang="en-US" altLang="zh-CN" sz="2400" baseline="0"/>
                  <a:t>2</a:t>
                </a:r>
                <a:r>
                  <a:rPr lang="en-US" altLang="zh-CN" sz="2400" baseline="30000"/>
                  <a:t>2</a:t>
                </a:r>
                <a:endParaRPr lang="en-US" altLang="zh-CN" sz="2400" baseline="30000"/>
              </a:p>
            </p:txBody>
          </p:sp>
          <p:sp>
            <p:nvSpPr>
              <p:cNvPr id="17" name="Text Box 15"/>
              <p:cNvSpPr txBox="1">
                <a:spLocks noChangeArrowheads="1"/>
              </p:cNvSpPr>
              <p:nvPr/>
            </p:nvSpPr>
            <p:spPr bwMode="auto">
              <a:xfrm>
                <a:off x="1422" y="3241"/>
                <a:ext cx="294"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baseline="-25000">
                    <a:solidFill>
                      <a:schemeClr val="tx1"/>
                    </a:solidFill>
                    <a:latin typeface="Arial" panose="020B0604020202020204" pitchFamily="34" charset="0"/>
                    <a:ea typeface="宋体" panose="02010600030101010101" pitchFamily="2" charset="-122"/>
                  </a:defRPr>
                </a:lvl1pPr>
                <a:lvl2pPr marL="742950" indent="-285750" eaLnBrk="0" hangingPunct="0">
                  <a:defRPr baseline="-25000">
                    <a:solidFill>
                      <a:schemeClr val="tx1"/>
                    </a:solidFill>
                    <a:latin typeface="Arial" panose="020B0604020202020204" pitchFamily="34" charset="0"/>
                    <a:ea typeface="宋体" panose="02010600030101010101" pitchFamily="2" charset="-122"/>
                  </a:defRPr>
                </a:lvl2pPr>
                <a:lvl3pPr marL="1143000" indent="-228600" eaLnBrk="0" hangingPunct="0">
                  <a:defRPr baseline="-25000">
                    <a:solidFill>
                      <a:schemeClr val="tx1"/>
                    </a:solidFill>
                    <a:latin typeface="Arial" panose="020B0604020202020204" pitchFamily="34" charset="0"/>
                    <a:ea typeface="宋体" panose="02010600030101010101" pitchFamily="2" charset="-122"/>
                  </a:defRPr>
                </a:lvl3pPr>
                <a:lvl4pPr marL="1600200" indent="-228600" eaLnBrk="0" hangingPunct="0">
                  <a:defRPr baseline="-25000">
                    <a:solidFill>
                      <a:schemeClr val="tx1"/>
                    </a:solidFill>
                    <a:latin typeface="Arial" panose="020B0604020202020204" pitchFamily="34" charset="0"/>
                    <a:ea typeface="宋体" panose="02010600030101010101" pitchFamily="2" charset="-122"/>
                  </a:defRPr>
                </a:lvl4pPr>
                <a:lvl5pPr marL="2057400" indent="-228600" eaLnBrk="0" hangingPunct="0">
                  <a:defRPr baseline="-25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aseline="-25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aseline="-25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aseline="-25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aseline="-25000">
                    <a:solidFill>
                      <a:schemeClr val="tx1"/>
                    </a:solidFill>
                    <a:latin typeface="Arial" panose="020B0604020202020204" pitchFamily="34" charset="0"/>
                    <a:ea typeface="宋体" panose="02010600030101010101" pitchFamily="2" charset="-122"/>
                  </a:defRPr>
                </a:lvl9pPr>
              </a:lstStyle>
              <a:p>
                <a:pPr algn="ctr"/>
                <a:r>
                  <a:rPr lang="en-US" altLang="zh-CN" sz="2400" baseline="0"/>
                  <a:t>2</a:t>
                </a:r>
                <a:r>
                  <a:rPr lang="en-US" altLang="zh-CN" sz="2400" baseline="30000"/>
                  <a:t>1</a:t>
                </a:r>
                <a:endParaRPr lang="en-US" altLang="zh-CN" sz="2400" baseline="30000"/>
              </a:p>
            </p:txBody>
          </p:sp>
          <p:sp>
            <p:nvSpPr>
              <p:cNvPr id="18" name="Text Box 16"/>
              <p:cNvSpPr txBox="1">
                <a:spLocks noChangeArrowheads="1"/>
              </p:cNvSpPr>
              <p:nvPr/>
            </p:nvSpPr>
            <p:spPr bwMode="auto">
              <a:xfrm>
                <a:off x="1837" y="3241"/>
                <a:ext cx="294"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baseline="-25000">
                    <a:solidFill>
                      <a:schemeClr val="tx1"/>
                    </a:solidFill>
                    <a:latin typeface="Arial" panose="020B0604020202020204" pitchFamily="34" charset="0"/>
                    <a:ea typeface="宋体" panose="02010600030101010101" pitchFamily="2" charset="-122"/>
                  </a:defRPr>
                </a:lvl1pPr>
                <a:lvl2pPr marL="742950" indent="-285750" eaLnBrk="0" hangingPunct="0">
                  <a:defRPr baseline="-25000">
                    <a:solidFill>
                      <a:schemeClr val="tx1"/>
                    </a:solidFill>
                    <a:latin typeface="Arial" panose="020B0604020202020204" pitchFamily="34" charset="0"/>
                    <a:ea typeface="宋体" panose="02010600030101010101" pitchFamily="2" charset="-122"/>
                  </a:defRPr>
                </a:lvl2pPr>
                <a:lvl3pPr marL="1143000" indent="-228600" eaLnBrk="0" hangingPunct="0">
                  <a:defRPr baseline="-25000">
                    <a:solidFill>
                      <a:schemeClr val="tx1"/>
                    </a:solidFill>
                    <a:latin typeface="Arial" panose="020B0604020202020204" pitchFamily="34" charset="0"/>
                    <a:ea typeface="宋体" panose="02010600030101010101" pitchFamily="2" charset="-122"/>
                  </a:defRPr>
                </a:lvl3pPr>
                <a:lvl4pPr marL="1600200" indent="-228600" eaLnBrk="0" hangingPunct="0">
                  <a:defRPr baseline="-25000">
                    <a:solidFill>
                      <a:schemeClr val="tx1"/>
                    </a:solidFill>
                    <a:latin typeface="Arial" panose="020B0604020202020204" pitchFamily="34" charset="0"/>
                    <a:ea typeface="宋体" panose="02010600030101010101" pitchFamily="2" charset="-122"/>
                  </a:defRPr>
                </a:lvl4pPr>
                <a:lvl5pPr marL="2057400" indent="-228600" eaLnBrk="0" hangingPunct="0">
                  <a:defRPr baseline="-25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aseline="-25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aseline="-25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aseline="-25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aseline="-25000">
                    <a:solidFill>
                      <a:schemeClr val="tx1"/>
                    </a:solidFill>
                    <a:latin typeface="Arial" panose="020B0604020202020204" pitchFamily="34" charset="0"/>
                    <a:ea typeface="宋体" panose="02010600030101010101" pitchFamily="2" charset="-122"/>
                  </a:defRPr>
                </a:lvl9pPr>
              </a:lstStyle>
              <a:p>
                <a:pPr algn="ctr"/>
                <a:r>
                  <a:rPr lang="en-US" altLang="zh-CN" sz="2400" baseline="0"/>
                  <a:t>2</a:t>
                </a:r>
                <a:r>
                  <a:rPr lang="en-US" altLang="zh-CN" sz="2400" baseline="30000"/>
                  <a:t>0</a:t>
                </a:r>
                <a:endParaRPr lang="en-US" altLang="zh-CN" sz="2400" baseline="30000"/>
              </a:p>
            </p:txBody>
          </p:sp>
          <p:sp>
            <p:nvSpPr>
              <p:cNvPr id="19" name="Line 17"/>
              <p:cNvSpPr>
                <a:spLocks noChangeShapeType="1"/>
              </p:cNvSpPr>
              <p:nvPr/>
            </p:nvSpPr>
            <p:spPr bwMode="auto">
              <a:xfrm flipV="1">
                <a:off x="1569" y="3168"/>
                <a:ext cx="0" cy="96"/>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HK" altLang="en-US"/>
              </a:p>
            </p:txBody>
          </p:sp>
          <p:sp>
            <p:nvSpPr>
              <p:cNvPr id="20" name="Line 18"/>
              <p:cNvSpPr>
                <a:spLocks noChangeShapeType="1"/>
              </p:cNvSpPr>
              <p:nvPr/>
            </p:nvSpPr>
            <p:spPr bwMode="auto">
              <a:xfrm flipV="1">
                <a:off x="1248" y="3168"/>
                <a:ext cx="96" cy="96"/>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HK" altLang="en-US"/>
              </a:p>
            </p:txBody>
          </p:sp>
          <p:sp>
            <p:nvSpPr>
              <p:cNvPr id="21" name="Line 19"/>
              <p:cNvSpPr>
                <a:spLocks noChangeShapeType="1"/>
              </p:cNvSpPr>
              <p:nvPr/>
            </p:nvSpPr>
            <p:spPr bwMode="auto">
              <a:xfrm flipH="1" flipV="1">
                <a:off x="1776" y="3168"/>
                <a:ext cx="96" cy="96"/>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HK" altLang="en-US"/>
              </a:p>
            </p:txBody>
          </p:sp>
        </p:grpSp>
        <p:sp>
          <p:nvSpPr>
            <p:cNvPr id="9" name="Text Box 20"/>
            <p:cNvSpPr txBox="1">
              <a:spLocks noChangeArrowheads="1"/>
            </p:cNvSpPr>
            <p:nvPr/>
          </p:nvSpPr>
          <p:spPr bwMode="auto">
            <a:xfrm>
              <a:off x="625" y="3552"/>
              <a:ext cx="1973" cy="256"/>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spAutoFit/>
            </a:bodyPr>
            <a:lstStyle>
              <a:lvl1pPr eaLnBrk="0" hangingPunct="0">
                <a:defRPr baseline="-25000">
                  <a:solidFill>
                    <a:schemeClr val="tx1"/>
                  </a:solidFill>
                  <a:latin typeface="Arial" panose="020B0604020202020204" pitchFamily="34" charset="0"/>
                  <a:ea typeface="宋体" panose="02010600030101010101" pitchFamily="2" charset="-122"/>
                </a:defRPr>
              </a:lvl1pPr>
              <a:lvl2pPr marL="742950" indent="-285750" eaLnBrk="0" hangingPunct="0">
                <a:defRPr baseline="-25000">
                  <a:solidFill>
                    <a:schemeClr val="tx1"/>
                  </a:solidFill>
                  <a:latin typeface="Arial" panose="020B0604020202020204" pitchFamily="34" charset="0"/>
                  <a:ea typeface="宋体" panose="02010600030101010101" pitchFamily="2" charset="-122"/>
                </a:defRPr>
              </a:lvl2pPr>
              <a:lvl3pPr marL="1143000" indent="-228600" eaLnBrk="0" hangingPunct="0">
                <a:defRPr baseline="-25000">
                  <a:solidFill>
                    <a:schemeClr val="tx1"/>
                  </a:solidFill>
                  <a:latin typeface="Arial" panose="020B0604020202020204" pitchFamily="34" charset="0"/>
                  <a:ea typeface="宋体" panose="02010600030101010101" pitchFamily="2" charset="-122"/>
                </a:defRPr>
              </a:lvl3pPr>
              <a:lvl4pPr marL="1600200" indent="-228600" eaLnBrk="0" hangingPunct="0">
                <a:defRPr baseline="-25000">
                  <a:solidFill>
                    <a:schemeClr val="tx1"/>
                  </a:solidFill>
                  <a:latin typeface="Arial" panose="020B0604020202020204" pitchFamily="34" charset="0"/>
                  <a:ea typeface="宋体" panose="02010600030101010101" pitchFamily="2" charset="-122"/>
                </a:defRPr>
              </a:lvl4pPr>
              <a:lvl5pPr marL="2057400" indent="-228600" eaLnBrk="0" hangingPunct="0">
                <a:defRPr baseline="-25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aseline="-25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aseline="-25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aseline="-25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aseline="-25000">
                  <a:solidFill>
                    <a:schemeClr val="tx1"/>
                  </a:solidFill>
                  <a:latin typeface="Arial" panose="020B0604020202020204" pitchFamily="34" charset="0"/>
                  <a:ea typeface="宋体" panose="02010600030101010101" pitchFamily="2" charset="-122"/>
                </a:defRPr>
              </a:lvl9pPr>
            </a:lstStyle>
            <a:p>
              <a:pPr algn="ctr"/>
              <a:r>
                <a:rPr lang="en-US" altLang="zh-CN" sz="2000" baseline="0"/>
                <a:t>3x100 + 2x10 + 9x1 = 329</a:t>
              </a:r>
              <a:endParaRPr lang="en-US" altLang="zh-CN" sz="2000" baseline="0"/>
            </a:p>
          </p:txBody>
        </p:sp>
        <p:sp>
          <p:nvSpPr>
            <p:cNvPr id="10" name="Text Box 21"/>
            <p:cNvSpPr txBox="1">
              <a:spLocks noChangeArrowheads="1"/>
            </p:cNvSpPr>
            <p:nvPr/>
          </p:nvSpPr>
          <p:spPr bwMode="auto">
            <a:xfrm>
              <a:off x="3061" y="3552"/>
              <a:ext cx="1528" cy="256"/>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spAutoFit/>
            </a:bodyPr>
            <a:lstStyle>
              <a:lvl1pPr eaLnBrk="0" hangingPunct="0">
                <a:defRPr baseline="-25000">
                  <a:solidFill>
                    <a:schemeClr val="tx1"/>
                  </a:solidFill>
                  <a:latin typeface="Arial" panose="020B0604020202020204" pitchFamily="34" charset="0"/>
                  <a:ea typeface="宋体" panose="02010600030101010101" pitchFamily="2" charset="-122"/>
                </a:defRPr>
              </a:lvl1pPr>
              <a:lvl2pPr marL="742950" indent="-285750" eaLnBrk="0" hangingPunct="0">
                <a:defRPr baseline="-25000">
                  <a:solidFill>
                    <a:schemeClr val="tx1"/>
                  </a:solidFill>
                  <a:latin typeface="Arial" panose="020B0604020202020204" pitchFamily="34" charset="0"/>
                  <a:ea typeface="宋体" panose="02010600030101010101" pitchFamily="2" charset="-122"/>
                </a:defRPr>
              </a:lvl2pPr>
              <a:lvl3pPr marL="1143000" indent="-228600" eaLnBrk="0" hangingPunct="0">
                <a:defRPr baseline="-25000">
                  <a:solidFill>
                    <a:schemeClr val="tx1"/>
                  </a:solidFill>
                  <a:latin typeface="Arial" panose="020B0604020202020204" pitchFamily="34" charset="0"/>
                  <a:ea typeface="宋体" panose="02010600030101010101" pitchFamily="2" charset="-122"/>
                </a:defRPr>
              </a:lvl3pPr>
              <a:lvl4pPr marL="1600200" indent="-228600" eaLnBrk="0" hangingPunct="0">
                <a:defRPr baseline="-25000">
                  <a:solidFill>
                    <a:schemeClr val="tx1"/>
                  </a:solidFill>
                  <a:latin typeface="Arial" panose="020B0604020202020204" pitchFamily="34" charset="0"/>
                  <a:ea typeface="宋体" panose="02010600030101010101" pitchFamily="2" charset="-122"/>
                </a:defRPr>
              </a:lvl4pPr>
              <a:lvl5pPr marL="2057400" indent="-228600" eaLnBrk="0" hangingPunct="0">
                <a:defRPr baseline="-25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aseline="-25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aseline="-25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aseline="-25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aseline="-25000">
                  <a:solidFill>
                    <a:schemeClr val="tx1"/>
                  </a:solidFill>
                  <a:latin typeface="Arial" panose="020B0604020202020204" pitchFamily="34" charset="0"/>
                  <a:ea typeface="宋体" panose="02010600030101010101" pitchFamily="2" charset="-122"/>
                </a:defRPr>
              </a:lvl9pPr>
            </a:lstStyle>
            <a:p>
              <a:pPr algn="ctr"/>
              <a:r>
                <a:rPr lang="en-US" altLang="zh-CN" sz="2000" baseline="0"/>
                <a:t>1x4 + 0x2 + 1x1 = 5</a:t>
              </a:r>
              <a:endParaRPr lang="en-US" altLang="zh-CN" sz="2000" baseline="0"/>
            </a:p>
          </p:txBody>
        </p:sp>
        <p:sp>
          <p:nvSpPr>
            <p:cNvPr id="11" name="Text Box 22"/>
            <p:cNvSpPr txBox="1">
              <a:spLocks noChangeArrowheads="1"/>
            </p:cNvSpPr>
            <p:nvPr/>
          </p:nvSpPr>
          <p:spPr bwMode="auto">
            <a:xfrm>
              <a:off x="2699" y="2688"/>
              <a:ext cx="504" cy="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baseline="-25000">
                  <a:solidFill>
                    <a:schemeClr val="tx1"/>
                  </a:solidFill>
                  <a:latin typeface="Arial" panose="020B0604020202020204" pitchFamily="34" charset="0"/>
                  <a:ea typeface="宋体" panose="02010600030101010101" pitchFamily="2" charset="-122"/>
                </a:defRPr>
              </a:lvl1pPr>
              <a:lvl2pPr marL="742950" indent="-285750" eaLnBrk="0" hangingPunct="0">
                <a:defRPr baseline="-25000">
                  <a:solidFill>
                    <a:schemeClr val="tx1"/>
                  </a:solidFill>
                  <a:latin typeface="Arial" panose="020B0604020202020204" pitchFamily="34" charset="0"/>
                  <a:ea typeface="宋体" panose="02010600030101010101" pitchFamily="2" charset="-122"/>
                </a:defRPr>
              </a:lvl2pPr>
              <a:lvl3pPr marL="1143000" indent="-228600" eaLnBrk="0" hangingPunct="0">
                <a:defRPr baseline="-25000">
                  <a:solidFill>
                    <a:schemeClr val="tx1"/>
                  </a:solidFill>
                  <a:latin typeface="Arial" panose="020B0604020202020204" pitchFamily="34" charset="0"/>
                  <a:ea typeface="宋体" panose="02010600030101010101" pitchFamily="2" charset="-122"/>
                </a:defRPr>
              </a:lvl3pPr>
              <a:lvl4pPr marL="1600200" indent="-228600" eaLnBrk="0" hangingPunct="0">
                <a:defRPr baseline="-25000">
                  <a:solidFill>
                    <a:schemeClr val="tx1"/>
                  </a:solidFill>
                  <a:latin typeface="Arial" panose="020B0604020202020204" pitchFamily="34" charset="0"/>
                  <a:ea typeface="宋体" panose="02010600030101010101" pitchFamily="2" charset="-122"/>
                </a:defRPr>
              </a:lvl4pPr>
              <a:lvl5pPr marL="2057400" indent="-228600" eaLnBrk="0" hangingPunct="0">
                <a:defRPr baseline="-25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aseline="-25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aseline="-25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aseline="-25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aseline="-25000">
                  <a:solidFill>
                    <a:schemeClr val="tx1"/>
                  </a:solidFill>
                  <a:latin typeface="Arial" panose="020B0604020202020204" pitchFamily="34" charset="0"/>
                  <a:ea typeface="宋体" panose="02010600030101010101" pitchFamily="2" charset="-122"/>
                </a:defRPr>
              </a:lvl9pPr>
            </a:lstStyle>
            <a:p>
              <a:pPr algn="ctr"/>
              <a:r>
                <a:rPr lang="zh-CN" altLang="en-US" sz="1600" b="1" i="1" baseline="0" dirty="0"/>
                <a:t>最高位</a:t>
              </a:r>
              <a:endParaRPr lang="en-US" altLang="zh-CN" sz="1600" b="1" i="1" baseline="0" dirty="0"/>
            </a:p>
          </p:txBody>
        </p:sp>
        <p:sp>
          <p:nvSpPr>
            <p:cNvPr id="12" name="Text Box 23"/>
            <p:cNvSpPr txBox="1">
              <a:spLocks noChangeArrowheads="1"/>
            </p:cNvSpPr>
            <p:nvPr/>
          </p:nvSpPr>
          <p:spPr bwMode="auto">
            <a:xfrm>
              <a:off x="4372" y="2688"/>
              <a:ext cx="504" cy="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baseline="-25000">
                  <a:solidFill>
                    <a:schemeClr val="tx1"/>
                  </a:solidFill>
                  <a:latin typeface="Arial" panose="020B0604020202020204" pitchFamily="34" charset="0"/>
                  <a:ea typeface="宋体" panose="02010600030101010101" pitchFamily="2" charset="-122"/>
                </a:defRPr>
              </a:lvl1pPr>
              <a:lvl2pPr marL="742950" indent="-285750" eaLnBrk="0" hangingPunct="0">
                <a:defRPr baseline="-25000">
                  <a:solidFill>
                    <a:schemeClr val="tx1"/>
                  </a:solidFill>
                  <a:latin typeface="Arial" panose="020B0604020202020204" pitchFamily="34" charset="0"/>
                  <a:ea typeface="宋体" panose="02010600030101010101" pitchFamily="2" charset="-122"/>
                </a:defRPr>
              </a:lvl2pPr>
              <a:lvl3pPr marL="1143000" indent="-228600" eaLnBrk="0" hangingPunct="0">
                <a:defRPr baseline="-25000">
                  <a:solidFill>
                    <a:schemeClr val="tx1"/>
                  </a:solidFill>
                  <a:latin typeface="Arial" panose="020B0604020202020204" pitchFamily="34" charset="0"/>
                  <a:ea typeface="宋体" panose="02010600030101010101" pitchFamily="2" charset="-122"/>
                </a:defRPr>
              </a:lvl3pPr>
              <a:lvl4pPr marL="1600200" indent="-228600" eaLnBrk="0" hangingPunct="0">
                <a:defRPr baseline="-25000">
                  <a:solidFill>
                    <a:schemeClr val="tx1"/>
                  </a:solidFill>
                  <a:latin typeface="Arial" panose="020B0604020202020204" pitchFamily="34" charset="0"/>
                  <a:ea typeface="宋体" panose="02010600030101010101" pitchFamily="2" charset="-122"/>
                </a:defRPr>
              </a:lvl4pPr>
              <a:lvl5pPr marL="2057400" indent="-228600" eaLnBrk="0" hangingPunct="0">
                <a:defRPr baseline="-25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aseline="-25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aseline="-25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aseline="-25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aseline="-25000">
                  <a:solidFill>
                    <a:schemeClr val="tx1"/>
                  </a:solidFill>
                  <a:latin typeface="Arial" panose="020B0604020202020204" pitchFamily="34" charset="0"/>
                  <a:ea typeface="宋体" panose="02010600030101010101" pitchFamily="2" charset="-122"/>
                </a:defRPr>
              </a:lvl9pPr>
            </a:lstStyle>
            <a:p>
              <a:pPr algn="ctr"/>
              <a:r>
                <a:rPr lang="zh-CN" altLang="en-US" sz="1600" b="1" i="1" baseline="0" dirty="0"/>
                <a:t>最低位</a:t>
              </a:r>
              <a:endParaRPr lang="en-US" altLang="zh-CN" sz="1600" b="1" i="1" baseline="0" dirty="0"/>
            </a:p>
          </p:txBody>
        </p:sp>
        <p:sp>
          <p:nvSpPr>
            <p:cNvPr id="13" name="Freeform 24"/>
            <p:cNvSpPr/>
            <p:nvPr/>
          </p:nvSpPr>
          <p:spPr bwMode="auto">
            <a:xfrm>
              <a:off x="3216" y="2782"/>
              <a:ext cx="432" cy="77"/>
            </a:xfrm>
            <a:custGeom>
              <a:avLst/>
              <a:gdLst>
                <a:gd name="T0" fmla="*/ 0 w 432"/>
                <a:gd name="T1" fmla="*/ 3175 h 77"/>
                <a:gd name="T2" fmla="*/ 452438 w 432"/>
                <a:gd name="T3" fmla="*/ 3175 h 77"/>
                <a:gd name="T4" fmla="*/ 642938 w 432"/>
                <a:gd name="T5" fmla="*/ 22225 h 77"/>
                <a:gd name="T6" fmla="*/ 685800 w 432"/>
                <a:gd name="T7" fmla="*/ 122238 h 77"/>
                <a:gd name="T8" fmla="*/ 0 60000 65536"/>
                <a:gd name="T9" fmla="*/ 0 60000 65536"/>
                <a:gd name="T10" fmla="*/ 0 60000 65536"/>
                <a:gd name="T11" fmla="*/ 0 60000 65536"/>
                <a:gd name="T12" fmla="*/ 0 w 432"/>
                <a:gd name="T13" fmla="*/ 0 h 77"/>
                <a:gd name="T14" fmla="*/ 432 w 432"/>
                <a:gd name="T15" fmla="*/ 77 h 77"/>
              </a:gdLst>
              <a:ahLst/>
              <a:cxnLst>
                <a:cxn ang="T8">
                  <a:pos x="T0" y="T1"/>
                </a:cxn>
                <a:cxn ang="T9">
                  <a:pos x="T2" y="T3"/>
                </a:cxn>
                <a:cxn ang="T10">
                  <a:pos x="T4" y="T5"/>
                </a:cxn>
                <a:cxn ang="T11">
                  <a:pos x="T6" y="T7"/>
                </a:cxn>
              </a:cxnLst>
              <a:rect l="T12" t="T13" r="T14" b="T15"/>
              <a:pathLst>
                <a:path w="432" h="77">
                  <a:moveTo>
                    <a:pt x="0" y="2"/>
                  </a:moveTo>
                  <a:cubicBezTo>
                    <a:pt x="47" y="2"/>
                    <a:pt x="218" y="0"/>
                    <a:pt x="285" y="2"/>
                  </a:cubicBezTo>
                  <a:cubicBezTo>
                    <a:pt x="352" y="4"/>
                    <a:pt x="381" y="2"/>
                    <a:pt x="405" y="14"/>
                  </a:cubicBezTo>
                  <a:cubicBezTo>
                    <a:pt x="429" y="26"/>
                    <a:pt x="427" y="64"/>
                    <a:pt x="432" y="77"/>
                  </a:cubicBezTo>
                </a:path>
              </a:pathLst>
            </a:custGeom>
            <a:noFill/>
            <a:ln w="9525" cap="rnd">
              <a:solidFill>
                <a:schemeClr val="tx1"/>
              </a:solidFill>
              <a:prstDash val="sysDot"/>
              <a:round/>
              <a:tailEnd type="triangle" w="sm" len="med"/>
            </a:ln>
            <a:extLst>
              <a:ext uri="{909E8E84-426E-40DD-AFC4-6F175D3DCCD1}">
                <a14:hiddenFill xmlns:a14="http://schemas.microsoft.com/office/drawing/2010/main">
                  <a:solidFill>
                    <a:srgbClr val="FFFFFF"/>
                  </a:solidFill>
                </a14:hiddenFill>
              </a:ext>
            </a:extLst>
          </p:spPr>
          <p:txBody>
            <a:bodyPr/>
            <a:lstStyle>
              <a:lvl1pPr eaLnBrk="0" hangingPunct="0">
                <a:defRPr baseline="-25000">
                  <a:solidFill>
                    <a:schemeClr val="tx1"/>
                  </a:solidFill>
                  <a:latin typeface="Arial" panose="020B0604020202020204" pitchFamily="34" charset="0"/>
                  <a:ea typeface="宋体" panose="02010600030101010101" pitchFamily="2" charset="-122"/>
                </a:defRPr>
              </a:lvl1pPr>
              <a:lvl2pPr marL="742950" indent="-285750" eaLnBrk="0" hangingPunct="0">
                <a:defRPr baseline="-25000">
                  <a:solidFill>
                    <a:schemeClr val="tx1"/>
                  </a:solidFill>
                  <a:latin typeface="Arial" panose="020B0604020202020204" pitchFamily="34" charset="0"/>
                  <a:ea typeface="宋体" panose="02010600030101010101" pitchFamily="2" charset="-122"/>
                </a:defRPr>
              </a:lvl2pPr>
              <a:lvl3pPr marL="1143000" indent="-228600" eaLnBrk="0" hangingPunct="0">
                <a:defRPr baseline="-25000">
                  <a:solidFill>
                    <a:schemeClr val="tx1"/>
                  </a:solidFill>
                  <a:latin typeface="Arial" panose="020B0604020202020204" pitchFamily="34" charset="0"/>
                  <a:ea typeface="宋体" panose="02010600030101010101" pitchFamily="2" charset="-122"/>
                </a:defRPr>
              </a:lvl3pPr>
              <a:lvl4pPr marL="1600200" indent="-228600" eaLnBrk="0" hangingPunct="0">
                <a:defRPr baseline="-25000">
                  <a:solidFill>
                    <a:schemeClr val="tx1"/>
                  </a:solidFill>
                  <a:latin typeface="Arial" panose="020B0604020202020204" pitchFamily="34" charset="0"/>
                  <a:ea typeface="宋体" panose="02010600030101010101" pitchFamily="2" charset="-122"/>
                </a:defRPr>
              </a:lvl4pPr>
              <a:lvl5pPr marL="2057400" indent="-228600" eaLnBrk="0" hangingPunct="0">
                <a:defRPr baseline="-25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aseline="-25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aseline="-25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aseline="-25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aseline="-25000">
                  <a:solidFill>
                    <a:schemeClr val="tx1"/>
                  </a:solidFill>
                  <a:latin typeface="Arial" panose="020B0604020202020204" pitchFamily="34" charset="0"/>
                  <a:ea typeface="宋体" panose="02010600030101010101" pitchFamily="2" charset="-122"/>
                </a:defRPr>
              </a:lvl9pPr>
            </a:lstStyle>
            <a:p>
              <a:pPr algn="ctr"/>
              <a:endParaRPr lang="zh-CN" altLang="en-US" sz="2400" baseline="0"/>
            </a:p>
          </p:txBody>
        </p:sp>
        <p:sp>
          <p:nvSpPr>
            <p:cNvPr id="14" name="Freeform 25"/>
            <p:cNvSpPr/>
            <p:nvPr/>
          </p:nvSpPr>
          <p:spPr bwMode="auto">
            <a:xfrm flipH="1">
              <a:off x="3936" y="2784"/>
              <a:ext cx="432" cy="77"/>
            </a:xfrm>
            <a:custGeom>
              <a:avLst/>
              <a:gdLst>
                <a:gd name="T0" fmla="*/ 0 w 432"/>
                <a:gd name="T1" fmla="*/ 3175 h 77"/>
                <a:gd name="T2" fmla="*/ 452438 w 432"/>
                <a:gd name="T3" fmla="*/ 3175 h 77"/>
                <a:gd name="T4" fmla="*/ 642938 w 432"/>
                <a:gd name="T5" fmla="*/ 22225 h 77"/>
                <a:gd name="T6" fmla="*/ 685800 w 432"/>
                <a:gd name="T7" fmla="*/ 122238 h 77"/>
                <a:gd name="T8" fmla="*/ 0 60000 65536"/>
                <a:gd name="T9" fmla="*/ 0 60000 65536"/>
                <a:gd name="T10" fmla="*/ 0 60000 65536"/>
                <a:gd name="T11" fmla="*/ 0 60000 65536"/>
                <a:gd name="T12" fmla="*/ 0 w 432"/>
                <a:gd name="T13" fmla="*/ 0 h 77"/>
                <a:gd name="T14" fmla="*/ 432 w 432"/>
                <a:gd name="T15" fmla="*/ 77 h 77"/>
              </a:gdLst>
              <a:ahLst/>
              <a:cxnLst>
                <a:cxn ang="T8">
                  <a:pos x="T0" y="T1"/>
                </a:cxn>
                <a:cxn ang="T9">
                  <a:pos x="T2" y="T3"/>
                </a:cxn>
                <a:cxn ang="T10">
                  <a:pos x="T4" y="T5"/>
                </a:cxn>
                <a:cxn ang="T11">
                  <a:pos x="T6" y="T7"/>
                </a:cxn>
              </a:cxnLst>
              <a:rect l="T12" t="T13" r="T14" b="T15"/>
              <a:pathLst>
                <a:path w="432" h="77">
                  <a:moveTo>
                    <a:pt x="0" y="2"/>
                  </a:moveTo>
                  <a:cubicBezTo>
                    <a:pt x="47" y="2"/>
                    <a:pt x="218" y="0"/>
                    <a:pt x="285" y="2"/>
                  </a:cubicBezTo>
                  <a:cubicBezTo>
                    <a:pt x="352" y="4"/>
                    <a:pt x="381" y="2"/>
                    <a:pt x="405" y="14"/>
                  </a:cubicBezTo>
                  <a:cubicBezTo>
                    <a:pt x="429" y="26"/>
                    <a:pt x="427" y="64"/>
                    <a:pt x="432" y="77"/>
                  </a:cubicBezTo>
                </a:path>
              </a:pathLst>
            </a:custGeom>
            <a:noFill/>
            <a:ln w="9525" cap="rnd">
              <a:solidFill>
                <a:schemeClr val="tx1"/>
              </a:solidFill>
              <a:prstDash val="sysDot"/>
              <a:round/>
              <a:tailEnd type="triangle" w="sm" len="med"/>
            </a:ln>
            <a:extLst>
              <a:ext uri="{909E8E84-426E-40DD-AFC4-6F175D3DCCD1}">
                <a14:hiddenFill xmlns:a14="http://schemas.microsoft.com/office/drawing/2010/main">
                  <a:solidFill>
                    <a:srgbClr val="FFFFFF"/>
                  </a:solidFill>
                </a14:hiddenFill>
              </a:ext>
            </a:extLst>
          </p:spPr>
          <p:txBody>
            <a:bodyPr/>
            <a:lstStyle>
              <a:lvl1pPr eaLnBrk="0" hangingPunct="0">
                <a:defRPr baseline="-25000">
                  <a:solidFill>
                    <a:schemeClr val="tx1"/>
                  </a:solidFill>
                  <a:latin typeface="Arial" panose="020B0604020202020204" pitchFamily="34" charset="0"/>
                  <a:ea typeface="宋体" panose="02010600030101010101" pitchFamily="2" charset="-122"/>
                </a:defRPr>
              </a:lvl1pPr>
              <a:lvl2pPr marL="742950" indent="-285750" eaLnBrk="0" hangingPunct="0">
                <a:defRPr baseline="-25000">
                  <a:solidFill>
                    <a:schemeClr val="tx1"/>
                  </a:solidFill>
                  <a:latin typeface="Arial" panose="020B0604020202020204" pitchFamily="34" charset="0"/>
                  <a:ea typeface="宋体" panose="02010600030101010101" pitchFamily="2" charset="-122"/>
                </a:defRPr>
              </a:lvl2pPr>
              <a:lvl3pPr marL="1143000" indent="-228600" eaLnBrk="0" hangingPunct="0">
                <a:defRPr baseline="-25000">
                  <a:solidFill>
                    <a:schemeClr val="tx1"/>
                  </a:solidFill>
                  <a:latin typeface="Arial" panose="020B0604020202020204" pitchFamily="34" charset="0"/>
                  <a:ea typeface="宋体" panose="02010600030101010101" pitchFamily="2" charset="-122"/>
                </a:defRPr>
              </a:lvl3pPr>
              <a:lvl4pPr marL="1600200" indent="-228600" eaLnBrk="0" hangingPunct="0">
                <a:defRPr baseline="-25000">
                  <a:solidFill>
                    <a:schemeClr val="tx1"/>
                  </a:solidFill>
                  <a:latin typeface="Arial" panose="020B0604020202020204" pitchFamily="34" charset="0"/>
                  <a:ea typeface="宋体" panose="02010600030101010101" pitchFamily="2" charset="-122"/>
                </a:defRPr>
              </a:lvl4pPr>
              <a:lvl5pPr marL="2057400" indent="-228600" eaLnBrk="0" hangingPunct="0">
                <a:defRPr baseline="-25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aseline="-25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aseline="-25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aseline="-25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aseline="-25000">
                  <a:solidFill>
                    <a:schemeClr val="tx1"/>
                  </a:solidFill>
                  <a:latin typeface="Arial" panose="020B0604020202020204" pitchFamily="34" charset="0"/>
                  <a:ea typeface="宋体" panose="02010600030101010101" pitchFamily="2" charset="-122"/>
                </a:defRPr>
              </a:lvl9pPr>
            </a:lstStyle>
            <a:p>
              <a:pPr algn="ctr"/>
              <a:endParaRPr lang="zh-CN" altLang="en-US" sz="2400" baseline="0"/>
            </a:p>
          </p:txBody>
        </p:sp>
      </p:grpSp>
      <p:sp>
        <p:nvSpPr>
          <p:cNvPr id="2" name="Rectangle 1"/>
          <p:cNvSpPr/>
          <p:nvPr/>
        </p:nvSpPr>
        <p:spPr>
          <a:xfrm>
            <a:off x="1631504" y="5373217"/>
            <a:ext cx="4606290" cy="370840"/>
          </a:xfrm>
          <a:prstGeom prst="rect">
            <a:avLst/>
          </a:prstGeom>
        </p:spPr>
        <p:txBody>
          <a:bodyPr wrap="none">
            <a:spAutoFit/>
          </a:bodyPr>
          <a:lstStyle/>
          <a:p>
            <a:pPr>
              <a:spcBef>
                <a:spcPct val="20000"/>
              </a:spcBef>
              <a:buClr>
                <a:schemeClr val="folHlink"/>
              </a:buClr>
              <a:buSzPct val="60000"/>
              <a:buFont typeface="Wingdings" panose="05000000000000000000" pitchFamily="2" charset="2"/>
            </a:pPr>
            <a:r>
              <a:rPr lang="en-US" altLang="zh-CN" sz="2800" b="1" dirty="0">
                <a:latin typeface="隶书" panose="02010509060101010101" pitchFamily="49" charset="-122"/>
                <a:ea typeface="隶书" panose="02010509060101010101" pitchFamily="49" charset="-122"/>
              </a:rPr>
              <a:t>n</a:t>
            </a:r>
            <a:r>
              <a:rPr lang="zh-CN" altLang="en-US" sz="2800" b="1" dirty="0">
                <a:latin typeface="隶书" panose="02010509060101010101" pitchFamily="49" charset="-122"/>
                <a:ea typeface="隶书" panose="02010509060101010101" pitchFamily="49" charset="-122"/>
              </a:rPr>
              <a:t>个</a:t>
            </a:r>
            <a:r>
              <a:rPr lang="en-US" altLang="zh-CN" sz="2800" b="1" dirty="0">
                <a:latin typeface="隶书" panose="02010509060101010101" pitchFamily="49" charset="-122"/>
                <a:ea typeface="隶书" panose="02010509060101010101" pitchFamily="49" charset="-122"/>
              </a:rPr>
              <a:t>bit</a:t>
            </a:r>
            <a:r>
              <a:rPr lang="zh-CN" altLang="en-US" sz="2800" b="1" dirty="0">
                <a:latin typeface="隶书" panose="02010509060101010101" pitchFamily="49" charset="-122"/>
                <a:ea typeface="隶书" panose="02010509060101010101" pitchFamily="49" charset="-122"/>
              </a:rPr>
              <a:t>可以表示</a:t>
            </a:r>
            <a:r>
              <a:rPr lang="en-US" altLang="zh-CN" sz="2800" b="1" dirty="0">
                <a:latin typeface="隶书" panose="02010509060101010101" pitchFamily="49" charset="-122"/>
                <a:ea typeface="隶书" panose="02010509060101010101" pitchFamily="49" charset="-122"/>
              </a:rPr>
              <a:t>2</a:t>
            </a:r>
            <a:r>
              <a:rPr lang="en-US" altLang="zh-CN" sz="2800" b="1" baseline="30000" dirty="0">
                <a:latin typeface="隶书" panose="02010509060101010101" pitchFamily="49" charset="-122"/>
                <a:ea typeface="隶书" panose="02010509060101010101" pitchFamily="49" charset="-122"/>
              </a:rPr>
              <a:t>n</a:t>
            </a:r>
            <a:r>
              <a:rPr lang="zh-CN" altLang="en-US" sz="2800" b="1" dirty="0">
                <a:latin typeface="隶书" panose="02010509060101010101" pitchFamily="49" charset="-122"/>
                <a:ea typeface="隶书" panose="02010509060101010101" pitchFamily="49" charset="-122"/>
              </a:rPr>
              <a:t>个无符号数（</a:t>
            </a:r>
            <a:r>
              <a:rPr lang="en-US" altLang="zh-CN" sz="2800" b="1" dirty="0">
                <a:latin typeface="隶书" panose="02010509060101010101" pitchFamily="49" charset="-122"/>
                <a:ea typeface="隶书" panose="02010509060101010101" pitchFamily="49" charset="-122"/>
              </a:rPr>
              <a:t>0</a:t>
            </a:r>
            <a:r>
              <a:rPr lang="zh-CN" altLang="en-US" sz="2800" b="1" dirty="0">
                <a:latin typeface="隶书" panose="02010509060101010101" pitchFamily="49" charset="-122"/>
                <a:ea typeface="隶书" panose="02010509060101010101" pitchFamily="49" charset="-122"/>
              </a:rPr>
              <a:t>到</a:t>
            </a:r>
            <a:r>
              <a:rPr lang="en-US" altLang="zh-CN" sz="2800" b="1" dirty="0">
                <a:latin typeface="隶书" panose="02010509060101010101" pitchFamily="49" charset="-122"/>
                <a:ea typeface="隶书" panose="02010509060101010101" pitchFamily="49" charset="-122"/>
              </a:rPr>
              <a:t>2</a:t>
            </a:r>
            <a:r>
              <a:rPr lang="en-US" altLang="zh-CN" sz="2800" b="1" baseline="30000" dirty="0">
                <a:latin typeface="隶书" panose="02010509060101010101" pitchFamily="49" charset="-122"/>
                <a:ea typeface="隶书" panose="02010509060101010101" pitchFamily="49" charset="-122"/>
              </a:rPr>
              <a:t>n</a:t>
            </a:r>
            <a:r>
              <a:rPr lang="en-US" altLang="zh-CN" sz="2800" b="1" dirty="0">
                <a:latin typeface="隶书" panose="02010509060101010101" pitchFamily="49" charset="-122"/>
                <a:ea typeface="隶书" panose="02010509060101010101" pitchFamily="49" charset="-122"/>
              </a:rPr>
              <a:t>-1)</a:t>
            </a:r>
            <a:r>
              <a:rPr lang="zh-CN" altLang="en-US" sz="2800" b="1" dirty="0">
                <a:latin typeface="隶书" panose="02010509060101010101" pitchFamily="49" charset="-122"/>
                <a:ea typeface="隶书" panose="02010509060101010101" pitchFamily="49" charset="-122"/>
              </a:rPr>
              <a:t>。</a:t>
            </a:r>
            <a:endParaRPr lang="en-US" altLang="zh-CN" sz="2800" b="1" dirty="0">
              <a:latin typeface="隶书" panose="02010509060101010101" pitchFamily="49" charset="-122"/>
              <a:ea typeface="隶书" panose="02010509060101010101" pitchFamily="49" charset="-122"/>
            </a:endParaRPr>
          </a:p>
        </p:txBody>
      </p:sp>
      <p:graphicFrame>
        <p:nvGraphicFramePr>
          <p:cNvPr id="29" name="Group 4"/>
          <p:cNvGraphicFramePr>
            <a:graphicFrameLocks noGrp="1"/>
          </p:cNvGraphicFramePr>
          <p:nvPr/>
        </p:nvGraphicFramePr>
        <p:xfrm>
          <a:off x="8328248" y="3083768"/>
          <a:ext cx="2514600" cy="3657600"/>
        </p:xfrm>
        <a:graphic>
          <a:graphicData uri="http://schemas.openxmlformats.org/drawingml/2006/table">
            <a:tbl>
              <a:tblPr/>
              <a:tblGrid>
                <a:gridCol w="533400"/>
                <a:gridCol w="457200"/>
                <a:gridCol w="558800"/>
                <a:gridCol w="965200"/>
              </a:tblGrid>
              <a:tr h="406400">
                <a:tc>
                  <a:txBody>
                    <a:bodyPr/>
                    <a:lstStyle>
                      <a:lvl1pPr eaLnBrk="0" hangingPunct="0">
                        <a:spcBef>
                          <a:spcPct val="20000"/>
                        </a:spcBef>
                        <a:buFont typeface="Wingdings" panose="05000000000000000000" pitchFamily="2" charset="2"/>
                        <a:defRPr sz="2000" b="1">
                          <a:solidFill>
                            <a:schemeClr val="tx1"/>
                          </a:solidFill>
                          <a:latin typeface="Arial" panose="020B0604020202020204" pitchFamily="34" charset="0"/>
                          <a:ea typeface="黑体" panose="02010609060101010101" charset="-122"/>
                        </a:defRPr>
                      </a:lvl1pPr>
                      <a:lvl2pPr marL="742950" indent="-285750" eaLnBrk="0" hangingPunct="0">
                        <a:spcBef>
                          <a:spcPct val="20000"/>
                        </a:spcBef>
                        <a:buFont typeface="Wingdings" panose="05000000000000000000" pitchFamily="2" charset="2"/>
                        <a:defRPr b="1">
                          <a:solidFill>
                            <a:schemeClr val="tx1"/>
                          </a:solidFill>
                          <a:latin typeface="Arial" panose="020B0604020202020204" pitchFamily="34" charset="0"/>
                          <a:ea typeface="楷体_GB2312" pitchFamily="49" charset="-122"/>
                        </a:defRPr>
                      </a:lvl2pPr>
                      <a:lvl3pPr marL="1143000" indent="-228600" eaLnBrk="0" hangingPunct="0">
                        <a:spcBef>
                          <a:spcPct val="20000"/>
                        </a:spcBef>
                        <a:buFont typeface="Gungsuh" pitchFamily="18" charset="-127"/>
                        <a:defRPr sz="1600"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sz="1400">
                          <a:solidFill>
                            <a:schemeClr val="tx1"/>
                          </a:solidFill>
                          <a:latin typeface="Arial" panose="020B0604020202020204" pitchFamily="34" charset="0"/>
                          <a:ea typeface="黑体" panose="02010609060101010101" charset="-122"/>
                        </a:defRPr>
                      </a:lvl4pPr>
                      <a:lvl5pPr marL="2057400" indent="-228600" eaLnBrk="0" hangingPunct="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0" fontAlgn="base" latinLnBrk="0" hangingPunct="0">
                        <a:lnSpc>
                          <a:spcPct val="100000"/>
                        </a:lnSpc>
                        <a:spcBef>
                          <a:spcPct val="20000"/>
                        </a:spcBef>
                        <a:spcAft>
                          <a:spcPct val="0"/>
                        </a:spcAft>
                        <a:buClrTx/>
                        <a:buSzTx/>
                        <a:buFont typeface="Wingdings" panose="05000000000000000000" pitchFamily="2" charset="2"/>
                        <a:buNone/>
                      </a:pPr>
                      <a:r>
                        <a:rPr kumimoji="0" lang="en-US" altLang="zh-CN" sz="2000" b="1" i="0" u="none" strike="noStrike" cap="none" normalizeH="0" baseline="0" dirty="0">
                          <a:ln>
                            <a:noFill/>
                          </a:ln>
                          <a:solidFill>
                            <a:schemeClr val="tx1"/>
                          </a:solidFill>
                          <a:effectLst/>
                          <a:latin typeface="Arial" panose="020B0604020202020204" pitchFamily="34" charset="0"/>
                          <a:ea typeface="宋体" panose="02010600030101010101" pitchFamily="2" charset="-122"/>
                        </a:rPr>
                        <a:t>2</a:t>
                      </a:r>
                      <a:r>
                        <a:rPr kumimoji="0" lang="en-US" altLang="zh-CN" sz="2000" b="1" i="0" u="none" strike="noStrike" cap="none" normalizeH="0" baseline="30000" dirty="0">
                          <a:ln>
                            <a:noFill/>
                          </a:ln>
                          <a:solidFill>
                            <a:schemeClr val="tx1"/>
                          </a:solidFill>
                          <a:effectLst/>
                          <a:latin typeface="Arial" panose="020B0604020202020204" pitchFamily="34" charset="0"/>
                          <a:ea typeface="宋体" panose="02010600030101010101" pitchFamily="2" charset="-122"/>
                        </a:rPr>
                        <a:t>2</a:t>
                      </a:r>
                      <a:endParaRPr kumimoji="0" lang="en-US" altLang="zh-CN" sz="2000" b="1" i="0" u="none" strike="noStrike" cap="none" normalizeH="0" baseline="30000" dirty="0">
                        <a:ln>
                          <a:noFill/>
                        </a:ln>
                        <a:solidFill>
                          <a:schemeClr val="tx1"/>
                        </a:solidFill>
                        <a:effectLst/>
                        <a:latin typeface="Arial" panose="020B0604020202020204" pitchFamily="34" charset="0"/>
                        <a:ea typeface="宋体" panose="02010600030101010101" pitchFamily="2" charset="-122"/>
                      </a:endParaRPr>
                    </a:p>
                  </a:txBody>
                  <a:tcPr horzOverflow="overflow">
                    <a:lnL>
                      <a:noFill/>
                    </a:lnL>
                    <a:lnR>
                      <a:noFill/>
                    </a:lnR>
                    <a:lnT>
                      <a:noFill/>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Font typeface="Wingdings" panose="05000000000000000000" pitchFamily="2" charset="2"/>
                        <a:defRPr sz="2000" b="1">
                          <a:solidFill>
                            <a:schemeClr val="tx1"/>
                          </a:solidFill>
                          <a:latin typeface="Arial" panose="020B0604020202020204" pitchFamily="34" charset="0"/>
                          <a:ea typeface="黑体" panose="02010609060101010101" charset="-122"/>
                        </a:defRPr>
                      </a:lvl1pPr>
                      <a:lvl2pPr marL="742950" indent="-285750" eaLnBrk="0" hangingPunct="0">
                        <a:spcBef>
                          <a:spcPct val="20000"/>
                        </a:spcBef>
                        <a:buFont typeface="Wingdings" panose="05000000000000000000" pitchFamily="2" charset="2"/>
                        <a:defRPr b="1">
                          <a:solidFill>
                            <a:schemeClr val="tx1"/>
                          </a:solidFill>
                          <a:latin typeface="Arial" panose="020B0604020202020204" pitchFamily="34" charset="0"/>
                          <a:ea typeface="楷体_GB2312" pitchFamily="49" charset="-122"/>
                        </a:defRPr>
                      </a:lvl2pPr>
                      <a:lvl3pPr marL="1143000" indent="-228600" eaLnBrk="0" hangingPunct="0">
                        <a:spcBef>
                          <a:spcPct val="20000"/>
                        </a:spcBef>
                        <a:buFont typeface="Gungsuh" pitchFamily="18" charset="-127"/>
                        <a:defRPr sz="1600"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sz="1400">
                          <a:solidFill>
                            <a:schemeClr val="tx1"/>
                          </a:solidFill>
                          <a:latin typeface="Arial" panose="020B0604020202020204" pitchFamily="34" charset="0"/>
                          <a:ea typeface="黑体" panose="02010609060101010101" charset="-122"/>
                        </a:defRPr>
                      </a:lvl4pPr>
                      <a:lvl5pPr marL="2057400" indent="-228600" eaLnBrk="0" hangingPunct="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0" fontAlgn="base" latinLnBrk="0" hangingPunct="0">
                        <a:lnSpc>
                          <a:spcPct val="100000"/>
                        </a:lnSpc>
                        <a:spcBef>
                          <a:spcPct val="20000"/>
                        </a:spcBef>
                        <a:spcAft>
                          <a:spcPct val="0"/>
                        </a:spcAft>
                        <a:buClrTx/>
                        <a:buSzTx/>
                        <a:buFont typeface="Wingdings" panose="05000000000000000000" pitchFamily="2" charset="2"/>
                        <a:buNone/>
                      </a:pPr>
                      <a:r>
                        <a:rPr kumimoji="0" lang="en-US"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rPr>
                        <a:t>2</a:t>
                      </a:r>
                      <a:r>
                        <a:rPr kumimoji="0" lang="en-US" altLang="zh-CN" sz="2000" b="1" i="0" u="none" strike="noStrike" cap="none" normalizeH="0" baseline="30000">
                          <a:ln>
                            <a:noFill/>
                          </a:ln>
                          <a:solidFill>
                            <a:schemeClr val="tx1"/>
                          </a:solidFill>
                          <a:effectLst/>
                          <a:latin typeface="Arial" panose="020B0604020202020204" pitchFamily="34" charset="0"/>
                          <a:ea typeface="宋体" panose="02010600030101010101" pitchFamily="2" charset="-122"/>
                        </a:rPr>
                        <a:t>1</a:t>
                      </a:r>
                      <a:endParaRPr kumimoji="0" lang="en-US"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a:noFill/>
                    </a:lnL>
                    <a:lnR>
                      <a:noFill/>
                    </a:lnR>
                    <a:lnT>
                      <a:noFill/>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Font typeface="Wingdings" panose="05000000000000000000" pitchFamily="2" charset="2"/>
                        <a:defRPr sz="2000" b="1">
                          <a:solidFill>
                            <a:schemeClr val="tx1"/>
                          </a:solidFill>
                          <a:latin typeface="Arial" panose="020B0604020202020204" pitchFamily="34" charset="0"/>
                          <a:ea typeface="黑体" panose="02010609060101010101" charset="-122"/>
                        </a:defRPr>
                      </a:lvl1pPr>
                      <a:lvl2pPr marL="742950" indent="-285750" eaLnBrk="0" hangingPunct="0">
                        <a:spcBef>
                          <a:spcPct val="20000"/>
                        </a:spcBef>
                        <a:buFont typeface="Wingdings" panose="05000000000000000000" pitchFamily="2" charset="2"/>
                        <a:defRPr b="1">
                          <a:solidFill>
                            <a:schemeClr val="tx1"/>
                          </a:solidFill>
                          <a:latin typeface="Arial" panose="020B0604020202020204" pitchFamily="34" charset="0"/>
                          <a:ea typeface="楷体_GB2312" pitchFamily="49" charset="-122"/>
                        </a:defRPr>
                      </a:lvl2pPr>
                      <a:lvl3pPr marL="1143000" indent="-228600" eaLnBrk="0" hangingPunct="0">
                        <a:spcBef>
                          <a:spcPct val="20000"/>
                        </a:spcBef>
                        <a:buFont typeface="Gungsuh" pitchFamily="18" charset="-127"/>
                        <a:defRPr sz="1600"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sz="1400">
                          <a:solidFill>
                            <a:schemeClr val="tx1"/>
                          </a:solidFill>
                          <a:latin typeface="Arial" panose="020B0604020202020204" pitchFamily="34" charset="0"/>
                          <a:ea typeface="黑体" panose="02010609060101010101" charset="-122"/>
                        </a:defRPr>
                      </a:lvl4pPr>
                      <a:lvl5pPr marL="2057400" indent="-228600" eaLnBrk="0" hangingPunct="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0" fontAlgn="base" latinLnBrk="0" hangingPunct="0">
                        <a:lnSpc>
                          <a:spcPct val="100000"/>
                        </a:lnSpc>
                        <a:spcBef>
                          <a:spcPct val="20000"/>
                        </a:spcBef>
                        <a:spcAft>
                          <a:spcPct val="0"/>
                        </a:spcAft>
                        <a:buClrTx/>
                        <a:buSzTx/>
                        <a:buFont typeface="Wingdings" panose="05000000000000000000" pitchFamily="2" charset="2"/>
                        <a:buNone/>
                      </a:pPr>
                      <a:r>
                        <a:rPr kumimoji="0" lang="en-US"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rPr>
                        <a:t>2</a:t>
                      </a:r>
                      <a:r>
                        <a:rPr kumimoji="0" lang="en-US" altLang="zh-CN" sz="2000" b="1" i="0" u="none" strike="noStrike" cap="none" normalizeH="0" baseline="30000">
                          <a:ln>
                            <a:noFill/>
                          </a:ln>
                          <a:solidFill>
                            <a:schemeClr val="tx1"/>
                          </a:solidFill>
                          <a:effectLst/>
                          <a:latin typeface="Arial" panose="020B0604020202020204" pitchFamily="34" charset="0"/>
                          <a:ea typeface="宋体" panose="02010600030101010101" pitchFamily="2" charset="-122"/>
                        </a:rPr>
                        <a:t>0</a:t>
                      </a:r>
                      <a:endParaRPr kumimoji="0" lang="en-US"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a:noFill/>
                    </a:lnL>
                    <a:lnR w="28575" cap="flat" cmpd="sng" algn="ctr">
                      <a:solidFill>
                        <a:schemeClr val="tx1"/>
                      </a:solidFill>
                      <a:prstDash val="solid"/>
                      <a:round/>
                      <a:headEnd type="none" w="med" len="med"/>
                      <a:tailEnd type="none" w="med" len="med"/>
                    </a:lnR>
                    <a:lnT>
                      <a:noFill/>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Font typeface="Wingdings" panose="05000000000000000000" pitchFamily="2" charset="2"/>
                        <a:defRPr sz="2000" b="1">
                          <a:solidFill>
                            <a:schemeClr val="tx1"/>
                          </a:solidFill>
                          <a:latin typeface="Arial" panose="020B0604020202020204" pitchFamily="34" charset="0"/>
                          <a:ea typeface="黑体" panose="02010609060101010101" charset="-122"/>
                        </a:defRPr>
                      </a:lvl1pPr>
                      <a:lvl2pPr marL="742950" indent="-285750" eaLnBrk="0" hangingPunct="0">
                        <a:spcBef>
                          <a:spcPct val="20000"/>
                        </a:spcBef>
                        <a:buFont typeface="Wingdings" panose="05000000000000000000" pitchFamily="2" charset="2"/>
                        <a:defRPr b="1">
                          <a:solidFill>
                            <a:schemeClr val="tx1"/>
                          </a:solidFill>
                          <a:latin typeface="Arial" panose="020B0604020202020204" pitchFamily="34" charset="0"/>
                          <a:ea typeface="楷体_GB2312" pitchFamily="49" charset="-122"/>
                        </a:defRPr>
                      </a:lvl2pPr>
                      <a:lvl3pPr marL="1143000" indent="-228600" eaLnBrk="0" hangingPunct="0">
                        <a:spcBef>
                          <a:spcPct val="20000"/>
                        </a:spcBef>
                        <a:buFont typeface="Gungsuh" pitchFamily="18" charset="-127"/>
                        <a:defRPr sz="1600"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sz="1400">
                          <a:solidFill>
                            <a:schemeClr val="tx1"/>
                          </a:solidFill>
                          <a:latin typeface="Arial" panose="020B0604020202020204" pitchFamily="34" charset="0"/>
                          <a:ea typeface="黑体" panose="02010609060101010101" charset="-122"/>
                        </a:defRPr>
                      </a:lvl4pPr>
                      <a:lvl5pPr marL="2057400" indent="-228600" eaLnBrk="0" hangingPunct="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0" fontAlgn="base" latinLnBrk="0" hangingPunct="0">
                        <a:lnSpc>
                          <a:spcPct val="100000"/>
                        </a:lnSpc>
                        <a:spcBef>
                          <a:spcPct val="20000"/>
                        </a:spcBef>
                        <a:spcAft>
                          <a:spcPct val="0"/>
                        </a:spcAft>
                        <a:buClrTx/>
                        <a:buSzTx/>
                        <a:buFont typeface="Wingdings" panose="05000000000000000000" pitchFamily="2" charset="2"/>
                        <a:buNone/>
                      </a:pPr>
                      <a:endParaRPr kumimoji="0" lang="zh-CN" altLang="en-US" sz="20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w="28575" cap="flat" cmpd="sng" algn="ctr">
                      <a:solidFill>
                        <a:schemeClr val="tx1"/>
                      </a:solidFill>
                      <a:prstDash val="solid"/>
                      <a:round/>
                      <a:headEnd type="none" w="med" len="med"/>
                      <a:tailEnd type="none" w="med" len="med"/>
                    </a:lnL>
                    <a:lnR>
                      <a:noFill/>
                    </a:lnR>
                    <a:lnT>
                      <a:noFill/>
                    </a:lnT>
                    <a:lnB w="28575" cap="flat" cmpd="sng" algn="ctr">
                      <a:solidFill>
                        <a:schemeClr val="tx1"/>
                      </a:solidFill>
                      <a:prstDash val="solid"/>
                      <a:round/>
                      <a:headEnd type="none" w="med" len="med"/>
                      <a:tailEnd type="none" w="med" len="med"/>
                    </a:lnB>
                    <a:lnTlToBr>
                      <a:noFill/>
                    </a:lnTlToBr>
                    <a:lnBlToTr>
                      <a:noFill/>
                    </a:lnBlToTr>
                    <a:noFill/>
                  </a:tcPr>
                </a:tc>
              </a:tr>
              <a:tr h="406400">
                <a:tc>
                  <a:txBody>
                    <a:bodyPr/>
                    <a:lstStyle>
                      <a:lvl1pPr eaLnBrk="0" hangingPunct="0">
                        <a:spcBef>
                          <a:spcPct val="20000"/>
                        </a:spcBef>
                        <a:buFont typeface="Wingdings" panose="05000000000000000000" pitchFamily="2" charset="2"/>
                        <a:defRPr sz="2000" b="1">
                          <a:solidFill>
                            <a:schemeClr val="tx1"/>
                          </a:solidFill>
                          <a:latin typeface="Arial" panose="020B0604020202020204" pitchFamily="34" charset="0"/>
                          <a:ea typeface="黑体" panose="02010609060101010101" charset="-122"/>
                        </a:defRPr>
                      </a:lvl1pPr>
                      <a:lvl2pPr marL="742950" indent="-285750" eaLnBrk="0" hangingPunct="0">
                        <a:spcBef>
                          <a:spcPct val="20000"/>
                        </a:spcBef>
                        <a:buFont typeface="Wingdings" panose="05000000000000000000" pitchFamily="2" charset="2"/>
                        <a:defRPr b="1">
                          <a:solidFill>
                            <a:schemeClr val="tx1"/>
                          </a:solidFill>
                          <a:latin typeface="Arial" panose="020B0604020202020204" pitchFamily="34" charset="0"/>
                          <a:ea typeface="楷体_GB2312" pitchFamily="49" charset="-122"/>
                        </a:defRPr>
                      </a:lvl2pPr>
                      <a:lvl3pPr marL="1143000" indent="-228600" eaLnBrk="0" hangingPunct="0">
                        <a:spcBef>
                          <a:spcPct val="20000"/>
                        </a:spcBef>
                        <a:buFont typeface="Gungsuh" pitchFamily="18" charset="-127"/>
                        <a:defRPr sz="1600"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sz="1400">
                          <a:solidFill>
                            <a:schemeClr val="tx1"/>
                          </a:solidFill>
                          <a:latin typeface="Arial" panose="020B0604020202020204" pitchFamily="34" charset="0"/>
                          <a:ea typeface="黑体" panose="02010609060101010101" charset="-122"/>
                        </a:defRPr>
                      </a:lvl4pPr>
                      <a:lvl5pPr marL="2057400" indent="-228600" eaLnBrk="0" hangingPunct="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0" fontAlgn="base" latinLnBrk="0" hangingPunct="0">
                        <a:lnSpc>
                          <a:spcPct val="100000"/>
                        </a:lnSpc>
                        <a:spcBef>
                          <a:spcPct val="20000"/>
                        </a:spcBef>
                        <a:spcAft>
                          <a:spcPct val="0"/>
                        </a:spcAft>
                        <a:buClrTx/>
                        <a:buSzTx/>
                        <a:buFont typeface="Wingdings" panose="05000000000000000000" pitchFamily="2" charset="2"/>
                        <a:buNone/>
                      </a:pPr>
                      <a:r>
                        <a:rPr kumimoji="0" lang="en-US"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rPr>
                        <a:t>0</a:t>
                      </a:r>
                      <a:endParaRPr kumimoji="0" lang="en-US"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a:noFill/>
                    </a:lnL>
                    <a:lnR>
                      <a:noFill/>
                    </a:lnR>
                    <a:lnT w="28575" cap="flat" cmpd="sng" algn="ctr">
                      <a:solidFill>
                        <a:schemeClr val="tx1"/>
                      </a:solidFill>
                      <a:prstDash val="solid"/>
                      <a:round/>
                      <a:headEnd type="none" w="med" len="med"/>
                      <a:tailEnd type="none" w="med" len="med"/>
                    </a:lnT>
                    <a:lnB>
                      <a:noFill/>
                    </a:lnB>
                    <a:lnTlToBr>
                      <a:noFill/>
                    </a:lnTlToBr>
                    <a:lnBlToTr>
                      <a:noFill/>
                    </a:lnBlToTr>
                    <a:noFill/>
                  </a:tcPr>
                </a:tc>
                <a:tc>
                  <a:txBody>
                    <a:bodyPr/>
                    <a:lstStyle>
                      <a:lvl1pPr eaLnBrk="0" hangingPunct="0">
                        <a:spcBef>
                          <a:spcPct val="20000"/>
                        </a:spcBef>
                        <a:buFont typeface="Wingdings" panose="05000000000000000000" pitchFamily="2" charset="2"/>
                        <a:defRPr sz="2000" b="1">
                          <a:solidFill>
                            <a:schemeClr val="tx1"/>
                          </a:solidFill>
                          <a:latin typeface="Arial" panose="020B0604020202020204" pitchFamily="34" charset="0"/>
                          <a:ea typeface="黑体" panose="02010609060101010101" charset="-122"/>
                        </a:defRPr>
                      </a:lvl1pPr>
                      <a:lvl2pPr marL="742950" indent="-285750" eaLnBrk="0" hangingPunct="0">
                        <a:spcBef>
                          <a:spcPct val="20000"/>
                        </a:spcBef>
                        <a:buFont typeface="Wingdings" panose="05000000000000000000" pitchFamily="2" charset="2"/>
                        <a:defRPr b="1">
                          <a:solidFill>
                            <a:schemeClr val="tx1"/>
                          </a:solidFill>
                          <a:latin typeface="Arial" panose="020B0604020202020204" pitchFamily="34" charset="0"/>
                          <a:ea typeface="楷体_GB2312" pitchFamily="49" charset="-122"/>
                        </a:defRPr>
                      </a:lvl2pPr>
                      <a:lvl3pPr marL="1143000" indent="-228600" eaLnBrk="0" hangingPunct="0">
                        <a:spcBef>
                          <a:spcPct val="20000"/>
                        </a:spcBef>
                        <a:buFont typeface="Gungsuh" pitchFamily="18" charset="-127"/>
                        <a:defRPr sz="1600"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sz="1400">
                          <a:solidFill>
                            <a:schemeClr val="tx1"/>
                          </a:solidFill>
                          <a:latin typeface="Arial" panose="020B0604020202020204" pitchFamily="34" charset="0"/>
                          <a:ea typeface="黑体" panose="02010609060101010101" charset="-122"/>
                        </a:defRPr>
                      </a:lvl4pPr>
                      <a:lvl5pPr marL="2057400" indent="-228600" eaLnBrk="0" hangingPunct="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0" fontAlgn="base" latinLnBrk="0" hangingPunct="0">
                        <a:lnSpc>
                          <a:spcPct val="100000"/>
                        </a:lnSpc>
                        <a:spcBef>
                          <a:spcPct val="20000"/>
                        </a:spcBef>
                        <a:spcAft>
                          <a:spcPct val="0"/>
                        </a:spcAft>
                        <a:buClrTx/>
                        <a:buSzTx/>
                        <a:buFont typeface="Wingdings" panose="05000000000000000000" pitchFamily="2" charset="2"/>
                        <a:buNone/>
                      </a:pPr>
                      <a:r>
                        <a:rPr kumimoji="0" lang="en-US"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rPr>
                        <a:t>0</a:t>
                      </a:r>
                      <a:endParaRPr kumimoji="0" lang="en-US"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a:noFill/>
                    </a:lnL>
                    <a:lnR>
                      <a:noFill/>
                    </a:lnR>
                    <a:lnT w="28575" cap="flat" cmpd="sng" algn="ctr">
                      <a:solidFill>
                        <a:schemeClr val="tx1"/>
                      </a:solidFill>
                      <a:prstDash val="solid"/>
                      <a:round/>
                      <a:headEnd type="none" w="med" len="med"/>
                      <a:tailEnd type="none" w="med" len="med"/>
                    </a:lnT>
                    <a:lnB>
                      <a:noFill/>
                    </a:lnB>
                    <a:lnTlToBr>
                      <a:noFill/>
                    </a:lnTlToBr>
                    <a:lnBlToTr>
                      <a:noFill/>
                    </a:lnBlToTr>
                    <a:noFill/>
                  </a:tcPr>
                </a:tc>
                <a:tc>
                  <a:txBody>
                    <a:bodyPr/>
                    <a:lstStyle>
                      <a:lvl1pPr eaLnBrk="0" hangingPunct="0">
                        <a:spcBef>
                          <a:spcPct val="20000"/>
                        </a:spcBef>
                        <a:buFont typeface="Wingdings" panose="05000000000000000000" pitchFamily="2" charset="2"/>
                        <a:defRPr sz="2000" b="1">
                          <a:solidFill>
                            <a:schemeClr val="tx1"/>
                          </a:solidFill>
                          <a:latin typeface="Arial" panose="020B0604020202020204" pitchFamily="34" charset="0"/>
                          <a:ea typeface="黑体" panose="02010609060101010101" charset="-122"/>
                        </a:defRPr>
                      </a:lvl1pPr>
                      <a:lvl2pPr marL="742950" indent="-285750" eaLnBrk="0" hangingPunct="0">
                        <a:spcBef>
                          <a:spcPct val="20000"/>
                        </a:spcBef>
                        <a:buFont typeface="Wingdings" panose="05000000000000000000" pitchFamily="2" charset="2"/>
                        <a:defRPr b="1">
                          <a:solidFill>
                            <a:schemeClr val="tx1"/>
                          </a:solidFill>
                          <a:latin typeface="Arial" panose="020B0604020202020204" pitchFamily="34" charset="0"/>
                          <a:ea typeface="楷体_GB2312" pitchFamily="49" charset="-122"/>
                        </a:defRPr>
                      </a:lvl2pPr>
                      <a:lvl3pPr marL="1143000" indent="-228600" eaLnBrk="0" hangingPunct="0">
                        <a:spcBef>
                          <a:spcPct val="20000"/>
                        </a:spcBef>
                        <a:buFont typeface="Gungsuh" pitchFamily="18" charset="-127"/>
                        <a:defRPr sz="1600"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sz="1400">
                          <a:solidFill>
                            <a:schemeClr val="tx1"/>
                          </a:solidFill>
                          <a:latin typeface="Arial" panose="020B0604020202020204" pitchFamily="34" charset="0"/>
                          <a:ea typeface="黑体" panose="02010609060101010101" charset="-122"/>
                        </a:defRPr>
                      </a:lvl4pPr>
                      <a:lvl5pPr marL="2057400" indent="-228600" eaLnBrk="0" hangingPunct="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0" fontAlgn="base" latinLnBrk="0" hangingPunct="0">
                        <a:lnSpc>
                          <a:spcPct val="100000"/>
                        </a:lnSpc>
                        <a:spcBef>
                          <a:spcPct val="20000"/>
                        </a:spcBef>
                        <a:spcAft>
                          <a:spcPct val="0"/>
                        </a:spcAft>
                        <a:buClrTx/>
                        <a:buSzTx/>
                        <a:buFont typeface="Wingdings" panose="05000000000000000000" pitchFamily="2" charset="2"/>
                        <a:buNone/>
                      </a:pPr>
                      <a:r>
                        <a:rPr kumimoji="0" lang="en-US" altLang="zh-CN" sz="2000" b="1" i="0" u="none" strike="noStrike" cap="none" normalizeH="0" baseline="0" dirty="0">
                          <a:ln>
                            <a:noFill/>
                          </a:ln>
                          <a:solidFill>
                            <a:schemeClr val="tx1"/>
                          </a:solidFill>
                          <a:effectLst/>
                          <a:latin typeface="Arial" panose="020B0604020202020204" pitchFamily="34" charset="0"/>
                          <a:ea typeface="宋体" panose="02010600030101010101" pitchFamily="2" charset="-122"/>
                        </a:rPr>
                        <a:t>0</a:t>
                      </a:r>
                      <a:endParaRPr kumimoji="0" lang="en-US" altLang="zh-CN" sz="2000" b="1"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horzOverflow="overflow">
                    <a:lnL>
                      <a:noFill/>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a:noFill/>
                    </a:lnB>
                    <a:lnTlToBr>
                      <a:noFill/>
                    </a:lnTlToBr>
                    <a:lnBlToTr>
                      <a:noFill/>
                    </a:lnBlToTr>
                    <a:noFill/>
                  </a:tcPr>
                </a:tc>
                <a:tc>
                  <a:txBody>
                    <a:bodyPr/>
                    <a:lstStyle>
                      <a:lvl1pPr eaLnBrk="0" hangingPunct="0">
                        <a:spcBef>
                          <a:spcPct val="20000"/>
                        </a:spcBef>
                        <a:buFont typeface="Wingdings" panose="05000000000000000000" pitchFamily="2" charset="2"/>
                        <a:defRPr sz="2000" b="1">
                          <a:solidFill>
                            <a:schemeClr val="tx1"/>
                          </a:solidFill>
                          <a:latin typeface="Arial" panose="020B0604020202020204" pitchFamily="34" charset="0"/>
                          <a:ea typeface="黑体" panose="02010609060101010101" charset="-122"/>
                        </a:defRPr>
                      </a:lvl1pPr>
                      <a:lvl2pPr marL="742950" indent="-285750" eaLnBrk="0" hangingPunct="0">
                        <a:spcBef>
                          <a:spcPct val="20000"/>
                        </a:spcBef>
                        <a:buFont typeface="Wingdings" panose="05000000000000000000" pitchFamily="2" charset="2"/>
                        <a:defRPr b="1">
                          <a:solidFill>
                            <a:schemeClr val="tx1"/>
                          </a:solidFill>
                          <a:latin typeface="Arial" panose="020B0604020202020204" pitchFamily="34" charset="0"/>
                          <a:ea typeface="楷体_GB2312" pitchFamily="49" charset="-122"/>
                        </a:defRPr>
                      </a:lvl2pPr>
                      <a:lvl3pPr marL="1143000" indent="-228600" eaLnBrk="0" hangingPunct="0">
                        <a:spcBef>
                          <a:spcPct val="20000"/>
                        </a:spcBef>
                        <a:buFont typeface="Gungsuh" pitchFamily="18" charset="-127"/>
                        <a:defRPr sz="1600"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sz="1400">
                          <a:solidFill>
                            <a:schemeClr val="tx1"/>
                          </a:solidFill>
                          <a:latin typeface="Arial" panose="020B0604020202020204" pitchFamily="34" charset="0"/>
                          <a:ea typeface="黑体" panose="02010609060101010101" charset="-122"/>
                        </a:defRPr>
                      </a:lvl4pPr>
                      <a:lvl5pPr marL="2057400" indent="-228600" eaLnBrk="0" hangingPunct="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0" fontAlgn="base" latinLnBrk="0" hangingPunct="0">
                        <a:lnSpc>
                          <a:spcPct val="100000"/>
                        </a:lnSpc>
                        <a:spcBef>
                          <a:spcPct val="20000"/>
                        </a:spcBef>
                        <a:spcAft>
                          <a:spcPct val="0"/>
                        </a:spcAft>
                        <a:buClrTx/>
                        <a:buSzTx/>
                        <a:buFont typeface="Wingdings" panose="05000000000000000000" pitchFamily="2" charset="2"/>
                        <a:buNone/>
                      </a:pPr>
                      <a:r>
                        <a:rPr kumimoji="0" lang="en-US"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rPr>
                        <a:t>0</a:t>
                      </a:r>
                      <a:endParaRPr kumimoji="0" lang="en-US"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w="28575" cap="flat" cmpd="sng" algn="ctr">
                      <a:solidFill>
                        <a:schemeClr val="tx1"/>
                      </a:solidFill>
                      <a:prstDash val="solid"/>
                      <a:round/>
                      <a:headEnd type="none" w="med" len="med"/>
                      <a:tailEnd type="none" w="med" len="med"/>
                    </a:lnL>
                    <a:lnR>
                      <a:noFill/>
                    </a:lnR>
                    <a:lnT w="28575" cap="flat" cmpd="sng" algn="ctr">
                      <a:solidFill>
                        <a:schemeClr val="tx1"/>
                      </a:solidFill>
                      <a:prstDash val="solid"/>
                      <a:round/>
                      <a:headEnd type="none" w="med" len="med"/>
                      <a:tailEnd type="none" w="med" len="med"/>
                    </a:lnT>
                    <a:lnB>
                      <a:noFill/>
                    </a:lnB>
                    <a:lnTlToBr>
                      <a:noFill/>
                    </a:lnTlToBr>
                    <a:lnBlToTr>
                      <a:noFill/>
                    </a:lnBlToTr>
                    <a:noFill/>
                  </a:tcPr>
                </a:tc>
              </a:tr>
              <a:tr h="406400">
                <a:tc>
                  <a:txBody>
                    <a:bodyPr/>
                    <a:lstStyle>
                      <a:lvl1pPr eaLnBrk="0" hangingPunct="0">
                        <a:spcBef>
                          <a:spcPct val="20000"/>
                        </a:spcBef>
                        <a:buFont typeface="Wingdings" panose="05000000000000000000" pitchFamily="2" charset="2"/>
                        <a:defRPr sz="2000" b="1">
                          <a:solidFill>
                            <a:schemeClr val="tx1"/>
                          </a:solidFill>
                          <a:latin typeface="Arial" panose="020B0604020202020204" pitchFamily="34" charset="0"/>
                          <a:ea typeface="黑体" panose="02010609060101010101" charset="-122"/>
                        </a:defRPr>
                      </a:lvl1pPr>
                      <a:lvl2pPr marL="742950" indent="-285750" eaLnBrk="0" hangingPunct="0">
                        <a:spcBef>
                          <a:spcPct val="20000"/>
                        </a:spcBef>
                        <a:buFont typeface="Wingdings" panose="05000000000000000000" pitchFamily="2" charset="2"/>
                        <a:defRPr b="1">
                          <a:solidFill>
                            <a:schemeClr val="tx1"/>
                          </a:solidFill>
                          <a:latin typeface="Arial" panose="020B0604020202020204" pitchFamily="34" charset="0"/>
                          <a:ea typeface="楷体_GB2312" pitchFamily="49" charset="-122"/>
                        </a:defRPr>
                      </a:lvl2pPr>
                      <a:lvl3pPr marL="1143000" indent="-228600" eaLnBrk="0" hangingPunct="0">
                        <a:spcBef>
                          <a:spcPct val="20000"/>
                        </a:spcBef>
                        <a:buFont typeface="Gungsuh" pitchFamily="18" charset="-127"/>
                        <a:defRPr sz="1600"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sz="1400">
                          <a:solidFill>
                            <a:schemeClr val="tx1"/>
                          </a:solidFill>
                          <a:latin typeface="Arial" panose="020B0604020202020204" pitchFamily="34" charset="0"/>
                          <a:ea typeface="黑体" panose="02010609060101010101" charset="-122"/>
                        </a:defRPr>
                      </a:lvl4pPr>
                      <a:lvl5pPr marL="2057400" indent="-228600" eaLnBrk="0" hangingPunct="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0" fontAlgn="base" latinLnBrk="0" hangingPunct="0">
                        <a:lnSpc>
                          <a:spcPct val="100000"/>
                        </a:lnSpc>
                        <a:spcBef>
                          <a:spcPct val="20000"/>
                        </a:spcBef>
                        <a:spcAft>
                          <a:spcPct val="0"/>
                        </a:spcAft>
                        <a:buClrTx/>
                        <a:buSzTx/>
                        <a:buFont typeface="Wingdings" panose="05000000000000000000" pitchFamily="2" charset="2"/>
                        <a:buNone/>
                      </a:pPr>
                      <a:r>
                        <a:rPr kumimoji="0" lang="en-US"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rPr>
                        <a:t>0</a:t>
                      </a:r>
                      <a:endParaRPr kumimoji="0" lang="en-US"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a:noFill/>
                    </a:lnL>
                    <a:lnR>
                      <a:noFill/>
                    </a:lnR>
                    <a:lnT>
                      <a:noFill/>
                    </a:lnT>
                    <a:lnB>
                      <a:noFill/>
                    </a:lnB>
                    <a:lnTlToBr>
                      <a:noFill/>
                    </a:lnTlToBr>
                    <a:lnBlToTr>
                      <a:noFill/>
                    </a:lnBlToTr>
                    <a:noFill/>
                  </a:tcPr>
                </a:tc>
                <a:tc>
                  <a:txBody>
                    <a:bodyPr/>
                    <a:lstStyle>
                      <a:lvl1pPr eaLnBrk="0" hangingPunct="0">
                        <a:spcBef>
                          <a:spcPct val="20000"/>
                        </a:spcBef>
                        <a:buFont typeface="Wingdings" panose="05000000000000000000" pitchFamily="2" charset="2"/>
                        <a:defRPr sz="2000" b="1">
                          <a:solidFill>
                            <a:schemeClr val="tx1"/>
                          </a:solidFill>
                          <a:latin typeface="Arial" panose="020B0604020202020204" pitchFamily="34" charset="0"/>
                          <a:ea typeface="黑体" panose="02010609060101010101" charset="-122"/>
                        </a:defRPr>
                      </a:lvl1pPr>
                      <a:lvl2pPr marL="742950" indent="-285750" eaLnBrk="0" hangingPunct="0">
                        <a:spcBef>
                          <a:spcPct val="20000"/>
                        </a:spcBef>
                        <a:buFont typeface="Wingdings" panose="05000000000000000000" pitchFamily="2" charset="2"/>
                        <a:defRPr b="1">
                          <a:solidFill>
                            <a:schemeClr val="tx1"/>
                          </a:solidFill>
                          <a:latin typeface="Arial" panose="020B0604020202020204" pitchFamily="34" charset="0"/>
                          <a:ea typeface="楷体_GB2312" pitchFamily="49" charset="-122"/>
                        </a:defRPr>
                      </a:lvl2pPr>
                      <a:lvl3pPr marL="1143000" indent="-228600" eaLnBrk="0" hangingPunct="0">
                        <a:spcBef>
                          <a:spcPct val="20000"/>
                        </a:spcBef>
                        <a:buFont typeface="Gungsuh" pitchFamily="18" charset="-127"/>
                        <a:defRPr sz="1600"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sz="1400">
                          <a:solidFill>
                            <a:schemeClr val="tx1"/>
                          </a:solidFill>
                          <a:latin typeface="Arial" panose="020B0604020202020204" pitchFamily="34" charset="0"/>
                          <a:ea typeface="黑体" panose="02010609060101010101" charset="-122"/>
                        </a:defRPr>
                      </a:lvl4pPr>
                      <a:lvl5pPr marL="2057400" indent="-228600" eaLnBrk="0" hangingPunct="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0" fontAlgn="base" latinLnBrk="0" hangingPunct="0">
                        <a:lnSpc>
                          <a:spcPct val="100000"/>
                        </a:lnSpc>
                        <a:spcBef>
                          <a:spcPct val="20000"/>
                        </a:spcBef>
                        <a:spcAft>
                          <a:spcPct val="0"/>
                        </a:spcAft>
                        <a:buClrTx/>
                        <a:buSzTx/>
                        <a:buFont typeface="Wingdings" panose="05000000000000000000" pitchFamily="2" charset="2"/>
                        <a:buNone/>
                      </a:pPr>
                      <a:r>
                        <a:rPr kumimoji="0" lang="en-US" altLang="zh-CN" sz="2000" b="1" i="0" u="none" strike="noStrike" cap="none" normalizeH="0" baseline="0" dirty="0">
                          <a:ln>
                            <a:noFill/>
                          </a:ln>
                          <a:solidFill>
                            <a:schemeClr val="tx1"/>
                          </a:solidFill>
                          <a:effectLst/>
                          <a:latin typeface="Arial" panose="020B0604020202020204" pitchFamily="34" charset="0"/>
                          <a:ea typeface="宋体" panose="02010600030101010101" pitchFamily="2" charset="-122"/>
                        </a:rPr>
                        <a:t>0</a:t>
                      </a:r>
                      <a:endParaRPr kumimoji="0" lang="en-US" altLang="zh-CN" sz="2000" b="1"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horzOverflow="overflow">
                    <a:lnL>
                      <a:noFill/>
                    </a:lnL>
                    <a:lnR>
                      <a:noFill/>
                    </a:lnR>
                    <a:lnT>
                      <a:noFill/>
                    </a:lnT>
                    <a:lnB>
                      <a:noFill/>
                    </a:lnB>
                    <a:lnTlToBr>
                      <a:noFill/>
                    </a:lnTlToBr>
                    <a:lnBlToTr>
                      <a:noFill/>
                    </a:lnBlToTr>
                    <a:noFill/>
                  </a:tcPr>
                </a:tc>
                <a:tc>
                  <a:txBody>
                    <a:bodyPr/>
                    <a:lstStyle>
                      <a:lvl1pPr eaLnBrk="0" hangingPunct="0">
                        <a:spcBef>
                          <a:spcPct val="20000"/>
                        </a:spcBef>
                        <a:buFont typeface="Wingdings" panose="05000000000000000000" pitchFamily="2" charset="2"/>
                        <a:defRPr sz="2000" b="1">
                          <a:solidFill>
                            <a:schemeClr val="tx1"/>
                          </a:solidFill>
                          <a:latin typeface="Arial" panose="020B0604020202020204" pitchFamily="34" charset="0"/>
                          <a:ea typeface="黑体" panose="02010609060101010101" charset="-122"/>
                        </a:defRPr>
                      </a:lvl1pPr>
                      <a:lvl2pPr marL="742950" indent="-285750" eaLnBrk="0" hangingPunct="0">
                        <a:spcBef>
                          <a:spcPct val="20000"/>
                        </a:spcBef>
                        <a:buFont typeface="Wingdings" panose="05000000000000000000" pitchFamily="2" charset="2"/>
                        <a:defRPr b="1">
                          <a:solidFill>
                            <a:schemeClr val="tx1"/>
                          </a:solidFill>
                          <a:latin typeface="Arial" panose="020B0604020202020204" pitchFamily="34" charset="0"/>
                          <a:ea typeface="楷体_GB2312" pitchFamily="49" charset="-122"/>
                        </a:defRPr>
                      </a:lvl2pPr>
                      <a:lvl3pPr marL="1143000" indent="-228600" eaLnBrk="0" hangingPunct="0">
                        <a:spcBef>
                          <a:spcPct val="20000"/>
                        </a:spcBef>
                        <a:buFont typeface="Gungsuh" pitchFamily="18" charset="-127"/>
                        <a:defRPr sz="1600"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sz="1400">
                          <a:solidFill>
                            <a:schemeClr val="tx1"/>
                          </a:solidFill>
                          <a:latin typeface="Arial" panose="020B0604020202020204" pitchFamily="34" charset="0"/>
                          <a:ea typeface="黑体" panose="02010609060101010101" charset="-122"/>
                        </a:defRPr>
                      </a:lvl4pPr>
                      <a:lvl5pPr marL="2057400" indent="-228600" eaLnBrk="0" hangingPunct="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0" fontAlgn="base" latinLnBrk="0" hangingPunct="0">
                        <a:lnSpc>
                          <a:spcPct val="100000"/>
                        </a:lnSpc>
                        <a:spcBef>
                          <a:spcPct val="20000"/>
                        </a:spcBef>
                        <a:spcAft>
                          <a:spcPct val="0"/>
                        </a:spcAft>
                        <a:buClrTx/>
                        <a:buSzTx/>
                        <a:buFont typeface="Wingdings" panose="05000000000000000000" pitchFamily="2" charset="2"/>
                        <a:buNone/>
                      </a:pPr>
                      <a:r>
                        <a:rPr kumimoji="0" lang="en-US"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rPr>
                        <a:t>1</a:t>
                      </a:r>
                      <a:endParaRPr kumimoji="0" lang="en-US"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a:noFill/>
                    </a:lnL>
                    <a:lnR w="28575"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lvl1pPr eaLnBrk="0" hangingPunct="0">
                        <a:spcBef>
                          <a:spcPct val="20000"/>
                        </a:spcBef>
                        <a:buFont typeface="Wingdings" panose="05000000000000000000" pitchFamily="2" charset="2"/>
                        <a:defRPr sz="2000" b="1">
                          <a:solidFill>
                            <a:schemeClr val="tx1"/>
                          </a:solidFill>
                          <a:latin typeface="Arial" panose="020B0604020202020204" pitchFamily="34" charset="0"/>
                          <a:ea typeface="黑体" panose="02010609060101010101" charset="-122"/>
                        </a:defRPr>
                      </a:lvl1pPr>
                      <a:lvl2pPr marL="742950" indent="-285750" eaLnBrk="0" hangingPunct="0">
                        <a:spcBef>
                          <a:spcPct val="20000"/>
                        </a:spcBef>
                        <a:buFont typeface="Wingdings" panose="05000000000000000000" pitchFamily="2" charset="2"/>
                        <a:defRPr b="1">
                          <a:solidFill>
                            <a:schemeClr val="tx1"/>
                          </a:solidFill>
                          <a:latin typeface="Arial" panose="020B0604020202020204" pitchFamily="34" charset="0"/>
                          <a:ea typeface="楷体_GB2312" pitchFamily="49" charset="-122"/>
                        </a:defRPr>
                      </a:lvl2pPr>
                      <a:lvl3pPr marL="1143000" indent="-228600" eaLnBrk="0" hangingPunct="0">
                        <a:spcBef>
                          <a:spcPct val="20000"/>
                        </a:spcBef>
                        <a:buFont typeface="Gungsuh" pitchFamily="18" charset="-127"/>
                        <a:defRPr sz="1600"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sz="1400">
                          <a:solidFill>
                            <a:schemeClr val="tx1"/>
                          </a:solidFill>
                          <a:latin typeface="Arial" panose="020B0604020202020204" pitchFamily="34" charset="0"/>
                          <a:ea typeface="黑体" panose="02010609060101010101" charset="-122"/>
                        </a:defRPr>
                      </a:lvl4pPr>
                      <a:lvl5pPr marL="2057400" indent="-228600" eaLnBrk="0" hangingPunct="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0" fontAlgn="base" latinLnBrk="0" hangingPunct="0">
                        <a:lnSpc>
                          <a:spcPct val="100000"/>
                        </a:lnSpc>
                        <a:spcBef>
                          <a:spcPct val="20000"/>
                        </a:spcBef>
                        <a:spcAft>
                          <a:spcPct val="0"/>
                        </a:spcAft>
                        <a:buClrTx/>
                        <a:buSzTx/>
                        <a:buFont typeface="Wingdings" panose="05000000000000000000" pitchFamily="2" charset="2"/>
                        <a:buNone/>
                      </a:pPr>
                      <a:r>
                        <a:rPr kumimoji="0" lang="en-US"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rPr>
                        <a:t>1</a:t>
                      </a:r>
                      <a:endParaRPr kumimoji="0" lang="en-US"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w="28575" cap="flat" cmpd="sng" algn="ctr">
                      <a:solidFill>
                        <a:schemeClr val="tx1"/>
                      </a:solidFill>
                      <a:prstDash val="solid"/>
                      <a:round/>
                      <a:headEnd type="none" w="med" len="med"/>
                      <a:tailEnd type="none" w="med" len="med"/>
                    </a:lnL>
                    <a:lnR>
                      <a:noFill/>
                    </a:lnR>
                    <a:lnT>
                      <a:noFill/>
                    </a:lnT>
                    <a:lnB>
                      <a:noFill/>
                    </a:lnB>
                    <a:lnTlToBr>
                      <a:noFill/>
                    </a:lnTlToBr>
                    <a:lnBlToTr>
                      <a:noFill/>
                    </a:lnBlToTr>
                    <a:noFill/>
                  </a:tcPr>
                </a:tc>
              </a:tr>
              <a:tr h="406400">
                <a:tc>
                  <a:txBody>
                    <a:bodyPr/>
                    <a:lstStyle>
                      <a:lvl1pPr eaLnBrk="0" hangingPunct="0">
                        <a:spcBef>
                          <a:spcPct val="20000"/>
                        </a:spcBef>
                        <a:buFont typeface="Wingdings" panose="05000000000000000000" pitchFamily="2" charset="2"/>
                        <a:defRPr sz="2000" b="1">
                          <a:solidFill>
                            <a:schemeClr val="tx1"/>
                          </a:solidFill>
                          <a:latin typeface="Arial" panose="020B0604020202020204" pitchFamily="34" charset="0"/>
                          <a:ea typeface="黑体" panose="02010609060101010101" charset="-122"/>
                        </a:defRPr>
                      </a:lvl1pPr>
                      <a:lvl2pPr marL="742950" indent="-285750" eaLnBrk="0" hangingPunct="0">
                        <a:spcBef>
                          <a:spcPct val="20000"/>
                        </a:spcBef>
                        <a:buFont typeface="Wingdings" panose="05000000000000000000" pitchFamily="2" charset="2"/>
                        <a:defRPr b="1">
                          <a:solidFill>
                            <a:schemeClr val="tx1"/>
                          </a:solidFill>
                          <a:latin typeface="Arial" panose="020B0604020202020204" pitchFamily="34" charset="0"/>
                          <a:ea typeface="楷体_GB2312" pitchFamily="49" charset="-122"/>
                        </a:defRPr>
                      </a:lvl2pPr>
                      <a:lvl3pPr marL="1143000" indent="-228600" eaLnBrk="0" hangingPunct="0">
                        <a:spcBef>
                          <a:spcPct val="20000"/>
                        </a:spcBef>
                        <a:buFont typeface="Gungsuh" pitchFamily="18" charset="-127"/>
                        <a:defRPr sz="1600"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sz="1400">
                          <a:solidFill>
                            <a:schemeClr val="tx1"/>
                          </a:solidFill>
                          <a:latin typeface="Arial" panose="020B0604020202020204" pitchFamily="34" charset="0"/>
                          <a:ea typeface="黑体" panose="02010609060101010101" charset="-122"/>
                        </a:defRPr>
                      </a:lvl4pPr>
                      <a:lvl5pPr marL="2057400" indent="-228600" eaLnBrk="0" hangingPunct="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0" fontAlgn="base" latinLnBrk="0" hangingPunct="0">
                        <a:lnSpc>
                          <a:spcPct val="100000"/>
                        </a:lnSpc>
                        <a:spcBef>
                          <a:spcPct val="20000"/>
                        </a:spcBef>
                        <a:spcAft>
                          <a:spcPct val="0"/>
                        </a:spcAft>
                        <a:buClrTx/>
                        <a:buSzTx/>
                        <a:buFont typeface="Wingdings" panose="05000000000000000000" pitchFamily="2" charset="2"/>
                        <a:buNone/>
                      </a:pPr>
                      <a:r>
                        <a:rPr kumimoji="0" lang="en-US"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rPr>
                        <a:t>0</a:t>
                      </a:r>
                      <a:endParaRPr kumimoji="0" lang="en-US"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a:noFill/>
                    </a:lnL>
                    <a:lnR>
                      <a:noFill/>
                    </a:lnR>
                    <a:lnT>
                      <a:noFill/>
                    </a:lnT>
                    <a:lnB>
                      <a:noFill/>
                    </a:lnB>
                    <a:lnTlToBr>
                      <a:noFill/>
                    </a:lnTlToBr>
                    <a:lnBlToTr>
                      <a:noFill/>
                    </a:lnBlToTr>
                    <a:noFill/>
                  </a:tcPr>
                </a:tc>
                <a:tc>
                  <a:txBody>
                    <a:bodyPr/>
                    <a:lstStyle>
                      <a:lvl1pPr eaLnBrk="0" hangingPunct="0">
                        <a:spcBef>
                          <a:spcPct val="20000"/>
                        </a:spcBef>
                        <a:buFont typeface="Wingdings" panose="05000000000000000000" pitchFamily="2" charset="2"/>
                        <a:defRPr sz="2000" b="1">
                          <a:solidFill>
                            <a:schemeClr val="tx1"/>
                          </a:solidFill>
                          <a:latin typeface="Arial" panose="020B0604020202020204" pitchFamily="34" charset="0"/>
                          <a:ea typeface="黑体" panose="02010609060101010101" charset="-122"/>
                        </a:defRPr>
                      </a:lvl1pPr>
                      <a:lvl2pPr marL="742950" indent="-285750" eaLnBrk="0" hangingPunct="0">
                        <a:spcBef>
                          <a:spcPct val="20000"/>
                        </a:spcBef>
                        <a:buFont typeface="Wingdings" panose="05000000000000000000" pitchFamily="2" charset="2"/>
                        <a:defRPr b="1">
                          <a:solidFill>
                            <a:schemeClr val="tx1"/>
                          </a:solidFill>
                          <a:latin typeface="Arial" panose="020B0604020202020204" pitchFamily="34" charset="0"/>
                          <a:ea typeface="楷体_GB2312" pitchFamily="49" charset="-122"/>
                        </a:defRPr>
                      </a:lvl2pPr>
                      <a:lvl3pPr marL="1143000" indent="-228600" eaLnBrk="0" hangingPunct="0">
                        <a:spcBef>
                          <a:spcPct val="20000"/>
                        </a:spcBef>
                        <a:buFont typeface="Gungsuh" pitchFamily="18" charset="-127"/>
                        <a:defRPr sz="1600"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sz="1400">
                          <a:solidFill>
                            <a:schemeClr val="tx1"/>
                          </a:solidFill>
                          <a:latin typeface="Arial" panose="020B0604020202020204" pitchFamily="34" charset="0"/>
                          <a:ea typeface="黑体" panose="02010609060101010101" charset="-122"/>
                        </a:defRPr>
                      </a:lvl4pPr>
                      <a:lvl5pPr marL="2057400" indent="-228600" eaLnBrk="0" hangingPunct="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0" fontAlgn="base" latinLnBrk="0" hangingPunct="0">
                        <a:lnSpc>
                          <a:spcPct val="100000"/>
                        </a:lnSpc>
                        <a:spcBef>
                          <a:spcPct val="20000"/>
                        </a:spcBef>
                        <a:spcAft>
                          <a:spcPct val="0"/>
                        </a:spcAft>
                        <a:buClrTx/>
                        <a:buSzTx/>
                        <a:buFont typeface="Wingdings" panose="05000000000000000000" pitchFamily="2" charset="2"/>
                        <a:buNone/>
                      </a:pPr>
                      <a:r>
                        <a:rPr kumimoji="0" lang="en-US"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rPr>
                        <a:t>1</a:t>
                      </a:r>
                      <a:endParaRPr kumimoji="0" lang="en-US"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a:noFill/>
                    </a:lnL>
                    <a:lnR>
                      <a:noFill/>
                    </a:lnR>
                    <a:lnT>
                      <a:noFill/>
                    </a:lnT>
                    <a:lnB>
                      <a:noFill/>
                    </a:lnB>
                    <a:lnTlToBr>
                      <a:noFill/>
                    </a:lnTlToBr>
                    <a:lnBlToTr>
                      <a:noFill/>
                    </a:lnBlToTr>
                    <a:noFill/>
                  </a:tcPr>
                </a:tc>
                <a:tc>
                  <a:txBody>
                    <a:bodyPr/>
                    <a:lstStyle>
                      <a:lvl1pPr eaLnBrk="0" hangingPunct="0">
                        <a:spcBef>
                          <a:spcPct val="20000"/>
                        </a:spcBef>
                        <a:buFont typeface="Wingdings" panose="05000000000000000000" pitchFamily="2" charset="2"/>
                        <a:defRPr sz="2000" b="1">
                          <a:solidFill>
                            <a:schemeClr val="tx1"/>
                          </a:solidFill>
                          <a:latin typeface="Arial" panose="020B0604020202020204" pitchFamily="34" charset="0"/>
                          <a:ea typeface="黑体" panose="02010609060101010101" charset="-122"/>
                        </a:defRPr>
                      </a:lvl1pPr>
                      <a:lvl2pPr marL="742950" indent="-285750" eaLnBrk="0" hangingPunct="0">
                        <a:spcBef>
                          <a:spcPct val="20000"/>
                        </a:spcBef>
                        <a:buFont typeface="Wingdings" panose="05000000000000000000" pitchFamily="2" charset="2"/>
                        <a:defRPr b="1">
                          <a:solidFill>
                            <a:schemeClr val="tx1"/>
                          </a:solidFill>
                          <a:latin typeface="Arial" panose="020B0604020202020204" pitchFamily="34" charset="0"/>
                          <a:ea typeface="楷体_GB2312" pitchFamily="49" charset="-122"/>
                        </a:defRPr>
                      </a:lvl2pPr>
                      <a:lvl3pPr marL="1143000" indent="-228600" eaLnBrk="0" hangingPunct="0">
                        <a:spcBef>
                          <a:spcPct val="20000"/>
                        </a:spcBef>
                        <a:buFont typeface="Gungsuh" pitchFamily="18" charset="-127"/>
                        <a:defRPr sz="1600"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sz="1400">
                          <a:solidFill>
                            <a:schemeClr val="tx1"/>
                          </a:solidFill>
                          <a:latin typeface="Arial" panose="020B0604020202020204" pitchFamily="34" charset="0"/>
                          <a:ea typeface="黑体" panose="02010609060101010101" charset="-122"/>
                        </a:defRPr>
                      </a:lvl4pPr>
                      <a:lvl5pPr marL="2057400" indent="-228600" eaLnBrk="0" hangingPunct="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0" fontAlgn="base" latinLnBrk="0" hangingPunct="0">
                        <a:lnSpc>
                          <a:spcPct val="100000"/>
                        </a:lnSpc>
                        <a:spcBef>
                          <a:spcPct val="20000"/>
                        </a:spcBef>
                        <a:spcAft>
                          <a:spcPct val="0"/>
                        </a:spcAft>
                        <a:buClrTx/>
                        <a:buSzTx/>
                        <a:buFont typeface="Wingdings" panose="05000000000000000000" pitchFamily="2" charset="2"/>
                        <a:buNone/>
                      </a:pPr>
                      <a:r>
                        <a:rPr kumimoji="0" lang="en-US"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rPr>
                        <a:t>0</a:t>
                      </a:r>
                      <a:endParaRPr kumimoji="0" lang="en-US"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a:noFill/>
                    </a:lnL>
                    <a:lnR w="28575"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lvl1pPr eaLnBrk="0" hangingPunct="0">
                        <a:spcBef>
                          <a:spcPct val="20000"/>
                        </a:spcBef>
                        <a:buFont typeface="Wingdings" panose="05000000000000000000" pitchFamily="2" charset="2"/>
                        <a:defRPr sz="2000" b="1">
                          <a:solidFill>
                            <a:schemeClr val="tx1"/>
                          </a:solidFill>
                          <a:latin typeface="Arial" panose="020B0604020202020204" pitchFamily="34" charset="0"/>
                          <a:ea typeface="黑体" panose="02010609060101010101" charset="-122"/>
                        </a:defRPr>
                      </a:lvl1pPr>
                      <a:lvl2pPr marL="742950" indent="-285750" eaLnBrk="0" hangingPunct="0">
                        <a:spcBef>
                          <a:spcPct val="20000"/>
                        </a:spcBef>
                        <a:buFont typeface="Wingdings" panose="05000000000000000000" pitchFamily="2" charset="2"/>
                        <a:defRPr b="1">
                          <a:solidFill>
                            <a:schemeClr val="tx1"/>
                          </a:solidFill>
                          <a:latin typeface="Arial" panose="020B0604020202020204" pitchFamily="34" charset="0"/>
                          <a:ea typeface="楷体_GB2312" pitchFamily="49" charset="-122"/>
                        </a:defRPr>
                      </a:lvl2pPr>
                      <a:lvl3pPr marL="1143000" indent="-228600" eaLnBrk="0" hangingPunct="0">
                        <a:spcBef>
                          <a:spcPct val="20000"/>
                        </a:spcBef>
                        <a:buFont typeface="Gungsuh" pitchFamily="18" charset="-127"/>
                        <a:defRPr sz="1600"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sz="1400">
                          <a:solidFill>
                            <a:schemeClr val="tx1"/>
                          </a:solidFill>
                          <a:latin typeface="Arial" panose="020B0604020202020204" pitchFamily="34" charset="0"/>
                          <a:ea typeface="黑体" panose="02010609060101010101" charset="-122"/>
                        </a:defRPr>
                      </a:lvl4pPr>
                      <a:lvl5pPr marL="2057400" indent="-228600" eaLnBrk="0" hangingPunct="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0" fontAlgn="base" latinLnBrk="0" hangingPunct="0">
                        <a:lnSpc>
                          <a:spcPct val="100000"/>
                        </a:lnSpc>
                        <a:spcBef>
                          <a:spcPct val="20000"/>
                        </a:spcBef>
                        <a:spcAft>
                          <a:spcPct val="0"/>
                        </a:spcAft>
                        <a:buClrTx/>
                        <a:buSzTx/>
                        <a:buFont typeface="Wingdings" panose="05000000000000000000" pitchFamily="2" charset="2"/>
                        <a:buNone/>
                      </a:pPr>
                      <a:r>
                        <a:rPr kumimoji="0" lang="en-US"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rPr>
                        <a:t>2</a:t>
                      </a:r>
                      <a:endParaRPr kumimoji="0" lang="en-US"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w="28575" cap="flat" cmpd="sng" algn="ctr">
                      <a:solidFill>
                        <a:schemeClr val="tx1"/>
                      </a:solidFill>
                      <a:prstDash val="solid"/>
                      <a:round/>
                      <a:headEnd type="none" w="med" len="med"/>
                      <a:tailEnd type="none" w="med" len="med"/>
                    </a:lnL>
                    <a:lnR>
                      <a:noFill/>
                    </a:lnR>
                    <a:lnT>
                      <a:noFill/>
                    </a:lnT>
                    <a:lnB>
                      <a:noFill/>
                    </a:lnB>
                    <a:lnTlToBr>
                      <a:noFill/>
                    </a:lnTlToBr>
                    <a:lnBlToTr>
                      <a:noFill/>
                    </a:lnBlToTr>
                    <a:noFill/>
                  </a:tcPr>
                </a:tc>
              </a:tr>
              <a:tr h="406400">
                <a:tc>
                  <a:txBody>
                    <a:bodyPr/>
                    <a:lstStyle>
                      <a:lvl1pPr eaLnBrk="0" hangingPunct="0">
                        <a:spcBef>
                          <a:spcPct val="20000"/>
                        </a:spcBef>
                        <a:buFont typeface="Wingdings" panose="05000000000000000000" pitchFamily="2" charset="2"/>
                        <a:defRPr sz="2000" b="1">
                          <a:solidFill>
                            <a:schemeClr val="tx1"/>
                          </a:solidFill>
                          <a:latin typeface="Arial" panose="020B0604020202020204" pitchFamily="34" charset="0"/>
                          <a:ea typeface="黑体" panose="02010609060101010101" charset="-122"/>
                        </a:defRPr>
                      </a:lvl1pPr>
                      <a:lvl2pPr marL="742950" indent="-285750" eaLnBrk="0" hangingPunct="0">
                        <a:spcBef>
                          <a:spcPct val="20000"/>
                        </a:spcBef>
                        <a:buFont typeface="Wingdings" panose="05000000000000000000" pitchFamily="2" charset="2"/>
                        <a:defRPr b="1">
                          <a:solidFill>
                            <a:schemeClr val="tx1"/>
                          </a:solidFill>
                          <a:latin typeface="Arial" panose="020B0604020202020204" pitchFamily="34" charset="0"/>
                          <a:ea typeface="楷体_GB2312" pitchFamily="49" charset="-122"/>
                        </a:defRPr>
                      </a:lvl2pPr>
                      <a:lvl3pPr marL="1143000" indent="-228600" eaLnBrk="0" hangingPunct="0">
                        <a:spcBef>
                          <a:spcPct val="20000"/>
                        </a:spcBef>
                        <a:buFont typeface="Gungsuh" pitchFamily="18" charset="-127"/>
                        <a:defRPr sz="1600"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sz="1400">
                          <a:solidFill>
                            <a:schemeClr val="tx1"/>
                          </a:solidFill>
                          <a:latin typeface="Arial" panose="020B0604020202020204" pitchFamily="34" charset="0"/>
                          <a:ea typeface="黑体" panose="02010609060101010101" charset="-122"/>
                        </a:defRPr>
                      </a:lvl4pPr>
                      <a:lvl5pPr marL="2057400" indent="-228600" eaLnBrk="0" hangingPunct="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0" fontAlgn="base" latinLnBrk="0" hangingPunct="0">
                        <a:lnSpc>
                          <a:spcPct val="100000"/>
                        </a:lnSpc>
                        <a:spcBef>
                          <a:spcPct val="20000"/>
                        </a:spcBef>
                        <a:spcAft>
                          <a:spcPct val="0"/>
                        </a:spcAft>
                        <a:buClrTx/>
                        <a:buSzTx/>
                        <a:buFont typeface="Wingdings" panose="05000000000000000000" pitchFamily="2" charset="2"/>
                        <a:buNone/>
                      </a:pPr>
                      <a:r>
                        <a:rPr kumimoji="0" lang="en-US"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rPr>
                        <a:t>0</a:t>
                      </a:r>
                      <a:endParaRPr kumimoji="0" lang="en-US"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a:noFill/>
                    </a:lnL>
                    <a:lnR>
                      <a:noFill/>
                    </a:lnR>
                    <a:lnT>
                      <a:noFill/>
                    </a:lnT>
                    <a:lnB>
                      <a:noFill/>
                    </a:lnB>
                    <a:lnTlToBr>
                      <a:noFill/>
                    </a:lnTlToBr>
                    <a:lnBlToTr>
                      <a:noFill/>
                    </a:lnBlToTr>
                    <a:noFill/>
                  </a:tcPr>
                </a:tc>
                <a:tc>
                  <a:txBody>
                    <a:bodyPr/>
                    <a:lstStyle>
                      <a:lvl1pPr eaLnBrk="0" hangingPunct="0">
                        <a:spcBef>
                          <a:spcPct val="20000"/>
                        </a:spcBef>
                        <a:buFont typeface="Wingdings" panose="05000000000000000000" pitchFamily="2" charset="2"/>
                        <a:defRPr sz="2000" b="1">
                          <a:solidFill>
                            <a:schemeClr val="tx1"/>
                          </a:solidFill>
                          <a:latin typeface="Arial" panose="020B0604020202020204" pitchFamily="34" charset="0"/>
                          <a:ea typeface="黑体" panose="02010609060101010101" charset="-122"/>
                        </a:defRPr>
                      </a:lvl1pPr>
                      <a:lvl2pPr marL="742950" indent="-285750" eaLnBrk="0" hangingPunct="0">
                        <a:spcBef>
                          <a:spcPct val="20000"/>
                        </a:spcBef>
                        <a:buFont typeface="Wingdings" panose="05000000000000000000" pitchFamily="2" charset="2"/>
                        <a:defRPr b="1">
                          <a:solidFill>
                            <a:schemeClr val="tx1"/>
                          </a:solidFill>
                          <a:latin typeface="Arial" panose="020B0604020202020204" pitchFamily="34" charset="0"/>
                          <a:ea typeface="楷体_GB2312" pitchFamily="49" charset="-122"/>
                        </a:defRPr>
                      </a:lvl2pPr>
                      <a:lvl3pPr marL="1143000" indent="-228600" eaLnBrk="0" hangingPunct="0">
                        <a:spcBef>
                          <a:spcPct val="20000"/>
                        </a:spcBef>
                        <a:buFont typeface="Gungsuh" pitchFamily="18" charset="-127"/>
                        <a:defRPr sz="1600"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sz="1400">
                          <a:solidFill>
                            <a:schemeClr val="tx1"/>
                          </a:solidFill>
                          <a:latin typeface="Arial" panose="020B0604020202020204" pitchFamily="34" charset="0"/>
                          <a:ea typeface="黑体" panose="02010609060101010101" charset="-122"/>
                        </a:defRPr>
                      </a:lvl4pPr>
                      <a:lvl5pPr marL="2057400" indent="-228600" eaLnBrk="0" hangingPunct="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0" fontAlgn="base" latinLnBrk="0" hangingPunct="0">
                        <a:lnSpc>
                          <a:spcPct val="100000"/>
                        </a:lnSpc>
                        <a:spcBef>
                          <a:spcPct val="20000"/>
                        </a:spcBef>
                        <a:spcAft>
                          <a:spcPct val="0"/>
                        </a:spcAft>
                        <a:buClrTx/>
                        <a:buSzTx/>
                        <a:buFont typeface="Wingdings" panose="05000000000000000000" pitchFamily="2" charset="2"/>
                        <a:buNone/>
                      </a:pPr>
                      <a:r>
                        <a:rPr kumimoji="0" lang="en-US"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rPr>
                        <a:t>1</a:t>
                      </a:r>
                      <a:endParaRPr kumimoji="0" lang="en-US"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a:noFill/>
                    </a:lnL>
                    <a:lnR>
                      <a:noFill/>
                    </a:lnR>
                    <a:lnT>
                      <a:noFill/>
                    </a:lnT>
                    <a:lnB>
                      <a:noFill/>
                    </a:lnB>
                    <a:lnTlToBr>
                      <a:noFill/>
                    </a:lnTlToBr>
                    <a:lnBlToTr>
                      <a:noFill/>
                    </a:lnBlToTr>
                    <a:noFill/>
                  </a:tcPr>
                </a:tc>
                <a:tc>
                  <a:txBody>
                    <a:bodyPr/>
                    <a:lstStyle>
                      <a:lvl1pPr eaLnBrk="0" hangingPunct="0">
                        <a:spcBef>
                          <a:spcPct val="20000"/>
                        </a:spcBef>
                        <a:buFont typeface="Wingdings" panose="05000000000000000000" pitchFamily="2" charset="2"/>
                        <a:defRPr sz="2000" b="1">
                          <a:solidFill>
                            <a:schemeClr val="tx1"/>
                          </a:solidFill>
                          <a:latin typeface="Arial" panose="020B0604020202020204" pitchFamily="34" charset="0"/>
                          <a:ea typeface="黑体" panose="02010609060101010101" charset="-122"/>
                        </a:defRPr>
                      </a:lvl1pPr>
                      <a:lvl2pPr marL="742950" indent="-285750" eaLnBrk="0" hangingPunct="0">
                        <a:spcBef>
                          <a:spcPct val="20000"/>
                        </a:spcBef>
                        <a:buFont typeface="Wingdings" panose="05000000000000000000" pitchFamily="2" charset="2"/>
                        <a:defRPr b="1">
                          <a:solidFill>
                            <a:schemeClr val="tx1"/>
                          </a:solidFill>
                          <a:latin typeface="Arial" panose="020B0604020202020204" pitchFamily="34" charset="0"/>
                          <a:ea typeface="楷体_GB2312" pitchFamily="49" charset="-122"/>
                        </a:defRPr>
                      </a:lvl2pPr>
                      <a:lvl3pPr marL="1143000" indent="-228600" eaLnBrk="0" hangingPunct="0">
                        <a:spcBef>
                          <a:spcPct val="20000"/>
                        </a:spcBef>
                        <a:buFont typeface="Gungsuh" pitchFamily="18" charset="-127"/>
                        <a:defRPr sz="1600"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sz="1400">
                          <a:solidFill>
                            <a:schemeClr val="tx1"/>
                          </a:solidFill>
                          <a:latin typeface="Arial" panose="020B0604020202020204" pitchFamily="34" charset="0"/>
                          <a:ea typeface="黑体" panose="02010609060101010101" charset="-122"/>
                        </a:defRPr>
                      </a:lvl4pPr>
                      <a:lvl5pPr marL="2057400" indent="-228600" eaLnBrk="0" hangingPunct="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0" fontAlgn="base" latinLnBrk="0" hangingPunct="0">
                        <a:lnSpc>
                          <a:spcPct val="100000"/>
                        </a:lnSpc>
                        <a:spcBef>
                          <a:spcPct val="20000"/>
                        </a:spcBef>
                        <a:spcAft>
                          <a:spcPct val="0"/>
                        </a:spcAft>
                        <a:buClrTx/>
                        <a:buSzTx/>
                        <a:buFont typeface="Wingdings" panose="05000000000000000000" pitchFamily="2" charset="2"/>
                        <a:buNone/>
                      </a:pPr>
                      <a:r>
                        <a:rPr kumimoji="0" lang="en-US" altLang="zh-CN" sz="2000" b="1" i="0" u="none" strike="noStrike" cap="none" normalizeH="0" baseline="0" dirty="0">
                          <a:ln>
                            <a:noFill/>
                          </a:ln>
                          <a:solidFill>
                            <a:schemeClr val="tx1"/>
                          </a:solidFill>
                          <a:effectLst/>
                          <a:latin typeface="Arial" panose="020B0604020202020204" pitchFamily="34" charset="0"/>
                          <a:ea typeface="宋体" panose="02010600030101010101" pitchFamily="2" charset="-122"/>
                        </a:rPr>
                        <a:t>1</a:t>
                      </a:r>
                      <a:endParaRPr kumimoji="0" lang="en-US" altLang="zh-CN" sz="2000" b="1"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horzOverflow="overflow">
                    <a:lnL>
                      <a:noFill/>
                    </a:lnL>
                    <a:lnR w="28575"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lvl1pPr eaLnBrk="0" hangingPunct="0">
                        <a:spcBef>
                          <a:spcPct val="20000"/>
                        </a:spcBef>
                        <a:buFont typeface="Wingdings" panose="05000000000000000000" pitchFamily="2" charset="2"/>
                        <a:defRPr sz="2000" b="1">
                          <a:solidFill>
                            <a:schemeClr val="tx1"/>
                          </a:solidFill>
                          <a:latin typeface="Arial" panose="020B0604020202020204" pitchFamily="34" charset="0"/>
                          <a:ea typeface="黑体" panose="02010609060101010101" charset="-122"/>
                        </a:defRPr>
                      </a:lvl1pPr>
                      <a:lvl2pPr marL="742950" indent="-285750" eaLnBrk="0" hangingPunct="0">
                        <a:spcBef>
                          <a:spcPct val="20000"/>
                        </a:spcBef>
                        <a:buFont typeface="Wingdings" panose="05000000000000000000" pitchFamily="2" charset="2"/>
                        <a:defRPr b="1">
                          <a:solidFill>
                            <a:schemeClr val="tx1"/>
                          </a:solidFill>
                          <a:latin typeface="Arial" panose="020B0604020202020204" pitchFamily="34" charset="0"/>
                          <a:ea typeface="楷体_GB2312" pitchFamily="49" charset="-122"/>
                        </a:defRPr>
                      </a:lvl2pPr>
                      <a:lvl3pPr marL="1143000" indent="-228600" eaLnBrk="0" hangingPunct="0">
                        <a:spcBef>
                          <a:spcPct val="20000"/>
                        </a:spcBef>
                        <a:buFont typeface="Gungsuh" pitchFamily="18" charset="-127"/>
                        <a:defRPr sz="1600"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sz="1400">
                          <a:solidFill>
                            <a:schemeClr val="tx1"/>
                          </a:solidFill>
                          <a:latin typeface="Arial" panose="020B0604020202020204" pitchFamily="34" charset="0"/>
                          <a:ea typeface="黑体" panose="02010609060101010101" charset="-122"/>
                        </a:defRPr>
                      </a:lvl4pPr>
                      <a:lvl5pPr marL="2057400" indent="-228600" eaLnBrk="0" hangingPunct="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0" fontAlgn="base" latinLnBrk="0" hangingPunct="0">
                        <a:lnSpc>
                          <a:spcPct val="100000"/>
                        </a:lnSpc>
                        <a:spcBef>
                          <a:spcPct val="20000"/>
                        </a:spcBef>
                        <a:spcAft>
                          <a:spcPct val="0"/>
                        </a:spcAft>
                        <a:buClrTx/>
                        <a:buSzTx/>
                        <a:buFont typeface="Wingdings" panose="05000000000000000000" pitchFamily="2" charset="2"/>
                        <a:buNone/>
                      </a:pPr>
                      <a:r>
                        <a:rPr kumimoji="0" lang="en-US"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rPr>
                        <a:t>3</a:t>
                      </a:r>
                      <a:endParaRPr kumimoji="0" lang="en-US"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w="28575" cap="flat" cmpd="sng" algn="ctr">
                      <a:solidFill>
                        <a:schemeClr val="tx1"/>
                      </a:solidFill>
                      <a:prstDash val="solid"/>
                      <a:round/>
                      <a:headEnd type="none" w="med" len="med"/>
                      <a:tailEnd type="none" w="med" len="med"/>
                    </a:lnL>
                    <a:lnR>
                      <a:noFill/>
                    </a:lnR>
                    <a:lnT>
                      <a:noFill/>
                    </a:lnT>
                    <a:lnB>
                      <a:noFill/>
                    </a:lnB>
                    <a:lnTlToBr>
                      <a:noFill/>
                    </a:lnTlToBr>
                    <a:lnBlToTr>
                      <a:noFill/>
                    </a:lnBlToTr>
                    <a:noFill/>
                  </a:tcPr>
                </a:tc>
              </a:tr>
              <a:tr h="406400">
                <a:tc>
                  <a:txBody>
                    <a:bodyPr/>
                    <a:lstStyle>
                      <a:lvl1pPr eaLnBrk="0" hangingPunct="0">
                        <a:spcBef>
                          <a:spcPct val="20000"/>
                        </a:spcBef>
                        <a:buFont typeface="Wingdings" panose="05000000000000000000" pitchFamily="2" charset="2"/>
                        <a:defRPr sz="2000" b="1">
                          <a:solidFill>
                            <a:schemeClr val="tx1"/>
                          </a:solidFill>
                          <a:latin typeface="Arial" panose="020B0604020202020204" pitchFamily="34" charset="0"/>
                          <a:ea typeface="黑体" panose="02010609060101010101" charset="-122"/>
                        </a:defRPr>
                      </a:lvl1pPr>
                      <a:lvl2pPr marL="742950" indent="-285750" eaLnBrk="0" hangingPunct="0">
                        <a:spcBef>
                          <a:spcPct val="20000"/>
                        </a:spcBef>
                        <a:buFont typeface="Wingdings" panose="05000000000000000000" pitchFamily="2" charset="2"/>
                        <a:defRPr b="1">
                          <a:solidFill>
                            <a:schemeClr val="tx1"/>
                          </a:solidFill>
                          <a:latin typeface="Arial" panose="020B0604020202020204" pitchFamily="34" charset="0"/>
                          <a:ea typeface="楷体_GB2312" pitchFamily="49" charset="-122"/>
                        </a:defRPr>
                      </a:lvl2pPr>
                      <a:lvl3pPr marL="1143000" indent="-228600" eaLnBrk="0" hangingPunct="0">
                        <a:spcBef>
                          <a:spcPct val="20000"/>
                        </a:spcBef>
                        <a:buFont typeface="Gungsuh" pitchFamily="18" charset="-127"/>
                        <a:defRPr sz="1600"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sz="1400">
                          <a:solidFill>
                            <a:schemeClr val="tx1"/>
                          </a:solidFill>
                          <a:latin typeface="Arial" panose="020B0604020202020204" pitchFamily="34" charset="0"/>
                          <a:ea typeface="黑体" panose="02010609060101010101" charset="-122"/>
                        </a:defRPr>
                      </a:lvl4pPr>
                      <a:lvl5pPr marL="2057400" indent="-228600" eaLnBrk="0" hangingPunct="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0" fontAlgn="base" latinLnBrk="0" hangingPunct="0">
                        <a:lnSpc>
                          <a:spcPct val="100000"/>
                        </a:lnSpc>
                        <a:spcBef>
                          <a:spcPct val="20000"/>
                        </a:spcBef>
                        <a:spcAft>
                          <a:spcPct val="0"/>
                        </a:spcAft>
                        <a:buClrTx/>
                        <a:buSzTx/>
                        <a:buFont typeface="Wingdings" panose="05000000000000000000" pitchFamily="2" charset="2"/>
                        <a:buNone/>
                      </a:pPr>
                      <a:r>
                        <a:rPr kumimoji="0" lang="en-US"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rPr>
                        <a:t>1</a:t>
                      </a:r>
                      <a:endParaRPr kumimoji="0" lang="en-US"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a:noFill/>
                    </a:lnL>
                    <a:lnR>
                      <a:noFill/>
                    </a:lnR>
                    <a:lnT>
                      <a:noFill/>
                    </a:lnT>
                    <a:lnB>
                      <a:noFill/>
                    </a:lnB>
                    <a:lnTlToBr>
                      <a:noFill/>
                    </a:lnTlToBr>
                    <a:lnBlToTr>
                      <a:noFill/>
                    </a:lnBlToTr>
                    <a:noFill/>
                  </a:tcPr>
                </a:tc>
                <a:tc>
                  <a:txBody>
                    <a:bodyPr/>
                    <a:lstStyle>
                      <a:lvl1pPr eaLnBrk="0" hangingPunct="0">
                        <a:spcBef>
                          <a:spcPct val="20000"/>
                        </a:spcBef>
                        <a:buFont typeface="Wingdings" panose="05000000000000000000" pitchFamily="2" charset="2"/>
                        <a:defRPr sz="2000" b="1">
                          <a:solidFill>
                            <a:schemeClr val="tx1"/>
                          </a:solidFill>
                          <a:latin typeface="Arial" panose="020B0604020202020204" pitchFamily="34" charset="0"/>
                          <a:ea typeface="黑体" panose="02010609060101010101" charset="-122"/>
                        </a:defRPr>
                      </a:lvl1pPr>
                      <a:lvl2pPr marL="742950" indent="-285750" eaLnBrk="0" hangingPunct="0">
                        <a:spcBef>
                          <a:spcPct val="20000"/>
                        </a:spcBef>
                        <a:buFont typeface="Wingdings" panose="05000000000000000000" pitchFamily="2" charset="2"/>
                        <a:defRPr b="1">
                          <a:solidFill>
                            <a:schemeClr val="tx1"/>
                          </a:solidFill>
                          <a:latin typeface="Arial" panose="020B0604020202020204" pitchFamily="34" charset="0"/>
                          <a:ea typeface="楷体_GB2312" pitchFamily="49" charset="-122"/>
                        </a:defRPr>
                      </a:lvl2pPr>
                      <a:lvl3pPr marL="1143000" indent="-228600" eaLnBrk="0" hangingPunct="0">
                        <a:spcBef>
                          <a:spcPct val="20000"/>
                        </a:spcBef>
                        <a:buFont typeface="Gungsuh" pitchFamily="18" charset="-127"/>
                        <a:defRPr sz="1600"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sz="1400">
                          <a:solidFill>
                            <a:schemeClr val="tx1"/>
                          </a:solidFill>
                          <a:latin typeface="Arial" panose="020B0604020202020204" pitchFamily="34" charset="0"/>
                          <a:ea typeface="黑体" panose="02010609060101010101" charset="-122"/>
                        </a:defRPr>
                      </a:lvl4pPr>
                      <a:lvl5pPr marL="2057400" indent="-228600" eaLnBrk="0" hangingPunct="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0" fontAlgn="base" latinLnBrk="0" hangingPunct="0">
                        <a:lnSpc>
                          <a:spcPct val="100000"/>
                        </a:lnSpc>
                        <a:spcBef>
                          <a:spcPct val="20000"/>
                        </a:spcBef>
                        <a:spcAft>
                          <a:spcPct val="0"/>
                        </a:spcAft>
                        <a:buClrTx/>
                        <a:buSzTx/>
                        <a:buFont typeface="Wingdings" panose="05000000000000000000" pitchFamily="2" charset="2"/>
                        <a:buNone/>
                      </a:pPr>
                      <a:r>
                        <a:rPr kumimoji="0" lang="en-US"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rPr>
                        <a:t>0</a:t>
                      </a:r>
                      <a:endParaRPr kumimoji="0" lang="en-US"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a:noFill/>
                    </a:lnL>
                    <a:lnR>
                      <a:noFill/>
                    </a:lnR>
                    <a:lnT>
                      <a:noFill/>
                    </a:lnT>
                    <a:lnB>
                      <a:noFill/>
                    </a:lnB>
                    <a:lnTlToBr>
                      <a:noFill/>
                    </a:lnTlToBr>
                    <a:lnBlToTr>
                      <a:noFill/>
                    </a:lnBlToTr>
                    <a:noFill/>
                  </a:tcPr>
                </a:tc>
                <a:tc>
                  <a:txBody>
                    <a:bodyPr/>
                    <a:lstStyle>
                      <a:lvl1pPr eaLnBrk="0" hangingPunct="0">
                        <a:spcBef>
                          <a:spcPct val="20000"/>
                        </a:spcBef>
                        <a:buFont typeface="Wingdings" panose="05000000000000000000" pitchFamily="2" charset="2"/>
                        <a:defRPr sz="2000" b="1">
                          <a:solidFill>
                            <a:schemeClr val="tx1"/>
                          </a:solidFill>
                          <a:latin typeface="Arial" panose="020B0604020202020204" pitchFamily="34" charset="0"/>
                          <a:ea typeface="黑体" panose="02010609060101010101" charset="-122"/>
                        </a:defRPr>
                      </a:lvl1pPr>
                      <a:lvl2pPr marL="742950" indent="-285750" eaLnBrk="0" hangingPunct="0">
                        <a:spcBef>
                          <a:spcPct val="20000"/>
                        </a:spcBef>
                        <a:buFont typeface="Wingdings" panose="05000000000000000000" pitchFamily="2" charset="2"/>
                        <a:defRPr b="1">
                          <a:solidFill>
                            <a:schemeClr val="tx1"/>
                          </a:solidFill>
                          <a:latin typeface="Arial" panose="020B0604020202020204" pitchFamily="34" charset="0"/>
                          <a:ea typeface="楷体_GB2312" pitchFamily="49" charset="-122"/>
                        </a:defRPr>
                      </a:lvl2pPr>
                      <a:lvl3pPr marL="1143000" indent="-228600" eaLnBrk="0" hangingPunct="0">
                        <a:spcBef>
                          <a:spcPct val="20000"/>
                        </a:spcBef>
                        <a:buFont typeface="Gungsuh" pitchFamily="18" charset="-127"/>
                        <a:defRPr sz="1600"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sz="1400">
                          <a:solidFill>
                            <a:schemeClr val="tx1"/>
                          </a:solidFill>
                          <a:latin typeface="Arial" panose="020B0604020202020204" pitchFamily="34" charset="0"/>
                          <a:ea typeface="黑体" panose="02010609060101010101" charset="-122"/>
                        </a:defRPr>
                      </a:lvl4pPr>
                      <a:lvl5pPr marL="2057400" indent="-228600" eaLnBrk="0" hangingPunct="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0" fontAlgn="base" latinLnBrk="0" hangingPunct="0">
                        <a:lnSpc>
                          <a:spcPct val="100000"/>
                        </a:lnSpc>
                        <a:spcBef>
                          <a:spcPct val="20000"/>
                        </a:spcBef>
                        <a:spcAft>
                          <a:spcPct val="0"/>
                        </a:spcAft>
                        <a:buClrTx/>
                        <a:buSzTx/>
                        <a:buFont typeface="Wingdings" panose="05000000000000000000" pitchFamily="2" charset="2"/>
                        <a:buNone/>
                      </a:pPr>
                      <a:r>
                        <a:rPr kumimoji="0" lang="en-US"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rPr>
                        <a:t>0</a:t>
                      </a:r>
                      <a:endParaRPr kumimoji="0" lang="en-US"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a:noFill/>
                    </a:lnL>
                    <a:lnR w="28575"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lvl1pPr eaLnBrk="0" hangingPunct="0">
                        <a:spcBef>
                          <a:spcPct val="20000"/>
                        </a:spcBef>
                        <a:buFont typeface="Wingdings" panose="05000000000000000000" pitchFamily="2" charset="2"/>
                        <a:defRPr sz="2000" b="1">
                          <a:solidFill>
                            <a:schemeClr val="tx1"/>
                          </a:solidFill>
                          <a:latin typeface="Arial" panose="020B0604020202020204" pitchFamily="34" charset="0"/>
                          <a:ea typeface="黑体" panose="02010609060101010101" charset="-122"/>
                        </a:defRPr>
                      </a:lvl1pPr>
                      <a:lvl2pPr marL="742950" indent="-285750" eaLnBrk="0" hangingPunct="0">
                        <a:spcBef>
                          <a:spcPct val="20000"/>
                        </a:spcBef>
                        <a:buFont typeface="Wingdings" panose="05000000000000000000" pitchFamily="2" charset="2"/>
                        <a:defRPr b="1">
                          <a:solidFill>
                            <a:schemeClr val="tx1"/>
                          </a:solidFill>
                          <a:latin typeface="Arial" panose="020B0604020202020204" pitchFamily="34" charset="0"/>
                          <a:ea typeface="楷体_GB2312" pitchFamily="49" charset="-122"/>
                        </a:defRPr>
                      </a:lvl2pPr>
                      <a:lvl3pPr marL="1143000" indent="-228600" eaLnBrk="0" hangingPunct="0">
                        <a:spcBef>
                          <a:spcPct val="20000"/>
                        </a:spcBef>
                        <a:buFont typeface="Gungsuh" pitchFamily="18" charset="-127"/>
                        <a:defRPr sz="1600"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sz="1400">
                          <a:solidFill>
                            <a:schemeClr val="tx1"/>
                          </a:solidFill>
                          <a:latin typeface="Arial" panose="020B0604020202020204" pitchFamily="34" charset="0"/>
                          <a:ea typeface="黑体" panose="02010609060101010101" charset="-122"/>
                        </a:defRPr>
                      </a:lvl4pPr>
                      <a:lvl5pPr marL="2057400" indent="-228600" eaLnBrk="0" hangingPunct="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0" fontAlgn="base" latinLnBrk="0" hangingPunct="0">
                        <a:lnSpc>
                          <a:spcPct val="100000"/>
                        </a:lnSpc>
                        <a:spcBef>
                          <a:spcPct val="20000"/>
                        </a:spcBef>
                        <a:spcAft>
                          <a:spcPct val="0"/>
                        </a:spcAft>
                        <a:buClrTx/>
                        <a:buSzTx/>
                        <a:buFont typeface="Wingdings" panose="05000000000000000000" pitchFamily="2" charset="2"/>
                        <a:buNone/>
                      </a:pPr>
                      <a:r>
                        <a:rPr kumimoji="0" lang="en-US"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rPr>
                        <a:t>4</a:t>
                      </a:r>
                      <a:endParaRPr kumimoji="0" lang="en-US"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w="28575" cap="flat" cmpd="sng" algn="ctr">
                      <a:solidFill>
                        <a:schemeClr val="tx1"/>
                      </a:solidFill>
                      <a:prstDash val="solid"/>
                      <a:round/>
                      <a:headEnd type="none" w="med" len="med"/>
                      <a:tailEnd type="none" w="med" len="med"/>
                    </a:lnL>
                    <a:lnR>
                      <a:noFill/>
                    </a:lnR>
                    <a:lnT>
                      <a:noFill/>
                    </a:lnT>
                    <a:lnB>
                      <a:noFill/>
                    </a:lnB>
                    <a:lnTlToBr>
                      <a:noFill/>
                    </a:lnTlToBr>
                    <a:lnBlToTr>
                      <a:noFill/>
                    </a:lnBlToTr>
                    <a:noFill/>
                  </a:tcPr>
                </a:tc>
              </a:tr>
              <a:tr h="406400">
                <a:tc>
                  <a:txBody>
                    <a:bodyPr/>
                    <a:lstStyle>
                      <a:lvl1pPr eaLnBrk="0" hangingPunct="0">
                        <a:spcBef>
                          <a:spcPct val="20000"/>
                        </a:spcBef>
                        <a:buFont typeface="Wingdings" panose="05000000000000000000" pitchFamily="2" charset="2"/>
                        <a:defRPr sz="2000" b="1">
                          <a:solidFill>
                            <a:schemeClr val="tx1"/>
                          </a:solidFill>
                          <a:latin typeface="Arial" panose="020B0604020202020204" pitchFamily="34" charset="0"/>
                          <a:ea typeface="黑体" panose="02010609060101010101" charset="-122"/>
                        </a:defRPr>
                      </a:lvl1pPr>
                      <a:lvl2pPr marL="742950" indent="-285750" eaLnBrk="0" hangingPunct="0">
                        <a:spcBef>
                          <a:spcPct val="20000"/>
                        </a:spcBef>
                        <a:buFont typeface="Wingdings" panose="05000000000000000000" pitchFamily="2" charset="2"/>
                        <a:defRPr b="1">
                          <a:solidFill>
                            <a:schemeClr val="tx1"/>
                          </a:solidFill>
                          <a:latin typeface="Arial" panose="020B0604020202020204" pitchFamily="34" charset="0"/>
                          <a:ea typeface="楷体_GB2312" pitchFamily="49" charset="-122"/>
                        </a:defRPr>
                      </a:lvl2pPr>
                      <a:lvl3pPr marL="1143000" indent="-228600" eaLnBrk="0" hangingPunct="0">
                        <a:spcBef>
                          <a:spcPct val="20000"/>
                        </a:spcBef>
                        <a:buFont typeface="Gungsuh" pitchFamily="18" charset="-127"/>
                        <a:defRPr sz="1600"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sz="1400">
                          <a:solidFill>
                            <a:schemeClr val="tx1"/>
                          </a:solidFill>
                          <a:latin typeface="Arial" panose="020B0604020202020204" pitchFamily="34" charset="0"/>
                          <a:ea typeface="黑体" panose="02010609060101010101" charset="-122"/>
                        </a:defRPr>
                      </a:lvl4pPr>
                      <a:lvl5pPr marL="2057400" indent="-228600" eaLnBrk="0" hangingPunct="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0" fontAlgn="base" latinLnBrk="0" hangingPunct="0">
                        <a:lnSpc>
                          <a:spcPct val="100000"/>
                        </a:lnSpc>
                        <a:spcBef>
                          <a:spcPct val="20000"/>
                        </a:spcBef>
                        <a:spcAft>
                          <a:spcPct val="0"/>
                        </a:spcAft>
                        <a:buClrTx/>
                        <a:buSzTx/>
                        <a:buFont typeface="Wingdings" panose="05000000000000000000" pitchFamily="2" charset="2"/>
                        <a:buNone/>
                      </a:pPr>
                      <a:r>
                        <a:rPr kumimoji="0" lang="en-US"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rPr>
                        <a:t>1</a:t>
                      </a:r>
                      <a:endParaRPr kumimoji="0" lang="en-US"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a:noFill/>
                    </a:lnL>
                    <a:lnR>
                      <a:noFill/>
                    </a:lnR>
                    <a:lnT>
                      <a:noFill/>
                    </a:lnT>
                    <a:lnB>
                      <a:noFill/>
                    </a:lnB>
                    <a:lnTlToBr>
                      <a:noFill/>
                    </a:lnTlToBr>
                    <a:lnBlToTr>
                      <a:noFill/>
                    </a:lnBlToTr>
                    <a:noFill/>
                  </a:tcPr>
                </a:tc>
                <a:tc>
                  <a:txBody>
                    <a:bodyPr/>
                    <a:lstStyle>
                      <a:lvl1pPr eaLnBrk="0" hangingPunct="0">
                        <a:spcBef>
                          <a:spcPct val="20000"/>
                        </a:spcBef>
                        <a:buFont typeface="Wingdings" panose="05000000000000000000" pitchFamily="2" charset="2"/>
                        <a:defRPr sz="2000" b="1">
                          <a:solidFill>
                            <a:schemeClr val="tx1"/>
                          </a:solidFill>
                          <a:latin typeface="Arial" panose="020B0604020202020204" pitchFamily="34" charset="0"/>
                          <a:ea typeface="黑体" panose="02010609060101010101" charset="-122"/>
                        </a:defRPr>
                      </a:lvl1pPr>
                      <a:lvl2pPr marL="742950" indent="-285750" eaLnBrk="0" hangingPunct="0">
                        <a:spcBef>
                          <a:spcPct val="20000"/>
                        </a:spcBef>
                        <a:buFont typeface="Wingdings" panose="05000000000000000000" pitchFamily="2" charset="2"/>
                        <a:defRPr b="1">
                          <a:solidFill>
                            <a:schemeClr val="tx1"/>
                          </a:solidFill>
                          <a:latin typeface="Arial" panose="020B0604020202020204" pitchFamily="34" charset="0"/>
                          <a:ea typeface="楷体_GB2312" pitchFamily="49" charset="-122"/>
                        </a:defRPr>
                      </a:lvl2pPr>
                      <a:lvl3pPr marL="1143000" indent="-228600" eaLnBrk="0" hangingPunct="0">
                        <a:spcBef>
                          <a:spcPct val="20000"/>
                        </a:spcBef>
                        <a:buFont typeface="Gungsuh" pitchFamily="18" charset="-127"/>
                        <a:defRPr sz="1600"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sz="1400">
                          <a:solidFill>
                            <a:schemeClr val="tx1"/>
                          </a:solidFill>
                          <a:latin typeface="Arial" panose="020B0604020202020204" pitchFamily="34" charset="0"/>
                          <a:ea typeface="黑体" panose="02010609060101010101" charset="-122"/>
                        </a:defRPr>
                      </a:lvl4pPr>
                      <a:lvl5pPr marL="2057400" indent="-228600" eaLnBrk="0" hangingPunct="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0" fontAlgn="base" latinLnBrk="0" hangingPunct="0">
                        <a:lnSpc>
                          <a:spcPct val="100000"/>
                        </a:lnSpc>
                        <a:spcBef>
                          <a:spcPct val="20000"/>
                        </a:spcBef>
                        <a:spcAft>
                          <a:spcPct val="0"/>
                        </a:spcAft>
                        <a:buClrTx/>
                        <a:buSzTx/>
                        <a:buFont typeface="Wingdings" panose="05000000000000000000" pitchFamily="2" charset="2"/>
                        <a:buNone/>
                      </a:pPr>
                      <a:r>
                        <a:rPr kumimoji="0" lang="en-US"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rPr>
                        <a:t>0</a:t>
                      </a:r>
                      <a:endParaRPr kumimoji="0" lang="en-US"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a:noFill/>
                    </a:lnL>
                    <a:lnR>
                      <a:noFill/>
                    </a:lnR>
                    <a:lnT>
                      <a:noFill/>
                    </a:lnT>
                    <a:lnB>
                      <a:noFill/>
                    </a:lnB>
                    <a:lnTlToBr>
                      <a:noFill/>
                    </a:lnTlToBr>
                    <a:lnBlToTr>
                      <a:noFill/>
                    </a:lnBlToTr>
                    <a:noFill/>
                  </a:tcPr>
                </a:tc>
                <a:tc>
                  <a:txBody>
                    <a:bodyPr/>
                    <a:lstStyle>
                      <a:lvl1pPr eaLnBrk="0" hangingPunct="0">
                        <a:spcBef>
                          <a:spcPct val="20000"/>
                        </a:spcBef>
                        <a:buFont typeface="Wingdings" panose="05000000000000000000" pitchFamily="2" charset="2"/>
                        <a:defRPr sz="2000" b="1">
                          <a:solidFill>
                            <a:schemeClr val="tx1"/>
                          </a:solidFill>
                          <a:latin typeface="Arial" panose="020B0604020202020204" pitchFamily="34" charset="0"/>
                          <a:ea typeface="黑体" panose="02010609060101010101" charset="-122"/>
                        </a:defRPr>
                      </a:lvl1pPr>
                      <a:lvl2pPr marL="742950" indent="-285750" eaLnBrk="0" hangingPunct="0">
                        <a:spcBef>
                          <a:spcPct val="20000"/>
                        </a:spcBef>
                        <a:buFont typeface="Wingdings" panose="05000000000000000000" pitchFamily="2" charset="2"/>
                        <a:defRPr b="1">
                          <a:solidFill>
                            <a:schemeClr val="tx1"/>
                          </a:solidFill>
                          <a:latin typeface="Arial" panose="020B0604020202020204" pitchFamily="34" charset="0"/>
                          <a:ea typeface="楷体_GB2312" pitchFamily="49" charset="-122"/>
                        </a:defRPr>
                      </a:lvl2pPr>
                      <a:lvl3pPr marL="1143000" indent="-228600" eaLnBrk="0" hangingPunct="0">
                        <a:spcBef>
                          <a:spcPct val="20000"/>
                        </a:spcBef>
                        <a:buFont typeface="Gungsuh" pitchFamily="18" charset="-127"/>
                        <a:defRPr sz="1600"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sz="1400">
                          <a:solidFill>
                            <a:schemeClr val="tx1"/>
                          </a:solidFill>
                          <a:latin typeface="Arial" panose="020B0604020202020204" pitchFamily="34" charset="0"/>
                          <a:ea typeface="黑体" panose="02010609060101010101" charset="-122"/>
                        </a:defRPr>
                      </a:lvl4pPr>
                      <a:lvl5pPr marL="2057400" indent="-228600" eaLnBrk="0" hangingPunct="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0" fontAlgn="base" latinLnBrk="0" hangingPunct="0">
                        <a:lnSpc>
                          <a:spcPct val="100000"/>
                        </a:lnSpc>
                        <a:spcBef>
                          <a:spcPct val="20000"/>
                        </a:spcBef>
                        <a:spcAft>
                          <a:spcPct val="0"/>
                        </a:spcAft>
                        <a:buClrTx/>
                        <a:buSzTx/>
                        <a:buFont typeface="Wingdings" panose="05000000000000000000" pitchFamily="2" charset="2"/>
                        <a:buNone/>
                      </a:pPr>
                      <a:r>
                        <a:rPr kumimoji="0" lang="en-US"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rPr>
                        <a:t>1</a:t>
                      </a:r>
                      <a:endParaRPr kumimoji="0" lang="en-US"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a:noFill/>
                    </a:lnL>
                    <a:lnR w="28575"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lvl1pPr eaLnBrk="0" hangingPunct="0">
                        <a:spcBef>
                          <a:spcPct val="20000"/>
                        </a:spcBef>
                        <a:buFont typeface="Wingdings" panose="05000000000000000000" pitchFamily="2" charset="2"/>
                        <a:defRPr sz="2000" b="1">
                          <a:solidFill>
                            <a:schemeClr val="tx1"/>
                          </a:solidFill>
                          <a:latin typeface="Arial" panose="020B0604020202020204" pitchFamily="34" charset="0"/>
                          <a:ea typeface="黑体" panose="02010609060101010101" charset="-122"/>
                        </a:defRPr>
                      </a:lvl1pPr>
                      <a:lvl2pPr marL="742950" indent="-285750" eaLnBrk="0" hangingPunct="0">
                        <a:spcBef>
                          <a:spcPct val="20000"/>
                        </a:spcBef>
                        <a:buFont typeface="Wingdings" panose="05000000000000000000" pitchFamily="2" charset="2"/>
                        <a:defRPr b="1">
                          <a:solidFill>
                            <a:schemeClr val="tx1"/>
                          </a:solidFill>
                          <a:latin typeface="Arial" panose="020B0604020202020204" pitchFamily="34" charset="0"/>
                          <a:ea typeface="楷体_GB2312" pitchFamily="49" charset="-122"/>
                        </a:defRPr>
                      </a:lvl2pPr>
                      <a:lvl3pPr marL="1143000" indent="-228600" eaLnBrk="0" hangingPunct="0">
                        <a:spcBef>
                          <a:spcPct val="20000"/>
                        </a:spcBef>
                        <a:buFont typeface="Gungsuh" pitchFamily="18" charset="-127"/>
                        <a:defRPr sz="1600"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sz="1400">
                          <a:solidFill>
                            <a:schemeClr val="tx1"/>
                          </a:solidFill>
                          <a:latin typeface="Arial" panose="020B0604020202020204" pitchFamily="34" charset="0"/>
                          <a:ea typeface="黑体" panose="02010609060101010101" charset="-122"/>
                        </a:defRPr>
                      </a:lvl4pPr>
                      <a:lvl5pPr marL="2057400" indent="-228600" eaLnBrk="0" hangingPunct="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0" fontAlgn="base" latinLnBrk="0" hangingPunct="0">
                        <a:lnSpc>
                          <a:spcPct val="100000"/>
                        </a:lnSpc>
                        <a:spcBef>
                          <a:spcPct val="20000"/>
                        </a:spcBef>
                        <a:spcAft>
                          <a:spcPct val="0"/>
                        </a:spcAft>
                        <a:buClrTx/>
                        <a:buSzTx/>
                        <a:buFont typeface="Wingdings" panose="05000000000000000000" pitchFamily="2" charset="2"/>
                        <a:buNone/>
                      </a:pPr>
                      <a:r>
                        <a:rPr kumimoji="0" lang="en-US"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rPr>
                        <a:t>5</a:t>
                      </a:r>
                      <a:endParaRPr kumimoji="0" lang="en-US"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w="28575" cap="flat" cmpd="sng" algn="ctr">
                      <a:solidFill>
                        <a:schemeClr val="tx1"/>
                      </a:solidFill>
                      <a:prstDash val="solid"/>
                      <a:round/>
                      <a:headEnd type="none" w="med" len="med"/>
                      <a:tailEnd type="none" w="med" len="med"/>
                    </a:lnL>
                    <a:lnR>
                      <a:noFill/>
                    </a:lnR>
                    <a:lnT>
                      <a:noFill/>
                    </a:lnT>
                    <a:lnB>
                      <a:noFill/>
                    </a:lnB>
                    <a:lnTlToBr>
                      <a:noFill/>
                    </a:lnTlToBr>
                    <a:lnBlToTr>
                      <a:noFill/>
                    </a:lnBlToTr>
                    <a:noFill/>
                  </a:tcPr>
                </a:tc>
              </a:tr>
              <a:tr h="406400">
                <a:tc>
                  <a:txBody>
                    <a:bodyPr/>
                    <a:lstStyle>
                      <a:lvl1pPr eaLnBrk="0" hangingPunct="0">
                        <a:spcBef>
                          <a:spcPct val="20000"/>
                        </a:spcBef>
                        <a:buFont typeface="Wingdings" panose="05000000000000000000" pitchFamily="2" charset="2"/>
                        <a:defRPr sz="2000" b="1">
                          <a:solidFill>
                            <a:schemeClr val="tx1"/>
                          </a:solidFill>
                          <a:latin typeface="Arial" panose="020B0604020202020204" pitchFamily="34" charset="0"/>
                          <a:ea typeface="黑体" panose="02010609060101010101" charset="-122"/>
                        </a:defRPr>
                      </a:lvl1pPr>
                      <a:lvl2pPr marL="742950" indent="-285750" eaLnBrk="0" hangingPunct="0">
                        <a:spcBef>
                          <a:spcPct val="20000"/>
                        </a:spcBef>
                        <a:buFont typeface="Wingdings" panose="05000000000000000000" pitchFamily="2" charset="2"/>
                        <a:defRPr b="1">
                          <a:solidFill>
                            <a:schemeClr val="tx1"/>
                          </a:solidFill>
                          <a:latin typeface="Arial" panose="020B0604020202020204" pitchFamily="34" charset="0"/>
                          <a:ea typeface="楷体_GB2312" pitchFamily="49" charset="-122"/>
                        </a:defRPr>
                      </a:lvl2pPr>
                      <a:lvl3pPr marL="1143000" indent="-228600" eaLnBrk="0" hangingPunct="0">
                        <a:spcBef>
                          <a:spcPct val="20000"/>
                        </a:spcBef>
                        <a:buFont typeface="Gungsuh" pitchFamily="18" charset="-127"/>
                        <a:defRPr sz="1600"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sz="1400">
                          <a:solidFill>
                            <a:schemeClr val="tx1"/>
                          </a:solidFill>
                          <a:latin typeface="Arial" panose="020B0604020202020204" pitchFamily="34" charset="0"/>
                          <a:ea typeface="黑体" panose="02010609060101010101" charset="-122"/>
                        </a:defRPr>
                      </a:lvl4pPr>
                      <a:lvl5pPr marL="2057400" indent="-228600" eaLnBrk="0" hangingPunct="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0" fontAlgn="base" latinLnBrk="0" hangingPunct="0">
                        <a:lnSpc>
                          <a:spcPct val="100000"/>
                        </a:lnSpc>
                        <a:spcBef>
                          <a:spcPct val="20000"/>
                        </a:spcBef>
                        <a:spcAft>
                          <a:spcPct val="0"/>
                        </a:spcAft>
                        <a:buClrTx/>
                        <a:buSzTx/>
                        <a:buFont typeface="Wingdings" panose="05000000000000000000" pitchFamily="2" charset="2"/>
                        <a:buNone/>
                      </a:pPr>
                      <a:r>
                        <a:rPr kumimoji="0" lang="en-US"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rPr>
                        <a:t>1</a:t>
                      </a:r>
                      <a:endParaRPr kumimoji="0" lang="en-US"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a:noFill/>
                    </a:lnL>
                    <a:lnR>
                      <a:noFill/>
                    </a:lnR>
                    <a:lnT>
                      <a:noFill/>
                    </a:lnT>
                    <a:lnB>
                      <a:noFill/>
                    </a:lnB>
                    <a:lnTlToBr>
                      <a:noFill/>
                    </a:lnTlToBr>
                    <a:lnBlToTr>
                      <a:noFill/>
                    </a:lnBlToTr>
                    <a:noFill/>
                  </a:tcPr>
                </a:tc>
                <a:tc>
                  <a:txBody>
                    <a:bodyPr/>
                    <a:lstStyle>
                      <a:lvl1pPr eaLnBrk="0" hangingPunct="0">
                        <a:spcBef>
                          <a:spcPct val="20000"/>
                        </a:spcBef>
                        <a:buFont typeface="Wingdings" panose="05000000000000000000" pitchFamily="2" charset="2"/>
                        <a:defRPr sz="2000" b="1">
                          <a:solidFill>
                            <a:schemeClr val="tx1"/>
                          </a:solidFill>
                          <a:latin typeface="Arial" panose="020B0604020202020204" pitchFamily="34" charset="0"/>
                          <a:ea typeface="黑体" panose="02010609060101010101" charset="-122"/>
                        </a:defRPr>
                      </a:lvl1pPr>
                      <a:lvl2pPr marL="742950" indent="-285750" eaLnBrk="0" hangingPunct="0">
                        <a:spcBef>
                          <a:spcPct val="20000"/>
                        </a:spcBef>
                        <a:buFont typeface="Wingdings" panose="05000000000000000000" pitchFamily="2" charset="2"/>
                        <a:defRPr b="1">
                          <a:solidFill>
                            <a:schemeClr val="tx1"/>
                          </a:solidFill>
                          <a:latin typeface="Arial" panose="020B0604020202020204" pitchFamily="34" charset="0"/>
                          <a:ea typeface="楷体_GB2312" pitchFamily="49" charset="-122"/>
                        </a:defRPr>
                      </a:lvl2pPr>
                      <a:lvl3pPr marL="1143000" indent="-228600" eaLnBrk="0" hangingPunct="0">
                        <a:spcBef>
                          <a:spcPct val="20000"/>
                        </a:spcBef>
                        <a:buFont typeface="Gungsuh" pitchFamily="18" charset="-127"/>
                        <a:defRPr sz="1600"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sz="1400">
                          <a:solidFill>
                            <a:schemeClr val="tx1"/>
                          </a:solidFill>
                          <a:latin typeface="Arial" panose="020B0604020202020204" pitchFamily="34" charset="0"/>
                          <a:ea typeface="黑体" panose="02010609060101010101" charset="-122"/>
                        </a:defRPr>
                      </a:lvl4pPr>
                      <a:lvl5pPr marL="2057400" indent="-228600" eaLnBrk="0" hangingPunct="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0" fontAlgn="base" latinLnBrk="0" hangingPunct="0">
                        <a:lnSpc>
                          <a:spcPct val="100000"/>
                        </a:lnSpc>
                        <a:spcBef>
                          <a:spcPct val="20000"/>
                        </a:spcBef>
                        <a:spcAft>
                          <a:spcPct val="0"/>
                        </a:spcAft>
                        <a:buClrTx/>
                        <a:buSzTx/>
                        <a:buFont typeface="Wingdings" panose="05000000000000000000" pitchFamily="2" charset="2"/>
                        <a:buNone/>
                      </a:pPr>
                      <a:r>
                        <a:rPr kumimoji="0" lang="en-US"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rPr>
                        <a:t>1</a:t>
                      </a:r>
                      <a:endParaRPr kumimoji="0" lang="en-US"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a:noFill/>
                    </a:lnL>
                    <a:lnR>
                      <a:noFill/>
                    </a:lnR>
                    <a:lnT>
                      <a:noFill/>
                    </a:lnT>
                    <a:lnB>
                      <a:noFill/>
                    </a:lnB>
                    <a:lnTlToBr>
                      <a:noFill/>
                    </a:lnTlToBr>
                    <a:lnBlToTr>
                      <a:noFill/>
                    </a:lnBlToTr>
                    <a:noFill/>
                  </a:tcPr>
                </a:tc>
                <a:tc>
                  <a:txBody>
                    <a:bodyPr/>
                    <a:lstStyle>
                      <a:lvl1pPr eaLnBrk="0" hangingPunct="0">
                        <a:spcBef>
                          <a:spcPct val="20000"/>
                        </a:spcBef>
                        <a:buFont typeface="Wingdings" panose="05000000000000000000" pitchFamily="2" charset="2"/>
                        <a:defRPr sz="2000" b="1">
                          <a:solidFill>
                            <a:schemeClr val="tx1"/>
                          </a:solidFill>
                          <a:latin typeface="Arial" panose="020B0604020202020204" pitchFamily="34" charset="0"/>
                          <a:ea typeface="黑体" panose="02010609060101010101" charset="-122"/>
                        </a:defRPr>
                      </a:lvl1pPr>
                      <a:lvl2pPr marL="742950" indent="-285750" eaLnBrk="0" hangingPunct="0">
                        <a:spcBef>
                          <a:spcPct val="20000"/>
                        </a:spcBef>
                        <a:buFont typeface="Wingdings" panose="05000000000000000000" pitchFamily="2" charset="2"/>
                        <a:defRPr b="1">
                          <a:solidFill>
                            <a:schemeClr val="tx1"/>
                          </a:solidFill>
                          <a:latin typeface="Arial" panose="020B0604020202020204" pitchFamily="34" charset="0"/>
                          <a:ea typeface="楷体_GB2312" pitchFamily="49" charset="-122"/>
                        </a:defRPr>
                      </a:lvl2pPr>
                      <a:lvl3pPr marL="1143000" indent="-228600" eaLnBrk="0" hangingPunct="0">
                        <a:spcBef>
                          <a:spcPct val="20000"/>
                        </a:spcBef>
                        <a:buFont typeface="Gungsuh" pitchFamily="18" charset="-127"/>
                        <a:defRPr sz="1600"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sz="1400">
                          <a:solidFill>
                            <a:schemeClr val="tx1"/>
                          </a:solidFill>
                          <a:latin typeface="Arial" panose="020B0604020202020204" pitchFamily="34" charset="0"/>
                          <a:ea typeface="黑体" panose="02010609060101010101" charset="-122"/>
                        </a:defRPr>
                      </a:lvl4pPr>
                      <a:lvl5pPr marL="2057400" indent="-228600" eaLnBrk="0" hangingPunct="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0" fontAlgn="base" latinLnBrk="0" hangingPunct="0">
                        <a:lnSpc>
                          <a:spcPct val="100000"/>
                        </a:lnSpc>
                        <a:spcBef>
                          <a:spcPct val="20000"/>
                        </a:spcBef>
                        <a:spcAft>
                          <a:spcPct val="0"/>
                        </a:spcAft>
                        <a:buClrTx/>
                        <a:buSzTx/>
                        <a:buFont typeface="Wingdings" panose="05000000000000000000" pitchFamily="2" charset="2"/>
                        <a:buNone/>
                      </a:pPr>
                      <a:r>
                        <a:rPr kumimoji="0" lang="en-US"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rPr>
                        <a:t>0</a:t>
                      </a:r>
                      <a:endParaRPr kumimoji="0" lang="en-US"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a:noFill/>
                    </a:lnL>
                    <a:lnR w="28575"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lvl1pPr eaLnBrk="0" hangingPunct="0">
                        <a:spcBef>
                          <a:spcPct val="20000"/>
                        </a:spcBef>
                        <a:buFont typeface="Wingdings" panose="05000000000000000000" pitchFamily="2" charset="2"/>
                        <a:defRPr sz="2000" b="1">
                          <a:solidFill>
                            <a:schemeClr val="tx1"/>
                          </a:solidFill>
                          <a:latin typeface="Arial" panose="020B0604020202020204" pitchFamily="34" charset="0"/>
                          <a:ea typeface="黑体" panose="02010609060101010101" charset="-122"/>
                        </a:defRPr>
                      </a:lvl1pPr>
                      <a:lvl2pPr marL="742950" indent="-285750" eaLnBrk="0" hangingPunct="0">
                        <a:spcBef>
                          <a:spcPct val="20000"/>
                        </a:spcBef>
                        <a:buFont typeface="Wingdings" panose="05000000000000000000" pitchFamily="2" charset="2"/>
                        <a:defRPr b="1">
                          <a:solidFill>
                            <a:schemeClr val="tx1"/>
                          </a:solidFill>
                          <a:latin typeface="Arial" panose="020B0604020202020204" pitchFamily="34" charset="0"/>
                          <a:ea typeface="楷体_GB2312" pitchFamily="49" charset="-122"/>
                        </a:defRPr>
                      </a:lvl2pPr>
                      <a:lvl3pPr marL="1143000" indent="-228600" eaLnBrk="0" hangingPunct="0">
                        <a:spcBef>
                          <a:spcPct val="20000"/>
                        </a:spcBef>
                        <a:buFont typeface="Gungsuh" pitchFamily="18" charset="-127"/>
                        <a:defRPr sz="1600"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sz="1400">
                          <a:solidFill>
                            <a:schemeClr val="tx1"/>
                          </a:solidFill>
                          <a:latin typeface="Arial" panose="020B0604020202020204" pitchFamily="34" charset="0"/>
                          <a:ea typeface="黑体" panose="02010609060101010101" charset="-122"/>
                        </a:defRPr>
                      </a:lvl4pPr>
                      <a:lvl5pPr marL="2057400" indent="-228600" eaLnBrk="0" hangingPunct="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0" fontAlgn="base" latinLnBrk="0" hangingPunct="0">
                        <a:lnSpc>
                          <a:spcPct val="100000"/>
                        </a:lnSpc>
                        <a:spcBef>
                          <a:spcPct val="20000"/>
                        </a:spcBef>
                        <a:spcAft>
                          <a:spcPct val="0"/>
                        </a:spcAft>
                        <a:buClrTx/>
                        <a:buSzTx/>
                        <a:buFont typeface="Wingdings" panose="05000000000000000000" pitchFamily="2" charset="2"/>
                        <a:buNone/>
                      </a:pPr>
                      <a:r>
                        <a:rPr kumimoji="0" lang="en-US"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rPr>
                        <a:t>6</a:t>
                      </a:r>
                      <a:endParaRPr kumimoji="0" lang="en-US"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w="28575" cap="flat" cmpd="sng" algn="ctr">
                      <a:solidFill>
                        <a:schemeClr val="tx1"/>
                      </a:solidFill>
                      <a:prstDash val="solid"/>
                      <a:round/>
                      <a:headEnd type="none" w="med" len="med"/>
                      <a:tailEnd type="none" w="med" len="med"/>
                    </a:lnL>
                    <a:lnR>
                      <a:noFill/>
                    </a:lnR>
                    <a:lnT>
                      <a:noFill/>
                    </a:lnT>
                    <a:lnB>
                      <a:noFill/>
                    </a:lnB>
                    <a:lnTlToBr>
                      <a:noFill/>
                    </a:lnTlToBr>
                    <a:lnBlToTr>
                      <a:noFill/>
                    </a:lnBlToTr>
                    <a:noFill/>
                  </a:tcPr>
                </a:tc>
              </a:tr>
              <a:tr h="406400">
                <a:tc>
                  <a:txBody>
                    <a:bodyPr/>
                    <a:lstStyle>
                      <a:lvl1pPr eaLnBrk="0" hangingPunct="0">
                        <a:spcBef>
                          <a:spcPct val="20000"/>
                        </a:spcBef>
                        <a:buFont typeface="Wingdings" panose="05000000000000000000" pitchFamily="2" charset="2"/>
                        <a:defRPr sz="2000" b="1">
                          <a:solidFill>
                            <a:schemeClr val="tx1"/>
                          </a:solidFill>
                          <a:latin typeface="Arial" panose="020B0604020202020204" pitchFamily="34" charset="0"/>
                          <a:ea typeface="黑体" panose="02010609060101010101" charset="-122"/>
                        </a:defRPr>
                      </a:lvl1pPr>
                      <a:lvl2pPr marL="742950" indent="-285750" eaLnBrk="0" hangingPunct="0">
                        <a:spcBef>
                          <a:spcPct val="20000"/>
                        </a:spcBef>
                        <a:buFont typeface="Wingdings" panose="05000000000000000000" pitchFamily="2" charset="2"/>
                        <a:defRPr b="1">
                          <a:solidFill>
                            <a:schemeClr val="tx1"/>
                          </a:solidFill>
                          <a:latin typeface="Arial" panose="020B0604020202020204" pitchFamily="34" charset="0"/>
                          <a:ea typeface="楷体_GB2312" pitchFamily="49" charset="-122"/>
                        </a:defRPr>
                      </a:lvl2pPr>
                      <a:lvl3pPr marL="1143000" indent="-228600" eaLnBrk="0" hangingPunct="0">
                        <a:spcBef>
                          <a:spcPct val="20000"/>
                        </a:spcBef>
                        <a:buFont typeface="Gungsuh" pitchFamily="18" charset="-127"/>
                        <a:defRPr sz="1600"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sz="1400">
                          <a:solidFill>
                            <a:schemeClr val="tx1"/>
                          </a:solidFill>
                          <a:latin typeface="Arial" panose="020B0604020202020204" pitchFamily="34" charset="0"/>
                          <a:ea typeface="黑体" panose="02010609060101010101" charset="-122"/>
                        </a:defRPr>
                      </a:lvl4pPr>
                      <a:lvl5pPr marL="2057400" indent="-228600" eaLnBrk="0" hangingPunct="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0" fontAlgn="base" latinLnBrk="0" hangingPunct="0">
                        <a:lnSpc>
                          <a:spcPct val="100000"/>
                        </a:lnSpc>
                        <a:spcBef>
                          <a:spcPct val="20000"/>
                        </a:spcBef>
                        <a:spcAft>
                          <a:spcPct val="0"/>
                        </a:spcAft>
                        <a:buClrTx/>
                        <a:buSzTx/>
                        <a:buFont typeface="Wingdings" panose="05000000000000000000" pitchFamily="2" charset="2"/>
                        <a:buNone/>
                      </a:pPr>
                      <a:r>
                        <a:rPr kumimoji="0" lang="en-US"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rPr>
                        <a:t>1</a:t>
                      </a:r>
                      <a:endParaRPr kumimoji="0" lang="en-US"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a:noFill/>
                    </a:lnL>
                    <a:lnR>
                      <a:noFill/>
                    </a:lnR>
                    <a:lnT>
                      <a:noFill/>
                    </a:lnT>
                    <a:lnB>
                      <a:noFill/>
                    </a:lnB>
                    <a:lnTlToBr>
                      <a:noFill/>
                    </a:lnTlToBr>
                    <a:lnBlToTr>
                      <a:noFill/>
                    </a:lnBlToTr>
                    <a:noFill/>
                  </a:tcPr>
                </a:tc>
                <a:tc>
                  <a:txBody>
                    <a:bodyPr/>
                    <a:lstStyle>
                      <a:lvl1pPr eaLnBrk="0" hangingPunct="0">
                        <a:spcBef>
                          <a:spcPct val="20000"/>
                        </a:spcBef>
                        <a:buFont typeface="Wingdings" panose="05000000000000000000" pitchFamily="2" charset="2"/>
                        <a:defRPr sz="2000" b="1">
                          <a:solidFill>
                            <a:schemeClr val="tx1"/>
                          </a:solidFill>
                          <a:latin typeface="Arial" panose="020B0604020202020204" pitchFamily="34" charset="0"/>
                          <a:ea typeface="黑体" panose="02010609060101010101" charset="-122"/>
                        </a:defRPr>
                      </a:lvl1pPr>
                      <a:lvl2pPr marL="742950" indent="-285750" eaLnBrk="0" hangingPunct="0">
                        <a:spcBef>
                          <a:spcPct val="20000"/>
                        </a:spcBef>
                        <a:buFont typeface="Wingdings" panose="05000000000000000000" pitchFamily="2" charset="2"/>
                        <a:defRPr b="1">
                          <a:solidFill>
                            <a:schemeClr val="tx1"/>
                          </a:solidFill>
                          <a:latin typeface="Arial" panose="020B0604020202020204" pitchFamily="34" charset="0"/>
                          <a:ea typeface="楷体_GB2312" pitchFamily="49" charset="-122"/>
                        </a:defRPr>
                      </a:lvl2pPr>
                      <a:lvl3pPr marL="1143000" indent="-228600" eaLnBrk="0" hangingPunct="0">
                        <a:spcBef>
                          <a:spcPct val="20000"/>
                        </a:spcBef>
                        <a:buFont typeface="Gungsuh" pitchFamily="18" charset="-127"/>
                        <a:defRPr sz="1600"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sz="1400">
                          <a:solidFill>
                            <a:schemeClr val="tx1"/>
                          </a:solidFill>
                          <a:latin typeface="Arial" panose="020B0604020202020204" pitchFamily="34" charset="0"/>
                          <a:ea typeface="黑体" panose="02010609060101010101" charset="-122"/>
                        </a:defRPr>
                      </a:lvl4pPr>
                      <a:lvl5pPr marL="2057400" indent="-228600" eaLnBrk="0" hangingPunct="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0" fontAlgn="base" latinLnBrk="0" hangingPunct="0">
                        <a:lnSpc>
                          <a:spcPct val="100000"/>
                        </a:lnSpc>
                        <a:spcBef>
                          <a:spcPct val="20000"/>
                        </a:spcBef>
                        <a:spcAft>
                          <a:spcPct val="0"/>
                        </a:spcAft>
                        <a:buClrTx/>
                        <a:buSzTx/>
                        <a:buFont typeface="Wingdings" panose="05000000000000000000" pitchFamily="2" charset="2"/>
                        <a:buNone/>
                      </a:pPr>
                      <a:r>
                        <a:rPr kumimoji="0" lang="en-US"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rPr>
                        <a:t>1</a:t>
                      </a:r>
                      <a:endParaRPr kumimoji="0" lang="en-US"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a:noFill/>
                    </a:lnL>
                    <a:lnR>
                      <a:noFill/>
                    </a:lnR>
                    <a:lnT>
                      <a:noFill/>
                    </a:lnT>
                    <a:lnB>
                      <a:noFill/>
                    </a:lnB>
                    <a:lnTlToBr>
                      <a:noFill/>
                    </a:lnTlToBr>
                    <a:lnBlToTr>
                      <a:noFill/>
                    </a:lnBlToTr>
                    <a:noFill/>
                  </a:tcPr>
                </a:tc>
                <a:tc>
                  <a:txBody>
                    <a:bodyPr/>
                    <a:lstStyle>
                      <a:lvl1pPr eaLnBrk="0" hangingPunct="0">
                        <a:spcBef>
                          <a:spcPct val="20000"/>
                        </a:spcBef>
                        <a:buFont typeface="Wingdings" panose="05000000000000000000" pitchFamily="2" charset="2"/>
                        <a:defRPr sz="2000" b="1">
                          <a:solidFill>
                            <a:schemeClr val="tx1"/>
                          </a:solidFill>
                          <a:latin typeface="Arial" panose="020B0604020202020204" pitchFamily="34" charset="0"/>
                          <a:ea typeface="黑体" panose="02010609060101010101" charset="-122"/>
                        </a:defRPr>
                      </a:lvl1pPr>
                      <a:lvl2pPr marL="742950" indent="-285750" eaLnBrk="0" hangingPunct="0">
                        <a:spcBef>
                          <a:spcPct val="20000"/>
                        </a:spcBef>
                        <a:buFont typeface="Wingdings" panose="05000000000000000000" pitchFamily="2" charset="2"/>
                        <a:defRPr b="1">
                          <a:solidFill>
                            <a:schemeClr val="tx1"/>
                          </a:solidFill>
                          <a:latin typeface="Arial" panose="020B0604020202020204" pitchFamily="34" charset="0"/>
                          <a:ea typeface="楷体_GB2312" pitchFamily="49" charset="-122"/>
                        </a:defRPr>
                      </a:lvl2pPr>
                      <a:lvl3pPr marL="1143000" indent="-228600" eaLnBrk="0" hangingPunct="0">
                        <a:spcBef>
                          <a:spcPct val="20000"/>
                        </a:spcBef>
                        <a:buFont typeface="Gungsuh" pitchFamily="18" charset="-127"/>
                        <a:defRPr sz="1600"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sz="1400">
                          <a:solidFill>
                            <a:schemeClr val="tx1"/>
                          </a:solidFill>
                          <a:latin typeface="Arial" panose="020B0604020202020204" pitchFamily="34" charset="0"/>
                          <a:ea typeface="黑体" panose="02010609060101010101" charset="-122"/>
                        </a:defRPr>
                      </a:lvl4pPr>
                      <a:lvl5pPr marL="2057400" indent="-228600" eaLnBrk="0" hangingPunct="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0" fontAlgn="base" latinLnBrk="0" hangingPunct="0">
                        <a:lnSpc>
                          <a:spcPct val="100000"/>
                        </a:lnSpc>
                        <a:spcBef>
                          <a:spcPct val="20000"/>
                        </a:spcBef>
                        <a:spcAft>
                          <a:spcPct val="0"/>
                        </a:spcAft>
                        <a:buClrTx/>
                        <a:buSzTx/>
                        <a:buFont typeface="Wingdings" panose="05000000000000000000" pitchFamily="2" charset="2"/>
                        <a:buNone/>
                      </a:pPr>
                      <a:r>
                        <a:rPr kumimoji="0" lang="en-US"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rPr>
                        <a:t>1</a:t>
                      </a:r>
                      <a:endParaRPr kumimoji="0" lang="en-US"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a:noFill/>
                    </a:lnL>
                    <a:lnR w="28575"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lvl1pPr eaLnBrk="0" hangingPunct="0">
                        <a:spcBef>
                          <a:spcPct val="20000"/>
                        </a:spcBef>
                        <a:buFont typeface="Wingdings" panose="05000000000000000000" pitchFamily="2" charset="2"/>
                        <a:defRPr sz="2000" b="1">
                          <a:solidFill>
                            <a:schemeClr val="tx1"/>
                          </a:solidFill>
                          <a:latin typeface="Arial" panose="020B0604020202020204" pitchFamily="34" charset="0"/>
                          <a:ea typeface="黑体" panose="02010609060101010101" charset="-122"/>
                        </a:defRPr>
                      </a:lvl1pPr>
                      <a:lvl2pPr marL="742950" indent="-285750" eaLnBrk="0" hangingPunct="0">
                        <a:spcBef>
                          <a:spcPct val="20000"/>
                        </a:spcBef>
                        <a:buFont typeface="Wingdings" panose="05000000000000000000" pitchFamily="2" charset="2"/>
                        <a:defRPr b="1">
                          <a:solidFill>
                            <a:schemeClr val="tx1"/>
                          </a:solidFill>
                          <a:latin typeface="Arial" panose="020B0604020202020204" pitchFamily="34" charset="0"/>
                          <a:ea typeface="楷体_GB2312" pitchFamily="49" charset="-122"/>
                        </a:defRPr>
                      </a:lvl2pPr>
                      <a:lvl3pPr marL="1143000" indent="-228600" eaLnBrk="0" hangingPunct="0">
                        <a:spcBef>
                          <a:spcPct val="20000"/>
                        </a:spcBef>
                        <a:buFont typeface="Gungsuh" pitchFamily="18" charset="-127"/>
                        <a:defRPr sz="1600"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sz="1400">
                          <a:solidFill>
                            <a:schemeClr val="tx1"/>
                          </a:solidFill>
                          <a:latin typeface="Arial" panose="020B0604020202020204" pitchFamily="34" charset="0"/>
                          <a:ea typeface="黑体" panose="02010609060101010101" charset="-122"/>
                        </a:defRPr>
                      </a:lvl4pPr>
                      <a:lvl5pPr marL="2057400" indent="-228600" eaLnBrk="0" hangingPunct="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0" fontAlgn="base" latinLnBrk="0" hangingPunct="0">
                        <a:lnSpc>
                          <a:spcPct val="100000"/>
                        </a:lnSpc>
                        <a:spcBef>
                          <a:spcPct val="20000"/>
                        </a:spcBef>
                        <a:spcAft>
                          <a:spcPct val="0"/>
                        </a:spcAft>
                        <a:buClrTx/>
                        <a:buSzTx/>
                        <a:buFont typeface="Wingdings" panose="05000000000000000000" pitchFamily="2" charset="2"/>
                        <a:buNone/>
                      </a:pPr>
                      <a:r>
                        <a:rPr kumimoji="0" lang="en-US" altLang="zh-CN" sz="2000" b="1" i="0" u="none" strike="noStrike" cap="none" normalizeH="0" baseline="0" dirty="0">
                          <a:ln>
                            <a:noFill/>
                          </a:ln>
                          <a:solidFill>
                            <a:schemeClr val="tx1"/>
                          </a:solidFill>
                          <a:effectLst/>
                          <a:latin typeface="Arial" panose="020B0604020202020204" pitchFamily="34" charset="0"/>
                          <a:ea typeface="宋体" panose="02010600030101010101" pitchFamily="2" charset="-122"/>
                        </a:rPr>
                        <a:t>7</a:t>
                      </a:r>
                      <a:endParaRPr kumimoji="0" lang="en-US" altLang="zh-CN" sz="2000" b="1"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horzOverflow="overflow">
                    <a:lnL w="28575" cap="flat" cmpd="sng" algn="ctr">
                      <a:solidFill>
                        <a:schemeClr val="tx1"/>
                      </a:solidFill>
                      <a:prstDash val="solid"/>
                      <a:round/>
                      <a:headEnd type="none" w="med" len="med"/>
                      <a:tailEnd type="none" w="med" len="med"/>
                    </a:lnL>
                    <a:lnR>
                      <a:noFill/>
                    </a:lnR>
                    <a:lnT>
                      <a:noFill/>
                    </a:lnT>
                    <a:lnB>
                      <a:noFill/>
                    </a:lnB>
                    <a:lnTlToBr>
                      <a:noFill/>
                    </a:lnTlToBr>
                    <a:lnBlToTr>
                      <a:noFill/>
                    </a:lnBlToTr>
                    <a:noFill/>
                  </a:tcPr>
                </a:tc>
              </a:tr>
            </a:tbl>
          </a:graphicData>
        </a:graphic>
      </p:graphicFrame>
      <p:sp>
        <p:nvSpPr>
          <p:cNvPr id="3" name="灯片编号占位符 2"/>
          <p:cNvSpPr>
            <a:spLocks noGrp="1"/>
          </p:cNvSpPr>
          <p:nvPr>
            <p:ph type="sldNum" sz="quarter" idx="12"/>
          </p:nvPr>
        </p:nvSpPr>
        <p:spPr/>
        <p:txBody>
          <a:bodyPr/>
          <a:lstStyle/>
          <a:p>
            <a:pPr>
              <a:defRPr/>
            </a:pPr>
            <a:fld id="{7C93F2F6-B200-4836-9340-136DE7987878}" type="slidenum">
              <a:rPr lang="en-US" smtClean="0"/>
            </a:fld>
            <a:endParaRPr lang="en-US"/>
          </a:p>
        </p:txBody>
      </p:sp>
    </p:spTree>
  </p:cSld>
  <p:clrMapOvr>
    <a:masterClrMapping/>
  </p:clrMapOvr>
  <p:transition spd="med">
    <p:strips dir="rd"/>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r>
              <a:rPr lang="zh-CN" altLang="en-US" sz="2800" dirty="0">
                <a:latin typeface="隶书" panose="02010509060101010101" pitchFamily="49" charset="-122"/>
                <a:ea typeface="隶书" panose="02010509060101010101" pitchFamily="49" charset="-122"/>
              </a:rPr>
              <a:t>无符号整数的运算，规则与十进制相似</a:t>
            </a:r>
            <a:endParaRPr lang="en-US" altLang="zh-CN" sz="2800" dirty="0">
              <a:latin typeface="隶书" panose="02010509060101010101" pitchFamily="49" charset="-122"/>
              <a:ea typeface="隶书" panose="02010509060101010101" pitchFamily="49" charset="-122"/>
            </a:endParaRPr>
          </a:p>
          <a:p>
            <a:r>
              <a:rPr lang="zh-CN" altLang="en-US" sz="2800" dirty="0">
                <a:latin typeface="隶书" panose="02010509060101010101" pitchFamily="49" charset="-122"/>
                <a:ea typeface="隶书" panose="02010509060101010101" pitchFamily="49" charset="-122"/>
              </a:rPr>
              <a:t>以加为例：从右到左，满</a:t>
            </a:r>
            <a:r>
              <a:rPr lang="en-US" altLang="zh-CN" sz="2800" dirty="0">
                <a:latin typeface="隶书" panose="02010509060101010101" pitchFamily="49" charset="-122"/>
                <a:ea typeface="隶书" panose="02010509060101010101" pitchFamily="49" charset="-122"/>
              </a:rPr>
              <a:t>2</a:t>
            </a:r>
            <a:r>
              <a:rPr lang="zh-CN" altLang="en-US" sz="2800" dirty="0">
                <a:latin typeface="隶书" panose="02010509060101010101" pitchFamily="49" charset="-122"/>
                <a:ea typeface="隶书" panose="02010509060101010101" pitchFamily="49" charset="-122"/>
              </a:rPr>
              <a:t>进</a:t>
            </a:r>
            <a:r>
              <a:rPr lang="en-US" altLang="zh-CN" sz="2800" dirty="0">
                <a:latin typeface="隶书" panose="02010509060101010101" pitchFamily="49" charset="-122"/>
                <a:ea typeface="隶书" panose="02010509060101010101" pitchFamily="49" charset="-122"/>
              </a:rPr>
              <a:t>1</a:t>
            </a:r>
            <a:endParaRPr lang="en-US" altLang="zh-CN" sz="2800" dirty="0">
              <a:latin typeface="隶书" panose="02010509060101010101" pitchFamily="49" charset="-122"/>
              <a:ea typeface="隶书" panose="02010509060101010101" pitchFamily="49" charset="-122"/>
            </a:endParaRPr>
          </a:p>
          <a:p>
            <a:endParaRPr lang="zh-HK" altLang="en-US" dirty="0"/>
          </a:p>
        </p:txBody>
      </p:sp>
      <p:sp>
        <p:nvSpPr>
          <p:cNvPr id="5" name="Rectangle 14"/>
          <p:cNvSpPr>
            <a:spLocks noGrp="1" noChangeArrowheads="1"/>
          </p:cNvSpPr>
          <p:nvPr>
            <p:ph type="title"/>
          </p:nvPr>
        </p:nvSpPr>
        <p:spPr>
          <a:noFill/>
        </p:spPr>
        <p:txBody>
          <a:bodyPr/>
          <a:lstStyle/>
          <a:p>
            <a:pPr algn="ctr"/>
            <a:r>
              <a:rPr lang="en-US" altLang="zh-CN" dirty="0">
                <a:latin typeface="华文琥珀" panose="02010800040101010101" pitchFamily="2" charset="-122"/>
              </a:rPr>
              <a:t>2</a:t>
            </a:r>
            <a:r>
              <a:rPr lang="zh-CN" altLang="en-US" dirty="0">
                <a:latin typeface="华文琥珀" panose="02010800040101010101" pitchFamily="2" charset="-122"/>
              </a:rPr>
              <a:t>.</a:t>
            </a:r>
            <a:r>
              <a:rPr lang="en-US" altLang="zh-CN" dirty="0">
                <a:latin typeface="华文琥珀" panose="02010800040101010101" pitchFamily="2" charset="-122"/>
              </a:rPr>
              <a:t>2</a:t>
            </a:r>
            <a:r>
              <a:rPr lang="zh-CN" altLang="en-US" dirty="0">
                <a:latin typeface="华文琥珀" panose="02010800040101010101" pitchFamily="2" charset="-122"/>
              </a:rPr>
              <a:t> 整数数据类型</a:t>
            </a:r>
            <a:endParaRPr lang="zh-CN" altLang="en-US" dirty="0">
              <a:latin typeface="华文琥珀" panose="02010800040101010101" pitchFamily="2" charset="-122"/>
            </a:endParaRPr>
          </a:p>
        </p:txBody>
      </p:sp>
      <p:sp>
        <p:nvSpPr>
          <p:cNvPr id="6" name="Text Box 1028"/>
          <p:cNvSpPr txBox="1">
            <a:spLocks noChangeArrowheads="1"/>
          </p:cNvSpPr>
          <p:nvPr/>
        </p:nvSpPr>
        <p:spPr bwMode="auto">
          <a:xfrm>
            <a:off x="2590800" y="2514600"/>
            <a:ext cx="7162800" cy="2654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tabLst>
                <a:tab pos="565150" algn="r"/>
                <a:tab pos="1771650" algn="r"/>
                <a:tab pos="2976245" algn="r"/>
                <a:tab pos="4108450" algn="r"/>
                <a:tab pos="5089525" algn="r"/>
                <a:tab pos="6235700" algn="r"/>
              </a:tabLst>
              <a:defRPr baseline="-25000">
                <a:solidFill>
                  <a:schemeClr val="tx1"/>
                </a:solidFill>
                <a:latin typeface="Arial" panose="020B0604020202020204" pitchFamily="34" charset="0"/>
                <a:ea typeface="宋体" panose="02010600030101010101" pitchFamily="2" charset="-122"/>
              </a:defRPr>
            </a:lvl1pPr>
            <a:lvl2pPr marL="742950" indent="-285750" eaLnBrk="0" hangingPunct="0">
              <a:tabLst>
                <a:tab pos="565150" algn="r"/>
                <a:tab pos="1771650" algn="r"/>
                <a:tab pos="2976245" algn="r"/>
                <a:tab pos="4108450" algn="r"/>
                <a:tab pos="5089525" algn="r"/>
                <a:tab pos="6235700" algn="r"/>
              </a:tabLst>
              <a:defRPr baseline="-25000">
                <a:solidFill>
                  <a:schemeClr val="tx1"/>
                </a:solidFill>
                <a:latin typeface="Arial" panose="020B0604020202020204" pitchFamily="34" charset="0"/>
                <a:ea typeface="宋体" panose="02010600030101010101" pitchFamily="2" charset="-122"/>
              </a:defRPr>
            </a:lvl2pPr>
            <a:lvl3pPr marL="1143000" indent="-228600" eaLnBrk="0" hangingPunct="0">
              <a:tabLst>
                <a:tab pos="565150" algn="r"/>
                <a:tab pos="1771650" algn="r"/>
                <a:tab pos="2976245" algn="r"/>
                <a:tab pos="4108450" algn="r"/>
                <a:tab pos="5089525" algn="r"/>
                <a:tab pos="6235700" algn="r"/>
              </a:tabLst>
              <a:defRPr baseline="-25000">
                <a:solidFill>
                  <a:schemeClr val="tx1"/>
                </a:solidFill>
                <a:latin typeface="Arial" panose="020B0604020202020204" pitchFamily="34" charset="0"/>
                <a:ea typeface="宋体" panose="02010600030101010101" pitchFamily="2" charset="-122"/>
              </a:defRPr>
            </a:lvl3pPr>
            <a:lvl4pPr marL="1600200" indent="-228600" eaLnBrk="0" hangingPunct="0">
              <a:tabLst>
                <a:tab pos="565150" algn="r"/>
                <a:tab pos="1771650" algn="r"/>
                <a:tab pos="2976245" algn="r"/>
                <a:tab pos="4108450" algn="r"/>
                <a:tab pos="5089525" algn="r"/>
                <a:tab pos="6235700" algn="r"/>
              </a:tabLst>
              <a:defRPr baseline="-25000">
                <a:solidFill>
                  <a:schemeClr val="tx1"/>
                </a:solidFill>
                <a:latin typeface="Arial" panose="020B0604020202020204" pitchFamily="34" charset="0"/>
                <a:ea typeface="宋体" panose="02010600030101010101" pitchFamily="2" charset="-122"/>
              </a:defRPr>
            </a:lvl4pPr>
            <a:lvl5pPr marL="2057400" indent="-228600" eaLnBrk="0" hangingPunct="0">
              <a:tabLst>
                <a:tab pos="565150" algn="r"/>
                <a:tab pos="1771650" algn="r"/>
                <a:tab pos="2976245" algn="r"/>
                <a:tab pos="4108450" algn="r"/>
                <a:tab pos="5089525" algn="r"/>
                <a:tab pos="6235700" algn="r"/>
              </a:tabLst>
              <a:defRPr baseline="-25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tabLst>
                <a:tab pos="565150" algn="r"/>
                <a:tab pos="1771650" algn="r"/>
                <a:tab pos="2976245" algn="r"/>
                <a:tab pos="4108450" algn="r"/>
                <a:tab pos="5089525" algn="r"/>
                <a:tab pos="6235700" algn="r"/>
              </a:tabLst>
              <a:defRPr baseline="-25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tabLst>
                <a:tab pos="565150" algn="r"/>
                <a:tab pos="1771650" algn="r"/>
                <a:tab pos="2976245" algn="r"/>
                <a:tab pos="4108450" algn="r"/>
                <a:tab pos="5089525" algn="r"/>
                <a:tab pos="6235700" algn="r"/>
              </a:tabLst>
              <a:defRPr baseline="-25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tabLst>
                <a:tab pos="565150" algn="r"/>
                <a:tab pos="1771650" algn="r"/>
                <a:tab pos="2976245" algn="r"/>
                <a:tab pos="4108450" algn="r"/>
                <a:tab pos="5089525" algn="r"/>
                <a:tab pos="6235700" algn="r"/>
              </a:tabLst>
              <a:defRPr baseline="-25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tabLst>
                <a:tab pos="565150" algn="r"/>
                <a:tab pos="1771650" algn="r"/>
                <a:tab pos="2976245" algn="r"/>
                <a:tab pos="4108450" algn="r"/>
                <a:tab pos="5089525" algn="r"/>
                <a:tab pos="6235700" algn="r"/>
              </a:tabLst>
              <a:defRPr baseline="-25000">
                <a:solidFill>
                  <a:schemeClr val="tx1"/>
                </a:solidFill>
                <a:latin typeface="Arial" panose="020B0604020202020204" pitchFamily="34" charset="0"/>
                <a:ea typeface="宋体" panose="02010600030101010101" pitchFamily="2" charset="-122"/>
              </a:defRPr>
            </a:lvl9pPr>
          </a:lstStyle>
          <a:p>
            <a:r>
              <a:rPr lang="zh-CN" altLang="en-US" sz="2400" baseline="0">
                <a:latin typeface="CourierPS" pitchFamily="49" charset="0"/>
              </a:rPr>
              <a:t>		</a:t>
            </a:r>
            <a:r>
              <a:rPr lang="en-US" altLang="zh-CN" sz="2800" b="1" baseline="0">
                <a:latin typeface="CourierPS" pitchFamily="49" charset="0"/>
              </a:rPr>
              <a:t>10010		10010		1111</a:t>
            </a:r>
            <a:endParaRPr lang="en-US" altLang="zh-CN" sz="2800" b="1" baseline="0">
              <a:latin typeface="CourierPS" pitchFamily="49" charset="0"/>
            </a:endParaRPr>
          </a:p>
          <a:p>
            <a:r>
              <a:rPr lang="en-US" altLang="zh-CN" sz="2800" b="1" baseline="0">
                <a:latin typeface="CourierPS" pitchFamily="49" charset="0"/>
              </a:rPr>
              <a:t>	+</a:t>
            </a:r>
            <a:r>
              <a:rPr lang="en-US" altLang="zh-CN" sz="2800" b="1" u="sng" baseline="0">
                <a:latin typeface="CourierPS" pitchFamily="49" charset="0"/>
              </a:rPr>
              <a:t>	1001</a:t>
            </a:r>
            <a:r>
              <a:rPr lang="en-US" altLang="zh-CN" sz="2800" b="1" baseline="0">
                <a:latin typeface="CourierPS" pitchFamily="49" charset="0"/>
              </a:rPr>
              <a:t> 	+</a:t>
            </a:r>
            <a:r>
              <a:rPr lang="en-US" altLang="zh-CN" sz="2800" b="1" u="sng" baseline="0">
                <a:latin typeface="CourierPS" pitchFamily="49" charset="0"/>
              </a:rPr>
              <a:t>	1011</a:t>
            </a:r>
            <a:r>
              <a:rPr lang="en-US" altLang="zh-CN" sz="2800" b="1" baseline="0">
                <a:latin typeface="CourierPS" pitchFamily="49" charset="0"/>
              </a:rPr>
              <a:t>	+</a:t>
            </a:r>
            <a:r>
              <a:rPr lang="en-US" altLang="zh-CN" sz="2800" b="1" u="sng" baseline="0">
                <a:latin typeface="CourierPS" pitchFamily="49" charset="0"/>
              </a:rPr>
              <a:t>	1</a:t>
            </a:r>
            <a:endParaRPr lang="en-US" altLang="zh-CN" sz="2800" b="1" baseline="0">
              <a:latin typeface="CourierPS" pitchFamily="49" charset="0"/>
            </a:endParaRPr>
          </a:p>
          <a:p>
            <a:r>
              <a:rPr lang="en-US" altLang="zh-CN" sz="2800" b="1" baseline="0">
                <a:latin typeface="CourierPS" pitchFamily="49" charset="0"/>
              </a:rPr>
              <a:t>		11011		11101		10000</a:t>
            </a:r>
            <a:endParaRPr lang="en-US" altLang="zh-CN" sz="2800" b="1" baseline="0">
              <a:latin typeface="CourierPS" pitchFamily="49" charset="0"/>
            </a:endParaRPr>
          </a:p>
          <a:p>
            <a:endParaRPr lang="en-US" altLang="zh-CN" sz="2800" b="1" baseline="0">
              <a:latin typeface="CourierPS" pitchFamily="49" charset="0"/>
            </a:endParaRPr>
          </a:p>
          <a:p>
            <a:r>
              <a:rPr lang="en-US" altLang="zh-CN" sz="2800" b="1" baseline="0">
                <a:latin typeface="CourierPS" pitchFamily="49" charset="0"/>
              </a:rPr>
              <a:t>				10111</a:t>
            </a:r>
            <a:endParaRPr lang="en-US" altLang="zh-CN" sz="2800" b="1" baseline="0">
              <a:latin typeface="CourierPS" pitchFamily="49" charset="0"/>
            </a:endParaRPr>
          </a:p>
          <a:p>
            <a:r>
              <a:rPr lang="en-US" altLang="zh-CN" sz="2800" b="1" baseline="0">
                <a:latin typeface="CourierPS" pitchFamily="49" charset="0"/>
              </a:rPr>
              <a:t>			+</a:t>
            </a:r>
            <a:r>
              <a:rPr lang="en-US" altLang="zh-CN" sz="2800" b="1" u="sng" baseline="0">
                <a:latin typeface="CourierPS" pitchFamily="49" charset="0"/>
              </a:rPr>
              <a:t>	111</a:t>
            </a:r>
            <a:endParaRPr lang="en-US" altLang="zh-CN" sz="2800" u="sng" baseline="0">
              <a:latin typeface="CourierPS" pitchFamily="49" charset="0"/>
            </a:endParaRPr>
          </a:p>
        </p:txBody>
      </p:sp>
      <p:sp>
        <p:nvSpPr>
          <p:cNvPr id="7" name="Freeform 1029"/>
          <p:cNvSpPr/>
          <p:nvPr/>
        </p:nvSpPr>
        <p:spPr bwMode="auto">
          <a:xfrm>
            <a:off x="6238876" y="2362201"/>
            <a:ext cx="238125" cy="233363"/>
          </a:xfrm>
          <a:custGeom>
            <a:avLst/>
            <a:gdLst>
              <a:gd name="T0" fmla="*/ 238125 w 150"/>
              <a:gd name="T1" fmla="*/ 228600 h 147"/>
              <a:gd name="T2" fmla="*/ 209550 w 150"/>
              <a:gd name="T3" fmla="*/ 85725 h 147"/>
              <a:gd name="T4" fmla="*/ 114300 w 150"/>
              <a:gd name="T5" fmla="*/ 0 h 147"/>
              <a:gd name="T6" fmla="*/ 19050 w 150"/>
              <a:gd name="T7" fmla="*/ 80963 h 147"/>
              <a:gd name="T8" fmla="*/ 0 w 150"/>
              <a:gd name="T9" fmla="*/ 233363 h 147"/>
              <a:gd name="T10" fmla="*/ 0 60000 65536"/>
              <a:gd name="T11" fmla="*/ 0 60000 65536"/>
              <a:gd name="T12" fmla="*/ 0 60000 65536"/>
              <a:gd name="T13" fmla="*/ 0 60000 65536"/>
              <a:gd name="T14" fmla="*/ 0 60000 65536"/>
              <a:gd name="T15" fmla="*/ 0 w 150"/>
              <a:gd name="T16" fmla="*/ 0 h 147"/>
              <a:gd name="T17" fmla="*/ 150 w 150"/>
              <a:gd name="T18" fmla="*/ 147 h 147"/>
            </a:gdLst>
            <a:ahLst/>
            <a:cxnLst>
              <a:cxn ang="T10">
                <a:pos x="T0" y="T1"/>
              </a:cxn>
              <a:cxn ang="T11">
                <a:pos x="T2" y="T3"/>
              </a:cxn>
              <a:cxn ang="T12">
                <a:pos x="T4" y="T5"/>
              </a:cxn>
              <a:cxn ang="T13">
                <a:pos x="T6" y="T7"/>
              </a:cxn>
              <a:cxn ang="T14">
                <a:pos x="T8" y="T9"/>
              </a:cxn>
            </a:cxnLst>
            <a:rect l="T15" t="T16" r="T17" b="T18"/>
            <a:pathLst>
              <a:path w="150" h="147">
                <a:moveTo>
                  <a:pt x="150" y="144"/>
                </a:moveTo>
                <a:cubicBezTo>
                  <a:pt x="147" y="129"/>
                  <a:pt x="145" y="78"/>
                  <a:pt x="132" y="54"/>
                </a:cubicBezTo>
                <a:cubicBezTo>
                  <a:pt x="119" y="30"/>
                  <a:pt x="92" y="0"/>
                  <a:pt x="72" y="0"/>
                </a:cubicBezTo>
                <a:cubicBezTo>
                  <a:pt x="52" y="0"/>
                  <a:pt x="24" y="26"/>
                  <a:pt x="12" y="51"/>
                </a:cubicBezTo>
                <a:cubicBezTo>
                  <a:pt x="0" y="76"/>
                  <a:pt x="2" y="127"/>
                  <a:pt x="0" y="147"/>
                </a:cubicBezTo>
              </a:path>
            </a:pathLst>
          </a:custGeom>
          <a:noFill/>
          <a:ln w="9525">
            <a:solidFill>
              <a:schemeClr val="tx1"/>
            </a:solidFill>
            <a:round/>
            <a:tailEnd type="triangle" w="med" len="med"/>
          </a:ln>
          <a:extLst>
            <a:ext uri="{909E8E84-426E-40DD-AFC4-6F175D3DCCD1}">
              <a14:hiddenFill xmlns:a14="http://schemas.microsoft.com/office/drawing/2010/main">
                <a:solidFill>
                  <a:srgbClr val="FFFFFF"/>
                </a:solidFill>
              </a14:hiddenFill>
            </a:ext>
          </a:extLst>
        </p:spPr>
        <p:txBody>
          <a:bodyPr/>
          <a:lstStyle>
            <a:lvl1pPr eaLnBrk="0" hangingPunct="0">
              <a:defRPr baseline="-25000">
                <a:solidFill>
                  <a:schemeClr val="tx1"/>
                </a:solidFill>
                <a:latin typeface="Arial" panose="020B0604020202020204" pitchFamily="34" charset="0"/>
                <a:ea typeface="宋体" panose="02010600030101010101" pitchFamily="2" charset="-122"/>
              </a:defRPr>
            </a:lvl1pPr>
            <a:lvl2pPr marL="742950" indent="-285750" eaLnBrk="0" hangingPunct="0">
              <a:defRPr baseline="-25000">
                <a:solidFill>
                  <a:schemeClr val="tx1"/>
                </a:solidFill>
                <a:latin typeface="Arial" panose="020B0604020202020204" pitchFamily="34" charset="0"/>
                <a:ea typeface="宋体" panose="02010600030101010101" pitchFamily="2" charset="-122"/>
              </a:defRPr>
            </a:lvl2pPr>
            <a:lvl3pPr marL="1143000" indent="-228600" eaLnBrk="0" hangingPunct="0">
              <a:defRPr baseline="-25000">
                <a:solidFill>
                  <a:schemeClr val="tx1"/>
                </a:solidFill>
                <a:latin typeface="Arial" panose="020B0604020202020204" pitchFamily="34" charset="0"/>
                <a:ea typeface="宋体" panose="02010600030101010101" pitchFamily="2" charset="-122"/>
              </a:defRPr>
            </a:lvl3pPr>
            <a:lvl4pPr marL="1600200" indent="-228600" eaLnBrk="0" hangingPunct="0">
              <a:defRPr baseline="-25000">
                <a:solidFill>
                  <a:schemeClr val="tx1"/>
                </a:solidFill>
                <a:latin typeface="Arial" panose="020B0604020202020204" pitchFamily="34" charset="0"/>
                <a:ea typeface="宋体" panose="02010600030101010101" pitchFamily="2" charset="-122"/>
              </a:defRPr>
            </a:lvl4pPr>
            <a:lvl5pPr marL="2057400" indent="-228600" eaLnBrk="0" hangingPunct="0">
              <a:defRPr baseline="-25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aseline="-25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aseline="-25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aseline="-25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aseline="-25000">
                <a:solidFill>
                  <a:schemeClr val="tx1"/>
                </a:solidFill>
                <a:latin typeface="Arial" panose="020B0604020202020204" pitchFamily="34" charset="0"/>
                <a:ea typeface="宋体" panose="02010600030101010101" pitchFamily="2" charset="-122"/>
              </a:defRPr>
            </a:lvl9pPr>
          </a:lstStyle>
          <a:p>
            <a:pPr algn="ctr"/>
            <a:endParaRPr lang="zh-CN" altLang="en-US" sz="2400" baseline="0"/>
          </a:p>
        </p:txBody>
      </p:sp>
      <p:sp>
        <p:nvSpPr>
          <p:cNvPr id="8" name="Text Box 1030"/>
          <p:cNvSpPr txBox="1">
            <a:spLocks noChangeArrowheads="1"/>
          </p:cNvSpPr>
          <p:nvPr/>
        </p:nvSpPr>
        <p:spPr bwMode="auto">
          <a:xfrm>
            <a:off x="6410463" y="2133600"/>
            <a:ext cx="595036"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baseline="-25000">
                <a:solidFill>
                  <a:schemeClr val="tx1"/>
                </a:solidFill>
                <a:latin typeface="Arial" panose="020B0604020202020204" pitchFamily="34" charset="0"/>
                <a:ea typeface="宋体" panose="02010600030101010101" pitchFamily="2" charset="-122"/>
              </a:defRPr>
            </a:lvl1pPr>
            <a:lvl2pPr marL="742950" indent="-285750" eaLnBrk="0" hangingPunct="0">
              <a:defRPr baseline="-25000">
                <a:solidFill>
                  <a:schemeClr val="tx1"/>
                </a:solidFill>
                <a:latin typeface="Arial" panose="020B0604020202020204" pitchFamily="34" charset="0"/>
                <a:ea typeface="宋体" panose="02010600030101010101" pitchFamily="2" charset="-122"/>
              </a:defRPr>
            </a:lvl2pPr>
            <a:lvl3pPr marL="1143000" indent="-228600" eaLnBrk="0" hangingPunct="0">
              <a:defRPr baseline="-25000">
                <a:solidFill>
                  <a:schemeClr val="tx1"/>
                </a:solidFill>
                <a:latin typeface="Arial" panose="020B0604020202020204" pitchFamily="34" charset="0"/>
                <a:ea typeface="宋体" panose="02010600030101010101" pitchFamily="2" charset="-122"/>
              </a:defRPr>
            </a:lvl3pPr>
            <a:lvl4pPr marL="1600200" indent="-228600" eaLnBrk="0" hangingPunct="0">
              <a:defRPr baseline="-25000">
                <a:solidFill>
                  <a:schemeClr val="tx1"/>
                </a:solidFill>
                <a:latin typeface="Arial" panose="020B0604020202020204" pitchFamily="34" charset="0"/>
                <a:ea typeface="宋体" panose="02010600030101010101" pitchFamily="2" charset="-122"/>
              </a:defRPr>
            </a:lvl4pPr>
            <a:lvl5pPr marL="2057400" indent="-228600" eaLnBrk="0" hangingPunct="0">
              <a:defRPr baseline="-25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aseline="-25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aseline="-25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aseline="-25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aseline="-25000">
                <a:solidFill>
                  <a:schemeClr val="tx1"/>
                </a:solidFill>
                <a:latin typeface="Arial" panose="020B0604020202020204" pitchFamily="34" charset="0"/>
                <a:ea typeface="宋体" panose="02010600030101010101" pitchFamily="2" charset="-122"/>
              </a:defRPr>
            </a:lvl9pPr>
          </a:lstStyle>
          <a:p>
            <a:pPr algn="ctr"/>
            <a:r>
              <a:rPr lang="zh-CN" altLang="en-US" sz="1600" b="1" i="1" baseline="0" dirty="0"/>
              <a:t>进位</a:t>
            </a:r>
            <a:endParaRPr lang="en-US" altLang="zh-CN" sz="1600" b="1" i="1" baseline="0" dirty="0"/>
          </a:p>
        </p:txBody>
      </p:sp>
      <p:sp>
        <p:nvSpPr>
          <p:cNvPr id="9" name="Freeform 1031"/>
          <p:cNvSpPr/>
          <p:nvPr/>
        </p:nvSpPr>
        <p:spPr bwMode="auto">
          <a:xfrm>
            <a:off x="8582026" y="2362201"/>
            <a:ext cx="238125" cy="233363"/>
          </a:xfrm>
          <a:custGeom>
            <a:avLst/>
            <a:gdLst>
              <a:gd name="T0" fmla="*/ 238125 w 150"/>
              <a:gd name="T1" fmla="*/ 228600 h 147"/>
              <a:gd name="T2" fmla="*/ 209550 w 150"/>
              <a:gd name="T3" fmla="*/ 85725 h 147"/>
              <a:gd name="T4" fmla="*/ 114300 w 150"/>
              <a:gd name="T5" fmla="*/ 0 h 147"/>
              <a:gd name="T6" fmla="*/ 19050 w 150"/>
              <a:gd name="T7" fmla="*/ 80963 h 147"/>
              <a:gd name="T8" fmla="*/ 0 w 150"/>
              <a:gd name="T9" fmla="*/ 233363 h 147"/>
              <a:gd name="T10" fmla="*/ 0 60000 65536"/>
              <a:gd name="T11" fmla="*/ 0 60000 65536"/>
              <a:gd name="T12" fmla="*/ 0 60000 65536"/>
              <a:gd name="T13" fmla="*/ 0 60000 65536"/>
              <a:gd name="T14" fmla="*/ 0 60000 65536"/>
              <a:gd name="T15" fmla="*/ 0 w 150"/>
              <a:gd name="T16" fmla="*/ 0 h 147"/>
              <a:gd name="T17" fmla="*/ 150 w 150"/>
              <a:gd name="T18" fmla="*/ 147 h 147"/>
            </a:gdLst>
            <a:ahLst/>
            <a:cxnLst>
              <a:cxn ang="T10">
                <a:pos x="T0" y="T1"/>
              </a:cxn>
              <a:cxn ang="T11">
                <a:pos x="T2" y="T3"/>
              </a:cxn>
              <a:cxn ang="T12">
                <a:pos x="T4" y="T5"/>
              </a:cxn>
              <a:cxn ang="T13">
                <a:pos x="T6" y="T7"/>
              </a:cxn>
              <a:cxn ang="T14">
                <a:pos x="T8" y="T9"/>
              </a:cxn>
            </a:cxnLst>
            <a:rect l="T15" t="T16" r="T17" b="T18"/>
            <a:pathLst>
              <a:path w="150" h="147">
                <a:moveTo>
                  <a:pt x="150" y="144"/>
                </a:moveTo>
                <a:cubicBezTo>
                  <a:pt x="147" y="129"/>
                  <a:pt x="145" y="78"/>
                  <a:pt x="132" y="54"/>
                </a:cubicBezTo>
                <a:cubicBezTo>
                  <a:pt x="119" y="30"/>
                  <a:pt x="92" y="0"/>
                  <a:pt x="72" y="0"/>
                </a:cubicBezTo>
                <a:cubicBezTo>
                  <a:pt x="52" y="0"/>
                  <a:pt x="24" y="26"/>
                  <a:pt x="12" y="51"/>
                </a:cubicBezTo>
                <a:cubicBezTo>
                  <a:pt x="0" y="76"/>
                  <a:pt x="2" y="127"/>
                  <a:pt x="0" y="147"/>
                </a:cubicBezTo>
              </a:path>
            </a:pathLst>
          </a:custGeom>
          <a:noFill/>
          <a:ln w="9525">
            <a:solidFill>
              <a:schemeClr val="tx1"/>
            </a:solidFill>
            <a:round/>
            <a:tailEnd type="triangle" w="med" len="med"/>
          </a:ln>
          <a:extLst>
            <a:ext uri="{909E8E84-426E-40DD-AFC4-6F175D3DCCD1}">
              <a14:hiddenFill xmlns:a14="http://schemas.microsoft.com/office/drawing/2010/main">
                <a:solidFill>
                  <a:srgbClr val="FFFFFF"/>
                </a:solidFill>
              </a14:hiddenFill>
            </a:ext>
          </a:extLst>
        </p:spPr>
        <p:txBody>
          <a:bodyPr/>
          <a:lstStyle>
            <a:lvl1pPr eaLnBrk="0" hangingPunct="0">
              <a:defRPr baseline="-25000">
                <a:solidFill>
                  <a:schemeClr val="tx1"/>
                </a:solidFill>
                <a:latin typeface="Arial" panose="020B0604020202020204" pitchFamily="34" charset="0"/>
                <a:ea typeface="宋体" panose="02010600030101010101" pitchFamily="2" charset="-122"/>
              </a:defRPr>
            </a:lvl1pPr>
            <a:lvl2pPr marL="742950" indent="-285750" eaLnBrk="0" hangingPunct="0">
              <a:defRPr baseline="-25000">
                <a:solidFill>
                  <a:schemeClr val="tx1"/>
                </a:solidFill>
                <a:latin typeface="Arial" panose="020B0604020202020204" pitchFamily="34" charset="0"/>
                <a:ea typeface="宋体" panose="02010600030101010101" pitchFamily="2" charset="-122"/>
              </a:defRPr>
            </a:lvl2pPr>
            <a:lvl3pPr marL="1143000" indent="-228600" eaLnBrk="0" hangingPunct="0">
              <a:defRPr baseline="-25000">
                <a:solidFill>
                  <a:schemeClr val="tx1"/>
                </a:solidFill>
                <a:latin typeface="Arial" panose="020B0604020202020204" pitchFamily="34" charset="0"/>
                <a:ea typeface="宋体" panose="02010600030101010101" pitchFamily="2" charset="-122"/>
              </a:defRPr>
            </a:lvl3pPr>
            <a:lvl4pPr marL="1600200" indent="-228600" eaLnBrk="0" hangingPunct="0">
              <a:defRPr baseline="-25000">
                <a:solidFill>
                  <a:schemeClr val="tx1"/>
                </a:solidFill>
                <a:latin typeface="Arial" panose="020B0604020202020204" pitchFamily="34" charset="0"/>
                <a:ea typeface="宋体" panose="02010600030101010101" pitchFamily="2" charset="-122"/>
              </a:defRPr>
            </a:lvl4pPr>
            <a:lvl5pPr marL="2057400" indent="-228600" eaLnBrk="0" hangingPunct="0">
              <a:defRPr baseline="-25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aseline="-25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aseline="-25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aseline="-25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aseline="-25000">
                <a:solidFill>
                  <a:schemeClr val="tx1"/>
                </a:solidFill>
                <a:latin typeface="Arial" panose="020B0604020202020204" pitchFamily="34" charset="0"/>
                <a:ea typeface="宋体" panose="02010600030101010101" pitchFamily="2" charset="-122"/>
              </a:defRPr>
            </a:lvl9pPr>
          </a:lstStyle>
          <a:p>
            <a:pPr algn="ctr"/>
            <a:endParaRPr lang="zh-CN" altLang="en-US" sz="2400" baseline="0"/>
          </a:p>
        </p:txBody>
      </p:sp>
      <p:sp>
        <p:nvSpPr>
          <p:cNvPr id="10" name="Freeform 1032"/>
          <p:cNvSpPr/>
          <p:nvPr/>
        </p:nvSpPr>
        <p:spPr bwMode="auto">
          <a:xfrm>
            <a:off x="8358189" y="2362201"/>
            <a:ext cx="238125" cy="233363"/>
          </a:xfrm>
          <a:custGeom>
            <a:avLst/>
            <a:gdLst>
              <a:gd name="T0" fmla="*/ 238125 w 150"/>
              <a:gd name="T1" fmla="*/ 228600 h 147"/>
              <a:gd name="T2" fmla="*/ 209550 w 150"/>
              <a:gd name="T3" fmla="*/ 85725 h 147"/>
              <a:gd name="T4" fmla="*/ 114300 w 150"/>
              <a:gd name="T5" fmla="*/ 0 h 147"/>
              <a:gd name="T6" fmla="*/ 19050 w 150"/>
              <a:gd name="T7" fmla="*/ 80963 h 147"/>
              <a:gd name="T8" fmla="*/ 0 w 150"/>
              <a:gd name="T9" fmla="*/ 233363 h 147"/>
              <a:gd name="T10" fmla="*/ 0 60000 65536"/>
              <a:gd name="T11" fmla="*/ 0 60000 65536"/>
              <a:gd name="T12" fmla="*/ 0 60000 65536"/>
              <a:gd name="T13" fmla="*/ 0 60000 65536"/>
              <a:gd name="T14" fmla="*/ 0 60000 65536"/>
              <a:gd name="T15" fmla="*/ 0 w 150"/>
              <a:gd name="T16" fmla="*/ 0 h 147"/>
              <a:gd name="T17" fmla="*/ 150 w 150"/>
              <a:gd name="T18" fmla="*/ 147 h 147"/>
            </a:gdLst>
            <a:ahLst/>
            <a:cxnLst>
              <a:cxn ang="T10">
                <a:pos x="T0" y="T1"/>
              </a:cxn>
              <a:cxn ang="T11">
                <a:pos x="T2" y="T3"/>
              </a:cxn>
              <a:cxn ang="T12">
                <a:pos x="T4" y="T5"/>
              </a:cxn>
              <a:cxn ang="T13">
                <a:pos x="T6" y="T7"/>
              </a:cxn>
              <a:cxn ang="T14">
                <a:pos x="T8" y="T9"/>
              </a:cxn>
            </a:cxnLst>
            <a:rect l="T15" t="T16" r="T17" b="T18"/>
            <a:pathLst>
              <a:path w="150" h="147">
                <a:moveTo>
                  <a:pt x="150" y="144"/>
                </a:moveTo>
                <a:cubicBezTo>
                  <a:pt x="147" y="129"/>
                  <a:pt x="145" y="78"/>
                  <a:pt x="132" y="54"/>
                </a:cubicBezTo>
                <a:cubicBezTo>
                  <a:pt x="119" y="30"/>
                  <a:pt x="92" y="0"/>
                  <a:pt x="72" y="0"/>
                </a:cubicBezTo>
                <a:cubicBezTo>
                  <a:pt x="52" y="0"/>
                  <a:pt x="24" y="26"/>
                  <a:pt x="12" y="51"/>
                </a:cubicBezTo>
                <a:cubicBezTo>
                  <a:pt x="0" y="76"/>
                  <a:pt x="2" y="127"/>
                  <a:pt x="0" y="147"/>
                </a:cubicBezTo>
              </a:path>
            </a:pathLst>
          </a:custGeom>
          <a:noFill/>
          <a:ln w="9525">
            <a:solidFill>
              <a:schemeClr val="tx1"/>
            </a:solidFill>
            <a:round/>
            <a:tailEnd type="triangle" w="med" len="med"/>
          </a:ln>
          <a:extLst>
            <a:ext uri="{909E8E84-426E-40DD-AFC4-6F175D3DCCD1}">
              <a14:hiddenFill xmlns:a14="http://schemas.microsoft.com/office/drawing/2010/main">
                <a:solidFill>
                  <a:srgbClr val="FFFFFF"/>
                </a:solidFill>
              </a14:hiddenFill>
            </a:ext>
          </a:extLst>
        </p:spPr>
        <p:txBody>
          <a:bodyPr/>
          <a:lstStyle>
            <a:lvl1pPr eaLnBrk="0" hangingPunct="0">
              <a:defRPr baseline="-25000">
                <a:solidFill>
                  <a:schemeClr val="tx1"/>
                </a:solidFill>
                <a:latin typeface="Arial" panose="020B0604020202020204" pitchFamily="34" charset="0"/>
                <a:ea typeface="宋体" panose="02010600030101010101" pitchFamily="2" charset="-122"/>
              </a:defRPr>
            </a:lvl1pPr>
            <a:lvl2pPr marL="742950" indent="-285750" eaLnBrk="0" hangingPunct="0">
              <a:defRPr baseline="-25000">
                <a:solidFill>
                  <a:schemeClr val="tx1"/>
                </a:solidFill>
                <a:latin typeface="Arial" panose="020B0604020202020204" pitchFamily="34" charset="0"/>
                <a:ea typeface="宋体" panose="02010600030101010101" pitchFamily="2" charset="-122"/>
              </a:defRPr>
            </a:lvl2pPr>
            <a:lvl3pPr marL="1143000" indent="-228600" eaLnBrk="0" hangingPunct="0">
              <a:defRPr baseline="-25000">
                <a:solidFill>
                  <a:schemeClr val="tx1"/>
                </a:solidFill>
                <a:latin typeface="Arial" panose="020B0604020202020204" pitchFamily="34" charset="0"/>
                <a:ea typeface="宋体" panose="02010600030101010101" pitchFamily="2" charset="-122"/>
              </a:defRPr>
            </a:lvl3pPr>
            <a:lvl4pPr marL="1600200" indent="-228600" eaLnBrk="0" hangingPunct="0">
              <a:defRPr baseline="-25000">
                <a:solidFill>
                  <a:schemeClr val="tx1"/>
                </a:solidFill>
                <a:latin typeface="Arial" panose="020B0604020202020204" pitchFamily="34" charset="0"/>
                <a:ea typeface="宋体" panose="02010600030101010101" pitchFamily="2" charset="-122"/>
              </a:defRPr>
            </a:lvl4pPr>
            <a:lvl5pPr marL="2057400" indent="-228600" eaLnBrk="0" hangingPunct="0">
              <a:defRPr baseline="-25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aseline="-25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aseline="-25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aseline="-25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aseline="-25000">
                <a:solidFill>
                  <a:schemeClr val="tx1"/>
                </a:solidFill>
                <a:latin typeface="Arial" panose="020B0604020202020204" pitchFamily="34" charset="0"/>
                <a:ea typeface="宋体" panose="02010600030101010101" pitchFamily="2" charset="-122"/>
              </a:defRPr>
            </a:lvl9pPr>
          </a:lstStyle>
          <a:p>
            <a:pPr algn="ctr"/>
            <a:endParaRPr lang="zh-CN" altLang="en-US" sz="2400" baseline="0"/>
          </a:p>
        </p:txBody>
      </p:sp>
      <p:sp>
        <p:nvSpPr>
          <p:cNvPr id="11" name="Freeform 1033"/>
          <p:cNvSpPr/>
          <p:nvPr/>
        </p:nvSpPr>
        <p:spPr bwMode="auto">
          <a:xfrm>
            <a:off x="8134351" y="2362201"/>
            <a:ext cx="238125" cy="233363"/>
          </a:xfrm>
          <a:custGeom>
            <a:avLst/>
            <a:gdLst>
              <a:gd name="T0" fmla="*/ 238125 w 150"/>
              <a:gd name="T1" fmla="*/ 228600 h 147"/>
              <a:gd name="T2" fmla="*/ 209550 w 150"/>
              <a:gd name="T3" fmla="*/ 85725 h 147"/>
              <a:gd name="T4" fmla="*/ 114300 w 150"/>
              <a:gd name="T5" fmla="*/ 0 h 147"/>
              <a:gd name="T6" fmla="*/ 19050 w 150"/>
              <a:gd name="T7" fmla="*/ 80963 h 147"/>
              <a:gd name="T8" fmla="*/ 0 w 150"/>
              <a:gd name="T9" fmla="*/ 233363 h 147"/>
              <a:gd name="T10" fmla="*/ 0 60000 65536"/>
              <a:gd name="T11" fmla="*/ 0 60000 65536"/>
              <a:gd name="T12" fmla="*/ 0 60000 65536"/>
              <a:gd name="T13" fmla="*/ 0 60000 65536"/>
              <a:gd name="T14" fmla="*/ 0 60000 65536"/>
              <a:gd name="T15" fmla="*/ 0 w 150"/>
              <a:gd name="T16" fmla="*/ 0 h 147"/>
              <a:gd name="T17" fmla="*/ 150 w 150"/>
              <a:gd name="T18" fmla="*/ 147 h 147"/>
            </a:gdLst>
            <a:ahLst/>
            <a:cxnLst>
              <a:cxn ang="T10">
                <a:pos x="T0" y="T1"/>
              </a:cxn>
              <a:cxn ang="T11">
                <a:pos x="T2" y="T3"/>
              </a:cxn>
              <a:cxn ang="T12">
                <a:pos x="T4" y="T5"/>
              </a:cxn>
              <a:cxn ang="T13">
                <a:pos x="T6" y="T7"/>
              </a:cxn>
              <a:cxn ang="T14">
                <a:pos x="T8" y="T9"/>
              </a:cxn>
            </a:cxnLst>
            <a:rect l="T15" t="T16" r="T17" b="T18"/>
            <a:pathLst>
              <a:path w="150" h="147">
                <a:moveTo>
                  <a:pt x="150" y="144"/>
                </a:moveTo>
                <a:cubicBezTo>
                  <a:pt x="147" y="129"/>
                  <a:pt x="145" y="78"/>
                  <a:pt x="132" y="54"/>
                </a:cubicBezTo>
                <a:cubicBezTo>
                  <a:pt x="119" y="30"/>
                  <a:pt x="92" y="0"/>
                  <a:pt x="72" y="0"/>
                </a:cubicBezTo>
                <a:cubicBezTo>
                  <a:pt x="52" y="0"/>
                  <a:pt x="24" y="26"/>
                  <a:pt x="12" y="51"/>
                </a:cubicBezTo>
                <a:cubicBezTo>
                  <a:pt x="0" y="76"/>
                  <a:pt x="2" y="127"/>
                  <a:pt x="0" y="147"/>
                </a:cubicBezTo>
              </a:path>
            </a:pathLst>
          </a:custGeom>
          <a:noFill/>
          <a:ln w="9525">
            <a:solidFill>
              <a:schemeClr val="tx1"/>
            </a:solidFill>
            <a:round/>
            <a:tailEnd type="triangle" w="med" len="med"/>
          </a:ln>
          <a:extLst>
            <a:ext uri="{909E8E84-426E-40DD-AFC4-6F175D3DCCD1}">
              <a14:hiddenFill xmlns:a14="http://schemas.microsoft.com/office/drawing/2010/main">
                <a:solidFill>
                  <a:srgbClr val="FFFFFF"/>
                </a:solidFill>
              </a14:hiddenFill>
            </a:ext>
          </a:extLst>
        </p:spPr>
        <p:txBody>
          <a:bodyPr/>
          <a:lstStyle>
            <a:lvl1pPr eaLnBrk="0" hangingPunct="0">
              <a:defRPr baseline="-25000">
                <a:solidFill>
                  <a:schemeClr val="tx1"/>
                </a:solidFill>
                <a:latin typeface="Arial" panose="020B0604020202020204" pitchFamily="34" charset="0"/>
                <a:ea typeface="宋体" panose="02010600030101010101" pitchFamily="2" charset="-122"/>
              </a:defRPr>
            </a:lvl1pPr>
            <a:lvl2pPr marL="742950" indent="-285750" eaLnBrk="0" hangingPunct="0">
              <a:defRPr baseline="-25000">
                <a:solidFill>
                  <a:schemeClr val="tx1"/>
                </a:solidFill>
                <a:latin typeface="Arial" panose="020B0604020202020204" pitchFamily="34" charset="0"/>
                <a:ea typeface="宋体" panose="02010600030101010101" pitchFamily="2" charset="-122"/>
              </a:defRPr>
            </a:lvl2pPr>
            <a:lvl3pPr marL="1143000" indent="-228600" eaLnBrk="0" hangingPunct="0">
              <a:defRPr baseline="-25000">
                <a:solidFill>
                  <a:schemeClr val="tx1"/>
                </a:solidFill>
                <a:latin typeface="Arial" panose="020B0604020202020204" pitchFamily="34" charset="0"/>
                <a:ea typeface="宋体" panose="02010600030101010101" pitchFamily="2" charset="-122"/>
              </a:defRPr>
            </a:lvl3pPr>
            <a:lvl4pPr marL="1600200" indent="-228600" eaLnBrk="0" hangingPunct="0">
              <a:defRPr baseline="-25000">
                <a:solidFill>
                  <a:schemeClr val="tx1"/>
                </a:solidFill>
                <a:latin typeface="Arial" panose="020B0604020202020204" pitchFamily="34" charset="0"/>
                <a:ea typeface="宋体" panose="02010600030101010101" pitchFamily="2" charset="-122"/>
              </a:defRPr>
            </a:lvl4pPr>
            <a:lvl5pPr marL="2057400" indent="-228600" eaLnBrk="0" hangingPunct="0">
              <a:defRPr baseline="-25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aseline="-25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aseline="-25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aseline="-25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aseline="-25000">
                <a:solidFill>
                  <a:schemeClr val="tx1"/>
                </a:solidFill>
                <a:latin typeface="Arial" panose="020B0604020202020204" pitchFamily="34" charset="0"/>
                <a:ea typeface="宋体" panose="02010600030101010101" pitchFamily="2" charset="-122"/>
              </a:defRPr>
            </a:lvl9pPr>
          </a:lstStyle>
          <a:p>
            <a:pPr algn="ctr"/>
            <a:endParaRPr lang="zh-CN" altLang="en-US" sz="2400" baseline="0"/>
          </a:p>
        </p:txBody>
      </p:sp>
      <p:sp>
        <p:nvSpPr>
          <p:cNvPr id="12" name="Freeform 1034"/>
          <p:cNvSpPr/>
          <p:nvPr/>
        </p:nvSpPr>
        <p:spPr bwMode="auto">
          <a:xfrm>
            <a:off x="7910514" y="2362201"/>
            <a:ext cx="238125" cy="233363"/>
          </a:xfrm>
          <a:custGeom>
            <a:avLst/>
            <a:gdLst>
              <a:gd name="T0" fmla="*/ 238125 w 150"/>
              <a:gd name="T1" fmla="*/ 228600 h 147"/>
              <a:gd name="T2" fmla="*/ 209550 w 150"/>
              <a:gd name="T3" fmla="*/ 85725 h 147"/>
              <a:gd name="T4" fmla="*/ 114300 w 150"/>
              <a:gd name="T5" fmla="*/ 0 h 147"/>
              <a:gd name="T6" fmla="*/ 19050 w 150"/>
              <a:gd name="T7" fmla="*/ 80963 h 147"/>
              <a:gd name="T8" fmla="*/ 0 w 150"/>
              <a:gd name="T9" fmla="*/ 233363 h 147"/>
              <a:gd name="T10" fmla="*/ 0 60000 65536"/>
              <a:gd name="T11" fmla="*/ 0 60000 65536"/>
              <a:gd name="T12" fmla="*/ 0 60000 65536"/>
              <a:gd name="T13" fmla="*/ 0 60000 65536"/>
              <a:gd name="T14" fmla="*/ 0 60000 65536"/>
              <a:gd name="T15" fmla="*/ 0 w 150"/>
              <a:gd name="T16" fmla="*/ 0 h 147"/>
              <a:gd name="T17" fmla="*/ 150 w 150"/>
              <a:gd name="T18" fmla="*/ 147 h 147"/>
            </a:gdLst>
            <a:ahLst/>
            <a:cxnLst>
              <a:cxn ang="T10">
                <a:pos x="T0" y="T1"/>
              </a:cxn>
              <a:cxn ang="T11">
                <a:pos x="T2" y="T3"/>
              </a:cxn>
              <a:cxn ang="T12">
                <a:pos x="T4" y="T5"/>
              </a:cxn>
              <a:cxn ang="T13">
                <a:pos x="T6" y="T7"/>
              </a:cxn>
              <a:cxn ang="T14">
                <a:pos x="T8" y="T9"/>
              </a:cxn>
            </a:cxnLst>
            <a:rect l="T15" t="T16" r="T17" b="T18"/>
            <a:pathLst>
              <a:path w="150" h="147">
                <a:moveTo>
                  <a:pt x="150" y="144"/>
                </a:moveTo>
                <a:cubicBezTo>
                  <a:pt x="147" y="129"/>
                  <a:pt x="145" y="78"/>
                  <a:pt x="132" y="54"/>
                </a:cubicBezTo>
                <a:cubicBezTo>
                  <a:pt x="119" y="30"/>
                  <a:pt x="92" y="0"/>
                  <a:pt x="72" y="0"/>
                </a:cubicBezTo>
                <a:cubicBezTo>
                  <a:pt x="52" y="0"/>
                  <a:pt x="24" y="26"/>
                  <a:pt x="12" y="51"/>
                </a:cubicBezTo>
                <a:cubicBezTo>
                  <a:pt x="0" y="76"/>
                  <a:pt x="2" y="127"/>
                  <a:pt x="0" y="147"/>
                </a:cubicBezTo>
              </a:path>
            </a:pathLst>
          </a:custGeom>
          <a:noFill/>
          <a:ln w="9525">
            <a:solidFill>
              <a:schemeClr val="tx1"/>
            </a:solidFill>
            <a:round/>
            <a:tailEnd type="triangle" w="med" len="med"/>
          </a:ln>
          <a:extLst>
            <a:ext uri="{909E8E84-426E-40DD-AFC4-6F175D3DCCD1}">
              <a14:hiddenFill xmlns:a14="http://schemas.microsoft.com/office/drawing/2010/main">
                <a:solidFill>
                  <a:srgbClr val="FFFFFF"/>
                </a:solidFill>
              </a14:hiddenFill>
            </a:ext>
          </a:extLst>
        </p:spPr>
        <p:txBody>
          <a:bodyPr/>
          <a:lstStyle>
            <a:lvl1pPr eaLnBrk="0" hangingPunct="0">
              <a:defRPr baseline="-25000">
                <a:solidFill>
                  <a:schemeClr val="tx1"/>
                </a:solidFill>
                <a:latin typeface="Arial" panose="020B0604020202020204" pitchFamily="34" charset="0"/>
                <a:ea typeface="宋体" panose="02010600030101010101" pitchFamily="2" charset="-122"/>
              </a:defRPr>
            </a:lvl1pPr>
            <a:lvl2pPr marL="742950" indent="-285750" eaLnBrk="0" hangingPunct="0">
              <a:defRPr baseline="-25000">
                <a:solidFill>
                  <a:schemeClr val="tx1"/>
                </a:solidFill>
                <a:latin typeface="Arial" panose="020B0604020202020204" pitchFamily="34" charset="0"/>
                <a:ea typeface="宋体" panose="02010600030101010101" pitchFamily="2" charset="-122"/>
              </a:defRPr>
            </a:lvl2pPr>
            <a:lvl3pPr marL="1143000" indent="-228600" eaLnBrk="0" hangingPunct="0">
              <a:defRPr baseline="-25000">
                <a:solidFill>
                  <a:schemeClr val="tx1"/>
                </a:solidFill>
                <a:latin typeface="Arial" panose="020B0604020202020204" pitchFamily="34" charset="0"/>
                <a:ea typeface="宋体" panose="02010600030101010101" pitchFamily="2" charset="-122"/>
              </a:defRPr>
            </a:lvl3pPr>
            <a:lvl4pPr marL="1600200" indent="-228600" eaLnBrk="0" hangingPunct="0">
              <a:defRPr baseline="-25000">
                <a:solidFill>
                  <a:schemeClr val="tx1"/>
                </a:solidFill>
                <a:latin typeface="Arial" panose="020B0604020202020204" pitchFamily="34" charset="0"/>
                <a:ea typeface="宋体" panose="02010600030101010101" pitchFamily="2" charset="-122"/>
              </a:defRPr>
            </a:lvl4pPr>
            <a:lvl5pPr marL="2057400" indent="-228600" eaLnBrk="0" hangingPunct="0">
              <a:defRPr baseline="-25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aseline="-25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aseline="-25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aseline="-25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aseline="-25000">
                <a:solidFill>
                  <a:schemeClr val="tx1"/>
                </a:solidFill>
                <a:latin typeface="Arial" panose="020B0604020202020204" pitchFamily="34" charset="0"/>
                <a:ea typeface="宋体" panose="02010600030101010101" pitchFamily="2" charset="-122"/>
              </a:defRPr>
            </a:lvl9pPr>
          </a:lstStyle>
          <a:p>
            <a:pPr algn="ctr"/>
            <a:endParaRPr lang="zh-CN" altLang="en-US" sz="2400" baseline="0"/>
          </a:p>
        </p:txBody>
      </p:sp>
      <p:sp>
        <p:nvSpPr>
          <p:cNvPr id="2" name="灯片编号占位符 1"/>
          <p:cNvSpPr>
            <a:spLocks noGrp="1"/>
          </p:cNvSpPr>
          <p:nvPr>
            <p:ph type="sldNum" sz="quarter" idx="12"/>
          </p:nvPr>
        </p:nvSpPr>
        <p:spPr/>
        <p:txBody>
          <a:bodyPr/>
          <a:lstStyle/>
          <a:p>
            <a:pPr>
              <a:defRPr/>
            </a:pPr>
            <a:fld id="{7C93F2F6-B200-4836-9340-136DE7987878}" type="slidenum">
              <a:rPr lang="en-US" smtClean="0"/>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14"/>
          <p:cNvSpPr txBox="1">
            <a:spLocks noChangeArrowheads="1"/>
          </p:cNvSpPr>
          <p:nvPr/>
        </p:nvSpPr>
        <p:spPr>
          <a:xfrm>
            <a:off x="2927351" y="76200"/>
            <a:ext cx="6537325" cy="762000"/>
          </a:xfrm>
          <a:prstGeom prst="rect">
            <a:avLst/>
          </a:prstGeom>
          <a:noFill/>
        </p:spPr>
        <p:txBody>
          <a:bodyPr/>
          <a:lstStyle>
            <a:lvl1pPr algn="l" rtl="0" fontAlgn="base">
              <a:spcBef>
                <a:spcPct val="0"/>
              </a:spcBef>
              <a:spcAft>
                <a:spcPct val="0"/>
              </a:spcAft>
              <a:defRPr kumimoji="1" sz="4000">
                <a:solidFill>
                  <a:srgbClr val="FF9900"/>
                </a:solidFill>
                <a:effectLst>
                  <a:outerShdw blurRad="38100" dist="38100" dir="2700000" algn="tl">
                    <a:srgbClr val="000000"/>
                  </a:outerShdw>
                </a:effectLst>
                <a:latin typeface="+mj-lt"/>
                <a:ea typeface="+mj-ea"/>
                <a:cs typeface="+mj-cs"/>
              </a:defRPr>
            </a:lvl1pPr>
            <a:lvl2pPr algn="l" rtl="0" fontAlgn="base">
              <a:spcBef>
                <a:spcPct val="0"/>
              </a:spcBef>
              <a:spcAft>
                <a:spcPct val="0"/>
              </a:spcAft>
              <a:defRPr kumimoji="1" sz="4000">
                <a:solidFill>
                  <a:srgbClr val="FF9900"/>
                </a:solidFill>
                <a:effectLst>
                  <a:outerShdw blurRad="38100" dist="38100" dir="2700000" algn="tl">
                    <a:srgbClr val="000000"/>
                  </a:outerShdw>
                </a:effectLst>
                <a:latin typeface="Tahoma" panose="020B0604030504040204" pitchFamily="34" charset="0"/>
                <a:ea typeface="华文琥珀" panose="02010800040101010101" pitchFamily="2" charset="-122"/>
              </a:defRPr>
            </a:lvl2pPr>
            <a:lvl3pPr algn="l" rtl="0" fontAlgn="base">
              <a:spcBef>
                <a:spcPct val="0"/>
              </a:spcBef>
              <a:spcAft>
                <a:spcPct val="0"/>
              </a:spcAft>
              <a:defRPr kumimoji="1" sz="4000">
                <a:solidFill>
                  <a:srgbClr val="FF9900"/>
                </a:solidFill>
                <a:effectLst>
                  <a:outerShdw blurRad="38100" dist="38100" dir="2700000" algn="tl">
                    <a:srgbClr val="000000"/>
                  </a:outerShdw>
                </a:effectLst>
                <a:latin typeface="Tahoma" panose="020B0604030504040204" pitchFamily="34" charset="0"/>
                <a:ea typeface="华文琥珀" panose="02010800040101010101" pitchFamily="2" charset="-122"/>
              </a:defRPr>
            </a:lvl3pPr>
            <a:lvl4pPr algn="l" rtl="0" fontAlgn="base">
              <a:spcBef>
                <a:spcPct val="0"/>
              </a:spcBef>
              <a:spcAft>
                <a:spcPct val="0"/>
              </a:spcAft>
              <a:defRPr kumimoji="1" sz="4000">
                <a:solidFill>
                  <a:srgbClr val="FF9900"/>
                </a:solidFill>
                <a:effectLst>
                  <a:outerShdw blurRad="38100" dist="38100" dir="2700000" algn="tl">
                    <a:srgbClr val="000000"/>
                  </a:outerShdw>
                </a:effectLst>
                <a:latin typeface="Tahoma" panose="020B0604030504040204" pitchFamily="34" charset="0"/>
                <a:ea typeface="华文琥珀" panose="02010800040101010101" pitchFamily="2" charset="-122"/>
              </a:defRPr>
            </a:lvl4pPr>
            <a:lvl5pPr algn="l" rtl="0" fontAlgn="base">
              <a:spcBef>
                <a:spcPct val="0"/>
              </a:spcBef>
              <a:spcAft>
                <a:spcPct val="0"/>
              </a:spcAft>
              <a:defRPr kumimoji="1" sz="4000">
                <a:solidFill>
                  <a:srgbClr val="FF9900"/>
                </a:solidFill>
                <a:effectLst>
                  <a:outerShdw blurRad="38100" dist="38100" dir="2700000" algn="tl">
                    <a:srgbClr val="000000"/>
                  </a:outerShdw>
                </a:effectLst>
                <a:latin typeface="Tahoma" panose="020B0604030504040204" pitchFamily="34" charset="0"/>
                <a:ea typeface="华文琥珀" panose="02010800040101010101" pitchFamily="2" charset="-122"/>
              </a:defRPr>
            </a:lvl5pPr>
            <a:lvl6pPr marL="457200" algn="l" rtl="0" fontAlgn="base">
              <a:spcBef>
                <a:spcPct val="0"/>
              </a:spcBef>
              <a:spcAft>
                <a:spcPct val="0"/>
              </a:spcAft>
              <a:defRPr kumimoji="1" sz="4000">
                <a:solidFill>
                  <a:srgbClr val="FF9900"/>
                </a:solidFill>
                <a:effectLst>
                  <a:outerShdw blurRad="38100" dist="38100" dir="2700000" algn="tl">
                    <a:srgbClr val="000000"/>
                  </a:outerShdw>
                </a:effectLst>
                <a:latin typeface="Tahoma" panose="020B0604030504040204" pitchFamily="34" charset="0"/>
                <a:ea typeface="华文琥珀" panose="02010800040101010101" pitchFamily="2" charset="-122"/>
              </a:defRPr>
            </a:lvl6pPr>
            <a:lvl7pPr marL="914400" algn="l" rtl="0" fontAlgn="base">
              <a:spcBef>
                <a:spcPct val="0"/>
              </a:spcBef>
              <a:spcAft>
                <a:spcPct val="0"/>
              </a:spcAft>
              <a:defRPr kumimoji="1" sz="4000">
                <a:solidFill>
                  <a:srgbClr val="FF9900"/>
                </a:solidFill>
                <a:effectLst>
                  <a:outerShdw blurRad="38100" dist="38100" dir="2700000" algn="tl">
                    <a:srgbClr val="000000"/>
                  </a:outerShdw>
                </a:effectLst>
                <a:latin typeface="Tahoma" panose="020B0604030504040204" pitchFamily="34" charset="0"/>
                <a:ea typeface="华文琥珀" panose="02010800040101010101" pitchFamily="2" charset="-122"/>
              </a:defRPr>
            </a:lvl7pPr>
            <a:lvl8pPr marL="1371600" algn="l" rtl="0" fontAlgn="base">
              <a:spcBef>
                <a:spcPct val="0"/>
              </a:spcBef>
              <a:spcAft>
                <a:spcPct val="0"/>
              </a:spcAft>
              <a:defRPr kumimoji="1" sz="4000">
                <a:solidFill>
                  <a:srgbClr val="FF9900"/>
                </a:solidFill>
                <a:effectLst>
                  <a:outerShdw blurRad="38100" dist="38100" dir="2700000" algn="tl">
                    <a:srgbClr val="000000"/>
                  </a:outerShdw>
                </a:effectLst>
                <a:latin typeface="Tahoma" panose="020B0604030504040204" pitchFamily="34" charset="0"/>
                <a:ea typeface="华文琥珀" panose="02010800040101010101" pitchFamily="2" charset="-122"/>
              </a:defRPr>
            </a:lvl8pPr>
            <a:lvl9pPr marL="1828800" algn="l" rtl="0" fontAlgn="base">
              <a:spcBef>
                <a:spcPct val="0"/>
              </a:spcBef>
              <a:spcAft>
                <a:spcPct val="0"/>
              </a:spcAft>
              <a:defRPr kumimoji="1" sz="4000">
                <a:solidFill>
                  <a:srgbClr val="FF9900"/>
                </a:solidFill>
                <a:effectLst>
                  <a:outerShdw blurRad="38100" dist="38100" dir="2700000" algn="tl">
                    <a:srgbClr val="000000"/>
                  </a:outerShdw>
                </a:effectLst>
                <a:latin typeface="Tahoma" panose="020B0604030504040204" pitchFamily="34" charset="0"/>
                <a:ea typeface="华文琥珀" panose="02010800040101010101" pitchFamily="2" charset="-122"/>
              </a:defRPr>
            </a:lvl9pPr>
          </a:lstStyle>
          <a:p>
            <a:pPr algn="ctr"/>
            <a:r>
              <a:rPr lang="en-US" altLang="zh-CN" kern="0">
                <a:latin typeface="华文琥珀" panose="02010800040101010101" pitchFamily="2" charset="-122"/>
              </a:rPr>
              <a:t>2</a:t>
            </a:r>
            <a:r>
              <a:rPr lang="zh-CN" altLang="en-US" kern="0">
                <a:latin typeface="华文琥珀" panose="02010800040101010101" pitchFamily="2" charset="-122"/>
              </a:rPr>
              <a:t>.</a:t>
            </a:r>
            <a:r>
              <a:rPr lang="en-US" altLang="zh-CN" kern="0">
                <a:latin typeface="华文琥珀" panose="02010800040101010101" pitchFamily="2" charset="-122"/>
              </a:rPr>
              <a:t>2</a:t>
            </a:r>
            <a:r>
              <a:rPr lang="zh-CN" altLang="en-US" kern="0">
                <a:latin typeface="华文琥珀" panose="02010800040101010101" pitchFamily="2" charset="-122"/>
              </a:rPr>
              <a:t> 整数数据类型</a:t>
            </a:r>
            <a:endParaRPr lang="zh-CN" altLang="en-US" kern="0" dirty="0">
              <a:latin typeface="华文琥珀" panose="02010800040101010101" pitchFamily="2" charset="-122"/>
            </a:endParaRPr>
          </a:p>
        </p:txBody>
      </p:sp>
      <p:sp>
        <p:nvSpPr>
          <p:cNvPr id="4" name="Rectangle 3"/>
          <p:cNvSpPr/>
          <p:nvPr/>
        </p:nvSpPr>
        <p:spPr>
          <a:xfrm>
            <a:off x="2207260" y="1124585"/>
            <a:ext cx="8435975" cy="3415030"/>
          </a:xfrm>
          <a:prstGeom prst="rect">
            <a:avLst/>
          </a:prstGeom>
        </p:spPr>
        <p:txBody>
          <a:bodyPr wrap="square">
            <a:spAutoFit/>
          </a:bodyPr>
          <a:lstStyle/>
          <a:p>
            <a:pPr>
              <a:spcBef>
                <a:spcPct val="20000"/>
              </a:spcBef>
              <a:buClr>
                <a:schemeClr val="folHlink"/>
              </a:buClr>
              <a:buSzPct val="60000"/>
              <a:buFont typeface="Wingdings" panose="05000000000000000000" pitchFamily="2" charset="2"/>
            </a:pPr>
            <a:r>
              <a:rPr lang="en-US" altLang="zh-CN" sz="3200" b="1" dirty="0">
                <a:latin typeface="隶书" panose="02010509060101010101" pitchFamily="49" charset="-122"/>
                <a:ea typeface="隶书" panose="02010509060101010101" pitchFamily="49" charset="-122"/>
              </a:rPr>
              <a:t>2.2.2 </a:t>
            </a:r>
            <a:r>
              <a:rPr lang="zh-CN" altLang="en-US" sz="3200" b="1" dirty="0">
                <a:latin typeface="隶书" panose="02010509060101010101" pitchFamily="49" charset="-122"/>
                <a:ea typeface="隶书" panose="02010509060101010101" pitchFamily="49" charset="-122"/>
              </a:rPr>
              <a:t>有符号整数</a:t>
            </a:r>
            <a:endParaRPr lang="en-US" altLang="zh-CN" sz="3200" b="1" dirty="0">
              <a:latin typeface="隶书" panose="02010509060101010101" pitchFamily="49" charset="-122"/>
              <a:ea typeface="隶书" panose="02010509060101010101" pitchFamily="49" charset="-122"/>
            </a:endParaRPr>
          </a:p>
          <a:p>
            <a:pPr marL="457200" indent="-457200">
              <a:spcBef>
                <a:spcPct val="20000"/>
              </a:spcBef>
              <a:buClr>
                <a:schemeClr val="folHlink"/>
              </a:buClr>
              <a:buSzPct val="60000"/>
              <a:buFont typeface="Arial" panose="020B0604020202020204" pitchFamily="34" charset="0"/>
              <a:buChar char="•"/>
            </a:pPr>
            <a:r>
              <a:rPr lang="en-US" altLang="zh-CN" sz="3200" b="1" dirty="0">
                <a:latin typeface="隶书" panose="02010509060101010101" pitchFamily="49" charset="-122"/>
                <a:ea typeface="隶书" panose="02010509060101010101" pitchFamily="49" charset="-122"/>
              </a:rPr>
              <a:t>2</a:t>
            </a:r>
            <a:r>
              <a:rPr lang="en-US" altLang="zh-CN" sz="3200" b="1" baseline="30000" dirty="0">
                <a:latin typeface="隶书" panose="02010509060101010101" pitchFamily="49" charset="-122"/>
                <a:ea typeface="隶书" panose="02010509060101010101" pitchFamily="49" charset="-122"/>
              </a:rPr>
              <a:t>n</a:t>
            </a:r>
            <a:r>
              <a:rPr lang="zh-CN" altLang="en-US" sz="3200" b="1" dirty="0">
                <a:latin typeface="隶书" panose="02010509060101010101" pitchFamily="49" charset="-122"/>
                <a:ea typeface="隶书" panose="02010509060101010101" pitchFamily="49" charset="-122"/>
              </a:rPr>
              <a:t>个数一分为二，一半为正数（</a:t>
            </a:r>
            <a:r>
              <a:rPr lang="en-US" altLang="zh-CN" sz="3200" b="1" dirty="0">
                <a:latin typeface="隶书" panose="02010509060101010101" pitchFamily="49" charset="-122"/>
                <a:ea typeface="隶书" panose="02010509060101010101" pitchFamily="49" charset="-122"/>
              </a:rPr>
              <a:t>1</a:t>
            </a:r>
            <a:r>
              <a:rPr lang="zh-CN" altLang="en-US" sz="3200" b="1" dirty="0">
                <a:latin typeface="隶书" panose="02010509060101010101" pitchFamily="49" charset="-122"/>
                <a:ea typeface="隶书" panose="02010509060101010101" pitchFamily="49" charset="-122"/>
              </a:rPr>
              <a:t>到</a:t>
            </a:r>
            <a:r>
              <a:rPr lang="en-US" altLang="zh-CN" sz="3200" b="1" dirty="0">
                <a:latin typeface="隶书" panose="02010509060101010101" pitchFamily="49" charset="-122"/>
                <a:ea typeface="隶书" panose="02010509060101010101" pitchFamily="49" charset="-122"/>
              </a:rPr>
              <a:t>2</a:t>
            </a:r>
            <a:r>
              <a:rPr lang="en-US" altLang="zh-CN" sz="3200" b="1" baseline="30000" dirty="0">
                <a:latin typeface="隶书" panose="02010509060101010101" pitchFamily="49" charset="-122"/>
                <a:ea typeface="隶书" panose="02010509060101010101" pitchFamily="49" charset="-122"/>
              </a:rPr>
              <a:t>n-1</a:t>
            </a:r>
            <a:r>
              <a:rPr lang="en-US" altLang="zh-CN" sz="3200" b="1" dirty="0">
                <a:latin typeface="隶书" panose="02010509060101010101" pitchFamily="49" charset="-122"/>
                <a:ea typeface="隶书" panose="02010509060101010101" pitchFamily="49" charset="-122"/>
              </a:rPr>
              <a:t> </a:t>
            </a:r>
            <a:r>
              <a:rPr lang="zh-CN" altLang="en-US" sz="3200" b="1" dirty="0">
                <a:latin typeface="隶书" panose="02010509060101010101" pitchFamily="49" charset="-122"/>
                <a:ea typeface="隶书" panose="02010509060101010101" pitchFamily="49" charset="-122"/>
              </a:rPr>
              <a:t>），一半为负数（</a:t>
            </a:r>
            <a:r>
              <a:rPr lang="en-US" altLang="zh-CN" sz="3200" b="1" dirty="0">
                <a:latin typeface="隶书" panose="02010509060101010101" pitchFamily="49" charset="-122"/>
                <a:ea typeface="隶书" panose="02010509060101010101" pitchFamily="49" charset="-122"/>
              </a:rPr>
              <a:t>- 2</a:t>
            </a:r>
            <a:r>
              <a:rPr lang="en-US" altLang="zh-CN" sz="3200" b="1" baseline="30000" dirty="0">
                <a:latin typeface="隶书" panose="02010509060101010101" pitchFamily="49" charset="-122"/>
                <a:ea typeface="隶书" panose="02010509060101010101" pitchFamily="49" charset="-122"/>
              </a:rPr>
              <a:t>n-1</a:t>
            </a:r>
            <a:r>
              <a:rPr lang="zh-CN" altLang="en-US" sz="3200" b="1" dirty="0">
                <a:latin typeface="隶书" panose="02010509060101010101" pitchFamily="49" charset="-122"/>
                <a:ea typeface="隶书" panose="02010509060101010101" pitchFamily="49" charset="-122"/>
              </a:rPr>
              <a:t>到</a:t>
            </a:r>
            <a:r>
              <a:rPr lang="en-US" altLang="zh-CN" sz="3200" b="1" dirty="0">
                <a:latin typeface="隶书" panose="02010509060101010101" pitchFamily="49" charset="-122"/>
                <a:ea typeface="隶书" panose="02010509060101010101" pitchFamily="49" charset="-122"/>
              </a:rPr>
              <a:t> -1</a:t>
            </a:r>
            <a:r>
              <a:rPr lang="zh-CN" altLang="en-US" sz="3200" b="1" dirty="0">
                <a:latin typeface="隶书" panose="02010509060101010101" pitchFamily="49" charset="-122"/>
                <a:ea typeface="隶书" panose="02010509060101010101" pitchFamily="49" charset="-122"/>
              </a:rPr>
              <a:t>）</a:t>
            </a:r>
            <a:r>
              <a:rPr lang="en-US" altLang="zh-CN" sz="3200" dirty="0"/>
              <a:t> </a:t>
            </a:r>
            <a:r>
              <a:rPr lang="zh-CN" altLang="en-US" sz="3200" b="1" dirty="0">
                <a:latin typeface="隶书" panose="02010509060101010101" pitchFamily="49" charset="-122"/>
                <a:ea typeface="隶书" panose="02010509060101010101" pitchFamily="49" charset="-122"/>
              </a:rPr>
              <a:t>。剩下</a:t>
            </a:r>
            <a:r>
              <a:rPr lang="en-US" altLang="zh-CN" sz="3200" b="1" dirty="0">
                <a:latin typeface="隶书" panose="02010509060101010101" pitchFamily="49" charset="-122"/>
                <a:ea typeface="隶书" panose="02010509060101010101" pitchFamily="49" charset="-122"/>
              </a:rPr>
              <a:t>0</a:t>
            </a:r>
            <a:r>
              <a:rPr lang="zh-CN" altLang="en-US" sz="3200" b="1" dirty="0">
                <a:latin typeface="隶书" panose="02010509060101010101" pitchFamily="49" charset="-122"/>
                <a:ea typeface="隶书" panose="02010509060101010101" pitchFamily="49" charset="-122"/>
              </a:rPr>
              <a:t>和另外一个未分配的码字。</a:t>
            </a:r>
            <a:endParaRPr lang="en-US" altLang="zh-CN" sz="3200" b="1" dirty="0">
              <a:latin typeface="隶书" panose="02010509060101010101" pitchFamily="49" charset="-122"/>
              <a:ea typeface="隶书" panose="02010509060101010101" pitchFamily="49" charset="-122"/>
            </a:endParaRPr>
          </a:p>
          <a:p>
            <a:pPr lvl="1" indent="-457200">
              <a:spcBef>
                <a:spcPct val="20000"/>
              </a:spcBef>
              <a:buClr>
                <a:schemeClr val="folHlink"/>
              </a:buClr>
              <a:buSzPct val="60000"/>
              <a:buFont typeface="Arial" panose="020B0604020202020204" pitchFamily="34" charset="0"/>
              <a:buChar char="•"/>
            </a:pPr>
            <a:r>
              <a:rPr lang="zh-CN" altLang="en-US" sz="3200" b="1" dirty="0">
                <a:latin typeface="隶书" panose="02010509060101010101" pitchFamily="49" charset="-122"/>
                <a:ea typeface="隶书" panose="02010509060101010101" pitchFamily="49" charset="-122"/>
              </a:rPr>
              <a:t>正整数：仍用位值法，最高位为</a:t>
            </a:r>
            <a:r>
              <a:rPr lang="en-US" altLang="zh-CN" sz="3200" b="1" dirty="0">
                <a:latin typeface="隶书" panose="02010509060101010101" pitchFamily="49" charset="-122"/>
                <a:ea typeface="隶书" panose="02010509060101010101" pitchFamily="49" charset="-122"/>
              </a:rPr>
              <a:t>0  </a:t>
            </a:r>
            <a:r>
              <a:rPr lang="en-US" altLang="zh-CN" sz="3200" dirty="0">
                <a:solidFill>
                  <a:srgbClr val="CE0000"/>
                </a:solidFill>
              </a:rPr>
              <a:t>00101 = 5</a:t>
            </a:r>
            <a:endParaRPr lang="en-US" altLang="zh-CN" sz="3200" b="1" dirty="0">
              <a:latin typeface="隶书" panose="02010509060101010101" pitchFamily="49" charset="-122"/>
              <a:ea typeface="隶书" panose="02010509060101010101" pitchFamily="49" charset="-122"/>
            </a:endParaRPr>
          </a:p>
          <a:p>
            <a:pPr marL="457200" indent="-457200">
              <a:spcBef>
                <a:spcPct val="20000"/>
              </a:spcBef>
              <a:buClr>
                <a:schemeClr val="folHlink"/>
              </a:buClr>
              <a:buSzPct val="60000"/>
              <a:buFont typeface="Arial" panose="020B0604020202020204" pitchFamily="34" charset="0"/>
              <a:buChar char="•"/>
            </a:pPr>
            <a:r>
              <a:rPr lang="zh-CN" altLang="en-US" sz="3200" b="1" dirty="0">
                <a:latin typeface="隶书" panose="02010509060101010101" pitchFamily="49" charset="-122"/>
                <a:ea typeface="隶书" panose="02010509060101010101" pitchFamily="49" charset="-122"/>
              </a:rPr>
              <a:t>负整数</a:t>
            </a:r>
            <a:endParaRPr lang="en-US" altLang="zh-CN" sz="3200" b="1" dirty="0">
              <a:latin typeface="隶书" panose="02010509060101010101" pitchFamily="49" charset="-122"/>
              <a:ea typeface="隶书" panose="02010509060101010101" pitchFamily="49" charset="-122"/>
            </a:endParaRPr>
          </a:p>
          <a:p>
            <a:pPr marL="914400" lvl="1" indent="-457200">
              <a:spcBef>
                <a:spcPct val="20000"/>
              </a:spcBef>
              <a:buClr>
                <a:schemeClr val="folHlink"/>
              </a:buClr>
              <a:buSzPct val="60000"/>
              <a:buFont typeface="Arial" panose="020B0604020202020204" pitchFamily="34" charset="0"/>
              <a:buChar char="•"/>
            </a:pPr>
            <a:r>
              <a:rPr lang="zh-CN" altLang="en-US" sz="3200" b="1" dirty="0">
                <a:latin typeface="隶书" panose="02010509060101010101" pitchFamily="49" charset="-122"/>
                <a:ea typeface="隶书" panose="02010509060101010101" pitchFamily="49" charset="-122"/>
              </a:rPr>
              <a:t>方法</a:t>
            </a:r>
            <a:r>
              <a:rPr lang="en-US" altLang="zh-CN" sz="3200" b="1" dirty="0">
                <a:latin typeface="隶书" panose="02010509060101010101" pitchFamily="49" charset="-122"/>
                <a:ea typeface="隶书" panose="02010509060101010101" pitchFamily="49" charset="-122"/>
              </a:rPr>
              <a:t>1</a:t>
            </a:r>
            <a:r>
              <a:rPr lang="zh-CN" altLang="en-US" sz="3200" b="1" dirty="0">
                <a:latin typeface="隶书" panose="02010509060101010101" pitchFamily="49" charset="-122"/>
                <a:ea typeface="隶书" panose="02010509060101010101" pitchFamily="49" charset="-122"/>
              </a:rPr>
              <a:t>：符号位</a:t>
            </a:r>
            <a:r>
              <a:rPr lang="en-US" altLang="zh-CN" sz="3200" b="1" dirty="0">
                <a:latin typeface="隶书" panose="02010509060101010101" pitchFamily="49" charset="-122"/>
                <a:ea typeface="隶书" panose="02010509060101010101" pitchFamily="49" charset="-122"/>
              </a:rPr>
              <a:t>	</a:t>
            </a:r>
            <a:r>
              <a:rPr lang="en-US" altLang="zh-CN" sz="3200" dirty="0">
                <a:solidFill>
                  <a:srgbClr val="CE0000"/>
                </a:solidFill>
              </a:rPr>
              <a:t>10101 = -5</a:t>
            </a:r>
            <a:endParaRPr lang="en-US" altLang="zh-CN" sz="3200" b="1" dirty="0">
              <a:latin typeface="隶书" panose="02010509060101010101" pitchFamily="49" charset="-122"/>
              <a:ea typeface="隶书" panose="02010509060101010101" pitchFamily="49" charset="-122"/>
            </a:endParaRPr>
          </a:p>
          <a:p>
            <a:pPr marL="914400" lvl="1" indent="-457200">
              <a:spcBef>
                <a:spcPct val="20000"/>
              </a:spcBef>
              <a:buClr>
                <a:schemeClr val="folHlink"/>
              </a:buClr>
              <a:buSzPct val="60000"/>
              <a:buFont typeface="Arial" panose="020B0604020202020204" pitchFamily="34" charset="0"/>
              <a:buChar char="•"/>
            </a:pPr>
            <a:r>
              <a:rPr lang="zh-CN" altLang="en-US" sz="3200" b="1" dirty="0">
                <a:latin typeface="隶书" panose="02010509060101010101" pitchFamily="49" charset="-122"/>
                <a:ea typeface="隶书" panose="02010509060101010101" pitchFamily="49" charset="-122"/>
              </a:rPr>
              <a:t>方法</a:t>
            </a:r>
            <a:r>
              <a:rPr lang="en-US" altLang="zh-CN" sz="3200" b="1" dirty="0">
                <a:latin typeface="隶书" panose="02010509060101010101" pitchFamily="49" charset="-122"/>
                <a:ea typeface="隶书" panose="02010509060101010101" pitchFamily="49" charset="-122"/>
              </a:rPr>
              <a:t>2: </a:t>
            </a:r>
            <a:r>
              <a:rPr lang="zh-CN" altLang="en-US" sz="3200" b="1" dirty="0">
                <a:latin typeface="隶书" panose="02010509060101010101" pitchFamily="49" charset="-122"/>
                <a:ea typeface="隶书" panose="02010509060101010101" pitchFamily="49" charset="-122"/>
              </a:rPr>
              <a:t>反码</a:t>
            </a:r>
            <a:r>
              <a:rPr lang="en-US" altLang="zh-CN" sz="3200" b="1" dirty="0">
                <a:latin typeface="隶书" panose="02010509060101010101" pitchFamily="49" charset="-122"/>
                <a:ea typeface="隶书" panose="02010509060101010101" pitchFamily="49" charset="-122"/>
              </a:rPr>
              <a:t>	</a:t>
            </a:r>
            <a:r>
              <a:rPr lang="en-US" altLang="zh-CN" sz="3200" dirty="0">
                <a:solidFill>
                  <a:srgbClr val="CE0000"/>
                </a:solidFill>
              </a:rPr>
              <a:t>11010 = -5</a:t>
            </a:r>
            <a:endParaRPr lang="en-US" altLang="zh-CN" sz="3200" dirty="0">
              <a:solidFill>
                <a:srgbClr val="CE0000"/>
              </a:solidFill>
            </a:endParaRPr>
          </a:p>
          <a:p>
            <a:pPr marL="914400" lvl="1" indent="-457200">
              <a:spcBef>
                <a:spcPct val="20000"/>
              </a:spcBef>
              <a:buClr>
                <a:schemeClr val="folHlink"/>
              </a:buClr>
              <a:buSzPct val="60000"/>
              <a:buFont typeface="Arial" panose="020B0604020202020204" pitchFamily="34" charset="0"/>
              <a:buChar char="•"/>
            </a:pPr>
            <a:r>
              <a:rPr lang="zh-CN" altLang="en-US" sz="3200" b="1" dirty="0">
                <a:latin typeface="隶书" panose="02010509060101010101" pitchFamily="49" charset="-122"/>
                <a:ea typeface="隶书" panose="02010509060101010101" pitchFamily="49" charset="-122"/>
              </a:rPr>
              <a:t>最高位为</a:t>
            </a:r>
            <a:r>
              <a:rPr lang="en-US" altLang="zh-CN" sz="3200" b="1" dirty="0">
                <a:latin typeface="隶书" panose="02010509060101010101" pitchFamily="49" charset="-122"/>
                <a:ea typeface="隶书" panose="02010509060101010101" pitchFamily="49" charset="-122"/>
              </a:rPr>
              <a:t>1</a:t>
            </a:r>
            <a:r>
              <a:rPr lang="zh-CN" altLang="en-US" sz="3200" b="1" dirty="0">
                <a:latin typeface="隶书" panose="02010509060101010101" pitchFamily="49" charset="-122"/>
                <a:ea typeface="隶书" panose="02010509060101010101" pitchFamily="49" charset="-122"/>
              </a:rPr>
              <a:t>表示负数</a:t>
            </a:r>
            <a:endParaRPr lang="en-US" altLang="zh-CN" sz="3200" b="1" dirty="0">
              <a:latin typeface="隶书" panose="02010509060101010101" pitchFamily="49" charset="-122"/>
              <a:ea typeface="隶书" panose="02010509060101010101" pitchFamily="49" charset="-122"/>
            </a:endParaRPr>
          </a:p>
          <a:p>
            <a:pPr>
              <a:spcBef>
                <a:spcPct val="20000"/>
              </a:spcBef>
              <a:buClr>
                <a:schemeClr val="folHlink"/>
              </a:buClr>
              <a:buSzPct val="60000"/>
              <a:buFont typeface="Wingdings" panose="05000000000000000000" pitchFamily="2" charset="2"/>
            </a:pPr>
            <a:endParaRPr lang="en-US" altLang="zh-CN" sz="3200" b="1" dirty="0">
              <a:latin typeface="隶书" panose="02010509060101010101" pitchFamily="49" charset="-122"/>
              <a:ea typeface="隶书" panose="02010509060101010101" pitchFamily="49" charset="-122"/>
            </a:endParaRPr>
          </a:p>
        </p:txBody>
      </p:sp>
      <p:sp>
        <p:nvSpPr>
          <p:cNvPr id="2" name="灯片编号占位符 1"/>
          <p:cNvSpPr>
            <a:spLocks noGrp="1"/>
          </p:cNvSpPr>
          <p:nvPr>
            <p:ph type="sldNum" sz="quarter" idx="12"/>
          </p:nvPr>
        </p:nvSpPr>
        <p:spPr/>
        <p:txBody>
          <a:bodyPr/>
          <a:lstStyle/>
          <a:p>
            <a:pPr>
              <a:defRPr/>
            </a:pPr>
            <a:fld id="{7C93F2F6-B200-4836-9340-136DE7987878}" type="slidenum">
              <a:rPr lang="en-US" smtClean="0"/>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Content Placeholder 5"/>
          <p:cNvSpPr>
            <a:spLocks noGrp="1"/>
          </p:cNvSpPr>
          <p:nvPr>
            <p:ph idx="1"/>
          </p:nvPr>
        </p:nvSpPr>
        <p:spPr/>
        <p:txBody>
          <a:bodyPr/>
          <a:lstStyle/>
          <a:p>
            <a:r>
              <a:rPr lang="zh-CN" altLang="en-US" sz="2800" dirty="0">
                <a:latin typeface="隶书" panose="02010509060101010101" pitchFamily="49" charset="-122"/>
                <a:ea typeface="隶书" panose="02010509060101010101" pitchFamily="49" charset="-122"/>
              </a:rPr>
              <a:t>符号位与反码的问题：</a:t>
            </a:r>
            <a:endParaRPr lang="en-US" altLang="zh-CN" sz="2800" dirty="0">
              <a:latin typeface="隶书" panose="02010509060101010101" pitchFamily="49" charset="-122"/>
              <a:ea typeface="隶书" panose="02010509060101010101" pitchFamily="49" charset="-122"/>
            </a:endParaRPr>
          </a:p>
          <a:p>
            <a:pPr marL="457200" lvl="1" indent="-457200">
              <a:buClr>
                <a:schemeClr val="folHlink"/>
              </a:buClr>
              <a:buSzPct val="60000"/>
              <a:buFont typeface="Arial" panose="020B0604020202020204" pitchFamily="34" charset="0"/>
              <a:buChar char="•"/>
            </a:pPr>
            <a:r>
              <a:rPr lang="en-US" altLang="zh-CN" b="1" kern="1200" dirty="0">
                <a:latin typeface="隶书" panose="02010509060101010101" pitchFamily="49" charset="-122"/>
                <a:ea typeface="隶书" panose="02010509060101010101" pitchFamily="49" charset="-122"/>
                <a:cs typeface="+mn-cs"/>
              </a:rPr>
              <a:t>0</a:t>
            </a:r>
            <a:r>
              <a:rPr lang="zh-CN" altLang="en-US" b="1" kern="1200" dirty="0">
                <a:latin typeface="隶书" panose="02010509060101010101" pitchFamily="49" charset="-122"/>
                <a:ea typeface="隶书" panose="02010509060101010101" pitchFamily="49" charset="-122"/>
                <a:cs typeface="+mn-cs"/>
              </a:rPr>
              <a:t>有两种表示方法</a:t>
            </a:r>
            <a:r>
              <a:rPr lang="en-US" altLang="zh-CN" b="1" kern="1200" dirty="0">
                <a:latin typeface="隶书" panose="02010509060101010101" pitchFamily="49" charset="-122"/>
                <a:ea typeface="隶书" panose="02010509060101010101" pitchFamily="49" charset="-122"/>
                <a:cs typeface="+mn-cs"/>
              </a:rPr>
              <a:t>(+0 </a:t>
            </a:r>
            <a:r>
              <a:rPr lang="zh-CN" altLang="en-US" b="1" kern="1200" dirty="0">
                <a:latin typeface="隶书" panose="02010509060101010101" pitchFamily="49" charset="-122"/>
                <a:ea typeface="隶书" panose="02010509060101010101" pitchFamily="49" charset="-122"/>
                <a:cs typeface="+mn-cs"/>
              </a:rPr>
              <a:t>与</a:t>
            </a:r>
            <a:r>
              <a:rPr lang="en-US" altLang="zh-CN" b="1" kern="1200" dirty="0">
                <a:latin typeface="隶书" panose="02010509060101010101" pitchFamily="49" charset="-122"/>
                <a:ea typeface="隶书" panose="02010509060101010101" pitchFamily="49" charset="-122"/>
                <a:cs typeface="+mn-cs"/>
              </a:rPr>
              <a:t>–0)</a:t>
            </a:r>
            <a:endParaRPr lang="en-US" altLang="zh-CN" b="1" kern="1200" dirty="0">
              <a:latin typeface="隶书" panose="02010509060101010101" pitchFamily="49" charset="-122"/>
              <a:ea typeface="隶书" panose="02010509060101010101" pitchFamily="49" charset="-122"/>
              <a:cs typeface="+mn-cs"/>
            </a:endParaRPr>
          </a:p>
          <a:p>
            <a:pPr marL="457200" lvl="1" indent="-457200">
              <a:buClr>
                <a:schemeClr val="folHlink"/>
              </a:buClr>
              <a:buSzPct val="60000"/>
              <a:buFont typeface="Arial" panose="020B0604020202020204" pitchFamily="34" charset="0"/>
              <a:buChar char="•"/>
            </a:pPr>
            <a:r>
              <a:rPr lang="zh-CN" altLang="en-US" b="1" dirty="0">
                <a:latin typeface="隶书" panose="02010509060101010101" pitchFamily="49" charset="-122"/>
                <a:ea typeface="隶书" panose="02010509060101010101" pitchFamily="49" charset="-122"/>
              </a:rPr>
              <a:t>硬件设计复杂，如：不能逐位求和</a:t>
            </a:r>
            <a:r>
              <a:rPr lang="en-US" altLang="zh-CN" b="1" dirty="0">
                <a:latin typeface="隶书" panose="02010509060101010101" pitchFamily="49" charset="-122"/>
                <a:ea typeface="隶书" panose="02010509060101010101" pitchFamily="49" charset="-122"/>
              </a:rPr>
              <a:t>.</a:t>
            </a:r>
            <a:endParaRPr lang="en-US" altLang="zh-CN" b="1" dirty="0">
              <a:latin typeface="隶书" panose="02010509060101010101" pitchFamily="49" charset="-122"/>
              <a:ea typeface="隶书" panose="02010509060101010101" pitchFamily="49" charset="-122"/>
            </a:endParaRPr>
          </a:p>
          <a:p>
            <a:pPr marL="876300" lvl="2" indent="-457200">
              <a:buSzPct val="60000"/>
              <a:buFont typeface="Arial" panose="020B0604020202020204" pitchFamily="34" charset="0"/>
              <a:buChar char="•"/>
            </a:pPr>
            <a:r>
              <a:rPr lang="zh-CN" altLang="en-US" dirty="0"/>
              <a:t>符号位：</a:t>
            </a:r>
            <a:r>
              <a:rPr lang="en-US" altLang="zh-CN" dirty="0">
                <a:solidFill>
                  <a:srgbClr val="CE0000"/>
                </a:solidFill>
              </a:rPr>
              <a:t>00101+ 10101=</a:t>
            </a:r>
            <a:endParaRPr lang="en-US" altLang="zh-CN" dirty="0">
              <a:solidFill>
                <a:srgbClr val="CE0000"/>
              </a:solidFill>
            </a:endParaRPr>
          </a:p>
          <a:p>
            <a:pPr marL="876300" lvl="2" indent="-457200">
              <a:buSzPct val="60000"/>
              <a:buFont typeface="Arial" panose="020B0604020202020204" pitchFamily="34" charset="0"/>
              <a:buChar char="•"/>
            </a:pPr>
            <a:r>
              <a:rPr lang="zh-CN" altLang="en-US" dirty="0"/>
              <a:t>反码：   </a:t>
            </a:r>
            <a:r>
              <a:rPr lang="en-US" altLang="zh-CN" dirty="0">
                <a:solidFill>
                  <a:srgbClr val="CE0000"/>
                </a:solidFill>
              </a:rPr>
              <a:t>00101+ 11010=</a:t>
            </a:r>
            <a:endParaRPr lang="en-US" altLang="zh-CN" b="1" dirty="0">
              <a:latin typeface="隶书" panose="02010509060101010101" pitchFamily="49" charset="-122"/>
              <a:ea typeface="隶书" panose="02010509060101010101" pitchFamily="49" charset="-122"/>
            </a:endParaRPr>
          </a:p>
        </p:txBody>
      </p:sp>
      <p:sp>
        <p:nvSpPr>
          <p:cNvPr id="7" name="Rectangle 14"/>
          <p:cNvSpPr>
            <a:spLocks noGrp="1" noChangeArrowheads="1"/>
          </p:cNvSpPr>
          <p:nvPr>
            <p:ph type="title"/>
          </p:nvPr>
        </p:nvSpPr>
        <p:spPr>
          <a:xfrm>
            <a:off x="2927351" y="76200"/>
            <a:ext cx="6537325" cy="762000"/>
          </a:xfrm>
          <a:noFill/>
        </p:spPr>
        <p:txBody>
          <a:bodyPr/>
          <a:lstStyle/>
          <a:p>
            <a:pPr algn="ctr"/>
            <a:r>
              <a:rPr lang="en-US" altLang="zh-CN" dirty="0">
                <a:latin typeface="华文琥珀" panose="02010800040101010101" pitchFamily="2" charset="-122"/>
              </a:rPr>
              <a:t>2</a:t>
            </a:r>
            <a:r>
              <a:rPr lang="zh-CN" altLang="en-US" dirty="0">
                <a:latin typeface="华文琥珀" panose="02010800040101010101" pitchFamily="2" charset="-122"/>
              </a:rPr>
              <a:t>.</a:t>
            </a:r>
            <a:r>
              <a:rPr lang="en-US" altLang="zh-CN" dirty="0">
                <a:latin typeface="华文琥珀" panose="02010800040101010101" pitchFamily="2" charset="-122"/>
              </a:rPr>
              <a:t>3</a:t>
            </a:r>
            <a:r>
              <a:rPr lang="zh-CN" altLang="en-US" dirty="0">
                <a:latin typeface="华文琥珀" panose="02010800040101010101" pitchFamily="2" charset="-122"/>
              </a:rPr>
              <a:t> 补码</a:t>
            </a:r>
            <a:endParaRPr lang="zh-CN" altLang="en-US" dirty="0">
              <a:latin typeface="华文琥珀" panose="02010800040101010101" pitchFamily="2" charset="-122"/>
            </a:endParaRPr>
          </a:p>
        </p:txBody>
      </p:sp>
      <p:sp>
        <p:nvSpPr>
          <p:cNvPr id="2" name="灯片编号占位符 1"/>
          <p:cNvSpPr>
            <a:spLocks noGrp="1"/>
          </p:cNvSpPr>
          <p:nvPr>
            <p:ph type="sldNum" sz="quarter" idx="12"/>
          </p:nvPr>
        </p:nvSpPr>
        <p:spPr/>
        <p:txBody>
          <a:bodyPr/>
          <a:lstStyle/>
          <a:p>
            <a:pPr>
              <a:defRPr/>
            </a:pPr>
            <a:fld id="{7C93F2F6-B200-4836-9340-136DE7987878}" type="slidenum">
              <a:rPr lang="en-US" smtClean="0"/>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2135560" y="1179974"/>
            <a:ext cx="7920880" cy="1069011"/>
          </a:xfrm>
          <a:prstGeom prst="rect">
            <a:avLst/>
          </a:prstGeom>
        </p:spPr>
        <p:txBody>
          <a:bodyPr wrap="square">
            <a:spAutoFit/>
          </a:bodyPr>
          <a:lstStyle/>
          <a:p>
            <a:pPr>
              <a:spcBef>
                <a:spcPct val="20000"/>
              </a:spcBef>
              <a:buClr>
                <a:schemeClr val="folHlink"/>
              </a:buClr>
              <a:buSzPct val="60000"/>
            </a:pPr>
            <a:r>
              <a:rPr lang="zh-CN" altLang="en-US" sz="2800" b="1" dirty="0">
                <a:latin typeface="隶书" panose="02010509060101010101" pitchFamily="49" charset="-122"/>
                <a:ea typeface="隶书" panose="02010509060101010101" pitchFamily="49" charset="-122"/>
              </a:rPr>
              <a:t>补码的两个特征：</a:t>
            </a:r>
            <a:endParaRPr lang="en-US" altLang="zh-CN" sz="2800" b="1" dirty="0">
              <a:latin typeface="隶书" panose="02010509060101010101" pitchFamily="49" charset="-122"/>
              <a:ea typeface="隶书" panose="02010509060101010101" pitchFamily="49" charset="-122"/>
            </a:endParaRPr>
          </a:p>
          <a:p>
            <a:pPr marL="457200" indent="-457200">
              <a:spcBef>
                <a:spcPct val="20000"/>
              </a:spcBef>
              <a:buClr>
                <a:schemeClr val="folHlink"/>
              </a:buClr>
              <a:buSzPct val="60000"/>
              <a:buFont typeface="Arial" panose="020B0604020202020204" pitchFamily="34" charset="0"/>
              <a:buChar char="•"/>
            </a:pPr>
            <a:r>
              <a:rPr lang="en-US" altLang="zh-CN" sz="2800" b="1" dirty="0">
                <a:latin typeface="隶书" panose="02010509060101010101" pitchFamily="49" charset="-122"/>
                <a:ea typeface="隶书" panose="02010509060101010101" pitchFamily="49" charset="-122"/>
              </a:rPr>
              <a:t> -A+A=0</a:t>
            </a:r>
            <a:endParaRPr lang="en-US" altLang="zh-CN" sz="2800" b="1" dirty="0">
              <a:latin typeface="隶书" panose="02010509060101010101" pitchFamily="49" charset="-122"/>
              <a:ea typeface="隶书" panose="02010509060101010101" pitchFamily="49" charset="-122"/>
            </a:endParaRPr>
          </a:p>
          <a:p>
            <a:pPr marL="457200" indent="-457200">
              <a:spcBef>
                <a:spcPct val="20000"/>
              </a:spcBef>
              <a:buClr>
                <a:schemeClr val="folHlink"/>
              </a:buClr>
              <a:buSzPct val="60000"/>
              <a:buFont typeface="Arial" panose="020B0604020202020204" pitchFamily="34" charset="0"/>
              <a:buChar char="•"/>
            </a:pPr>
            <a:r>
              <a:rPr lang="en-US" altLang="zh-CN" sz="2800" b="1" dirty="0">
                <a:latin typeface="隶书" panose="02010509060101010101" pitchFamily="49" charset="-122"/>
                <a:ea typeface="隶书" panose="02010509060101010101" pitchFamily="49" charset="-122"/>
              </a:rPr>
              <a:t> </a:t>
            </a:r>
            <a:r>
              <a:rPr lang="zh-CN" altLang="en-US" sz="2800" b="1" dirty="0">
                <a:latin typeface="隶书" panose="02010509060101010101" pitchFamily="49" charset="-122"/>
                <a:ea typeface="隶书" panose="02010509060101010101" pitchFamily="49" charset="-122"/>
              </a:rPr>
              <a:t>相邻两个码字之间的差值正好为</a:t>
            </a:r>
            <a:r>
              <a:rPr lang="en-US" altLang="zh-CN" sz="2800" b="1" dirty="0">
                <a:latin typeface="隶书" panose="02010509060101010101" pitchFamily="49" charset="-122"/>
                <a:ea typeface="隶书" panose="02010509060101010101" pitchFamily="49" charset="-122"/>
              </a:rPr>
              <a:t>00001</a:t>
            </a:r>
            <a:endParaRPr lang="en-US" altLang="zh-CN" sz="2800" b="1" dirty="0">
              <a:latin typeface="隶书" panose="02010509060101010101" pitchFamily="49" charset="-122"/>
              <a:ea typeface="隶书" panose="02010509060101010101" pitchFamily="49" charset="-122"/>
            </a:endParaRPr>
          </a:p>
        </p:txBody>
      </p:sp>
      <p:sp>
        <p:nvSpPr>
          <p:cNvPr id="4" name="Rectangle 14"/>
          <p:cNvSpPr txBox="1">
            <a:spLocks noChangeArrowheads="1"/>
          </p:cNvSpPr>
          <p:nvPr/>
        </p:nvSpPr>
        <p:spPr>
          <a:xfrm>
            <a:off x="2927351" y="76200"/>
            <a:ext cx="6537325" cy="762000"/>
          </a:xfrm>
          <a:prstGeom prst="rect">
            <a:avLst/>
          </a:prstGeom>
          <a:noFill/>
        </p:spPr>
        <p:txBody>
          <a:bodyPr/>
          <a:lstStyle>
            <a:lvl1pPr algn="l" rtl="0" fontAlgn="base">
              <a:spcBef>
                <a:spcPct val="0"/>
              </a:spcBef>
              <a:spcAft>
                <a:spcPct val="0"/>
              </a:spcAft>
              <a:defRPr kumimoji="1" sz="4000">
                <a:solidFill>
                  <a:srgbClr val="FF9900"/>
                </a:solidFill>
                <a:effectLst>
                  <a:outerShdw blurRad="38100" dist="38100" dir="2700000" algn="tl">
                    <a:srgbClr val="000000"/>
                  </a:outerShdw>
                </a:effectLst>
                <a:latin typeface="+mj-lt"/>
                <a:ea typeface="+mj-ea"/>
                <a:cs typeface="+mj-cs"/>
              </a:defRPr>
            </a:lvl1pPr>
            <a:lvl2pPr algn="l" rtl="0" fontAlgn="base">
              <a:spcBef>
                <a:spcPct val="0"/>
              </a:spcBef>
              <a:spcAft>
                <a:spcPct val="0"/>
              </a:spcAft>
              <a:defRPr kumimoji="1" sz="4000">
                <a:solidFill>
                  <a:srgbClr val="FF9900"/>
                </a:solidFill>
                <a:effectLst>
                  <a:outerShdw blurRad="38100" dist="38100" dir="2700000" algn="tl">
                    <a:srgbClr val="000000"/>
                  </a:outerShdw>
                </a:effectLst>
                <a:latin typeface="Tahoma" panose="020B0604030504040204" pitchFamily="34" charset="0"/>
                <a:ea typeface="华文琥珀" panose="02010800040101010101" pitchFamily="2" charset="-122"/>
              </a:defRPr>
            </a:lvl2pPr>
            <a:lvl3pPr algn="l" rtl="0" fontAlgn="base">
              <a:spcBef>
                <a:spcPct val="0"/>
              </a:spcBef>
              <a:spcAft>
                <a:spcPct val="0"/>
              </a:spcAft>
              <a:defRPr kumimoji="1" sz="4000">
                <a:solidFill>
                  <a:srgbClr val="FF9900"/>
                </a:solidFill>
                <a:effectLst>
                  <a:outerShdw blurRad="38100" dist="38100" dir="2700000" algn="tl">
                    <a:srgbClr val="000000"/>
                  </a:outerShdw>
                </a:effectLst>
                <a:latin typeface="Tahoma" panose="020B0604030504040204" pitchFamily="34" charset="0"/>
                <a:ea typeface="华文琥珀" panose="02010800040101010101" pitchFamily="2" charset="-122"/>
              </a:defRPr>
            </a:lvl3pPr>
            <a:lvl4pPr algn="l" rtl="0" fontAlgn="base">
              <a:spcBef>
                <a:spcPct val="0"/>
              </a:spcBef>
              <a:spcAft>
                <a:spcPct val="0"/>
              </a:spcAft>
              <a:defRPr kumimoji="1" sz="4000">
                <a:solidFill>
                  <a:srgbClr val="FF9900"/>
                </a:solidFill>
                <a:effectLst>
                  <a:outerShdw blurRad="38100" dist="38100" dir="2700000" algn="tl">
                    <a:srgbClr val="000000"/>
                  </a:outerShdw>
                </a:effectLst>
                <a:latin typeface="Tahoma" panose="020B0604030504040204" pitchFamily="34" charset="0"/>
                <a:ea typeface="华文琥珀" panose="02010800040101010101" pitchFamily="2" charset="-122"/>
              </a:defRPr>
            </a:lvl4pPr>
            <a:lvl5pPr algn="l" rtl="0" fontAlgn="base">
              <a:spcBef>
                <a:spcPct val="0"/>
              </a:spcBef>
              <a:spcAft>
                <a:spcPct val="0"/>
              </a:spcAft>
              <a:defRPr kumimoji="1" sz="4000">
                <a:solidFill>
                  <a:srgbClr val="FF9900"/>
                </a:solidFill>
                <a:effectLst>
                  <a:outerShdw blurRad="38100" dist="38100" dir="2700000" algn="tl">
                    <a:srgbClr val="000000"/>
                  </a:outerShdw>
                </a:effectLst>
                <a:latin typeface="Tahoma" panose="020B0604030504040204" pitchFamily="34" charset="0"/>
                <a:ea typeface="华文琥珀" panose="02010800040101010101" pitchFamily="2" charset="-122"/>
              </a:defRPr>
            </a:lvl5pPr>
            <a:lvl6pPr marL="457200" algn="l" rtl="0" fontAlgn="base">
              <a:spcBef>
                <a:spcPct val="0"/>
              </a:spcBef>
              <a:spcAft>
                <a:spcPct val="0"/>
              </a:spcAft>
              <a:defRPr kumimoji="1" sz="4000">
                <a:solidFill>
                  <a:srgbClr val="FF9900"/>
                </a:solidFill>
                <a:effectLst>
                  <a:outerShdw blurRad="38100" dist="38100" dir="2700000" algn="tl">
                    <a:srgbClr val="000000"/>
                  </a:outerShdw>
                </a:effectLst>
                <a:latin typeface="Tahoma" panose="020B0604030504040204" pitchFamily="34" charset="0"/>
                <a:ea typeface="华文琥珀" panose="02010800040101010101" pitchFamily="2" charset="-122"/>
              </a:defRPr>
            </a:lvl6pPr>
            <a:lvl7pPr marL="914400" algn="l" rtl="0" fontAlgn="base">
              <a:spcBef>
                <a:spcPct val="0"/>
              </a:spcBef>
              <a:spcAft>
                <a:spcPct val="0"/>
              </a:spcAft>
              <a:defRPr kumimoji="1" sz="4000">
                <a:solidFill>
                  <a:srgbClr val="FF9900"/>
                </a:solidFill>
                <a:effectLst>
                  <a:outerShdw blurRad="38100" dist="38100" dir="2700000" algn="tl">
                    <a:srgbClr val="000000"/>
                  </a:outerShdw>
                </a:effectLst>
                <a:latin typeface="Tahoma" panose="020B0604030504040204" pitchFamily="34" charset="0"/>
                <a:ea typeface="华文琥珀" panose="02010800040101010101" pitchFamily="2" charset="-122"/>
              </a:defRPr>
            </a:lvl7pPr>
            <a:lvl8pPr marL="1371600" algn="l" rtl="0" fontAlgn="base">
              <a:spcBef>
                <a:spcPct val="0"/>
              </a:spcBef>
              <a:spcAft>
                <a:spcPct val="0"/>
              </a:spcAft>
              <a:defRPr kumimoji="1" sz="4000">
                <a:solidFill>
                  <a:srgbClr val="FF9900"/>
                </a:solidFill>
                <a:effectLst>
                  <a:outerShdw blurRad="38100" dist="38100" dir="2700000" algn="tl">
                    <a:srgbClr val="000000"/>
                  </a:outerShdw>
                </a:effectLst>
                <a:latin typeface="Tahoma" panose="020B0604030504040204" pitchFamily="34" charset="0"/>
                <a:ea typeface="华文琥珀" panose="02010800040101010101" pitchFamily="2" charset="-122"/>
              </a:defRPr>
            </a:lvl8pPr>
            <a:lvl9pPr marL="1828800" algn="l" rtl="0" fontAlgn="base">
              <a:spcBef>
                <a:spcPct val="0"/>
              </a:spcBef>
              <a:spcAft>
                <a:spcPct val="0"/>
              </a:spcAft>
              <a:defRPr kumimoji="1" sz="4000">
                <a:solidFill>
                  <a:srgbClr val="FF9900"/>
                </a:solidFill>
                <a:effectLst>
                  <a:outerShdw blurRad="38100" dist="38100" dir="2700000" algn="tl">
                    <a:srgbClr val="000000"/>
                  </a:outerShdw>
                </a:effectLst>
                <a:latin typeface="Tahoma" panose="020B0604030504040204" pitchFamily="34" charset="0"/>
                <a:ea typeface="华文琥珀" panose="02010800040101010101" pitchFamily="2" charset="-122"/>
              </a:defRPr>
            </a:lvl9pPr>
          </a:lstStyle>
          <a:p>
            <a:pPr algn="ctr"/>
            <a:r>
              <a:rPr lang="en-US" altLang="zh-CN" kern="0">
                <a:latin typeface="华文琥珀" panose="02010800040101010101" pitchFamily="2" charset="-122"/>
              </a:rPr>
              <a:t>2</a:t>
            </a:r>
            <a:r>
              <a:rPr lang="zh-CN" altLang="en-US" kern="0">
                <a:latin typeface="华文琥珀" panose="02010800040101010101" pitchFamily="2" charset="-122"/>
              </a:rPr>
              <a:t>.</a:t>
            </a:r>
            <a:r>
              <a:rPr lang="en-US" altLang="zh-CN" kern="0">
                <a:latin typeface="华文琥珀" panose="02010800040101010101" pitchFamily="2" charset="-122"/>
              </a:rPr>
              <a:t>3</a:t>
            </a:r>
            <a:r>
              <a:rPr lang="zh-CN" altLang="en-US" kern="0">
                <a:latin typeface="华文琥珀" panose="02010800040101010101" pitchFamily="2" charset="-122"/>
              </a:rPr>
              <a:t> 补码</a:t>
            </a:r>
            <a:endParaRPr lang="zh-CN" altLang="en-US" kern="0" dirty="0">
              <a:latin typeface="华文琥珀" panose="02010800040101010101" pitchFamily="2" charset="-122"/>
            </a:endParaRPr>
          </a:p>
        </p:txBody>
      </p:sp>
      <p:sp>
        <p:nvSpPr>
          <p:cNvPr id="5" name="Text Box 4"/>
          <p:cNvSpPr txBox="1">
            <a:spLocks noChangeArrowheads="1"/>
          </p:cNvSpPr>
          <p:nvPr/>
        </p:nvSpPr>
        <p:spPr bwMode="auto">
          <a:xfrm>
            <a:off x="2423592" y="3861048"/>
            <a:ext cx="7162800" cy="1373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tabLst>
                <a:tab pos="565150" algn="r"/>
                <a:tab pos="1771650" algn="r"/>
                <a:tab pos="1993900" algn="l"/>
                <a:tab pos="3721100" algn="r"/>
                <a:tab pos="4851400" algn="r"/>
                <a:tab pos="5149850" algn="l"/>
              </a:tabLst>
              <a:defRPr baseline="-25000">
                <a:solidFill>
                  <a:schemeClr val="tx1"/>
                </a:solidFill>
                <a:latin typeface="Arial" panose="020B0604020202020204" pitchFamily="34" charset="0"/>
                <a:ea typeface="宋体" panose="02010600030101010101" pitchFamily="2" charset="-122"/>
              </a:defRPr>
            </a:lvl1pPr>
            <a:lvl2pPr marL="742950" indent="-285750" eaLnBrk="0" hangingPunct="0">
              <a:tabLst>
                <a:tab pos="565150" algn="r"/>
                <a:tab pos="1771650" algn="r"/>
                <a:tab pos="1993900" algn="l"/>
                <a:tab pos="3721100" algn="r"/>
                <a:tab pos="4851400" algn="r"/>
                <a:tab pos="5149850" algn="l"/>
              </a:tabLst>
              <a:defRPr baseline="-25000">
                <a:solidFill>
                  <a:schemeClr val="tx1"/>
                </a:solidFill>
                <a:latin typeface="Arial" panose="020B0604020202020204" pitchFamily="34" charset="0"/>
                <a:ea typeface="宋体" panose="02010600030101010101" pitchFamily="2" charset="-122"/>
              </a:defRPr>
            </a:lvl2pPr>
            <a:lvl3pPr marL="1143000" indent="-228600" eaLnBrk="0" hangingPunct="0">
              <a:tabLst>
                <a:tab pos="565150" algn="r"/>
                <a:tab pos="1771650" algn="r"/>
                <a:tab pos="1993900" algn="l"/>
                <a:tab pos="3721100" algn="r"/>
                <a:tab pos="4851400" algn="r"/>
                <a:tab pos="5149850" algn="l"/>
              </a:tabLst>
              <a:defRPr baseline="-25000">
                <a:solidFill>
                  <a:schemeClr val="tx1"/>
                </a:solidFill>
                <a:latin typeface="Arial" panose="020B0604020202020204" pitchFamily="34" charset="0"/>
                <a:ea typeface="宋体" panose="02010600030101010101" pitchFamily="2" charset="-122"/>
              </a:defRPr>
            </a:lvl3pPr>
            <a:lvl4pPr marL="1600200" indent="-228600" eaLnBrk="0" hangingPunct="0">
              <a:tabLst>
                <a:tab pos="565150" algn="r"/>
                <a:tab pos="1771650" algn="r"/>
                <a:tab pos="1993900" algn="l"/>
                <a:tab pos="3721100" algn="r"/>
                <a:tab pos="4851400" algn="r"/>
                <a:tab pos="5149850" algn="l"/>
              </a:tabLst>
              <a:defRPr baseline="-25000">
                <a:solidFill>
                  <a:schemeClr val="tx1"/>
                </a:solidFill>
                <a:latin typeface="Arial" panose="020B0604020202020204" pitchFamily="34" charset="0"/>
                <a:ea typeface="宋体" panose="02010600030101010101" pitchFamily="2" charset="-122"/>
              </a:defRPr>
            </a:lvl4pPr>
            <a:lvl5pPr marL="2057400" indent="-228600" eaLnBrk="0" hangingPunct="0">
              <a:tabLst>
                <a:tab pos="565150" algn="r"/>
                <a:tab pos="1771650" algn="r"/>
                <a:tab pos="1993900" algn="l"/>
                <a:tab pos="3721100" algn="r"/>
                <a:tab pos="4851400" algn="r"/>
                <a:tab pos="5149850" algn="l"/>
              </a:tabLst>
              <a:defRPr baseline="-25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tabLst>
                <a:tab pos="565150" algn="r"/>
                <a:tab pos="1771650" algn="r"/>
                <a:tab pos="1993900" algn="l"/>
                <a:tab pos="3721100" algn="r"/>
                <a:tab pos="4851400" algn="r"/>
                <a:tab pos="5149850" algn="l"/>
              </a:tabLst>
              <a:defRPr baseline="-25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tabLst>
                <a:tab pos="565150" algn="r"/>
                <a:tab pos="1771650" algn="r"/>
                <a:tab pos="1993900" algn="l"/>
                <a:tab pos="3721100" algn="r"/>
                <a:tab pos="4851400" algn="r"/>
                <a:tab pos="5149850" algn="l"/>
              </a:tabLst>
              <a:defRPr baseline="-25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tabLst>
                <a:tab pos="565150" algn="r"/>
                <a:tab pos="1771650" algn="r"/>
                <a:tab pos="1993900" algn="l"/>
                <a:tab pos="3721100" algn="r"/>
                <a:tab pos="4851400" algn="r"/>
                <a:tab pos="5149850" algn="l"/>
              </a:tabLst>
              <a:defRPr baseline="-25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tabLst>
                <a:tab pos="565150" algn="r"/>
                <a:tab pos="1771650" algn="r"/>
                <a:tab pos="1993900" algn="l"/>
                <a:tab pos="3721100" algn="r"/>
                <a:tab pos="4851400" algn="r"/>
                <a:tab pos="5149850" algn="l"/>
              </a:tabLst>
              <a:defRPr baseline="-25000">
                <a:solidFill>
                  <a:schemeClr val="tx1"/>
                </a:solidFill>
                <a:latin typeface="Arial" panose="020B0604020202020204" pitchFamily="34" charset="0"/>
                <a:ea typeface="宋体" panose="02010600030101010101" pitchFamily="2" charset="-122"/>
              </a:defRPr>
            </a:lvl9pPr>
          </a:lstStyle>
          <a:p>
            <a:r>
              <a:rPr lang="zh-CN" altLang="en-US" sz="2400" baseline="0" dirty="0">
                <a:latin typeface="CourierPS" pitchFamily="49" charset="0"/>
              </a:rPr>
              <a:t>		</a:t>
            </a:r>
            <a:r>
              <a:rPr lang="en-US" altLang="zh-CN" sz="2800" b="1" baseline="0" dirty="0">
                <a:latin typeface="CourierPS" pitchFamily="49" charset="0"/>
              </a:rPr>
              <a:t>00101	</a:t>
            </a:r>
            <a:r>
              <a:rPr lang="en-US" altLang="zh-CN" sz="2400" baseline="0" dirty="0"/>
              <a:t>(5)</a:t>
            </a:r>
            <a:r>
              <a:rPr lang="en-US" altLang="zh-CN" sz="2400" baseline="0" dirty="0">
                <a:latin typeface="Franklin Gothic Book" panose="020B0503020102020204" pitchFamily="34" charset="0"/>
              </a:rPr>
              <a:t>		</a:t>
            </a:r>
            <a:r>
              <a:rPr lang="en-US" altLang="zh-CN" sz="2800" b="1" baseline="0" dirty="0">
                <a:latin typeface="CourierPS" pitchFamily="49" charset="0"/>
              </a:rPr>
              <a:t>01001	</a:t>
            </a:r>
            <a:r>
              <a:rPr lang="en-US" altLang="zh-CN" sz="2400" baseline="0" dirty="0"/>
              <a:t>(9)</a:t>
            </a:r>
            <a:endParaRPr lang="en-US" altLang="zh-CN" sz="2400" baseline="0" dirty="0"/>
          </a:p>
          <a:p>
            <a:r>
              <a:rPr lang="en-US" altLang="zh-CN" sz="2800" b="1" baseline="0" dirty="0">
                <a:latin typeface="CourierPS" pitchFamily="49" charset="0"/>
              </a:rPr>
              <a:t>	+</a:t>
            </a:r>
            <a:r>
              <a:rPr lang="en-US" altLang="zh-CN" sz="2800" b="1" u="sng" baseline="0" dirty="0">
                <a:latin typeface="CourierPS" pitchFamily="49" charset="0"/>
              </a:rPr>
              <a:t>	11011</a:t>
            </a:r>
            <a:r>
              <a:rPr lang="en-US" altLang="zh-CN" sz="2800" b="1" baseline="0" dirty="0">
                <a:latin typeface="CourierPS" pitchFamily="49" charset="0"/>
              </a:rPr>
              <a:t>	</a:t>
            </a:r>
            <a:r>
              <a:rPr lang="en-US" altLang="zh-CN" sz="2400" baseline="0" dirty="0"/>
              <a:t>(-5)</a:t>
            </a:r>
            <a:r>
              <a:rPr lang="en-US" altLang="zh-CN" sz="2400" baseline="0" dirty="0">
                <a:latin typeface="Franklin Gothic Book" panose="020B0503020102020204" pitchFamily="34" charset="0"/>
              </a:rPr>
              <a:t>	</a:t>
            </a:r>
            <a:r>
              <a:rPr lang="en-US" altLang="zh-CN" sz="2800" b="1" baseline="0" dirty="0">
                <a:latin typeface="CourierPS" pitchFamily="49" charset="0"/>
              </a:rPr>
              <a:t>+</a:t>
            </a:r>
            <a:r>
              <a:rPr lang="en-US" altLang="zh-CN" sz="2800" b="1" u="sng" baseline="0" dirty="0">
                <a:latin typeface="CourierPS" pitchFamily="49" charset="0"/>
              </a:rPr>
              <a:t>	</a:t>
            </a:r>
            <a:r>
              <a:rPr lang="en-US" altLang="zh-CN" sz="2800" b="1" baseline="0" dirty="0">
                <a:latin typeface="CourierPS" pitchFamily="49" charset="0"/>
              </a:rPr>
              <a:t>	</a:t>
            </a:r>
            <a:r>
              <a:rPr lang="en-US" altLang="zh-CN" sz="2400" baseline="0" dirty="0"/>
              <a:t>(-9)</a:t>
            </a:r>
            <a:endParaRPr lang="en-US" altLang="zh-CN" sz="2400" baseline="0" dirty="0"/>
          </a:p>
          <a:p>
            <a:r>
              <a:rPr lang="en-US" altLang="zh-CN" sz="2800" b="1" baseline="0" dirty="0">
                <a:latin typeface="CourierPS" pitchFamily="49" charset="0"/>
              </a:rPr>
              <a:t>		00000	</a:t>
            </a:r>
            <a:r>
              <a:rPr lang="en-US" altLang="zh-CN" sz="2400" baseline="0" dirty="0"/>
              <a:t>(0)</a:t>
            </a:r>
            <a:r>
              <a:rPr lang="en-US" altLang="zh-CN" sz="2400" baseline="0" dirty="0">
                <a:latin typeface="Franklin Gothic Book" panose="020B0503020102020204" pitchFamily="34" charset="0"/>
              </a:rPr>
              <a:t>	</a:t>
            </a:r>
            <a:r>
              <a:rPr lang="en-US" altLang="zh-CN" sz="2800" b="1" baseline="0" dirty="0">
                <a:latin typeface="CourierPS" pitchFamily="49" charset="0"/>
              </a:rPr>
              <a:t>	00000</a:t>
            </a:r>
            <a:r>
              <a:rPr lang="en-US" altLang="zh-CN" sz="2400" baseline="0" dirty="0">
                <a:latin typeface="Franklin Gothic Book" panose="020B0503020102020204" pitchFamily="34" charset="0"/>
              </a:rPr>
              <a:t>	</a:t>
            </a:r>
            <a:r>
              <a:rPr lang="en-US" altLang="zh-CN" sz="2400" baseline="0" dirty="0"/>
              <a:t>(0)</a:t>
            </a:r>
            <a:endParaRPr lang="en-US" altLang="zh-CN" sz="2400" baseline="0" dirty="0"/>
          </a:p>
        </p:txBody>
      </p:sp>
      <p:sp>
        <p:nvSpPr>
          <p:cNvPr id="2" name="灯片编号占位符 1"/>
          <p:cNvSpPr>
            <a:spLocks noGrp="1"/>
          </p:cNvSpPr>
          <p:nvPr>
            <p:ph type="sldNum" sz="quarter" idx="12"/>
          </p:nvPr>
        </p:nvSpPr>
        <p:spPr/>
        <p:txBody>
          <a:bodyPr/>
          <a:lstStyle/>
          <a:p>
            <a:pPr>
              <a:defRPr/>
            </a:pPr>
            <a:fld id="{7C93F2F6-B200-4836-9340-136DE7987878}" type="slidenum">
              <a:rPr lang="en-US" smtClean="0"/>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3235" name="Rectangle 3"/>
          <p:cNvSpPr>
            <a:spLocks noGrp="1" noChangeArrowheads="1"/>
          </p:cNvSpPr>
          <p:nvPr>
            <p:ph type="body" idx="1"/>
          </p:nvPr>
        </p:nvSpPr>
        <p:spPr>
          <a:xfrm>
            <a:off x="1775521" y="1160124"/>
            <a:ext cx="8931117" cy="4967758"/>
          </a:xfrm>
        </p:spPr>
        <p:txBody>
          <a:bodyPr/>
          <a:lstStyle/>
          <a:p>
            <a:pPr marL="457200" indent="-457200">
              <a:buFont typeface="Arial" panose="020B0604020202020204" pitchFamily="34" charset="0"/>
              <a:buChar char="•"/>
            </a:pPr>
            <a:r>
              <a:rPr lang="zh-CN" altLang="en-US" sz="2800" dirty="0">
                <a:latin typeface="隶书" panose="02010509060101010101" pitchFamily="49" charset="-122"/>
                <a:ea typeface="隶书" panose="02010509060101010101" pitchFamily="49" charset="-122"/>
              </a:rPr>
              <a:t>正数的补码是其原码，</a:t>
            </a:r>
            <a:endParaRPr lang="en-US" altLang="zh-CN" sz="2800" dirty="0">
              <a:latin typeface="隶书" panose="02010509060101010101" pitchFamily="49" charset="-122"/>
              <a:ea typeface="隶书" panose="02010509060101010101" pitchFamily="49" charset="-122"/>
            </a:endParaRPr>
          </a:p>
          <a:p>
            <a:pPr marL="457200" indent="-457200">
              <a:buFont typeface="Arial" panose="020B0604020202020204" pitchFamily="34" charset="0"/>
              <a:buChar char="•"/>
            </a:pPr>
            <a:r>
              <a:rPr lang="zh-CN" altLang="en-US" sz="2800" dirty="0">
                <a:latin typeface="隶书" panose="02010509060101010101" pitchFamily="49" charset="-122"/>
                <a:ea typeface="隶书" panose="02010509060101010101" pitchFamily="49" charset="-122"/>
              </a:rPr>
              <a:t>负数的补码是对其绝对值的原码取反后加</a:t>
            </a:r>
            <a:r>
              <a:rPr lang="en-US" altLang="zh-CN" sz="2800" dirty="0">
                <a:latin typeface="隶书" panose="02010509060101010101" pitchFamily="49" charset="-122"/>
                <a:ea typeface="隶书" panose="02010509060101010101" pitchFamily="49" charset="-122"/>
              </a:rPr>
              <a:t>1.</a:t>
            </a:r>
            <a:endParaRPr lang="en-US" altLang="zh-CN" sz="2800" dirty="0">
              <a:latin typeface="隶书" panose="02010509060101010101" pitchFamily="49" charset="-122"/>
              <a:ea typeface="隶书" panose="02010509060101010101" pitchFamily="49" charset="-122"/>
            </a:endParaRPr>
          </a:p>
          <a:p>
            <a:endParaRPr lang="en-US" altLang="zh-CN" sz="2800" dirty="0">
              <a:latin typeface="隶书" panose="02010509060101010101" pitchFamily="49" charset="-122"/>
              <a:ea typeface="隶书" panose="02010509060101010101" pitchFamily="49" charset="-122"/>
            </a:endParaRPr>
          </a:p>
          <a:p>
            <a:endParaRPr lang="zh-CN" altLang="en-US" sz="2800" dirty="0">
              <a:latin typeface="隶书" panose="02010509060101010101" pitchFamily="49" charset="-122"/>
              <a:ea typeface="隶书" panose="02010509060101010101" pitchFamily="49" charset="-122"/>
            </a:endParaRPr>
          </a:p>
        </p:txBody>
      </p:sp>
      <p:sp>
        <p:nvSpPr>
          <p:cNvPr id="223246" name="Rectangle 14"/>
          <p:cNvSpPr>
            <a:spLocks noGrp="1" noChangeArrowheads="1"/>
          </p:cNvSpPr>
          <p:nvPr>
            <p:ph type="title"/>
          </p:nvPr>
        </p:nvSpPr>
        <p:spPr>
          <a:xfrm>
            <a:off x="2927351" y="76200"/>
            <a:ext cx="6537325" cy="762000"/>
          </a:xfrm>
          <a:noFill/>
        </p:spPr>
        <p:txBody>
          <a:bodyPr/>
          <a:lstStyle/>
          <a:p>
            <a:pPr algn="ctr"/>
            <a:r>
              <a:rPr lang="en-US" altLang="zh-CN" dirty="0">
                <a:latin typeface="华文琥珀" panose="02010800040101010101" pitchFamily="2" charset="-122"/>
              </a:rPr>
              <a:t>2</a:t>
            </a:r>
            <a:r>
              <a:rPr lang="zh-CN" altLang="en-US" dirty="0">
                <a:latin typeface="华文琥珀" panose="02010800040101010101" pitchFamily="2" charset="-122"/>
              </a:rPr>
              <a:t>.</a:t>
            </a:r>
            <a:r>
              <a:rPr lang="en-US" altLang="zh-CN" dirty="0">
                <a:latin typeface="华文琥珀" panose="02010800040101010101" pitchFamily="2" charset="-122"/>
              </a:rPr>
              <a:t>3</a:t>
            </a:r>
            <a:r>
              <a:rPr lang="zh-CN" altLang="en-US" dirty="0">
                <a:latin typeface="华文琥珀" panose="02010800040101010101" pitchFamily="2" charset="-122"/>
              </a:rPr>
              <a:t> 补码</a:t>
            </a:r>
            <a:endParaRPr lang="zh-CN" altLang="en-US" dirty="0">
              <a:latin typeface="华文琥珀" panose="02010800040101010101" pitchFamily="2" charset="-122"/>
            </a:endParaRPr>
          </a:p>
        </p:txBody>
      </p:sp>
      <p:sp>
        <p:nvSpPr>
          <p:cNvPr id="6" name="Text Box 4"/>
          <p:cNvSpPr txBox="1">
            <a:spLocks noChangeArrowheads="1"/>
          </p:cNvSpPr>
          <p:nvPr/>
        </p:nvSpPr>
        <p:spPr bwMode="auto">
          <a:xfrm>
            <a:off x="2247900" y="3158880"/>
            <a:ext cx="7162800" cy="1800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tabLst>
                <a:tab pos="565150" algn="r"/>
                <a:tab pos="1771650" algn="r"/>
                <a:tab pos="1993900" algn="l"/>
                <a:tab pos="3721100" algn="r"/>
                <a:tab pos="4851400" algn="r"/>
                <a:tab pos="5149850" algn="l"/>
              </a:tabLst>
              <a:defRPr baseline="-25000">
                <a:solidFill>
                  <a:schemeClr val="tx1"/>
                </a:solidFill>
                <a:latin typeface="Arial" panose="020B0604020202020204" pitchFamily="34" charset="0"/>
                <a:ea typeface="宋体" panose="02010600030101010101" pitchFamily="2" charset="-122"/>
              </a:defRPr>
            </a:lvl1pPr>
            <a:lvl2pPr marL="742950" indent="-285750" eaLnBrk="0" hangingPunct="0">
              <a:tabLst>
                <a:tab pos="565150" algn="r"/>
                <a:tab pos="1771650" algn="r"/>
                <a:tab pos="1993900" algn="l"/>
                <a:tab pos="3721100" algn="r"/>
                <a:tab pos="4851400" algn="r"/>
                <a:tab pos="5149850" algn="l"/>
              </a:tabLst>
              <a:defRPr baseline="-25000">
                <a:solidFill>
                  <a:schemeClr val="tx1"/>
                </a:solidFill>
                <a:latin typeface="Arial" panose="020B0604020202020204" pitchFamily="34" charset="0"/>
                <a:ea typeface="宋体" panose="02010600030101010101" pitchFamily="2" charset="-122"/>
              </a:defRPr>
            </a:lvl2pPr>
            <a:lvl3pPr marL="1143000" indent="-228600" eaLnBrk="0" hangingPunct="0">
              <a:tabLst>
                <a:tab pos="565150" algn="r"/>
                <a:tab pos="1771650" algn="r"/>
                <a:tab pos="1993900" algn="l"/>
                <a:tab pos="3721100" algn="r"/>
                <a:tab pos="4851400" algn="r"/>
                <a:tab pos="5149850" algn="l"/>
              </a:tabLst>
              <a:defRPr baseline="-25000">
                <a:solidFill>
                  <a:schemeClr val="tx1"/>
                </a:solidFill>
                <a:latin typeface="Arial" panose="020B0604020202020204" pitchFamily="34" charset="0"/>
                <a:ea typeface="宋体" panose="02010600030101010101" pitchFamily="2" charset="-122"/>
              </a:defRPr>
            </a:lvl3pPr>
            <a:lvl4pPr marL="1600200" indent="-228600" eaLnBrk="0" hangingPunct="0">
              <a:tabLst>
                <a:tab pos="565150" algn="r"/>
                <a:tab pos="1771650" algn="r"/>
                <a:tab pos="1993900" algn="l"/>
                <a:tab pos="3721100" algn="r"/>
                <a:tab pos="4851400" algn="r"/>
                <a:tab pos="5149850" algn="l"/>
              </a:tabLst>
              <a:defRPr baseline="-25000">
                <a:solidFill>
                  <a:schemeClr val="tx1"/>
                </a:solidFill>
                <a:latin typeface="Arial" panose="020B0604020202020204" pitchFamily="34" charset="0"/>
                <a:ea typeface="宋体" panose="02010600030101010101" pitchFamily="2" charset="-122"/>
              </a:defRPr>
            </a:lvl4pPr>
            <a:lvl5pPr marL="2057400" indent="-228600" eaLnBrk="0" hangingPunct="0">
              <a:tabLst>
                <a:tab pos="565150" algn="r"/>
                <a:tab pos="1771650" algn="r"/>
                <a:tab pos="1993900" algn="l"/>
                <a:tab pos="3721100" algn="r"/>
                <a:tab pos="4851400" algn="r"/>
                <a:tab pos="5149850" algn="l"/>
              </a:tabLst>
              <a:defRPr baseline="-25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tabLst>
                <a:tab pos="565150" algn="r"/>
                <a:tab pos="1771650" algn="r"/>
                <a:tab pos="1993900" algn="l"/>
                <a:tab pos="3721100" algn="r"/>
                <a:tab pos="4851400" algn="r"/>
                <a:tab pos="5149850" algn="l"/>
              </a:tabLst>
              <a:defRPr baseline="-25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tabLst>
                <a:tab pos="565150" algn="r"/>
                <a:tab pos="1771650" algn="r"/>
                <a:tab pos="1993900" algn="l"/>
                <a:tab pos="3721100" algn="r"/>
                <a:tab pos="4851400" algn="r"/>
                <a:tab pos="5149850" algn="l"/>
              </a:tabLst>
              <a:defRPr baseline="-25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tabLst>
                <a:tab pos="565150" algn="r"/>
                <a:tab pos="1771650" algn="r"/>
                <a:tab pos="1993900" algn="l"/>
                <a:tab pos="3721100" algn="r"/>
                <a:tab pos="4851400" algn="r"/>
                <a:tab pos="5149850" algn="l"/>
              </a:tabLst>
              <a:defRPr baseline="-25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tabLst>
                <a:tab pos="565150" algn="r"/>
                <a:tab pos="1771650" algn="r"/>
                <a:tab pos="1993900" algn="l"/>
                <a:tab pos="3721100" algn="r"/>
                <a:tab pos="4851400" algn="r"/>
                <a:tab pos="5149850" algn="l"/>
              </a:tabLst>
              <a:defRPr baseline="-25000">
                <a:solidFill>
                  <a:schemeClr val="tx1"/>
                </a:solidFill>
                <a:latin typeface="Arial" panose="020B0604020202020204" pitchFamily="34" charset="0"/>
                <a:ea typeface="宋体" panose="02010600030101010101" pitchFamily="2" charset="-122"/>
              </a:defRPr>
            </a:lvl9pPr>
          </a:lstStyle>
          <a:p>
            <a:r>
              <a:rPr lang="zh-CN" altLang="en-US" sz="2400" baseline="0" dirty="0">
                <a:latin typeface="CourierPS" pitchFamily="49" charset="0"/>
              </a:rPr>
              <a:t>		</a:t>
            </a:r>
            <a:r>
              <a:rPr lang="en-US" altLang="zh-CN" sz="2800" b="1" baseline="0" dirty="0">
                <a:latin typeface="CourierPS" pitchFamily="49" charset="0"/>
              </a:rPr>
              <a:t>00101	</a:t>
            </a:r>
            <a:r>
              <a:rPr lang="en-US" altLang="zh-CN" sz="2400" baseline="0" dirty="0"/>
              <a:t>(5)</a:t>
            </a:r>
            <a:r>
              <a:rPr lang="en-US" altLang="zh-CN" sz="2400" baseline="0" dirty="0">
                <a:latin typeface="Franklin Gothic Book" panose="020B0503020102020204" pitchFamily="34" charset="0"/>
              </a:rPr>
              <a:t>		</a:t>
            </a:r>
            <a:r>
              <a:rPr lang="en-US" altLang="zh-CN" sz="2800" b="1" baseline="0" dirty="0">
                <a:latin typeface="CourierPS" pitchFamily="49" charset="0"/>
              </a:rPr>
              <a:t>01001	</a:t>
            </a:r>
            <a:r>
              <a:rPr lang="en-US" altLang="zh-CN" sz="2400" baseline="0" dirty="0"/>
              <a:t>(9)</a:t>
            </a:r>
            <a:endParaRPr lang="en-US" altLang="zh-CN" sz="2400" baseline="0" dirty="0"/>
          </a:p>
          <a:p>
            <a:r>
              <a:rPr lang="en-US" altLang="zh-CN" sz="2400" baseline="0" dirty="0">
                <a:latin typeface="Franklin Gothic Book" panose="020B0503020102020204" pitchFamily="34" charset="0"/>
              </a:rPr>
              <a:t>		</a:t>
            </a:r>
            <a:r>
              <a:rPr lang="en-US" altLang="zh-CN" sz="2800" b="1" baseline="0" dirty="0">
                <a:latin typeface="CourierPS" pitchFamily="49" charset="0"/>
              </a:rPr>
              <a:t>11010	</a:t>
            </a:r>
            <a:r>
              <a:rPr lang="en-US" altLang="zh-CN" baseline="0" dirty="0"/>
              <a:t>(</a:t>
            </a:r>
            <a:r>
              <a:rPr lang="zh-CN" altLang="en-US" baseline="0" dirty="0"/>
              <a:t>反码</a:t>
            </a:r>
            <a:r>
              <a:rPr lang="en-US" altLang="zh-CN" baseline="0" dirty="0"/>
              <a:t>)</a:t>
            </a:r>
            <a:r>
              <a:rPr lang="en-US" altLang="zh-CN" baseline="0" dirty="0">
                <a:latin typeface="Franklin Gothic Book" panose="020B0503020102020204" pitchFamily="34" charset="0"/>
              </a:rPr>
              <a:t>	</a:t>
            </a:r>
            <a:r>
              <a:rPr lang="en-US" altLang="zh-CN" sz="2800" baseline="0" dirty="0">
                <a:latin typeface="CourierPS" pitchFamily="49" charset="0"/>
              </a:rPr>
              <a:t>		</a:t>
            </a:r>
            <a:r>
              <a:rPr lang="en-US" altLang="zh-CN" baseline="0" dirty="0"/>
              <a:t>(</a:t>
            </a:r>
            <a:r>
              <a:rPr lang="zh-CN" altLang="en-US" baseline="0" dirty="0"/>
              <a:t>反码</a:t>
            </a:r>
            <a:r>
              <a:rPr lang="en-US" altLang="zh-CN" baseline="0" dirty="0"/>
              <a:t>)</a:t>
            </a:r>
            <a:endParaRPr lang="en-US" altLang="zh-CN" baseline="0" dirty="0"/>
          </a:p>
          <a:p>
            <a:r>
              <a:rPr lang="en-US" altLang="zh-CN" sz="2800" b="1" baseline="0" dirty="0">
                <a:latin typeface="CourierPS" pitchFamily="49" charset="0"/>
              </a:rPr>
              <a:t>	+</a:t>
            </a:r>
            <a:r>
              <a:rPr lang="en-US" altLang="zh-CN" sz="2800" b="1" u="sng" baseline="0" dirty="0">
                <a:latin typeface="CourierPS" pitchFamily="49" charset="0"/>
              </a:rPr>
              <a:t>	1</a:t>
            </a:r>
            <a:r>
              <a:rPr lang="en-US" altLang="zh-CN" sz="2800" b="1" baseline="0" dirty="0">
                <a:latin typeface="CourierPS" pitchFamily="49" charset="0"/>
              </a:rPr>
              <a:t>	</a:t>
            </a:r>
            <a:r>
              <a:rPr lang="en-US" altLang="zh-CN" sz="2400" baseline="0" dirty="0">
                <a:latin typeface="Franklin Gothic Book" panose="020B0503020102020204" pitchFamily="34" charset="0"/>
              </a:rPr>
              <a:t>	</a:t>
            </a:r>
            <a:r>
              <a:rPr lang="en-US" altLang="zh-CN" sz="2800" b="1" baseline="0" dirty="0">
                <a:latin typeface="CourierPS" pitchFamily="49" charset="0"/>
              </a:rPr>
              <a:t>+</a:t>
            </a:r>
            <a:r>
              <a:rPr lang="en-US" altLang="zh-CN" sz="2800" b="1" u="sng" baseline="0" dirty="0">
                <a:latin typeface="CourierPS" pitchFamily="49" charset="0"/>
              </a:rPr>
              <a:t>	1</a:t>
            </a:r>
            <a:r>
              <a:rPr lang="en-US" altLang="zh-CN" sz="2800" b="1" baseline="0" dirty="0">
                <a:latin typeface="CourierPS" pitchFamily="49" charset="0"/>
              </a:rPr>
              <a:t>	</a:t>
            </a:r>
            <a:endParaRPr lang="en-US" altLang="zh-CN" sz="2400" baseline="0" dirty="0">
              <a:latin typeface="Franklin Gothic Book" panose="020B0503020102020204" pitchFamily="34" charset="0"/>
            </a:endParaRPr>
          </a:p>
          <a:p>
            <a:r>
              <a:rPr lang="en-US" altLang="zh-CN" sz="2800" b="1" baseline="0" dirty="0">
                <a:latin typeface="CourierPS" pitchFamily="49" charset="0"/>
              </a:rPr>
              <a:t>		11011	</a:t>
            </a:r>
            <a:r>
              <a:rPr lang="en-US" altLang="zh-CN" sz="2400" baseline="0" dirty="0"/>
              <a:t>(-5)</a:t>
            </a:r>
            <a:r>
              <a:rPr lang="en-US" altLang="zh-CN" sz="2400" baseline="0" dirty="0">
                <a:latin typeface="Franklin Gothic Book" panose="020B0503020102020204" pitchFamily="34" charset="0"/>
              </a:rPr>
              <a:t>	</a:t>
            </a:r>
            <a:r>
              <a:rPr lang="en-US" altLang="zh-CN" sz="2800" b="1" baseline="0" dirty="0">
                <a:latin typeface="CourierPS" pitchFamily="49" charset="0"/>
              </a:rPr>
              <a:t>	</a:t>
            </a:r>
            <a:r>
              <a:rPr lang="en-US" altLang="zh-CN" sz="2400" baseline="0" dirty="0">
                <a:latin typeface="Franklin Gothic Book" panose="020B0503020102020204" pitchFamily="34" charset="0"/>
              </a:rPr>
              <a:t>	</a:t>
            </a:r>
            <a:r>
              <a:rPr lang="en-US" altLang="zh-CN" sz="2400" baseline="0" dirty="0"/>
              <a:t>(-9)</a:t>
            </a:r>
            <a:endParaRPr lang="en-US" altLang="zh-CN" sz="2400" baseline="0" dirty="0"/>
          </a:p>
        </p:txBody>
      </p:sp>
      <p:sp>
        <p:nvSpPr>
          <p:cNvPr id="8" name="AutoShape 5"/>
          <p:cNvSpPr>
            <a:spLocks noChangeArrowheads="1"/>
          </p:cNvSpPr>
          <p:nvPr/>
        </p:nvSpPr>
        <p:spPr bwMode="auto">
          <a:xfrm>
            <a:off x="2514600" y="4267200"/>
            <a:ext cx="381000" cy="533400"/>
          </a:xfrm>
          <a:prstGeom prst="curvedRightArrow">
            <a:avLst>
              <a:gd name="adj1" fmla="val 28000"/>
              <a:gd name="adj2" fmla="val 56000"/>
              <a:gd name="adj3" fmla="val 33333"/>
            </a:avLst>
          </a:prstGeom>
          <a:solidFill>
            <a:schemeClr val="bg1"/>
          </a:solidFill>
          <a:ln w="9525">
            <a:solidFill>
              <a:schemeClr val="tx1"/>
            </a:solidFill>
            <a:miter lim="800000"/>
          </a:ln>
        </p:spPr>
        <p:txBody>
          <a:bodyPr wrap="none" anchor="ctr"/>
          <a:lstStyle>
            <a:lvl1pPr eaLnBrk="0" hangingPunct="0">
              <a:defRPr baseline="-25000">
                <a:solidFill>
                  <a:schemeClr val="tx1"/>
                </a:solidFill>
                <a:latin typeface="Arial" panose="020B0604020202020204" pitchFamily="34" charset="0"/>
                <a:ea typeface="宋体" panose="02010600030101010101" pitchFamily="2" charset="-122"/>
              </a:defRPr>
            </a:lvl1pPr>
            <a:lvl2pPr marL="742950" indent="-285750" eaLnBrk="0" hangingPunct="0">
              <a:defRPr baseline="-25000">
                <a:solidFill>
                  <a:schemeClr val="tx1"/>
                </a:solidFill>
                <a:latin typeface="Arial" panose="020B0604020202020204" pitchFamily="34" charset="0"/>
                <a:ea typeface="宋体" panose="02010600030101010101" pitchFamily="2" charset="-122"/>
              </a:defRPr>
            </a:lvl2pPr>
            <a:lvl3pPr marL="1143000" indent="-228600" eaLnBrk="0" hangingPunct="0">
              <a:defRPr baseline="-25000">
                <a:solidFill>
                  <a:schemeClr val="tx1"/>
                </a:solidFill>
                <a:latin typeface="Arial" panose="020B0604020202020204" pitchFamily="34" charset="0"/>
                <a:ea typeface="宋体" panose="02010600030101010101" pitchFamily="2" charset="-122"/>
              </a:defRPr>
            </a:lvl3pPr>
            <a:lvl4pPr marL="1600200" indent="-228600" eaLnBrk="0" hangingPunct="0">
              <a:defRPr baseline="-25000">
                <a:solidFill>
                  <a:schemeClr val="tx1"/>
                </a:solidFill>
                <a:latin typeface="Arial" panose="020B0604020202020204" pitchFamily="34" charset="0"/>
                <a:ea typeface="宋体" panose="02010600030101010101" pitchFamily="2" charset="-122"/>
              </a:defRPr>
            </a:lvl4pPr>
            <a:lvl5pPr marL="2057400" indent="-228600" eaLnBrk="0" hangingPunct="0">
              <a:defRPr baseline="-25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aseline="-25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aseline="-25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aseline="-25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aseline="-25000">
                <a:solidFill>
                  <a:schemeClr val="tx1"/>
                </a:solidFill>
                <a:latin typeface="Arial" panose="020B0604020202020204" pitchFamily="34" charset="0"/>
                <a:ea typeface="宋体" panose="02010600030101010101" pitchFamily="2" charset="-122"/>
              </a:defRPr>
            </a:lvl9pPr>
          </a:lstStyle>
          <a:p>
            <a:pPr algn="ctr"/>
            <a:endParaRPr lang="zh-CN" altLang="en-US" sz="2400" baseline="0"/>
          </a:p>
        </p:txBody>
      </p:sp>
      <p:sp>
        <p:nvSpPr>
          <p:cNvPr id="9" name="AutoShape 6"/>
          <p:cNvSpPr>
            <a:spLocks noChangeArrowheads="1"/>
          </p:cNvSpPr>
          <p:nvPr/>
        </p:nvSpPr>
        <p:spPr bwMode="auto">
          <a:xfrm>
            <a:off x="5638800" y="4267200"/>
            <a:ext cx="381000" cy="533400"/>
          </a:xfrm>
          <a:prstGeom prst="curvedRightArrow">
            <a:avLst>
              <a:gd name="adj1" fmla="val 28000"/>
              <a:gd name="adj2" fmla="val 56000"/>
              <a:gd name="adj3" fmla="val 33333"/>
            </a:avLst>
          </a:prstGeom>
          <a:solidFill>
            <a:schemeClr val="bg1"/>
          </a:solidFill>
          <a:ln w="9525">
            <a:solidFill>
              <a:schemeClr val="tx1"/>
            </a:solidFill>
            <a:miter lim="800000"/>
          </a:ln>
        </p:spPr>
        <p:txBody>
          <a:bodyPr wrap="none" anchor="ctr"/>
          <a:lstStyle>
            <a:lvl1pPr eaLnBrk="0" hangingPunct="0">
              <a:defRPr baseline="-25000">
                <a:solidFill>
                  <a:schemeClr val="tx1"/>
                </a:solidFill>
                <a:latin typeface="Arial" panose="020B0604020202020204" pitchFamily="34" charset="0"/>
                <a:ea typeface="宋体" panose="02010600030101010101" pitchFamily="2" charset="-122"/>
              </a:defRPr>
            </a:lvl1pPr>
            <a:lvl2pPr marL="742950" indent="-285750" eaLnBrk="0" hangingPunct="0">
              <a:defRPr baseline="-25000">
                <a:solidFill>
                  <a:schemeClr val="tx1"/>
                </a:solidFill>
                <a:latin typeface="Arial" panose="020B0604020202020204" pitchFamily="34" charset="0"/>
                <a:ea typeface="宋体" panose="02010600030101010101" pitchFamily="2" charset="-122"/>
              </a:defRPr>
            </a:lvl2pPr>
            <a:lvl3pPr marL="1143000" indent="-228600" eaLnBrk="0" hangingPunct="0">
              <a:defRPr baseline="-25000">
                <a:solidFill>
                  <a:schemeClr val="tx1"/>
                </a:solidFill>
                <a:latin typeface="Arial" panose="020B0604020202020204" pitchFamily="34" charset="0"/>
                <a:ea typeface="宋体" panose="02010600030101010101" pitchFamily="2" charset="-122"/>
              </a:defRPr>
            </a:lvl3pPr>
            <a:lvl4pPr marL="1600200" indent="-228600" eaLnBrk="0" hangingPunct="0">
              <a:defRPr baseline="-25000">
                <a:solidFill>
                  <a:schemeClr val="tx1"/>
                </a:solidFill>
                <a:latin typeface="Arial" panose="020B0604020202020204" pitchFamily="34" charset="0"/>
                <a:ea typeface="宋体" panose="02010600030101010101" pitchFamily="2" charset="-122"/>
              </a:defRPr>
            </a:lvl4pPr>
            <a:lvl5pPr marL="2057400" indent="-228600" eaLnBrk="0" hangingPunct="0">
              <a:defRPr baseline="-25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aseline="-25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aseline="-25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aseline="-25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aseline="-25000">
                <a:solidFill>
                  <a:schemeClr val="tx1"/>
                </a:solidFill>
                <a:latin typeface="Arial" panose="020B0604020202020204" pitchFamily="34" charset="0"/>
                <a:ea typeface="宋体" panose="02010600030101010101" pitchFamily="2" charset="-122"/>
              </a:defRPr>
            </a:lvl9pPr>
          </a:lstStyle>
          <a:p>
            <a:pPr algn="ctr"/>
            <a:endParaRPr lang="zh-CN" altLang="en-US" sz="2400" baseline="0"/>
          </a:p>
        </p:txBody>
      </p:sp>
      <p:sp>
        <p:nvSpPr>
          <p:cNvPr id="2" name="灯片编号占位符 1"/>
          <p:cNvSpPr>
            <a:spLocks noGrp="1"/>
          </p:cNvSpPr>
          <p:nvPr>
            <p:ph type="sldNum" sz="quarter" idx="12"/>
          </p:nvPr>
        </p:nvSpPr>
        <p:spPr/>
        <p:txBody>
          <a:bodyPr/>
          <a:lstStyle/>
          <a:p>
            <a:pPr>
              <a:defRPr/>
            </a:pPr>
            <a:fld id="{7C93F2F6-B200-4836-9340-136DE7987878}" type="slidenum">
              <a:rPr lang="en-US" smtClean="0"/>
            </a:fld>
            <a:endParaRPr lang="en-US"/>
          </a:p>
        </p:txBody>
      </p:sp>
    </p:spTree>
  </p:cSld>
  <p:clrMapOvr>
    <a:masterClrMapping/>
  </p:clrMapOvr>
  <p:transition spd="med">
    <p:strips dir="rd"/>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1604" name="Rectangle 3"/>
          <p:cNvSpPr>
            <a:spLocks noGrp="1" noChangeArrowheads="1"/>
          </p:cNvSpPr>
          <p:nvPr>
            <p:ph type="body" idx="4294967295"/>
          </p:nvPr>
        </p:nvSpPr>
        <p:spPr>
          <a:xfrm>
            <a:off x="1789114" y="1112839"/>
            <a:ext cx="8453437" cy="1092026"/>
          </a:xfrm>
        </p:spPr>
        <p:txBody>
          <a:bodyPr/>
          <a:lstStyle/>
          <a:p>
            <a:pPr marL="0" indent="0">
              <a:buNone/>
            </a:pPr>
            <a:r>
              <a:rPr lang="zh-CN" altLang="en-US" sz="2800" dirty="0">
                <a:latin typeface="隶书" panose="02010509060101010101" pitchFamily="49" charset="-122"/>
                <a:ea typeface="隶书" panose="02010509060101010101" pitchFamily="49" charset="-122"/>
              </a:rPr>
              <a:t>补码表示数的范围：</a:t>
            </a:r>
            <a:r>
              <a:rPr lang="en-US" altLang="zh-CN" sz="2800" dirty="0">
                <a:latin typeface="隶书" panose="02010509060101010101" pitchFamily="49" charset="-122"/>
                <a:ea typeface="隶书" panose="02010509060101010101" pitchFamily="49" charset="-122"/>
              </a:rPr>
              <a:t>-2</a:t>
            </a:r>
            <a:r>
              <a:rPr lang="en-US" altLang="zh-CN" sz="2800" baseline="30000" dirty="0">
                <a:latin typeface="隶书" panose="02010509060101010101" pitchFamily="49" charset="-122"/>
                <a:ea typeface="隶书" panose="02010509060101010101" pitchFamily="49" charset="-122"/>
              </a:rPr>
              <a:t>n-1</a:t>
            </a:r>
            <a:r>
              <a:rPr lang="zh-CN" altLang="en-US" sz="2800" dirty="0">
                <a:latin typeface="隶书" panose="02010509060101010101" pitchFamily="49" charset="-122"/>
                <a:ea typeface="隶书" panose="02010509060101010101" pitchFamily="49" charset="-122"/>
              </a:rPr>
              <a:t>到</a:t>
            </a:r>
            <a:r>
              <a:rPr lang="en-US" altLang="zh-CN" sz="2800" dirty="0">
                <a:latin typeface="隶书" panose="02010509060101010101" pitchFamily="49" charset="-122"/>
                <a:ea typeface="隶书" panose="02010509060101010101" pitchFamily="49" charset="-122"/>
              </a:rPr>
              <a:t>2</a:t>
            </a:r>
            <a:r>
              <a:rPr lang="en-US" altLang="zh-CN" sz="2800" baseline="30000" dirty="0">
                <a:latin typeface="隶书" panose="02010509060101010101" pitchFamily="49" charset="-122"/>
                <a:ea typeface="隶书" panose="02010509060101010101" pitchFamily="49" charset="-122"/>
              </a:rPr>
              <a:t>n-1</a:t>
            </a:r>
            <a:r>
              <a:rPr lang="en-US" altLang="zh-CN" sz="2800" dirty="0">
                <a:latin typeface="隶书" panose="02010509060101010101" pitchFamily="49" charset="-122"/>
                <a:ea typeface="隶书" panose="02010509060101010101" pitchFamily="49" charset="-122"/>
              </a:rPr>
              <a:t>-1.</a:t>
            </a:r>
            <a:endParaRPr lang="en-US" altLang="zh-CN" sz="2800" dirty="0">
              <a:latin typeface="隶书" panose="02010509060101010101" pitchFamily="49" charset="-122"/>
              <a:ea typeface="隶书" panose="02010509060101010101" pitchFamily="49" charset="-122"/>
            </a:endParaRPr>
          </a:p>
        </p:txBody>
      </p:sp>
      <p:sp>
        <p:nvSpPr>
          <p:cNvPr id="8" name="Rectangle 14"/>
          <p:cNvSpPr txBox="1">
            <a:spLocks noChangeArrowheads="1"/>
          </p:cNvSpPr>
          <p:nvPr/>
        </p:nvSpPr>
        <p:spPr>
          <a:xfrm>
            <a:off x="2927351" y="76200"/>
            <a:ext cx="6537325" cy="762000"/>
          </a:xfrm>
          <a:prstGeom prst="rect">
            <a:avLst/>
          </a:prstGeom>
          <a:noFill/>
        </p:spPr>
        <p:txBody>
          <a:bodyPr/>
          <a:lstStyle>
            <a:lvl1pPr algn="l" rtl="0" fontAlgn="base">
              <a:spcBef>
                <a:spcPct val="0"/>
              </a:spcBef>
              <a:spcAft>
                <a:spcPct val="0"/>
              </a:spcAft>
              <a:defRPr kumimoji="1" sz="4000">
                <a:solidFill>
                  <a:srgbClr val="FF9900"/>
                </a:solidFill>
                <a:effectLst>
                  <a:outerShdw blurRad="38100" dist="38100" dir="2700000" algn="tl">
                    <a:srgbClr val="000000"/>
                  </a:outerShdw>
                </a:effectLst>
                <a:latin typeface="+mj-lt"/>
                <a:ea typeface="+mj-ea"/>
                <a:cs typeface="+mj-cs"/>
              </a:defRPr>
            </a:lvl1pPr>
            <a:lvl2pPr algn="l" rtl="0" fontAlgn="base">
              <a:spcBef>
                <a:spcPct val="0"/>
              </a:spcBef>
              <a:spcAft>
                <a:spcPct val="0"/>
              </a:spcAft>
              <a:defRPr kumimoji="1" sz="4000">
                <a:solidFill>
                  <a:srgbClr val="FF9900"/>
                </a:solidFill>
                <a:effectLst>
                  <a:outerShdw blurRad="38100" dist="38100" dir="2700000" algn="tl">
                    <a:srgbClr val="000000"/>
                  </a:outerShdw>
                </a:effectLst>
                <a:latin typeface="Tahoma" panose="020B0604030504040204" pitchFamily="34" charset="0"/>
                <a:ea typeface="华文琥珀" panose="02010800040101010101" pitchFamily="2" charset="-122"/>
              </a:defRPr>
            </a:lvl2pPr>
            <a:lvl3pPr algn="l" rtl="0" fontAlgn="base">
              <a:spcBef>
                <a:spcPct val="0"/>
              </a:spcBef>
              <a:spcAft>
                <a:spcPct val="0"/>
              </a:spcAft>
              <a:defRPr kumimoji="1" sz="4000">
                <a:solidFill>
                  <a:srgbClr val="FF9900"/>
                </a:solidFill>
                <a:effectLst>
                  <a:outerShdw blurRad="38100" dist="38100" dir="2700000" algn="tl">
                    <a:srgbClr val="000000"/>
                  </a:outerShdw>
                </a:effectLst>
                <a:latin typeface="Tahoma" panose="020B0604030504040204" pitchFamily="34" charset="0"/>
                <a:ea typeface="华文琥珀" panose="02010800040101010101" pitchFamily="2" charset="-122"/>
              </a:defRPr>
            </a:lvl3pPr>
            <a:lvl4pPr algn="l" rtl="0" fontAlgn="base">
              <a:spcBef>
                <a:spcPct val="0"/>
              </a:spcBef>
              <a:spcAft>
                <a:spcPct val="0"/>
              </a:spcAft>
              <a:defRPr kumimoji="1" sz="4000">
                <a:solidFill>
                  <a:srgbClr val="FF9900"/>
                </a:solidFill>
                <a:effectLst>
                  <a:outerShdw blurRad="38100" dist="38100" dir="2700000" algn="tl">
                    <a:srgbClr val="000000"/>
                  </a:outerShdw>
                </a:effectLst>
                <a:latin typeface="Tahoma" panose="020B0604030504040204" pitchFamily="34" charset="0"/>
                <a:ea typeface="华文琥珀" panose="02010800040101010101" pitchFamily="2" charset="-122"/>
              </a:defRPr>
            </a:lvl4pPr>
            <a:lvl5pPr algn="l" rtl="0" fontAlgn="base">
              <a:spcBef>
                <a:spcPct val="0"/>
              </a:spcBef>
              <a:spcAft>
                <a:spcPct val="0"/>
              </a:spcAft>
              <a:defRPr kumimoji="1" sz="4000">
                <a:solidFill>
                  <a:srgbClr val="FF9900"/>
                </a:solidFill>
                <a:effectLst>
                  <a:outerShdw blurRad="38100" dist="38100" dir="2700000" algn="tl">
                    <a:srgbClr val="000000"/>
                  </a:outerShdw>
                </a:effectLst>
                <a:latin typeface="Tahoma" panose="020B0604030504040204" pitchFamily="34" charset="0"/>
                <a:ea typeface="华文琥珀" panose="02010800040101010101" pitchFamily="2" charset="-122"/>
              </a:defRPr>
            </a:lvl5pPr>
            <a:lvl6pPr marL="457200" algn="l" rtl="0" fontAlgn="base">
              <a:spcBef>
                <a:spcPct val="0"/>
              </a:spcBef>
              <a:spcAft>
                <a:spcPct val="0"/>
              </a:spcAft>
              <a:defRPr kumimoji="1" sz="4000">
                <a:solidFill>
                  <a:srgbClr val="FF9900"/>
                </a:solidFill>
                <a:effectLst>
                  <a:outerShdw blurRad="38100" dist="38100" dir="2700000" algn="tl">
                    <a:srgbClr val="000000"/>
                  </a:outerShdw>
                </a:effectLst>
                <a:latin typeface="Tahoma" panose="020B0604030504040204" pitchFamily="34" charset="0"/>
                <a:ea typeface="华文琥珀" panose="02010800040101010101" pitchFamily="2" charset="-122"/>
              </a:defRPr>
            </a:lvl6pPr>
            <a:lvl7pPr marL="914400" algn="l" rtl="0" fontAlgn="base">
              <a:spcBef>
                <a:spcPct val="0"/>
              </a:spcBef>
              <a:spcAft>
                <a:spcPct val="0"/>
              </a:spcAft>
              <a:defRPr kumimoji="1" sz="4000">
                <a:solidFill>
                  <a:srgbClr val="FF9900"/>
                </a:solidFill>
                <a:effectLst>
                  <a:outerShdw blurRad="38100" dist="38100" dir="2700000" algn="tl">
                    <a:srgbClr val="000000"/>
                  </a:outerShdw>
                </a:effectLst>
                <a:latin typeface="Tahoma" panose="020B0604030504040204" pitchFamily="34" charset="0"/>
                <a:ea typeface="华文琥珀" panose="02010800040101010101" pitchFamily="2" charset="-122"/>
              </a:defRPr>
            </a:lvl7pPr>
            <a:lvl8pPr marL="1371600" algn="l" rtl="0" fontAlgn="base">
              <a:spcBef>
                <a:spcPct val="0"/>
              </a:spcBef>
              <a:spcAft>
                <a:spcPct val="0"/>
              </a:spcAft>
              <a:defRPr kumimoji="1" sz="4000">
                <a:solidFill>
                  <a:srgbClr val="FF9900"/>
                </a:solidFill>
                <a:effectLst>
                  <a:outerShdw blurRad="38100" dist="38100" dir="2700000" algn="tl">
                    <a:srgbClr val="000000"/>
                  </a:outerShdw>
                </a:effectLst>
                <a:latin typeface="Tahoma" panose="020B0604030504040204" pitchFamily="34" charset="0"/>
                <a:ea typeface="华文琥珀" panose="02010800040101010101" pitchFamily="2" charset="-122"/>
              </a:defRPr>
            </a:lvl8pPr>
            <a:lvl9pPr marL="1828800" algn="l" rtl="0" fontAlgn="base">
              <a:spcBef>
                <a:spcPct val="0"/>
              </a:spcBef>
              <a:spcAft>
                <a:spcPct val="0"/>
              </a:spcAft>
              <a:defRPr kumimoji="1" sz="4000">
                <a:solidFill>
                  <a:srgbClr val="FF9900"/>
                </a:solidFill>
                <a:effectLst>
                  <a:outerShdw blurRad="38100" dist="38100" dir="2700000" algn="tl">
                    <a:srgbClr val="000000"/>
                  </a:outerShdw>
                </a:effectLst>
                <a:latin typeface="Tahoma" panose="020B0604030504040204" pitchFamily="34" charset="0"/>
                <a:ea typeface="华文琥珀" panose="02010800040101010101" pitchFamily="2" charset="-122"/>
              </a:defRPr>
            </a:lvl9pPr>
          </a:lstStyle>
          <a:p>
            <a:pPr algn="ctr"/>
            <a:r>
              <a:rPr lang="en-US" altLang="zh-CN" kern="0">
                <a:latin typeface="华文琥珀" panose="02010800040101010101" pitchFamily="2" charset="-122"/>
              </a:rPr>
              <a:t>2</a:t>
            </a:r>
            <a:r>
              <a:rPr lang="zh-CN" altLang="en-US" kern="0">
                <a:latin typeface="华文琥珀" panose="02010800040101010101" pitchFamily="2" charset="-122"/>
              </a:rPr>
              <a:t>.</a:t>
            </a:r>
            <a:r>
              <a:rPr lang="en-US" altLang="zh-CN" kern="0">
                <a:latin typeface="华文琥珀" panose="02010800040101010101" pitchFamily="2" charset="-122"/>
              </a:rPr>
              <a:t>3</a:t>
            </a:r>
            <a:r>
              <a:rPr lang="zh-CN" altLang="en-US" kern="0">
                <a:latin typeface="华文琥珀" panose="02010800040101010101" pitchFamily="2" charset="-122"/>
              </a:rPr>
              <a:t> 补码</a:t>
            </a:r>
            <a:endParaRPr lang="zh-CN" altLang="en-US" kern="0" dirty="0">
              <a:latin typeface="华文琥珀" panose="02010800040101010101" pitchFamily="2" charset="-122"/>
            </a:endParaRPr>
          </a:p>
        </p:txBody>
      </p:sp>
      <p:graphicFrame>
        <p:nvGraphicFramePr>
          <p:cNvPr id="9" name="Group 4"/>
          <p:cNvGraphicFramePr>
            <a:graphicFrameLocks noGrp="1"/>
          </p:cNvGraphicFramePr>
          <p:nvPr/>
        </p:nvGraphicFramePr>
        <p:xfrm>
          <a:off x="2362200" y="2204864"/>
          <a:ext cx="3048000" cy="3657600"/>
        </p:xfrm>
        <a:graphic>
          <a:graphicData uri="http://schemas.openxmlformats.org/drawingml/2006/table">
            <a:tbl>
              <a:tblPr/>
              <a:tblGrid>
                <a:gridCol w="533400"/>
                <a:gridCol w="533400"/>
                <a:gridCol w="457200"/>
                <a:gridCol w="558800"/>
                <a:gridCol w="965200"/>
              </a:tblGrid>
              <a:tr h="406400">
                <a:tc>
                  <a:txBody>
                    <a:bodyPr/>
                    <a:lstStyle>
                      <a:lvl1pPr eaLnBrk="0" hangingPunct="0">
                        <a:spcBef>
                          <a:spcPct val="20000"/>
                        </a:spcBef>
                        <a:buFont typeface="Wingdings" panose="05000000000000000000" pitchFamily="2" charset="2"/>
                        <a:defRPr sz="2000" b="1">
                          <a:solidFill>
                            <a:schemeClr val="tx1"/>
                          </a:solidFill>
                          <a:latin typeface="Arial" panose="020B0604020202020204" pitchFamily="34" charset="0"/>
                          <a:ea typeface="黑体" panose="02010609060101010101" charset="-122"/>
                        </a:defRPr>
                      </a:lvl1pPr>
                      <a:lvl2pPr marL="742950" indent="-285750" eaLnBrk="0" hangingPunct="0">
                        <a:spcBef>
                          <a:spcPct val="20000"/>
                        </a:spcBef>
                        <a:buFont typeface="Wingdings" panose="05000000000000000000" pitchFamily="2" charset="2"/>
                        <a:defRPr b="1">
                          <a:solidFill>
                            <a:schemeClr val="tx1"/>
                          </a:solidFill>
                          <a:latin typeface="Arial" panose="020B0604020202020204" pitchFamily="34" charset="0"/>
                          <a:ea typeface="楷体_GB2312" pitchFamily="49" charset="-122"/>
                        </a:defRPr>
                      </a:lvl2pPr>
                      <a:lvl3pPr marL="1143000" indent="-228600" eaLnBrk="0" hangingPunct="0">
                        <a:spcBef>
                          <a:spcPct val="20000"/>
                        </a:spcBef>
                        <a:buFont typeface="Gungsuh" pitchFamily="18" charset="-127"/>
                        <a:defRPr sz="1600"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sz="1400">
                          <a:solidFill>
                            <a:schemeClr val="tx1"/>
                          </a:solidFill>
                          <a:latin typeface="Arial" panose="020B0604020202020204" pitchFamily="34" charset="0"/>
                          <a:ea typeface="黑体" panose="02010609060101010101" charset="-122"/>
                        </a:defRPr>
                      </a:lvl4pPr>
                      <a:lvl5pPr marL="2057400" indent="-228600" eaLnBrk="0" hangingPunct="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0" fontAlgn="base" latinLnBrk="0" hangingPunct="0">
                        <a:lnSpc>
                          <a:spcPct val="100000"/>
                        </a:lnSpc>
                        <a:spcBef>
                          <a:spcPct val="20000"/>
                        </a:spcBef>
                        <a:spcAft>
                          <a:spcPct val="0"/>
                        </a:spcAft>
                        <a:buClrTx/>
                        <a:buSzTx/>
                        <a:buFont typeface="Wingdings" panose="05000000000000000000" pitchFamily="2" charset="2"/>
                        <a:buNone/>
                      </a:pPr>
                      <a:r>
                        <a:rPr kumimoji="0" lang="en-US" altLang="zh-CN" sz="2000" b="1" i="0" u="none" strike="noStrike" cap="none" normalizeH="0" baseline="0" dirty="0">
                          <a:ln>
                            <a:noFill/>
                          </a:ln>
                          <a:solidFill>
                            <a:schemeClr val="tx1"/>
                          </a:solidFill>
                          <a:effectLst/>
                          <a:latin typeface="Arial" panose="020B0604020202020204" pitchFamily="34" charset="0"/>
                          <a:ea typeface="宋体" panose="02010600030101010101" pitchFamily="2" charset="-122"/>
                        </a:rPr>
                        <a:t> 2</a:t>
                      </a:r>
                      <a:r>
                        <a:rPr kumimoji="0" lang="en-US" altLang="zh-CN" sz="2000" b="1" i="0" u="none" strike="noStrike" cap="none" normalizeH="0" baseline="30000" dirty="0">
                          <a:ln>
                            <a:noFill/>
                          </a:ln>
                          <a:solidFill>
                            <a:schemeClr val="tx1"/>
                          </a:solidFill>
                          <a:effectLst/>
                          <a:latin typeface="Arial" panose="020B0604020202020204" pitchFamily="34" charset="0"/>
                          <a:ea typeface="宋体" panose="02010600030101010101" pitchFamily="2" charset="-122"/>
                        </a:rPr>
                        <a:t>3</a:t>
                      </a:r>
                      <a:endParaRPr kumimoji="0" lang="en-US" altLang="zh-CN" sz="2000" b="1" i="0" u="none" strike="noStrike" cap="none" normalizeH="0" baseline="30000" dirty="0">
                        <a:ln>
                          <a:noFill/>
                        </a:ln>
                        <a:solidFill>
                          <a:schemeClr val="tx1"/>
                        </a:solidFill>
                        <a:effectLst/>
                        <a:latin typeface="Arial" panose="020B0604020202020204" pitchFamily="34" charset="0"/>
                        <a:ea typeface="宋体" panose="02010600030101010101" pitchFamily="2" charset="-122"/>
                      </a:endParaRPr>
                    </a:p>
                  </a:txBody>
                  <a:tcPr horzOverflow="overflow">
                    <a:lnL>
                      <a:noFill/>
                    </a:lnL>
                    <a:lnR>
                      <a:noFill/>
                    </a:lnR>
                    <a:lnT>
                      <a:noFill/>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Font typeface="Wingdings" panose="05000000000000000000" pitchFamily="2" charset="2"/>
                        <a:defRPr sz="2000" b="1">
                          <a:solidFill>
                            <a:schemeClr val="tx1"/>
                          </a:solidFill>
                          <a:latin typeface="Arial" panose="020B0604020202020204" pitchFamily="34" charset="0"/>
                          <a:ea typeface="黑体" panose="02010609060101010101" charset="-122"/>
                        </a:defRPr>
                      </a:lvl1pPr>
                      <a:lvl2pPr marL="742950" indent="-285750" eaLnBrk="0" hangingPunct="0">
                        <a:spcBef>
                          <a:spcPct val="20000"/>
                        </a:spcBef>
                        <a:buFont typeface="Wingdings" panose="05000000000000000000" pitchFamily="2" charset="2"/>
                        <a:defRPr b="1">
                          <a:solidFill>
                            <a:schemeClr val="tx1"/>
                          </a:solidFill>
                          <a:latin typeface="Arial" panose="020B0604020202020204" pitchFamily="34" charset="0"/>
                          <a:ea typeface="楷体_GB2312" pitchFamily="49" charset="-122"/>
                        </a:defRPr>
                      </a:lvl2pPr>
                      <a:lvl3pPr marL="1143000" indent="-228600" eaLnBrk="0" hangingPunct="0">
                        <a:spcBef>
                          <a:spcPct val="20000"/>
                        </a:spcBef>
                        <a:buFont typeface="Gungsuh" pitchFamily="18" charset="-127"/>
                        <a:defRPr sz="1600"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sz="1400">
                          <a:solidFill>
                            <a:schemeClr val="tx1"/>
                          </a:solidFill>
                          <a:latin typeface="Arial" panose="020B0604020202020204" pitchFamily="34" charset="0"/>
                          <a:ea typeface="黑体" panose="02010609060101010101" charset="-122"/>
                        </a:defRPr>
                      </a:lvl4pPr>
                      <a:lvl5pPr marL="2057400" indent="-228600" eaLnBrk="0" hangingPunct="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0" fontAlgn="base" latinLnBrk="0" hangingPunct="0">
                        <a:lnSpc>
                          <a:spcPct val="100000"/>
                        </a:lnSpc>
                        <a:spcBef>
                          <a:spcPct val="20000"/>
                        </a:spcBef>
                        <a:spcAft>
                          <a:spcPct val="0"/>
                        </a:spcAft>
                        <a:buClrTx/>
                        <a:buSzTx/>
                        <a:buFont typeface="Wingdings" panose="05000000000000000000" pitchFamily="2" charset="2"/>
                        <a:buNone/>
                      </a:pPr>
                      <a:r>
                        <a:rPr kumimoji="0" lang="en-US"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rPr>
                        <a:t>2</a:t>
                      </a:r>
                      <a:r>
                        <a:rPr kumimoji="0" lang="en-US" altLang="zh-CN" sz="2000" b="1" i="0" u="none" strike="noStrike" cap="none" normalizeH="0" baseline="30000">
                          <a:ln>
                            <a:noFill/>
                          </a:ln>
                          <a:solidFill>
                            <a:schemeClr val="tx1"/>
                          </a:solidFill>
                          <a:effectLst/>
                          <a:latin typeface="Arial" panose="020B0604020202020204" pitchFamily="34" charset="0"/>
                          <a:ea typeface="宋体" panose="02010600030101010101" pitchFamily="2" charset="-122"/>
                        </a:rPr>
                        <a:t>2</a:t>
                      </a:r>
                      <a:endParaRPr kumimoji="0" lang="en-US" altLang="zh-CN" sz="2000" b="1" i="0" u="none" strike="noStrike" cap="none" normalizeH="0" baseline="30000">
                        <a:ln>
                          <a:noFill/>
                        </a:ln>
                        <a:solidFill>
                          <a:schemeClr val="tx1"/>
                        </a:solidFill>
                        <a:effectLst/>
                        <a:latin typeface="Arial" panose="020B0604020202020204" pitchFamily="34" charset="0"/>
                        <a:ea typeface="宋体" panose="02010600030101010101" pitchFamily="2" charset="-122"/>
                      </a:endParaRPr>
                    </a:p>
                  </a:txBody>
                  <a:tcPr horzOverflow="overflow">
                    <a:lnL>
                      <a:noFill/>
                    </a:lnL>
                    <a:lnR>
                      <a:noFill/>
                    </a:lnR>
                    <a:lnT>
                      <a:noFill/>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Font typeface="Wingdings" panose="05000000000000000000" pitchFamily="2" charset="2"/>
                        <a:defRPr sz="2000" b="1">
                          <a:solidFill>
                            <a:schemeClr val="tx1"/>
                          </a:solidFill>
                          <a:latin typeface="Arial" panose="020B0604020202020204" pitchFamily="34" charset="0"/>
                          <a:ea typeface="黑体" panose="02010609060101010101" charset="-122"/>
                        </a:defRPr>
                      </a:lvl1pPr>
                      <a:lvl2pPr marL="742950" indent="-285750" eaLnBrk="0" hangingPunct="0">
                        <a:spcBef>
                          <a:spcPct val="20000"/>
                        </a:spcBef>
                        <a:buFont typeface="Wingdings" panose="05000000000000000000" pitchFamily="2" charset="2"/>
                        <a:defRPr b="1">
                          <a:solidFill>
                            <a:schemeClr val="tx1"/>
                          </a:solidFill>
                          <a:latin typeface="Arial" panose="020B0604020202020204" pitchFamily="34" charset="0"/>
                          <a:ea typeface="楷体_GB2312" pitchFamily="49" charset="-122"/>
                        </a:defRPr>
                      </a:lvl2pPr>
                      <a:lvl3pPr marL="1143000" indent="-228600" eaLnBrk="0" hangingPunct="0">
                        <a:spcBef>
                          <a:spcPct val="20000"/>
                        </a:spcBef>
                        <a:buFont typeface="Gungsuh" pitchFamily="18" charset="-127"/>
                        <a:defRPr sz="1600"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sz="1400">
                          <a:solidFill>
                            <a:schemeClr val="tx1"/>
                          </a:solidFill>
                          <a:latin typeface="Arial" panose="020B0604020202020204" pitchFamily="34" charset="0"/>
                          <a:ea typeface="黑体" panose="02010609060101010101" charset="-122"/>
                        </a:defRPr>
                      </a:lvl4pPr>
                      <a:lvl5pPr marL="2057400" indent="-228600" eaLnBrk="0" hangingPunct="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0" fontAlgn="base" latinLnBrk="0" hangingPunct="0">
                        <a:lnSpc>
                          <a:spcPct val="100000"/>
                        </a:lnSpc>
                        <a:spcBef>
                          <a:spcPct val="20000"/>
                        </a:spcBef>
                        <a:spcAft>
                          <a:spcPct val="0"/>
                        </a:spcAft>
                        <a:buClrTx/>
                        <a:buSzTx/>
                        <a:buFont typeface="Wingdings" panose="05000000000000000000" pitchFamily="2" charset="2"/>
                        <a:buNone/>
                      </a:pPr>
                      <a:r>
                        <a:rPr kumimoji="0" lang="en-US"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rPr>
                        <a:t>2</a:t>
                      </a:r>
                      <a:r>
                        <a:rPr kumimoji="0" lang="en-US" altLang="zh-CN" sz="2000" b="1" i="0" u="none" strike="noStrike" cap="none" normalizeH="0" baseline="30000">
                          <a:ln>
                            <a:noFill/>
                          </a:ln>
                          <a:solidFill>
                            <a:schemeClr val="tx1"/>
                          </a:solidFill>
                          <a:effectLst/>
                          <a:latin typeface="Arial" panose="020B0604020202020204" pitchFamily="34" charset="0"/>
                          <a:ea typeface="宋体" panose="02010600030101010101" pitchFamily="2" charset="-122"/>
                        </a:rPr>
                        <a:t>1</a:t>
                      </a:r>
                      <a:endParaRPr kumimoji="0" lang="en-US"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a:noFill/>
                    </a:lnL>
                    <a:lnR>
                      <a:noFill/>
                    </a:lnR>
                    <a:lnT>
                      <a:noFill/>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Font typeface="Wingdings" panose="05000000000000000000" pitchFamily="2" charset="2"/>
                        <a:defRPr sz="2000" b="1">
                          <a:solidFill>
                            <a:schemeClr val="tx1"/>
                          </a:solidFill>
                          <a:latin typeface="Arial" panose="020B0604020202020204" pitchFamily="34" charset="0"/>
                          <a:ea typeface="黑体" panose="02010609060101010101" charset="-122"/>
                        </a:defRPr>
                      </a:lvl1pPr>
                      <a:lvl2pPr marL="742950" indent="-285750" eaLnBrk="0" hangingPunct="0">
                        <a:spcBef>
                          <a:spcPct val="20000"/>
                        </a:spcBef>
                        <a:buFont typeface="Wingdings" panose="05000000000000000000" pitchFamily="2" charset="2"/>
                        <a:defRPr b="1">
                          <a:solidFill>
                            <a:schemeClr val="tx1"/>
                          </a:solidFill>
                          <a:latin typeface="Arial" panose="020B0604020202020204" pitchFamily="34" charset="0"/>
                          <a:ea typeface="楷体_GB2312" pitchFamily="49" charset="-122"/>
                        </a:defRPr>
                      </a:lvl2pPr>
                      <a:lvl3pPr marL="1143000" indent="-228600" eaLnBrk="0" hangingPunct="0">
                        <a:spcBef>
                          <a:spcPct val="20000"/>
                        </a:spcBef>
                        <a:buFont typeface="Gungsuh" pitchFamily="18" charset="-127"/>
                        <a:defRPr sz="1600"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sz="1400">
                          <a:solidFill>
                            <a:schemeClr val="tx1"/>
                          </a:solidFill>
                          <a:latin typeface="Arial" panose="020B0604020202020204" pitchFamily="34" charset="0"/>
                          <a:ea typeface="黑体" panose="02010609060101010101" charset="-122"/>
                        </a:defRPr>
                      </a:lvl4pPr>
                      <a:lvl5pPr marL="2057400" indent="-228600" eaLnBrk="0" hangingPunct="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0" fontAlgn="base" latinLnBrk="0" hangingPunct="0">
                        <a:lnSpc>
                          <a:spcPct val="100000"/>
                        </a:lnSpc>
                        <a:spcBef>
                          <a:spcPct val="20000"/>
                        </a:spcBef>
                        <a:spcAft>
                          <a:spcPct val="0"/>
                        </a:spcAft>
                        <a:buClrTx/>
                        <a:buSzTx/>
                        <a:buFont typeface="Wingdings" panose="05000000000000000000" pitchFamily="2" charset="2"/>
                        <a:buNone/>
                      </a:pPr>
                      <a:r>
                        <a:rPr kumimoji="0" lang="en-US"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rPr>
                        <a:t>2</a:t>
                      </a:r>
                      <a:r>
                        <a:rPr kumimoji="0" lang="en-US" altLang="zh-CN" sz="2000" b="1" i="0" u="none" strike="noStrike" cap="none" normalizeH="0" baseline="30000">
                          <a:ln>
                            <a:noFill/>
                          </a:ln>
                          <a:solidFill>
                            <a:schemeClr val="tx1"/>
                          </a:solidFill>
                          <a:effectLst/>
                          <a:latin typeface="Arial" panose="020B0604020202020204" pitchFamily="34" charset="0"/>
                          <a:ea typeface="宋体" panose="02010600030101010101" pitchFamily="2" charset="-122"/>
                        </a:rPr>
                        <a:t>0</a:t>
                      </a:r>
                      <a:endParaRPr kumimoji="0" lang="en-US"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a:noFill/>
                    </a:lnL>
                    <a:lnR w="28575" cap="flat" cmpd="sng" algn="ctr">
                      <a:solidFill>
                        <a:schemeClr val="tx1"/>
                      </a:solidFill>
                      <a:prstDash val="solid"/>
                      <a:round/>
                      <a:headEnd type="none" w="med" len="med"/>
                      <a:tailEnd type="none" w="med" len="med"/>
                    </a:lnR>
                    <a:lnT>
                      <a:noFill/>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Font typeface="Wingdings" panose="05000000000000000000" pitchFamily="2" charset="2"/>
                        <a:defRPr sz="2000" b="1">
                          <a:solidFill>
                            <a:schemeClr val="tx1"/>
                          </a:solidFill>
                          <a:latin typeface="Arial" panose="020B0604020202020204" pitchFamily="34" charset="0"/>
                          <a:ea typeface="黑体" panose="02010609060101010101" charset="-122"/>
                        </a:defRPr>
                      </a:lvl1pPr>
                      <a:lvl2pPr marL="742950" indent="-285750" eaLnBrk="0" hangingPunct="0">
                        <a:spcBef>
                          <a:spcPct val="20000"/>
                        </a:spcBef>
                        <a:buFont typeface="Wingdings" panose="05000000000000000000" pitchFamily="2" charset="2"/>
                        <a:defRPr b="1">
                          <a:solidFill>
                            <a:schemeClr val="tx1"/>
                          </a:solidFill>
                          <a:latin typeface="Arial" panose="020B0604020202020204" pitchFamily="34" charset="0"/>
                          <a:ea typeface="楷体_GB2312" pitchFamily="49" charset="-122"/>
                        </a:defRPr>
                      </a:lvl2pPr>
                      <a:lvl3pPr marL="1143000" indent="-228600" eaLnBrk="0" hangingPunct="0">
                        <a:spcBef>
                          <a:spcPct val="20000"/>
                        </a:spcBef>
                        <a:buFont typeface="Gungsuh" pitchFamily="18" charset="-127"/>
                        <a:defRPr sz="1600"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sz="1400">
                          <a:solidFill>
                            <a:schemeClr val="tx1"/>
                          </a:solidFill>
                          <a:latin typeface="Arial" panose="020B0604020202020204" pitchFamily="34" charset="0"/>
                          <a:ea typeface="黑体" panose="02010609060101010101" charset="-122"/>
                        </a:defRPr>
                      </a:lvl4pPr>
                      <a:lvl5pPr marL="2057400" indent="-228600" eaLnBrk="0" hangingPunct="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0" fontAlgn="base" latinLnBrk="0" hangingPunct="0">
                        <a:lnSpc>
                          <a:spcPct val="100000"/>
                        </a:lnSpc>
                        <a:spcBef>
                          <a:spcPct val="20000"/>
                        </a:spcBef>
                        <a:spcAft>
                          <a:spcPct val="0"/>
                        </a:spcAft>
                        <a:buClrTx/>
                        <a:buSzTx/>
                        <a:buFont typeface="Wingdings" panose="05000000000000000000" pitchFamily="2" charset="2"/>
                        <a:buNone/>
                      </a:pPr>
                      <a:endParaRPr kumimoji="0" lang="zh-CN" altLang="en-US" sz="20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w="28575" cap="flat" cmpd="sng" algn="ctr">
                      <a:solidFill>
                        <a:schemeClr val="tx1"/>
                      </a:solidFill>
                      <a:prstDash val="solid"/>
                      <a:round/>
                      <a:headEnd type="none" w="med" len="med"/>
                      <a:tailEnd type="none" w="med" len="med"/>
                    </a:lnL>
                    <a:lnR>
                      <a:noFill/>
                    </a:lnR>
                    <a:lnT>
                      <a:noFill/>
                    </a:lnT>
                    <a:lnB w="28575" cap="flat" cmpd="sng" algn="ctr">
                      <a:solidFill>
                        <a:schemeClr val="tx1"/>
                      </a:solidFill>
                      <a:prstDash val="solid"/>
                      <a:round/>
                      <a:headEnd type="none" w="med" len="med"/>
                      <a:tailEnd type="none" w="med" len="med"/>
                    </a:lnB>
                    <a:lnTlToBr>
                      <a:noFill/>
                    </a:lnTlToBr>
                    <a:lnBlToTr>
                      <a:noFill/>
                    </a:lnBlToTr>
                    <a:noFill/>
                  </a:tcPr>
                </a:tc>
              </a:tr>
              <a:tr h="406400">
                <a:tc>
                  <a:txBody>
                    <a:bodyPr/>
                    <a:lstStyle>
                      <a:lvl1pPr eaLnBrk="0" hangingPunct="0">
                        <a:spcBef>
                          <a:spcPct val="20000"/>
                        </a:spcBef>
                        <a:buFont typeface="Wingdings" panose="05000000000000000000" pitchFamily="2" charset="2"/>
                        <a:defRPr sz="2000" b="1">
                          <a:solidFill>
                            <a:schemeClr val="tx1"/>
                          </a:solidFill>
                          <a:latin typeface="Arial" panose="020B0604020202020204" pitchFamily="34" charset="0"/>
                          <a:ea typeface="黑体" panose="02010609060101010101" charset="-122"/>
                        </a:defRPr>
                      </a:lvl1pPr>
                      <a:lvl2pPr marL="742950" indent="-285750" eaLnBrk="0" hangingPunct="0">
                        <a:spcBef>
                          <a:spcPct val="20000"/>
                        </a:spcBef>
                        <a:buFont typeface="Wingdings" panose="05000000000000000000" pitchFamily="2" charset="2"/>
                        <a:defRPr b="1">
                          <a:solidFill>
                            <a:schemeClr val="tx1"/>
                          </a:solidFill>
                          <a:latin typeface="Arial" panose="020B0604020202020204" pitchFamily="34" charset="0"/>
                          <a:ea typeface="楷体_GB2312" pitchFamily="49" charset="-122"/>
                        </a:defRPr>
                      </a:lvl2pPr>
                      <a:lvl3pPr marL="1143000" indent="-228600" eaLnBrk="0" hangingPunct="0">
                        <a:spcBef>
                          <a:spcPct val="20000"/>
                        </a:spcBef>
                        <a:buFont typeface="Gungsuh" pitchFamily="18" charset="-127"/>
                        <a:defRPr sz="1600"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sz="1400">
                          <a:solidFill>
                            <a:schemeClr val="tx1"/>
                          </a:solidFill>
                          <a:latin typeface="Arial" panose="020B0604020202020204" pitchFamily="34" charset="0"/>
                          <a:ea typeface="黑体" panose="02010609060101010101" charset="-122"/>
                        </a:defRPr>
                      </a:lvl4pPr>
                      <a:lvl5pPr marL="2057400" indent="-228600" eaLnBrk="0" hangingPunct="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0" fontAlgn="base" latinLnBrk="0" hangingPunct="0">
                        <a:lnSpc>
                          <a:spcPct val="100000"/>
                        </a:lnSpc>
                        <a:spcBef>
                          <a:spcPct val="20000"/>
                        </a:spcBef>
                        <a:spcAft>
                          <a:spcPct val="0"/>
                        </a:spcAft>
                        <a:buClrTx/>
                        <a:buSzTx/>
                        <a:buFont typeface="Wingdings" panose="05000000000000000000" pitchFamily="2" charset="2"/>
                        <a:buNone/>
                      </a:pPr>
                      <a:r>
                        <a:rPr kumimoji="0" lang="en-US"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rPr>
                        <a:t>0</a:t>
                      </a:r>
                      <a:endParaRPr kumimoji="0" lang="en-US"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a:noFill/>
                    </a:lnL>
                    <a:lnR>
                      <a:noFill/>
                    </a:lnR>
                    <a:lnT w="28575" cap="flat" cmpd="sng" algn="ctr">
                      <a:solidFill>
                        <a:schemeClr val="tx1"/>
                      </a:solidFill>
                      <a:prstDash val="solid"/>
                      <a:round/>
                      <a:headEnd type="none" w="med" len="med"/>
                      <a:tailEnd type="none" w="med" len="med"/>
                    </a:lnT>
                    <a:lnB>
                      <a:noFill/>
                    </a:lnB>
                    <a:lnTlToBr>
                      <a:noFill/>
                    </a:lnTlToBr>
                    <a:lnBlToTr>
                      <a:noFill/>
                    </a:lnBlToTr>
                    <a:noFill/>
                  </a:tcPr>
                </a:tc>
                <a:tc>
                  <a:txBody>
                    <a:bodyPr/>
                    <a:lstStyle>
                      <a:lvl1pPr eaLnBrk="0" hangingPunct="0">
                        <a:spcBef>
                          <a:spcPct val="20000"/>
                        </a:spcBef>
                        <a:buFont typeface="Wingdings" panose="05000000000000000000" pitchFamily="2" charset="2"/>
                        <a:defRPr sz="2000" b="1">
                          <a:solidFill>
                            <a:schemeClr val="tx1"/>
                          </a:solidFill>
                          <a:latin typeface="Arial" panose="020B0604020202020204" pitchFamily="34" charset="0"/>
                          <a:ea typeface="黑体" panose="02010609060101010101" charset="-122"/>
                        </a:defRPr>
                      </a:lvl1pPr>
                      <a:lvl2pPr marL="742950" indent="-285750" eaLnBrk="0" hangingPunct="0">
                        <a:spcBef>
                          <a:spcPct val="20000"/>
                        </a:spcBef>
                        <a:buFont typeface="Wingdings" panose="05000000000000000000" pitchFamily="2" charset="2"/>
                        <a:defRPr b="1">
                          <a:solidFill>
                            <a:schemeClr val="tx1"/>
                          </a:solidFill>
                          <a:latin typeface="Arial" panose="020B0604020202020204" pitchFamily="34" charset="0"/>
                          <a:ea typeface="楷体_GB2312" pitchFamily="49" charset="-122"/>
                        </a:defRPr>
                      </a:lvl2pPr>
                      <a:lvl3pPr marL="1143000" indent="-228600" eaLnBrk="0" hangingPunct="0">
                        <a:spcBef>
                          <a:spcPct val="20000"/>
                        </a:spcBef>
                        <a:buFont typeface="Gungsuh" pitchFamily="18" charset="-127"/>
                        <a:defRPr sz="1600"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sz="1400">
                          <a:solidFill>
                            <a:schemeClr val="tx1"/>
                          </a:solidFill>
                          <a:latin typeface="Arial" panose="020B0604020202020204" pitchFamily="34" charset="0"/>
                          <a:ea typeface="黑体" panose="02010609060101010101" charset="-122"/>
                        </a:defRPr>
                      </a:lvl4pPr>
                      <a:lvl5pPr marL="2057400" indent="-228600" eaLnBrk="0" hangingPunct="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0" fontAlgn="base" latinLnBrk="0" hangingPunct="0">
                        <a:lnSpc>
                          <a:spcPct val="100000"/>
                        </a:lnSpc>
                        <a:spcBef>
                          <a:spcPct val="20000"/>
                        </a:spcBef>
                        <a:spcAft>
                          <a:spcPct val="0"/>
                        </a:spcAft>
                        <a:buClrTx/>
                        <a:buSzTx/>
                        <a:buFont typeface="Wingdings" panose="05000000000000000000" pitchFamily="2" charset="2"/>
                        <a:buNone/>
                      </a:pPr>
                      <a:r>
                        <a:rPr kumimoji="0" lang="en-US"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rPr>
                        <a:t>0</a:t>
                      </a:r>
                      <a:endParaRPr kumimoji="0" lang="en-US"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a:noFill/>
                    </a:lnL>
                    <a:lnR>
                      <a:noFill/>
                    </a:lnR>
                    <a:lnT w="28575" cap="flat" cmpd="sng" algn="ctr">
                      <a:solidFill>
                        <a:schemeClr val="tx1"/>
                      </a:solidFill>
                      <a:prstDash val="solid"/>
                      <a:round/>
                      <a:headEnd type="none" w="med" len="med"/>
                      <a:tailEnd type="none" w="med" len="med"/>
                    </a:lnT>
                    <a:lnB>
                      <a:noFill/>
                    </a:lnB>
                    <a:lnTlToBr>
                      <a:noFill/>
                    </a:lnTlToBr>
                    <a:lnBlToTr>
                      <a:noFill/>
                    </a:lnBlToTr>
                    <a:noFill/>
                  </a:tcPr>
                </a:tc>
                <a:tc>
                  <a:txBody>
                    <a:bodyPr/>
                    <a:lstStyle>
                      <a:lvl1pPr eaLnBrk="0" hangingPunct="0">
                        <a:spcBef>
                          <a:spcPct val="20000"/>
                        </a:spcBef>
                        <a:buFont typeface="Wingdings" panose="05000000000000000000" pitchFamily="2" charset="2"/>
                        <a:defRPr sz="2000" b="1">
                          <a:solidFill>
                            <a:schemeClr val="tx1"/>
                          </a:solidFill>
                          <a:latin typeface="Arial" panose="020B0604020202020204" pitchFamily="34" charset="0"/>
                          <a:ea typeface="黑体" panose="02010609060101010101" charset="-122"/>
                        </a:defRPr>
                      </a:lvl1pPr>
                      <a:lvl2pPr marL="742950" indent="-285750" eaLnBrk="0" hangingPunct="0">
                        <a:spcBef>
                          <a:spcPct val="20000"/>
                        </a:spcBef>
                        <a:buFont typeface="Wingdings" panose="05000000000000000000" pitchFamily="2" charset="2"/>
                        <a:defRPr b="1">
                          <a:solidFill>
                            <a:schemeClr val="tx1"/>
                          </a:solidFill>
                          <a:latin typeface="Arial" panose="020B0604020202020204" pitchFamily="34" charset="0"/>
                          <a:ea typeface="楷体_GB2312" pitchFamily="49" charset="-122"/>
                        </a:defRPr>
                      </a:lvl2pPr>
                      <a:lvl3pPr marL="1143000" indent="-228600" eaLnBrk="0" hangingPunct="0">
                        <a:spcBef>
                          <a:spcPct val="20000"/>
                        </a:spcBef>
                        <a:buFont typeface="Gungsuh" pitchFamily="18" charset="-127"/>
                        <a:defRPr sz="1600"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sz="1400">
                          <a:solidFill>
                            <a:schemeClr val="tx1"/>
                          </a:solidFill>
                          <a:latin typeface="Arial" panose="020B0604020202020204" pitchFamily="34" charset="0"/>
                          <a:ea typeface="黑体" panose="02010609060101010101" charset="-122"/>
                        </a:defRPr>
                      </a:lvl4pPr>
                      <a:lvl5pPr marL="2057400" indent="-228600" eaLnBrk="0" hangingPunct="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0" fontAlgn="base" latinLnBrk="0" hangingPunct="0">
                        <a:lnSpc>
                          <a:spcPct val="100000"/>
                        </a:lnSpc>
                        <a:spcBef>
                          <a:spcPct val="20000"/>
                        </a:spcBef>
                        <a:spcAft>
                          <a:spcPct val="0"/>
                        </a:spcAft>
                        <a:buClrTx/>
                        <a:buSzTx/>
                        <a:buFont typeface="Wingdings" panose="05000000000000000000" pitchFamily="2" charset="2"/>
                        <a:buNone/>
                      </a:pPr>
                      <a:r>
                        <a:rPr kumimoji="0" lang="en-US"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rPr>
                        <a:t>0</a:t>
                      </a:r>
                      <a:endParaRPr kumimoji="0" lang="en-US"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a:noFill/>
                    </a:lnL>
                    <a:lnR>
                      <a:noFill/>
                    </a:lnR>
                    <a:lnT w="28575" cap="flat" cmpd="sng" algn="ctr">
                      <a:solidFill>
                        <a:schemeClr val="tx1"/>
                      </a:solidFill>
                      <a:prstDash val="solid"/>
                      <a:round/>
                      <a:headEnd type="none" w="med" len="med"/>
                      <a:tailEnd type="none" w="med" len="med"/>
                    </a:lnT>
                    <a:lnB>
                      <a:noFill/>
                    </a:lnB>
                    <a:lnTlToBr>
                      <a:noFill/>
                    </a:lnTlToBr>
                    <a:lnBlToTr>
                      <a:noFill/>
                    </a:lnBlToTr>
                    <a:noFill/>
                  </a:tcPr>
                </a:tc>
                <a:tc>
                  <a:txBody>
                    <a:bodyPr/>
                    <a:lstStyle>
                      <a:lvl1pPr eaLnBrk="0" hangingPunct="0">
                        <a:spcBef>
                          <a:spcPct val="20000"/>
                        </a:spcBef>
                        <a:buFont typeface="Wingdings" panose="05000000000000000000" pitchFamily="2" charset="2"/>
                        <a:defRPr sz="2000" b="1">
                          <a:solidFill>
                            <a:schemeClr val="tx1"/>
                          </a:solidFill>
                          <a:latin typeface="Arial" panose="020B0604020202020204" pitchFamily="34" charset="0"/>
                          <a:ea typeface="黑体" panose="02010609060101010101" charset="-122"/>
                        </a:defRPr>
                      </a:lvl1pPr>
                      <a:lvl2pPr marL="742950" indent="-285750" eaLnBrk="0" hangingPunct="0">
                        <a:spcBef>
                          <a:spcPct val="20000"/>
                        </a:spcBef>
                        <a:buFont typeface="Wingdings" panose="05000000000000000000" pitchFamily="2" charset="2"/>
                        <a:defRPr b="1">
                          <a:solidFill>
                            <a:schemeClr val="tx1"/>
                          </a:solidFill>
                          <a:latin typeface="Arial" panose="020B0604020202020204" pitchFamily="34" charset="0"/>
                          <a:ea typeface="楷体_GB2312" pitchFamily="49" charset="-122"/>
                        </a:defRPr>
                      </a:lvl2pPr>
                      <a:lvl3pPr marL="1143000" indent="-228600" eaLnBrk="0" hangingPunct="0">
                        <a:spcBef>
                          <a:spcPct val="20000"/>
                        </a:spcBef>
                        <a:buFont typeface="Gungsuh" pitchFamily="18" charset="-127"/>
                        <a:defRPr sz="1600"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sz="1400">
                          <a:solidFill>
                            <a:schemeClr val="tx1"/>
                          </a:solidFill>
                          <a:latin typeface="Arial" panose="020B0604020202020204" pitchFamily="34" charset="0"/>
                          <a:ea typeface="黑体" panose="02010609060101010101" charset="-122"/>
                        </a:defRPr>
                      </a:lvl4pPr>
                      <a:lvl5pPr marL="2057400" indent="-228600" eaLnBrk="0" hangingPunct="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0" fontAlgn="base" latinLnBrk="0" hangingPunct="0">
                        <a:lnSpc>
                          <a:spcPct val="100000"/>
                        </a:lnSpc>
                        <a:spcBef>
                          <a:spcPct val="20000"/>
                        </a:spcBef>
                        <a:spcAft>
                          <a:spcPct val="0"/>
                        </a:spcAft>
                        <a:buClrTx/>
                        <a:buSzTx/>
                        <a:buFont typeface="Wingdings" panose="05000000000000000000" pitchFamily="2" charset="2"/>
                        <a:buNone/>
                      </a:pPr>
                      <a:r>
                        <a:rPr kumimoji="0" lang="en-US"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rPr>
                        <a:t>0</a:t>
                      </a:r>
                      <a:endParaRPr kumimoji="0" lang="en-US"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a:noFill/>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a:noFill/>
                    </a:lnB>
                    <a:lnTlToBr>
                      <a:noFill/>
                    </a:lnTlToBr>
                    <a:lnBlToTr>
                      <a:noFill/>
                    </a:lnBlToTr>
                    <a:noFill/>
                  </a:tcPr>
                </a:tc>
                <a:tc>
                  <a:txBody>
                    <a:bodyPr/>
                    <a:lstStyle>
                      <a:lvl1pPr eaLnBrk="0" hangingPunct="0">
                        <a:spcBef>
                          <a:spcPct val="20000"/>
                        </a:spcBef>
                        <a:buFont typeface="Wingdings" panose="05000000000000000000" pitchFamily="2" charset="2"/>
                        <a:defRPr sz="2000" b="1">
                          <a:solidFill>
                            <a:schemeClr val="tx1"/>
                          </a:solidFill>
                          <a:latin typeface="Arial" panose="020B0604020202020204" pitchFamily="34" charset="0"/>
                          <a:ea typeface="黑体" panose="02010609060101010101" charset="-122"/>
                        </a:defRPr>
                      </a:lvl1pPr>
                      <a:lvl2pPr marL="742950" indent="-285750" eaLnBrk="0" hangingPunct="0">
                        <a:spcBef>
                          <a:spcPct val="20000"/>
                        </a:spcBef>
                        <a:buFont typeface="Wingdings" panose="05000000000000000000" pitchFamily="2" charset="2"/>
                        <a:defRPr b="1">
                          <a:solidFill>
                            <a:schemeClr val="tx1"/>
                          </a:solidFill>
                          <a:latin typeface="Arial" panose="020B0604020202020204" pitchFamily="34" charset="0"/>
                          <a:ea typeface="楷体_GB2312" pitchFamily="49" charset="-122"/>
                        </a:defRPr>
                      </a:lvl2pPr>
                      <a:lvl3pPr marL="1143000" indent="-228600" eaLnBrk="0" hangingPunct="0">
                        <a:spcBef>
                          <a:spcPct val="20000"/>
                        </a:spcBef>
                        <a:buFont typeface="Gungsuh" pitchFamily="18" charset="-127"/>
                        <a:defRPr sz="1600"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sz="1400">
                          <a:solidFill>
                            <a:schemeClr val="tx1"/>
                          </a:solidFill>
                          <a:latin typeface="Arial" panose="020B0604020202020204" pitchFamily="34" charset="0"/>
                          <a:ea typeface="黑体" panose="02010609060101010101" charset="-122"/>
                        </a:defRPr>
                      </a:lvl4pPr>
                      <a:lvl5pPr marL="2057400" indent="-228600" eaLnBrk="0" hangingPunct="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0" fontAlgn="base" latinLnBrk="0" hangingPunct="0">
                        <a:lnSpc>
                          <a:spcPct val="100000"/>
                        </a:lnSpc>
                        <a:spcBef>
                          <a:spcPct val="20000"/>
                        </a:spcBef>
                        <a:spcAft>
                          <a:spcPct val="0"/>
                        </a:spcAft>
                        <a:buClrTx/>
                        <a:buSzTx/>
                        <a:buFont typeface="Wingdings" panose="05000000000000000000" pitchFamily="2" charset="2"/>
                        <a:buNone/>
                      </a:pPr>
                      <a:r>
                        <a:rPr kumimoji="0" lang="en-US"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rPr>
                        <a:t>0</a:t>
                      </a:r>
                      <a:endParaRPr kumimoji="0" lang="en-US"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w="28575" cap="flat" cmpd="sng" algn="ctr">
                      <a:solidFill>
                        <a:schemeClr val="tx1"/>
                      </a:solidFill>
                      <a:prstDash val="solid"/>
                      <a:round/>
                      <a:headEnd type="none" w="med" len="med"/>
                      <a:tailEnd type="none" w="med" len="med"/>
                    </a:lnL>
                    <a:lnR>
                      <a:noFill/>
                    </a:lnR>
                    <a:lnT w="28575" cap="flat" cmpd="sng" algn="ctr">
                      <a:solidFill>
                        <a:schemeClr val="tx1"/>
                      </a:solidFill>
                      <a:prstDash val="solid"/>
                      <a:round/>
                      <a:headEnd type="none" w="med" len="med"/>
                      <a:tailEnd type="none" w="med" len="med"/>
                    </a:lnT>
                    <a:lnB>
                      <a:noFill/>
                    </a:lnB>
                    <a:lnTlToBr>
                      <a:noFill/>
                    </a:lnTlToBr>
                    <a:lnBlToTr>
                      <a:noFill/>
                    </a:lnBlToTr>
                    <a:noFill/>
                  </a:tcPr>
                </a:tc>
              </a:tr>
              <a:tr h="406400">
                <a:tc>
                  <a:txBody>
                    <a:bodyPr/>
                    <a:lstStyle>
                      <a:lvl1pPr eaLnBrk="0" hangingPunct="0">
                        <a:spcBef>
                          <a:spcPct val="20000"/>
                        </a:spcBef>
                        <a:buFont typeface="Wingdings" panose="05000000000000000000" pitchFamily="2" charset="2"/>
                        <a:defRPr sz="2000" b="1">
                          <a:solidFill>
                            <a:schemeClr val="tx1"/>
                          </a:solidFill>
                          <a:latin typeface="Arial" panose="020B0604020202020204" pitchFamily="34" charset="0"/>
                          <a:ea typeface="黑体" panose="02010609060101010101" charset="-122"/>
                        </a:defRPr>
                      </a:lvl1pPr>
                      <a:lvl2pPr marL="742950" indent="-285750" eaLnBrk="0" hangingPunct="0">
                        <a:spcBef>
                          <a:spcPct val="20000"/>
                        </a:spcBef>
                        <a:buFont typeface="Wingdings" panose="05000000000000000000" pitchFamily="2" charset="2"/>
                        <a:defRPr b="1">
                          <a:solidFill>
                            <a:schemeClr val="tx1"/>
                          </a:solidFill>
                          <a:latin typeface="Arial" panose="020B0604020202020204" pitchFamily="34" charset="0"/>
                          <a:ea typeface="楷体_GB2312" pitchFamily="49" charset="-122"/>
                        </a:defRPr>
                      </a:lvl2pPr>
                      <a:lvl3pPr marL="1143000" indent="-228600" eaLnBrk="0" hangingPunct="0">
                        <a:spcBef>
                          <a:spcPct val="20000"/>
                        </a:spcBef>
                        <a:buFont typeface="Gungsuh" pitchFamily="18" charset="-127"/>
                        <a:defRPr sz="1600"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sz="1400">
                          <a:solidFill>
                            <a:schemeClr val="tx1"/>
                          </a:solidFill>
                          <a:latin typeface="Arial" panose="020B0604020202020204" pitchFamily="34" charset="0"/>
                          <a:ea typeface="黑体" panose="02010609060101010101" charset="-122"/>
                        </a:defRPr>
                      </a:lvl4pPr>
                      <a:lvl5pPr marL="2057400" indent="-228600" eaLnBrk="0" hangingPunct="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0" fontAlgn="base" latinLnBrk="0" hangingPunct="0">
                        <a:lnSpc>
                          <a:spcPct val="100000"/>
                        </a:lnSpc>
                        <a:spcBef>
                          <a:spcPct val="20000"/>
                        </a:spcBef>
                        <a:spcAft>
                          <a:spcPct val="0"/>
                        </a:spcAft>
                        <a:buClrTx/>
                        <a:buSzTx/>
                        <a:buFont typeface="Wingdings" panose="05000000000000000000" pitchFamily="2" charset="2"/>
                        <a:buNone/>
                      </a:pPr>
                      <a:r>
                        <a:rPr kumimoji="0" lang="en-US"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rPr>
                        <a:t>0</a:t>
                      </a:r>
                      <a:endParaRPr kumimoji="0" lang="en-US"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a:noFill/>
                    </a:lnL>
                    <a:lnR>
                      <a:noFill/>
                    </a:lnR>
                    <a:lnT>
                      <a:noFill/>
                    </a:lnT>
                    <a:lnB>
                      <a:noFill/>
                    </a:lnB>
                    <a:lnTlToBr>
                      <a:noFill/>
                    </a:lnTlToBr>
                    <a:lnBlToTr>
                      <a:noFill/>
                    </a:lnBlToTr>
                    <a:noFill/>
                  </a:tcPr>
                </a:tc>
                <a:tc>
                  <a:txBody>
                    <a:bodyPr/>
                    <a:lstStyle>
                      <a:lvl1pPr eaLnBrk="0" hangingPunct="0">
                        <a:spcBef>
                          <a:spcPct val="20000"/>
                        </a:spcBef>
                        <a:buFont typeface="Wingdings" panose="05000000000000000000" pitchFamily="2" charset="2"/>
                        <a:defRPr sz="2000" b="1">
                          <a:solidFill>
                            <a:schemeClr val="tx1"/>
                          </a:solidFill>
                          <a:latin typeface="Arial" panose="020B0604020202020204" pitchFamily="34" charset="0"/>
                          <a:ea typeface="黑体" panose="02010609060101010101" charset="-122"/>
                        </a:defRPr>
                      </a:lvl1pPr>
                      <a:lvl2pPr marL="742950" indent="-285750" eaLnBrk="0" hangingPunct="0">
                        <a:spcBef>
                          <a:spcPct val="20000"/>
                        </a:spcBef>
                        <a:buFont typeface="Wingdings" panose="05000000000000000000" pitchFamily="2" charset="2"/>
                        <a:defRPr b="1">
                          <a:solidFill>
                            <a:schemeClr val="tx1"/>
                          </a:solidFill>
                          <a:latin typeface="Arial" panose="020B0604020202020204" pitchFamily="34" charset="0"/>
                          <a:ea typeface="楷体_GB2312" pitchFamily="49" charset="-122"/>
                        </a:defRPr>
                      </a:lvl2pPr>
                      <a:lvl3pPr marL="1143000" indent="-228600" eaLnBrk="0" hangingPunct="0">
                        <a:spcBef>
                          <a:spcPct val="20000"/>
                        </a:spcBef>
                        <a:buFont typeface="Gungsuh" pitchFamily="18" charset="-127"/>
                        <a:defRPr sz="1600"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sz="1400">
                          <a:solidFill>
                            <a:schemeClr val="tx1"/>
                          </a:solidFill>
                          <a:latin typeface="Arial" panose="020B0604020202020204" pitchFamily="34" charset="0"/>
                          <a:ea typeface="黑体" panose="02010609060101010101" charset="-122"/>
                        </a:defRPr>
                      </a:lvl4pPr>
                      <a:lvl5pPr marL="2057400" indent="-228600" eaLnBrk="0" hangingPunct="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0" fontAlgn="base" latinLnBrk="0" hangingPunct="0">
                        <a:lnSpc>
                          <a:spcPct val="100000"/>
                        </a:lnSpc>
                        <a:spcBef>
                          <a:spcPct val="20000"/>
                        </a:spcBef>
                        <a:spcAft>
                          <a:spcPct val="0"/>
                        </a:spcAft>
                        <a:buClrTx/>
                        <a:buSzTx/>
                        <a:buFont typeface="Wingdings" panose="05000000000000000000" pitchFamily="2" charset="2"/>
                        <a:buNone/>
                      </a:pPr>
                      <a:r>
                        <a:rPr kumimoji="0" lang="en-US"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rPr>
                        <a:t>0</a:t>
                      </a:r>
                      <a:endParaRPr kumimoji="0" lang="en-US"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a:noFill/>
                    </a:lnL>
                    <a:lnR>
                      <a:noFill/>
                    </a:lnR>
                    <a:lnT>
                      <a:noFill/>
                    </a:lnT>
                    <a:lnB>
                      <a:noFill/>
                    </a:lnB>
                    <a:lnTlToBr>
                      <a:noFill/>
                    </a:lnTlToBr>
                    <a:lnBlToTr>
                      <a:noFill/>
                    </a:lnBlToTr>
                    <a:noFill/>
                  </a:tcPr>
                </a:tc>
                <a:tc>
                  <a:txBody>
                    <a:bodyPr/>
                    <a:lstStyle>
                      <a:lvl1pPr eaLnBrk="0" hangingPunct="0">
                        <a:spcBef>
                          <a:spcPct val="20000"/>
                        </a:spcBef>
                        <a:buFont typeface="Wingdings" panose="05000000000000000000" pitchFamily="2" charset="2"/>
                        <a:defRPr sz="2000" b="1">
                          <a:solidFill>
                            <a:schemeClr val="tx1"/>
                          </a:solidFill>
                          <a:latin typeface="Arial" panose="020B0604020202020204" pitchFamily="34" charset="0"/>
                          <a:ea typeface="黑体" panose="02010609060101010101" charset="-122"/>
                        </a:defRPr>
                      </a:lvl1pPr>
                      <a:lvl2pPr marL="742950" indent="-285750" eaLnBrk="0" hangingPunct="0">
                        <a:spcBef>
                          <a:spcPct val="20000"/>
                        </a:spcBef>
                        <a:buFont typeface="Wingdings" panose="05000000000000000000" pitchFamily="2" charset="2"/>
                        <a:defRPr b="1">
                          <a:solidFill>
                            <a:schemeClr val="tx1"/>
                          </a:solidFill>
                          <a:latin typeface="Arial" panose="020B0604020202020204" pitchFamily="34" charset="0"/>
                          <a:ea typeface="楷体_GB2312" pitchFamily="49" charset="-122"/>
                        </a:defRPr>
                      </a:lvl2pPr>
                      <a:lvl3pPr marL="1143000" indent="-228600" eaLnBrk="0" hangingPunct="0">
                        <a:spcBef>
                          <a:spcPct val="20000"/>
                        </a:spcBef>
                        <a:buFont typeface="Gungsuh" pitchFamily="18" charset="-127"/>
                        <a:defRPr sz="1600"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sz="1400">
                          <a:solidFill>
                            <a:schemeClr val="tx1"/>
                          </a:solidFill>
                          <a:latin typeface="Arial" panose="020B0604020202020204" pitchFamily="34" charset="0"/>
                          <a:ea typeface="黑体" panose="02010609060101010101" charset="-122"/>
                        </a:defRPr>
                      </a:lvl4pPr>
                      <a:lvl5pPr marL="2057400" indent="-228600" eaLnBrk="0" hangingPunct="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0" fontAlgn="base" latinLnBrk="0" hangingPunct="0">
                        <a:lnSpc>
                          <a:spcPct val="100000"/>
                        </a:lnSpc>
                        <a:spcBef>
                          <a:spcPct val="20000"/>
                        </a:spcBef>
                        <a:spcAft>
                          <a:spcPct val="0"/>
                        </a:spcAft>
                        <a:buClrTx/>
                        <a:buSzTx/>
                        <a:buFont typeface="Wingdings" panose="05000000000000000000" pitchFamily="2" charset="2"/>
                        <a:buNone/>
                      </a:pPr>
                      <a:r>
                        <a:rPr kumimoji="0" lang="en-US"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rPr>
                        <a:t>0</a:t>
                      </a:r>
                      <a:endParaRPr kumimoji="0" lang="en-US"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a:noFill/>
                    </a:lnL>
                    <a:lnR>
                      <a:noFill/>
                    </a:lnR>
                    <a:lnT>
                      <a:noFill/>
                    </a:lnT>
                    <a:lnB>
                      <a:noFill/>
                    </a:lnB>
                    <a:lnTlToBr>
                      <a:noFill/>
                    </a:lnTlToBr>
                    <a:lnBlToTr>
                      <a:noFill/>
                    </a:lnBlToTr>
                    <a:noFill/>
                  </a:tcPr>
                </a:tc>
                <a:tc>
                  <a:txBody>
                    <a:bodyPr/>
                    <a:lstStyle>
                      <a:lvl1pPr eaLnBrk="0" hangingPunct="0">
                        <a:spcBef>
                          <a:spcPct val="20000"/>
                        </a:spcBef>
                        <a:buFont typeface="Wingdings" panose="05000000000000000000" pitchFamily="2" charset="2"/>
                        <a:defRPr sz="2000" b="1">
                          <a:solidFill>
                            <a:schemeClr val="tx1"/>
                          </a:solidFill>
                          <a:latin typeface="Arial" panose="020B0604020202020204" pitchFamily="34" charset="0"/>
                          <a:ea typeface="黑体" panose="02010609060101010101" charset="-122"/>
                        </a:defRPr>
                      </a:lvl1pPr>
                      <a:lvl2pPr marL="742950" indent="-285750" eaLnBrk="0" hangingPunct="0">
                        <a:spcBef>
                          <a:spcPct val="20000"/>
                        </a:spcBef>
                        <a:buFont typeface="Wingdings" panose="05000000000000000000" pitchFamily="2" charset="2"/>
                        <a:defRPr b="1">
                          <a:solidFill>
                            <a:schemeClr val="tx1"/>
                          </a:solidFill>
                          <a:latin typeface="Arial" panose="020B0604020202020204" pitchFamily="34" charset="0"/>
                          <a:ea typeface="楷体_GB2312" pitchFamily="49" charset="-122"/>
                        </a:defRPr>
                      </a:lvl2pPr>
                      <a:lvl3pPr marL="1143000" indent="-228600" eaLnBrk="0" hangingPunct="0">
                        <a:spcBef>
                          <a:spcPct val="20000"/>
                        </a:spcBef>
                        <a:buFont typeface="Gungsuh" pitchFamily="18" charset="-127"/>
                        <a:defRPr sz="1600"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sz="1400">
                          <a:solidFill>
                            <a:schemeClr val="tx1"/>
                          </a:solidFill>
                          <a:latin typeface="Arial" panose="020B0604020202020204" pitchFamily="34" charset="0"/>
                          <a:ea typeface="黑体" panose="02010609060101010101" charset="-122"/>
                        </a:defRPr>
                      </a:lvl4pPr>
                      <a:lvl5pPr marL="2057400" indent="-228600" eaLnBrk="0" hangingPunct="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0" fontAlgn="base" latinLnBrk="0" hangingPunct="0">
                        <a:lnSpc>
                          <a:spcPct val="100000"/>
                        </a:lnSpc>
                        <a:spcBef>
                          <a:spcPct val="20000"/>
                        </a:spcBef>
                        <a:spcAft>
                          <a:spcPct val="0"/>
                        </a:spcAft>
                        <a:buClrTx/>
                        <a:buSzTx/>
                        <a:buFont typeface="Wingdings" panose="05000000000000000000" pitchFamily="2" charset="2"/>
                        <a:buNone/>
                      </a:pPr>
                      <a:r>
                        <a:rPr kumimoji="0" lang="en-US"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rPr>
                        <a:t>1</a:t>
                      </a:r>
                      <a:endParaRPr kumimoji="0" lang="en-US"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a:noFill/>
                    </a:lnL>
                    <a:lnR w="28575"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lvl1pPr eaLnBrk="0" hangingPunct="0">
                        <a:spcBef>
                          <a:spcPct val="20000"/>
                        </a:spcBef>
                        <a:buFont typeface="Wingdings" panose="05000000000000000000" pitchFamily="2" charset="2"/>
                        <a:defRPr sz="2000" b="1">
                          <a:solidFill>
                            <a:schemeClr val="tx1"/>
                          </a:solidFill>
                          <a:latin typeface="Arial" panose="020B0604020202020204" pitchFamily="34" charset="0"/>
                          <a:ea typeface="黑体" panose="02010609060101010101" charset="-122"/>
                        </a:defRPr>
                      </a:lvl1pPr>
                      <a:lvl2pPr marL="742950" indent="-285750" eaLnBrk="0" hangingPunct="0">
                        <a:spcBef>
                          <a:spcPct val="20000"/>
                        </a:spcBef>
                        <a:buFont typeface="Wingdings" panose="05000000000000000000" pitchFamily="2" charset="2"/>
                        <a:defRPr b="1">
                          <a:solidFill>
                            <a:schemeClr val="tx1"/>
                          </a:solidFill>
                          <a:latin typeface="Arial" panose="020B0604020202020204" pitchFamily="34" charset="0"/>
                          <a:ea typeface="楷体_GB2312" pitchFamily="49" charset="-122"/>
                        </a:defRPr>
                      </a:lvl2pPr>
                      <a:lvl3pPr marL="1143000" indent="-228600" eaLnBrk="0" hangingPunct="0">
                        <a:spcBef>
                          <a:spcPct val="20000"/>
                        </a:spcBef>
                        <a:buFont typeface="Gungsuh" pitchFamily="18" charset="-127"/>
                        <a:defRPr sz="1600"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sz="1400">
                          <a:solidFill>
                            <a:schemeClr val="tx1"/>
                          </a:solidFill>
                          <a:latin typeface="Arial" panose="020B0604020202020204" pitchFamily="34" charset="0"/>
                          <a:ea typeface="黑体" panose="02010609060101010101" charset="-122"/>
                        </a:defRPr>
                      </a:lvl4pPr>
                      <a:lvl5pPr marL="2057400" indent="-228600" eaLnBrk="0" hangingPunct="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0" fontAlgn="base" latinLnBrk="0" hangingPunct="0">
                        <a:lnSpc>
                          <a:spcPct val="100000"/>
                        </a:lnSpc>
                        <a:spcBef>
                          <a:spcPct val="20000"/>
                        </a:spcBef>
                        <a:spcAft>
                          <a:spcPct val="0"/>
                        </a:spcAft>
                        <a:buClrTx/>
                        <a:buSzTx/>
                        <a:buFont typeface="Wingdings" panose="05000000000000000000" pitchFamily="2" charset="2"/>
                        <a:buNone/>
                      </a:pPr>
                      <a:r>
                        <a:rPr kumimoji="0" lang="en-US" altLang="zh-CN" sz="2000" b="1" i="0" u="none" strike="noStrike" cap="none" normalizeH="0" baseline="0" dirty="0">
                          <a:ln>
                            <a:noFill/>
                          </a:ln>
                          <a:solidFill>
                            <a:schemeClr val="tx1"/>
                          </a:solidFill>
                          <a:effectLst/>
                          <a:latin typeface="Arial" panose="020B0604020202020204" pitchFamily="34" charset="0"/>
                          <a:ea typeface="宋体" panose="02010600030101010101" pitchFamily="2" charset="-122"/>
                        </a:rPr>
                        <a:t>1</a:t>
                      </a:r>
                      <a:endParaRPr kumimoji="0" lang="en-US" altLang="zh-CN" sz="2000" b="1"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horzOverflow="overflow">
                    <a:lnL w="28575" cap="flat" cmpd="sng" algn="ctr">
                      <a:solidFill>
                        <a:schemeClr val="tx1"/>
                      </a:solidFill>
                      <a:prstDash val="solid"/>
                      <a:round/>
                      <a:headEnd type="none" w="med" len="med"/>
                      <a:tailEnd type="none" w="med" len="med"/>
                    </a:lnL>
                    <a:lnR>
                      <a:noFill/>
                    </a:lnR>
                    <a:lnT>
                      <a:noFill/>
                    </a:lnT>
                    <a:lnB>
                      <a:noFill/>
                    </a:lnB>
                    <a:lnTlToBr>
                      <a:noFill/>
                    </a:lnTlToBr>
                    <a:lnBlToTr>
                      <a:noFill/>
                    </a:lnBlToTr>
                    <a:noFill/>
                  </a:tcPr>
                </a:tc>
              </a:tr>
              <a:tr h="406400">
                <a:tc>
                  <a:txBody>
                    <a:bodyPr/>
                    <a:lstStyle>
                      <a:lvl1pPr eaLnBrk="0" hangingPunct="0">
                        <a:spcBef>
                          <a:spcPct val="20000"/>
                        </a:spcBef>
                        <a:buFont typeface="Wingdings" panose="05000000000000000000" pitchFamily="2" charset="2"/>
                        <a:defRPr sz="2000" b="1">
                          <a:solidFill>
                            <a:schemeClr val="tx1"/>
                          </a:solidFill>
                          <a:latin typeface="Arial" panose="020B0604020202020204" pitchFamily="34" charset="0"/>
                          <a:ea typeface="黑体" panose="02010609060101010101" charset="-122"/>
                        </a:defRPr>
                      </a:lvl1pPr>
                      <a:lvl2pPr marL="742950" indent="-285750" eaLnBrk="0" hangingPunct="0">
                        <a:spcBef>
                          <a:spcPct val="20000"/>
                        </a:spcBef>
                        <a:buFont typeface="Wingdings" panose="05000000000000000000" pitchFamily="2" charset="2"/>
                        <a:defRPr b="1">
                          <a:solidFill>
                            <a:schemeClr val="tx1"/>
                          </a:solidFill>
                          <a:latin typeface="Arial" panose="020B0604020202020204" pitchFamily="34" charset="0"/>
                          <a:ea typeface="楷体_GB2312" pitchFamily="49" charset="-122"/>
                        </a:defRPr>
                      </a:lvl2pPr>
                      <a:lvl3pPr marL="1143000" indent="-228600" eaLnBrk="0" hangingPunct="0">
                        <a:spcBef>
                          <a:spcPct val="20000"/>
                        </a:spcBef>
                        <a:buFont typeface="Gungsuh" pitchFamily="18" charset="-127"/>
                        <a:defRPr sz="1600"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sz="1400">
                          <a:solidFill>
                            <a:schemeClr val="tx1"/>
                          </a:solidFill>
                          <a:latin typeface="Arial" panose="020B0604020202020204" pitchFamily="34" charset="0"/>
                          <a:ea typeface="黑体" panose="02010609060101010101" charset="-122"/>
                        </a:defRPr>
                      </a:lvl4pPr>
                      <a:lvl5pPr marL="2057400" indent="-228600" eaLnBrk="0" hangingPunct="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0" fontAlgn="base" latinLnBrk="0" hangingPunct="0">
                        <a:lnSpc>
                          <a:spcPct val="100000"/>
                        </a:lnSpc>
                        <a:spcBef>
                          <a:spcPct val="20000"/>
                        </a:spcBef>
                        <a:spcAft>
                          <a:spcPct val="0"/>
                        </a:spcAft>
                        <a:buClrTx/>
                        <a:buSzTx/>
                        <a:buFont typeface="Wingdings" panose="05000000000000000000" pitchFamily="2" charset="2"/>
                        <a:buNone/>
                      </a:pPr>
                      <a:r>
                        <a:rPr kumimoji="0" lang="en-US"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rPr>
                        <a:t>0</a:t>
                      </a:r>
                      <a:endParaRPr kumimoji="0" lang="en-US"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a:noFill/>
                    </a:lnL>
                    <a:lnR>
                      <a:noFill/>
                    </a:lnR>
                    <a:lnT>
                      <a:noFill/>
                    </a:lnT>
                    <a:lnB>
                      <a:noFill/>
                    </a:lnB>
                    <a:lnTlToBr>
                      <a:noFill/>
                    </a:lnTlToBr>
                    <a:lnBlToTr>
                      <a:noFill/>
                    </a:lnBlToTr>
                    <a:noFill/>
                  </a:tcPr>
                </a:tc>
                <a:tc>
                  <a:txBody>
                    <a:bodyPr/>
                    <a:lstStyle>
                      <a:lvl1pPr eaLnBrk="0" hangingPunct="0">
                        <a:spcBef>
                          <a:spcPct val="20000"/>
                        </a:spcBef>
                        <a:buFont typeface="Wingdings" panose="05000000000000000000" pitchFamily="2" charset="2"/>
                        <a:defRPr sz="2000" b="1">
                          <a:solidFill>
                            <a:schemeClr val="tx1"/>
                          </a:solidFill>
                          <a:latin typeface="Arial" panose="020B0604020202020204" pitchFamily="34" charset="0"/>
                          <a:ea typeface="黑体" panose="02010609060101010101" charset="-122"/>
                        </a:defRPr>
                      </a:lvl1pPr>
                      <a:lvl2pPr marL="742950" indent="-285750" eaLnBrk="0" hangingPunct="0">
                        <a:spcBef>
                          <a:spcPct val="20000"/>
                        </a:spcBef>
                        <a:buFont typeface="Wingdings" panose="05000000000000000000" pitchFamily="2" charset="2"/>
                        <a:defRPr b="1">
                          <a:solidFill>
                            <a:schemeClr val="tx1"/>
                          </a:solidFill>
                          <a:latin typeface="Arial" panose="020B0604020202020204" pitchFamily="34" charset="0"/>
                          <a:ea typeface="楷体_GB2312" pitchFamily="49" charset="-122"/>
                        </a:defRPr>
                      </a:lvl2pPr>
                      <a:lvl3pPr marL="1143000" indent="-228600" eaLnBrk="0" hangingPunct="0">
                        <a:spcBef>
                          <a:spcPct val="20000"/>
                        </a:spcBef>
                        <a:buFont typeface="Gungsuh" pitchFamily="18" charset="-127"/>
                        <a:defRPr sz="1600"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sz="1400">
                          <a:solidFill>
                            <a:schemeClr val="tx1"/>
                          </a:solidFill>
                          <a:latin typeface="Arial" panose="020B0604020202020204" pitchFamily="34" charset="0"/>
                          <a:ea typeface="黑体" panose="02010609060101010101" charset="-122"/>
                        </a:defRPr>
                      </a:lvl4pPr>
                      <a:lvl5pPr marL="2057400" indent="-228600" eaLnBrk="0" hangingPunct="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0" fontAlgn="base" latinLnBrk="0" hangingPunct="0">
                        <a:lnSpc>
                          <a:spcPct val="100000"/>
                        </a:lnSpc>
                        <a:spcBef>
                          <a:spcPct val="20000"/>
                        </a:spcBef>
                        <a:spcAft>
                          <a:spcPct val="0"/>
                        </a:spcAft>
                        <a:buClrTx/>
                        <a:buSzTx/>
                        <a:buFont typeface="Wingdings" panose="05000000000000000000" pitchFamily="2" charset="2"/>
                        <a:buNone/>
                      </a:pPr>
                      <a:r>
                        <a:rPr kumimoji="0" lang="en-US"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rPr>
                        <a:t>0</a:t>
                      </a:r>
                      <a:endParaRPr kumimoji="0" lang="en-US"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a:noFill/>
                    </a:lnL>
                    <a:lnR>
                      <a:noFill/>
                    </a:lnR>
                    <a:lnT>
                      <a:noFill/>
                    </a:lnT>
                    <a:lnB>
                      <a:noFill/>
                    </a:lnB>
                    <a:lnTlToBr>
                      <a:noFill/>
                    </a:lnTlToBr>
                    <a:lnBlToTr>
                      <a:noFill/>
                    </a:lnBlToTr>
                    <a:noFill/>
                  </a:tcPr>
                </a:tc>
                <a:tc>
                  <a:txBody>
                    <a:bodyPr/>
                    <a:lstStyle>
                      <a:lvl1pPr eaLnBrk="0" hangingPunct="0">
                        <a:spcBef>
                          <a:spcPct val="20000"/>
                        </a:spcBef>
                        <a:buFont typeface="Wingdings" panose="05000000000000000000" pitchFamily="2" charset="2"/>
                        <a:defRPr sz="2000" b="1">
                          <a:solidFill>
                            <a:schemeClr val="tx1"/>
                          </a:solidFill>
                          <a:latin typeface="Arial" panose="020B0604020202020204" pitchFamily="34" charset="0"/>
                          <a:ea typeface="黑体" panose="02010609060101010101" charset="-122"/>
                        </a:defRPr>
                      </a:lvl1pPr>
                      <a:lvl2pPr marL="742950" indent="-285750" eaLnBrk="0" hangingPunct="0">
                        <a:spcBef>
                          <a:spcPct val="20000"/>
                        </a:spcBef>
                        <a:buFont typeface="Wingdings" panose="05000000000000000000" pitchFamily="2" charset="2"/>
                        <a:defRPr b="1">
                          <a:solidFill>
                            <a:schemeClr val="tx1"/>
                          </a:solidFill>
                          <a:latin typeface="Arial" panose="020B0604020202020204" pitchFamily="34" charset="0"/>
                          <a:ea typeface="楷体_GB2312" pitchFamily="49" charset="-122"/>
                        </a:defRPr>
                      </a:lvl2pPr>
                      <a:lvl3pPr marL="1143000" indent="-228600" eaLnBrk="0" hangingPunct="0">
                        <a:spcBef>
                          <a:spcPct val="20000"/>
                        </a:spcBef>
                        <a:buFont typeface="Gungsuh" pitchFamily="18" charset="-127"/>
                        <a:defRPr sz="1600"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sz="1400">
                          <a:solidFill>
                            <a:schemeClr val="tx1"/>
                          </a:solidFill>
                          <a:latin typeface="Arial" panose="020B0604020202020204" pitchFamily="34" charset="0"/>
                          <a:ea typeface="黑体" panose="02010609060101010101" charset="-122"/>
                        </a:defRPr>
                      </a:lvl4pPr>
                      <a:lvl5pPr marL="2057400" indent="-228600" eaLnBrk="0" hangingPunct="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0" fontAlgn="base" latinLnBrk="0" hangingPunct="0">
                        <a:lnSpc>
                          <a:spcPct val="100000"/>
                        </a:lnSpc>
                        <a:spcBef>
                          <a:spcPct val="20000"/>
                        </a:spcBef>
                        <a:spcAft>
                          <a:spcPct val="0"/>
                        </a:spcAft>
                        <a:buClrTx/>
                        <a:buSzTx/>
                        <a:buFont typeface="Wingdings" panose="05000000000000000000" pitchFamily="2" charset="2"/>
                        <a:buNone/>
                      </a:pPr>
                      <a:r>
                        <a:rPr kumimoji="0" lang="en-US"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rPr>
                        <a:t>1</a:t>
                      </a:r>
                      <a:endParaRPr kumimoji="0" lang="en-US"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a:noFill/>
                    </a:lnL>
                    <a:lnR>
                      <a:noFill/>
                    </a:lnR>
                    <a:lnT>
                      <a:noFill/>
                    </a:lnT>
                    <a:lnB>
                      <a:noFill/>
                    </a:lnB>
                    <a:lnTlToBr>
                      <a:noFill/>
                    </a:lnTlToBr>
                    <a:lnBlToTr>
                      <a:noFill/>
                    </a:lnBlToTr>
                    <a:noFill/>
                  </a:tcPr>
                </a:tc>
                <a:tc>
                  <a:txBody>
                    <a:bodyPr/>
                    <a:lstStyle>
                      <a:lvl1pPr eaLnBrk="0" hangingPunct="0">
                        <a:spcBef>
                          <a:spcPct val="20000"/>
                        </a:spcBef>
                        <a:buFont typeface="Wingdings" panose="05000000000000000000" pitchFamily="2" charset="2"/>
                        <a:defRPr sz="2000" b="1">
                          <a:solidFill>
                            <a:schemeClr val="tx1"/>
                          </a:solidFill>
                          <a:latin typeface="Arial" panose="020B0604020202020204" pitchFamily="34" charset="0"/>
                          <a:ea typeface="黑体" panose="02010609060101010101" charset="-122"/>
                        </a:defRPr>
                      </a:lvl1pPr>
                      <a:lvl2pPr marL="742950" indent="-285750" eaLnBrk="0" hangingPunct="0">
                        <a:spcBef>
                          <a:spcPct val="20000"/>
                        </a:spcBef>
                        <a:buFont typeface="Wingdings" panose="05000000000000000000" pitchFamily="2" charset="2"/>
                        <a:defRPr b="1">
                          <a:solidFill>
                            <a:schemeClr val="tx1"/>
                          </a:solidFill>
                          <a:latin typeface="Arial" panose="020B0604020202020204" pitchFamily="34" charset="0"/>
                          <a:ea typeface="楷体_GB2312" pitchFamily="49" charset="-122"/>
                        </a:defRPr>
                      </a:lvl2pPr>
                      <a:lvl3pPr marL="1143000" indent="-228600" eaLnBrk="0" hangingPunct="0">
                        <a:spcBef>
                          <a:spcPct val="20000"/>
                        </a:spcBef>
                        <a:buFont typeface="Gungsuh" pitchFamily="18" charset="-127"/>
                        <a:defRPr sz="1600"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sz="1400">
                          <a:solidFill>
                            <a:schemeClr val="tx1"/>
                          </a:solidFill>
                          <a:latin typeface="Arial" panose="020B0604020202020204" pitchFamily="34" charset="0"/>
                          <a:ea typeface="黑体" panose="02010609060101010101" charset="-122"/>
                        </a:defRPr>
                      </a:lvl4pPr>
                      <a:lvl5pPr marL="2057400" indent="-228600" eaLnBrk="0" hangingPunct="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0" fontAlgn="base" latinLnBrk="0" hangingPunct="0">
                        <a:lnSpc>
                          <a:spcPct val="100000"/>
                        </a:lnSpc>
                        <a:spcBef>
                          <a:spcPct val="20000"/>
                        </a:spcBef>
                        <a:spcAft>
                          <a:spcPct val="0"/>
                        </a:spcAft>
                        <a:buClrTx/>
                        <a:buSzTx/>
                        <a:buFont typeface="Wingdings" panose="05000000000000000000" pitchFamily="2" charset="2"/>
                        <a:buNone/>
                      </a:pPr>
                      <a:r>
                        <a:rPr kumimoji="0" lang="en-US"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rPr>
                        <a:t>0</a:t>
                      </a:r>
                      <a:endParaRPr kumimoji="0" lang="en-US"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a:noFill/>
                    </a:lnL>
                    <a:lnR w="28575"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lvl1pPr eaLnBrk="0" hangingPunct="0">
                        <a:spcBef>
                          <a:spcPct val="20000"/>
                        </a:spcBef>
                        <a:buFont typeface="Wingdings" panose="05000000000000000000" pitchFamily="2" charset="2"/>
                        <a:defRPr sz="2000" b="1">
                          <a:solidFill>
                            <a:schemeClr val="tx1"/>
                          </a:solidFill>
                          <a:latin typeface="Arial" panose="020B0604020202020204" pitchFamily="34" charset="0"/>
                          <a:ea typeface="黑体" panose="02010609060101010101" charset="-122"/>
                        </a:defRPr>
                      </a:lvl1pPr>
                      <a:lvl2pPr marL="742950" indent="-285750" eaLnBrk="0" hangingPunct="0">
                        <a:spcBef>
                          <a:spcPct val="20000"/>
                        </a:spcBef>
                        <a:buFont typeface="Wingdings" panose="05000000000000000000" pitchFamily="2" charset="2"/>
                        <a:defRPr b="1">
                          <a:solidFill>
                            <a:schemeClr val="tx1"/>
                          </a:solidFill>
                          <a:latin typeface="Arial" panose="020B0604020202020204" pitchFamily="34" charset="0"/>
                          <a:ea typeface="楷体_GB2312" pitchFamily="49" charset="-122"/>
                        </a:defRPr>
                      </a:lvl2pPr>
                      <a:lvl3pPr marL="1143000" indent="-228600" eaLnBrk="0" hangingPunct="0">
                        <a:spcBef>
                          <a:spcPct val="20000"/>
                        </a:spcBef>
                        <a:buFont typeface="Gungsuh" pitchFamily="18" charset="-127"/>
                        <a:defRPr sz="1600"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sz="1400">
                          <a:solidFill>
                            <a:schemeClr val="tx1"/>
                          </a:solidFill>
                          <a:latin typeface="Arial" panose="020B0604020202020204" pitchFamily="34" charset="0"/>
                          <a:ea typeface="黑体" panose="02010609060101010101" charset="-122"/>
                        </a:defRPr>
                      </a:lvl4pPr>
                      <a:lvl5pPr marL="2057400" indent="-228600" eaLnBrk="0" hangingPunct="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0" fontAlgn="base" latinLnBrk="0" hangingPunct="0">
                        <a:lnSpc>
                          <a:spcPct val="100000"/>
                        </a:lnSpc>
                        <a:spcBef>
                          <a:spcPct val="20000"/>
                        </a:spcBef>
                        <a:spcAft>
                          <a:spcPct val="0"/>
                        </a:spcAft>
                        <a:buClrTx/>
                        <a:buSzTx/>
                        <a:buFont typeface="Wingdings" panose="05000000000000000000" pitchFamily="2" charset="2"/>
                        <a:buNone/>
                      </a:pPr>
                      <a:r>
                        <a:rPr kumimoji="0" lang="en-US"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rPr>
                        <a:t>2</a:t>
                      </a:r>
                      <a:endParaRPr kumimoji="0" lang="en-US"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w="28575" cap="flat" cmpd="sng" algn="ctr">
                      <a:solidFill>
                        <a:schemeClr val="tx1"/>
                      </a:solidFill>
                      <a:prstDash val="solid"/>
                      <a:round/>
                      <a:headEnd type="none" w="med" len="med"/>
                      <a:tailEnd type="none" w="med" len="med"/>
                    </a:lnL>
                    <a:lnR>
                      <a:noFill/>
                    </a:lnR>
                    <a:lnT>
                      <a:noFill/>
                    </a:lnT>
                    <a:lnB>
                      <a:noFill/>
                    </a:lnB>
                    <a:lnTlToBr>
                      <a:noFill/>
                    </a:lnTlToBr>
                    <a:lnBlToTr>
                      <a:noFill/>
                    </a:lnBlToTr>
                    <a:noFill/>
                  </a:tcPr>
                </a:tc>
              </a:tr>
              <a:tr h="406400">
                <a:tc>
                  <a:txBody>
                    <a:bodyPr/>
                    <a:lstStyle>
                      <a:lvl1pPr eaLnBrk="0" hangingPunct="0">
                        <a:spcBef>
                          <a:spcPct val="20000"/>
                        </a:spcBef>
                        <a:buFont typeface="Wingdings" panose="05000000000000000000" pitchFamily="2" charset="2"/>
                        <a:defRPr sz="2000" b="1">
                          <a:solidFill>
                            <a:schemeClr val="tx1"/>
                          </a:solidFill>
                          <a:latin typeface="Arial" panose="020B0604020202020204" pitchFamily="34" charset="0"/>
                          <a:ea typeface="黑体" panose="02010609060101010101" charset="-122"/>
                        </a:defRPr>
                      </a:lvl1pPr>
                      <a:lvl2pPr marL="742950" indent="-285750" eaLnBrk="0" hangingPunct="0">
                        <a:spcBef>
                          <a:spcPct val="20000"/>
                        </a:spcBef>
                        <a:buFont typeface="Wingdings" panose="05000000000000000000" pitchFamily="2" charset="2"/>
                        <a:defRPr b="1">
                          <a:solidFill>
                            <a:schemeClr val="tx1"/>
                          </a:solidFill>
                          <a:latin typeface="Arial" panose="020B0604020202020204" pitchFamily="34" charset="0"/>
                          <a:ea typeface="楷体_GB2312" pitchFamily="49" charset="-122"/>
                        </a:defRPr>
                      </a:lvl2pPr>
                      <a:lvl3pPr marL="1143000" indent="-228600" eaLnBrk="0" hangingPunct="0">
                        <a:spcBef>
                          <a:spcPct val="20000"/>
                        </a:spcBef>
                        <a:buFont typeface="Gungsuh" pitchFamily="18" charset="-127"/>
                        <a:defRPr sz="1600"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sz="1400">
                          <a:solidFill>
                            <a:schemeClr val="tx1"/>
                          </a:solidFill>
                          <a:latin typeface="Arial" panose="020B0604020202020204" pitchFamily="34" charset="0"/>
                          <a:ea typeface="黑体" panose="02010609060101010101" charset="-122"/>
                        </a:defRPr>
                      </a:lvl4pPr>
                      <a:lvl5pPr marL="2057400" indent="-228600" eaLnBrk="0" hangingPunct="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0" fontAlgn="base" latinLnBrk="0" hangingPunct="0">
                        <a:lnSpc>
                          <a:spcPct val="100000"/>
                        </a:lnSpc>
                        <a:spcBef>
                          <a:spcPct val="20000"/>
                        </a:spcBef>
                        <a:spcAft>
                          <a:spcPct val="0"/>
                        </a:spcAft>
                        <a:buClrTx/>
                        <a:buSzTx/>
                        <a:buFont typeface="Wingdings" panose="05000000000000000000" pitchFamily="2" charset="2"/>
                        <a:buNone/>
                      </a:pPr>
                      <a:r>
                        <a:rPr kumimoji="0" lang="en-US"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rPr>
                        <a:t>0</a:t>
                      </a:r>
                      <a:endParaRPr kumimoji="0" lang="en-US"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a:noFill/>
                    </a:lnL>
                    <a:lnR>
                      <a:noFill/>
                    </a:lnR>
                    <a:lnT>
                      <a:noFill/>
                    </a:lnT>
                    <a:lnB>
                      <a:noFill/>
                    </a:lnB>
                    <a:lnTlToBr>
                      <a:noFill/>
                    </a:lnTlToBr>
                    <a:lnBlToTr>
                      <a:noFill/>
                    </a:lnBlToTr>
                    <a:noFill/>
                  </a:tcPr>
                </a:tc>
                <a:tc>
                  <a:txBody>
                    <a:bodyPr/>
                    <a:lstStyle>
                      <a:lvl1pPr eaLnBrk="0" hangingPunct="0">
                        <a:spcBef>
                          <a:spcPct val="20000"/>
                        </a:spcBef>
                        <a:buFont typeface="Wingdings" panose="05000000000000000000" pitchFamily="2" charset="2"/>
                        <a:defRPr sz="2000" b="1">
                          <a:solidFill>
                            <a:schemeClr val="tx1"/>
                          </a:solidFill>
                          <a:latin typeface="Arial" panose="020B0604020202020204" pitchFamily="34" charset="0"/>
                          <a:ea typeface="黑体" panose="02010609060101010101" charset="-122"/>
                        </a:defRPr>
                      </a:lvl1pPr>
                      <a:lvl2pPr marL="742950" indent="-285750" eaLnBrk="0" hangingPunct="0">
                        <a:spcBef>
                          <a:spcPct val="20000"/>
                        </a:spcBef>
                        <a:buFont typeface="Wingdings" panose="05000000000000000000" pitchFamily="2" charset="2"/>
                        <a:defRPr b="1">
                          <a:solidFill>
                            <a:schemeClr val="tx1"/>
                          </a:solidFill>
                          <a:latin typeface="Arial" panose="020B0604020202020204" pitchFamily="34" charset="0"/>
                          <a:ea typeface="楷体_GB2312" pitchFamily="49" charset="-122"/>
                        </a:defRPr>
                      </a:lvl2pPr>
                      <a:lvl3pPr marL="1143000" indent="-228600" eaLnBrk="0" hangingPunct="0">
                        <a:spcBef>
                          <a:spcPct val="20000"/>
                        </a:spcBef>
                        <a:buFont typeface="Gungsuh" pitchFamily="18" charset="-127"/>
                        <a:defRPr sz="1600"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sz="1400">
                          <a:solidFill>
                            <a:schemeClr val="tx1"/>
                          </a:solidFill>
                          <a:latin typeface="Arial" panose="020B0604020202020204" pitchFamily="34" charset="0"/>
                          <a:ea typeface="黑体" panose="02010609060101010101" charset="-122"/>
                        </a:defRPr>
                      </a:lvl4pPr>
                      <a:lvl5pPr marL="2057400" indent="-228600" eaLnBrk="0" hangingPunct="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0" fontAlgn="base" latinLnBrk="0" hangingPunct="0">
                        <a:lnSpc>
                          <a:spcPct val="100000"/>
                        </a:lnSpc>
                        <a:spcBef>
                          <a:spcPct val="20000"/>
                        </a:spcBef>
                        <a:spcAft>
                          <a:spcPct val="0"/>
                        </a:spcAft>
                        <a:buClrTx/>
                        <a:buSzTx/>
                        <a:buFont typeface="Wingdings" panose="05000000000000000000" pitchFamily="2" charset="2"/>
                        <a:buNone/>
                      </a:pPr>
                      <a:r>
                        <a:rPr kumimoji="0" lang="en-US"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rPr>
                        <a:t>0</a:t>
                      </a:r>
                      <a:endParaRPr kumimoji="0" lang="en-US"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a:noFill/>
                    </a:lnL>
                    <a:lnR>
                      <a:noFill/>
                    </a:lnR>
                    <a:lnT>
                      <a:noFill/>
                    </a:lnT>
                    <a:lnB>
                      <a:noFill/>
                    </a:lnB>
                    <a:lnTlToBr>
                      <a:noFill/>
                    </a:lnTlToBr>
                    <a:lnBlToTr>
                      <a:noFill/>
                    </a:lnBlToTr>
                    <a:noFill/>
                  </a:tcPr>
                </a:tc>
                <a:tc>
                  <a:txBody>
                    <a:bodyPr/>
                    <a:lstStyle>
                      <a:lvl1pPr eaLnBrk="0" hangingPunct="0">
                        <a:spcBef>
                          <a:spcPct val="20000"/>
                        </a:spcBef>
                        <a:buFont typeface="Wingdings" panose="05000000000000000000" pitchFamily="2" charset="2"/>
                        <a:defRPr sz="2000" b="1">
                          <a:solidFill>
                            <a:schemeClr val="tx1"/>
                          </a:solidFill>
                          <a:latin typeface="Arial" panose="020B0604020202020204" pitchFamily="34" charset="0"/>
                          <a:ea typeface="黑体" panose="02010609060101010101" charset="-122"/>
                        </a:defRPr>
                      </a:lvl1pPr>
                      <a:lvl2pPr marL="742950" indent="-285750" eaLnBrk="0" hangingPunct="0">
                        <a:spcBef>
                          <a:spcPct val="20000"/>
                        </a:spcBef>
                        <a:buFont typeface="Wingdings" panose="05000000000000000000" pitchFamily="2" charset="2"/>
                        <a:defRPr b="1">
                          <a:solidFill>
                            <a:schemeClr val="tx1"/>
                          </a:solidFill>
                          <a:latin typeface="Arial" panose="020B0604020202020204" pitchFamily="34" charset="0"/>
                          <a:ea typeface="楷体_GB2312" pitchFamily="49" charset="-122"/>
                        </a:defRPr>
                      </a:lvl2pPr>
                      <a:lvl3pPr marL="1143000" indent="-228600" eaLnBrk="0" hangingPunct="0">
                        <a:spcBef>
                          <a:spcPct val="20000"/>
                        </a:spcBef>
                        <a:buFont typeface="Gungsuh" pitchFamily="18" charset="-127"/>
                        <a:defRPr sz="1600"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sz="1400">
                          <a:solidFill>
                            <a:schemeClr val="tx1"/>
                          </a:solidFill>
                          <a:latin typeface="Arial" panose="020B0604020202020204" pitchFamily="34" charset="0"/>
                          <a:ea typeface="黑体" panose="02010609060101010101" charset="-122"/>
                        </a:defRPr>
                      </a:lvl4pPr>
                      <a:lvl5pPr marL="2057400" indent="-228600" eaLnBrk="0" hangingPunct="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0" fontAlgn="base" latinLnBrk="0" hangingPunct="0">
                        <a:lnSpc>
                          <a:spcPct val="100000"/>
                        </a:lnSpc>
                        <a:spcBef>
                          <a:spcPct val="20000"/>
                        </a:spcBef>
                        <a:spcAft>
                          <a:spcPct val="0"/>
                        </a:spcAft>
                        <a:buClrTx/>
                        <a:buSzTx/>
                        <a:buFont typeface="Wingdings" panose="05000000000000000000" pitchFamily="2" charset="2"/>
                        <a:buNone/>
                      </a:pPr>
                      <a:r>
                        <a:rPr kumimoji="0" lang="en-US"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rPr>
                        <a:t>1</a:t>
                      </a:r>
                      <a:endParaRPr kumimoji="0" lang="en-US"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a:noFill/>
                    </a:lnL>
                    <a:lnR>
                      <a:noFill/>
                    </a:lnR>
                    <a:lnT>
                      <a:noFill/>
                    </a:lnT>
                    <a:lnB>
                      <a:noFill/>
                    </a:lnB>
                    <a:lnTlToBr>
                      <a:noFill/>
                    </a:lnTlToBr>
                    <a:lnBlToTr>
                      <a:noFill/>
                    </a:lnBlToTr>
                    <a:noFill/>
                  </a:tcPr>
                </a:tc>
                <a:tc>
                  <a:txBody>
                    <a:bodyPr/>
                    <a:lstStyle>
                      <a:lvl1pPr eaLnBrk="0" hangingPunct="0">
                        <a:spcBef>
                          <a:spcPct val="20000"/>
                        </a:spcBef>
                        <a:buFont typeface="Wingdings" panose="05000000000000000000" pitchFamily="2" charset="2"/>
                        <a:defRPr sz="2000" b="1">
                          <a:solidFill>
                            <a:schemeClr val="tx1"/>
                          </a:solidFill>
                          <a:latin typeface="Arial" panose="020B0604020202020204" pitchFamily="34" charset="0"/>
                          <a:ea typeface="黑体" panose="02010609060101010101" charset="-122"/>
                        </a:defRPr>
                      </a:lvl1pPr>
                      <a:lvl2pPr marL="742950" indent="-285750" eaLnBrk="0" hangingPunct="0">
                        <a:spcBef>
                          <a:spcPct val="20000"/>
                        </a:spcBef>
                        <a:buFont typeface="Wingdings" panose="05000000000000000000" pitchFamily="2" charset="2"/>
                        <a:defRPr b="1">
                          <a:solidFill>
                            <a:schemeClr val="tx1"/>
                          </a:solidFill>
                          <a:latin typeface="Arial" panose="020B0604020202020204" pitchFamily="34" charset="0"/>
                          <a:ea typeface="楷体_GB2312" pitchFamily="49" charset="-122"/>
                        </a:defRPr>
                      </a:lvl2pPr>
                      <a:lvl3pPr marL="1143000" indent="-228600" eaLnBrk="0" hangingPunct="0">
                        <a:spcBef>
                          <a:spcPct val="20000"/>
                        </a:spcBef>
                        <a:buFont typeface="Gungsuh" pitchFamily="18" charset="-127"/>
                        <a:defRPr sz="1600"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sz="1400">
                          <a:solidFill>
                            <a:schemeClr val="tx1"/>
                          </a:solidFill>
                          <a:latin typeface="Arial" panose="020B0604020202020204" pitchFamily="34" charset="0"/>
                          <a:ea typeface="黑体" panose="02010609060101010101" charset="-122"/>
                        </a:defRPr>
                      </a:lvl4pPr>
                      <a:lvl5pPr marL="2057400" indent="-228600" eaLnBrk="0" hangingPunct="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0" fontAlgn="base" latinLnBrk="0" hangingPunct="0">
                        <a:lnSpc>
                          <a:spcPct val="100000"/>
                        </a:lnSpc>
                        <a:spcBef>
                          <a:spcPct val="20000"/>
                        </a:spcBef>
                        <a:spcAft>
                          <a:spcPct val="0"/>
                        </a:spcAft>
                        <a:buClrTx/>
                        <a:buSzTx/>
                        <a:buFont typeface="Wingdings" panose="05000000000000000000" pitchFamily="2" charset="2"/>
                        <a:buNone/>
                      </a:pPr>
                      <a:r>
                        <a:rPr kumimoji="0" lang="en-US"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rPr>
                        <a:t>1</a:t>
                      </a:r>
                      <a:endParaRPr kumimoji="0" lang="en-US"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a:noFill/>
                    </a:lnL>
                    <a:lnR w="28575"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lvl1pPr eaLnBrk="0" hangingPunct="0">
                        <a:spcBef>
                          <a:spcPct val="20000"/>
                        </a:spcBef>
                        <a:buFont typeface="Wingdings" panose="05000000000000000000" pitchFamily="2" charset="2"/>
                        <a:defRPr sz="2000" b="1">
                          <a:solidFill>
                            <a:schemeClr val="tx1"/>
                          </a:solidFill>
                          <a:latin typeface="Arial" panose="020B0604020202020204" pitchFamily="34" charset="0"/>
                          <a:ea typeface="黑体" panose="02010609060101010101" charset="-122"/>
                        </a:defRPr>
                      </a:lvl1pPr>
                      <a:lvl2pPr marL="742950" indent="-285750" eaLnBrk="0" hangingPunct="0">
                        <a:spcBef>
                          <a:spcPct val="20000"/>
                        </a:spcBef>
                        <a:buFont typeface="Wingdings" panose="05000000000000000000" pitchFamily="2" charset="2"/>
                        <a:defRPr b="1">
                          <a:solidFill>
                            <a:schemeClr val="tx1"/>
                          </a:solidFill>
                          <a:latin typeface="Arial" panose="020B0604020202020204" pitchFamily="34" charset="0"/>
                          <a:ea typeface="楷体_GB2312" pitchFamily="49" charset="-122"/>
                        </a:defRPr>
                      </a:lvl2pPr>
                      <a:lvl3pPr marL="1143000" indent="-228600" eaLnBrk="0" hangingPunct="0">
                        <a:spcBef>
                          <a:spcPct val="20000"/>
                        </a:spcBef>
                        <a:buFont typeface="Gungsuh" pitchFamily="18" charset="-127"/>
                        <a:defRPr sz="1600"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sz="1400">
                          <a:solidFill>
                            <a:schemeClr val="tx1"/>
                          </a:solidFill>
                          <a:latin typeface="Arial" panose="020B0604020202020204" pitchFamily="34" charset="0"/>
                          <a:ea typeface="黑体" panose="02010609060101010101" charset="-122"/>
                        </a:defRPr>
                      </a:lvl4pPr>
                      <a:lvl5pPr marL="2057400" indent="-228600" eaLnBrk="0" hangingPunct="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0" fontAlgn="base" latinLnBrk="0" hangingPunct="0">
                        <a:lnSpc>
                          <a:spcPct val="100000"/>
                        </a:lnSpc>
                        <a:spcBef>
                          <a:spcPct val="20000"/>
                        </a:spcBef>
                        <a:spcAft>
                          <a:spcPct val="0"/>
                        </a:spcAft>
                        <a:buClrTx/>
                        <a:buSzTx/>
                        <a:buFont typeface="Wingdings" panose="05000000000000000000" pitchFamily="2" charset="2"/>
                        <a:buNone/>
                      </a:pPr>
                      <a:r>
                        <a:rPr kumimoji="0" lang="en-US"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rPr>
                        <a:t>3</a:t>
                      </a:r>
                      <a:endParaRPr kumimoji="0" lang="en-US"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w="28575" cap="flat" cmpd="sng" algn="ctr">
                      <a:solidFill>
                        <a:schemeClr val="tx1"/>
                      </a:solidFill>
                      <a:prstDash val="solid"/>
                      <a:round/>
                      <a:headEnd type="none" w="med" len="med"/>
                      <a:tailEnd type="none" w="med" len="med"/>
                    </a:lnL>
                    <a:lnR>
                      <a:noFill/>
                    </a:lnR>
                    <a:lnT>
                      <a:noFill/>
                    </a:lnT>
                    <a:lnB>
                      <a:noFill/>
                    </a:lnB>
                    <a:lnTlToBr>
                      <a:noFill/>
                    </a:lnTlToBr>
                    <a:lnBlToTr>
                      <a:noFill/>
                    </a:lnBlToTr>
                    <a:noFill/>
                  </a:tcPr>
                </a:tc>
              </a:tr>
              <a:tr h="406400">
                <a:tc>
                  <a:txBody>
                    <a:bodyPr/>
                    <a:lstStyle>
                      <a:lvl1pPr eaLnBrk="0" hangingPunct="0">
                        <a:spcBef>
                          <a:spcPct val="20000"/>
                        </a:spcBef>
                        <a:buFont typeface="Wingdings" panose="05000000000000000000" pitchFamily="2" charset="2"/>
                        <a:defRPr sz="2000" b="1">
                          <a:solidFill>
                            <a:schemeClr val="tx1"/>
                          </a:solidFill>
                          <a:latin typeface="Arial" panose="020B0604020202020204" pitchFamily="34" charset="0"/>
                          <a:ea typeface="黑体" panose="02010609060101010101" charset="-122"/>
                        </a:defRPr>
                      </a:lvl1pPr>
                      <a:lvl2pPr marL="742950" indent="-285750" eaLnBrk="0" hangingPunct="0">
                        <a:spcBef>
                          <a:spcPct val="20000"/>
                        </a:spcBef>
                        <a:buFont typeface="Wingdings" panose="05000000000000000000" pitchFamily="2" charset="2"/>
                        <a:defRPr b="1">
                          <a:solidFill>
                            <a:schemeClr val="tx1"/>
                          </a:solidFill>
                          <a:latin typeface="Arial" panose="020B0604020202020204" pitchFamily="34" charset="0"/>
                          <a:ea typeface="楷体_GB2312" pitchFamily="49" charset="-122"/>
                        </a:defRPr>
                      </a:lvl2pPr>
                      <a:lvl3pPr marL="1143000" indent="-228600" eaLnBrk="0" hangingPunct="0">
                        <a:spcBef>
                          <a:spcPct val="20000"/>
                        </a:spcBef>
                        <a:buFont typeface="Gungsuh" pitchFamily="18" charset="-127"/>
                        <a:defRPr sz="1600"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sz="1400">
                          <a:solidFill>
                            <a:schemeClr val="tx1"/>
                          </a:solidFill>
                          <a:latin typeface="Arial" panose="020B0604020202020204" pitchFamily="34" charset="0"/>
                          <a:ea typeface="黑体" panose="02010609060101010101" charset="-122"/>
                        </a:defRPr>
                      </a:lvl4pPr>
                      <a:lvl5pPr marL="2057400" indent="-228600" eaLnBrk="0" hangingPunct="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0" fontAlgn="base" latinLnBrk="0" hangingPunct="0">
                        <a:lnSpc>
                          <a:spcPct val="100000"/>
                        </a:lnSpc>
                        <a:spcBef>
                          <a:spcPct val="20000"/>
                        </a:spcBef>
                        <a:spcAft>
                          <a:spcPct val="0"/>
                        </a:spcAft>
                        <a:buClrTx/>
                        <a:buSzTx/>
                        <a:buFont typeface="Wingdings" panose="05000000000000000000" pitchFamily="2" charset="2"/>
                        <a:buNone/>
                      </a:pPr>
                      <a:r>
                        <a:rPr kumimoji="0" lang="en-US"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rPr>
                        <a:t>0</a:t>
                      </a:r>
                      <a:endParaRPr kumimoji="0" lang="en-US"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a:noFill/>
                    </a:lnL>
                    <a:lnR>
                      <a:noFill/>
                    </a:lnR>
                    <a:lnT>
                      <a:noFill/>
                    </a:lnT>
                    <a:lnB>
                      <a:noFill/>
                    </a:lnB>
                    <a:lnTlToBr>
                      <a:noFill/>
                    </a:lnTlToBr>
                    <a:lnBlToTr>
                      <a:noFill/>
                    </a:lnBlToTr>
                    <a:noFill/>
                  </a:tcPr>
                </a:tc>
                <a:tc>
                  <a:txBody>
                    <a:bodyPr/>
                    <a:lstStyle>
                      <a:lvl1pPr eaLnBrk="0" hangingPunct="0">
                        <a:spcBef>
                          <a:spcPct val="20000"/>
                        </a:spcBef>
                        <a:buFont typeface="Wingdings" panose="05000000000000000000" pitchFamily="2" charset="2"/>
                        <a:defRPr sz="2000" b="1">
                          <a:solidFill>
                            <a:schemeClr val="tx1"/>
                          </a:solidFill>
                          <a:latin typeface="Arial" panose="020B0604020202020204" pitchFamily="34" charset="0"/>
                          <a:ea typeface="黑体" panose="02010609060101010101" charset="-122"/>
                        </a:defRPr>
                      </a:lvl1pPr>
                      <a:lvl2pPr marL="742950" indent="-285750" eaLnBrk="0" hangingPunct="0">
                        <a:spcBef>
                          <a:spcPct val="20000"/>
                        </a:spcBef>
                        <a:buFont typeface="Wingdings" panose="05000000000000000000" pitchFamily="2" charset="2"/>
                        <a:defRPr b="1">
                          <a:solidFill>
                            <a:schemeClr val="tx1"/>
                          </a:solidFill>
                          <a:latin typeface="Arial" panose="020B0604020202020204" pitchFamily="34" charset="0"/>
                          <a:ea typeface="楷体_GB2312" pitchFamily="49" charset="-122"/>
                        </a:defRPr>
                      </a:lvl2pPr>
                      <a:lvl3pPr marL="1143000" indent="-228600" eaLnBrk="0" hangingPunct="0">
                        <a:spcBef>
                          <a:spcPct val="20000"/>
                        </a:spcBef>
                        <a:buFont typeface="Gungsuh" pitchFamily="18" charset="-127"/>
                        <a:defRPr sz="1600"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sz="1400">
                          <a:solidFill>
                            <a:schemeClr val="tx1"/>
                          </a:solidFill>
                          <a:latin typeface="Arial" panose="020B0604020202020204" pitchFamily="34" charset="0"/>
                          <a:ea typeface="黑体" panose="02010609060101010101" charset="-122"/>
                        </a:defRPr>
                      </a:lvl4pPr>
                      <a:lvl5pPr marL="2057400" indent="-228600" eaLnBrk="0" hangingPunct="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0" fontAlgn="base" latinLnBrk="0" hangingPunct="0">
                        <a:lnSpc>
                          <a:spcPct val="100000"/>
                        </a:lnSpc>
                        <a:spcBef>
                          <a:spcPct val="20000"/>
                        </a:spcBef>
                        <a:spcAft>
                          <a:spcPct val="0"/>
                        </a:spcAft>
                        <a:buClrTx/>
                        <a:buSzTx/>
                        <a:buFont typeface="Wingdings" panose="05000000000000000000" pitchFamily="2" charset="2"/>
                        <a:buNone/>
                      </a:pPr>
                      <a:r>
                        <a:rPr kumimoji="0" lang="en-US"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rPr>
                        <a:t>1</a:t>
                      </a:r>
                      <a:endParaRPr kumimoji="0" lang="en-US"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a:noFill/>
                    </a:lnL>
                    <a:lnR>
                      <a:noFill/>
                    </a:lnR>
                    <a:lnT>
                      <a:noFill/>
                    </a:lnT>
                    <a:lnB>
                      <a:noFill/>
                    </a:lnB>
                    <a:lnTlToBr>
                      <a:noFill/>
                    </a:lnTlToBr>
                    <a:lnBlToTr>
                      <a:noFill/>
                    </a:lnBlToTr>
                    <a:noFill/>
                  </a:tcPr>
                </a:tc>
                <a:tc>
                  <a:txBody>
                    <a:bodyPr/>
                    <a:lstStyle>
                      <a:lvl1pPr eaLnBrk="0" hangingPunct="0">
                        <a:spcBef>
                          <a:spcPct val="20000"/>
                        </a:spcBef>
                        <a:buFont typeface="Wingdings" panose="05000000000000000000" pitchFamily="2" charset="2"/>
                        <a:defRPr sz="2000" b="1">
                          <a:solidFill>
                            <a:schemeClr val="tx1"/>
                          </a:solidFill>
                          <a:latin typeface="Arial" panose="020B0604020202020204" pitchFamily="34" charset="0"/>
                          <a:ea typeface="黑体" panose="02010609060101010101" charset="-122"/>
                        </a:defRPr>
                      </a:lvl1pPr>
                      <a:lvl2pPr marL="742950" indent="-285750" eaLnBrk="0" hangingPunct="0">
                        <a:spcBef>
                          <a:spcPct val="20000"/>
                        </a:spcBef>
                        <a:buFont typeface="Wingdings" panose="05000000000000000000" pitchFamily="2" charset="2"/>
                        <a:defRPr b="1">
                          <a:solidFill>
                            <a:schemeClr val="tx1"/>
                          </a:solidFill>
                          <a:latin typeface="Arial" panose="020B0604020202020204" pitchFamily="34" charset="0"/>
                          <a:ea typeface="楷体_GB2312" pitchFamily="49" charset="-122"/>
                        </a:defRPr>
                      </a:lvl2pPr>
                      <a:lvl3pPr marL="1143000" indent="-228600" eaLnBrk="0" hangingPunct="0">
                        <a:spcBef>
                          <a:spcPct val="20000"/>
                        </a:spcBef>
                        <a:buFont typeface="Gungsuh" pitchFamily="18" charset="-127"/>
                        <a:defRPr sz="1600"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sz="1400">
                          <a:solidFill>
                            <a:schemeClr val="tx1"/>
                          </a:solidFill>
                          <a:latin typeface="Arial" panose="020B0604020202020204" pitchFamily="34" charset="0"/>
                          <a:ea typeface="黑体" panose="02010609060101010101" charset="-122"/>
                        </a:defRPr>
                      </a:lvl4pPr>
                      <a:lvl5pPr marL="2057400" indent="-228600" eaLnBrk="0" hangingPunct="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0" fontAlgn="base" latinLnBrk="0" hangingPunct="0">
                        <a:lnSpc>
                          <a:spcPct val="100000"/>
                        </a:lnSpc>
                        <a:spcBef>
                          <a:spcPct val="20000"/>
                        </a:spcBef>
                        <a:spcAft>
                          <a:spcPct val="0"/>
                        </a:spcAft>
                        <a:buClrTx/>
                        <a:buSzTx/>
                        <a:buFont typeface="Wingdings" panose="05000000000000000000" pitchFamily="2" charset="2"/>
                        <a:buNone/>
                      </a:pPr>
                      <a:r>
                        <a:rPr kumimoji="0" lang="en-US"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rPr>
                        <a:t>0</a:t>
                      </a:r>
                      <a:endParaRPr kumimoji="0" lang="en-US"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a:noFill/>
                    </a:lnL>
                    <a:lnR>
                      <a:noFill/>
                    </a:lnR>
                    <a:lnT>
                      <a:noFill/>
                    </a:lnT>
                    <a:lnB>
                      <a:noFill/>
                    </a:lnB>
                    <a:lnTlToBr>
                      <a:noFill/>
                    </a:lnTlToBr>
                    <a:lnBlToTr>
                      <a:noFill/>
                    </a:lnBlToTr>
                    <a:noFill/>
                  </a:tcPr>
                </a:tc>
                <a:tc>
                  <a:txBody>
                    <a:bodyPr/>
                    <a:lstStyle>
                      <a:lvl1pPr eaLnBrk="0" hangingPunct="0">
                        <a:spcBef>
                          <a:spcPct val="20000"/>
                        </a:spcBef>
                        <a:buFont typeface="Wingdings" panose="05000000000000000000" pitchFamily="2" charset="2"/>
                        <a:defRPr sz="2000" b="1">
                          <a:solidFill>
                            <a:schemeClr val="tx1"/>
                          </a:solidFill>
                          <a:latin typeface="Arial" panose="020B0604020202020204" pitchFamily="34" charset="0"/>
                          <a:ea typeface="黑体" panose="02010609060101010101" charset="-122"/>
                        </a:defRPr>
                      </a:lvl1pPr>
                      <a:lvl2pPr marL="742950" indent="-285750" eaLnBrk="0" hangingPunct="0">
                        <a:spcBef>
                          <a:spcPct val="20000"/>
                        </a:spcBef>
                        <a:buFont typeface="Wingdings" panose="05000000000000000000" pitchFamily="2" charset="2"/>
                        <a:defRPr b="1">
                          <a:solidFill>
                            <a:schemeClr val="tx1"/>
                          </a:solidFill>
                          <a:latin typeface="Arial" panose="020B0604020202020204" pitchFamily="34" charset="0"/>
                          <a:ea typeface="楷体_GB2312" pitchFamily="49" charset="-122"/>
                        </a:defRPr>
                      </a:lvl2pPr>
                      <a:lvl3pPr marL="1143000" indent="-228600" eaLnBrk="0" hangingPunct="0">
                        <a:spcBef>
                          <a:spcPct val="20000"/>
                        </a:spcBef>
                        <a:buFont typeface="Gungsuh" pitchFamily="18" charset="-127"/>
                        <a:defRPr sz="1600"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sz="1400">
                          <a:solidFill>
                            <a:schemeClr val="tx1"/>
                          </a:solidFill>
                          <a:latin typeface="Arial" panose="020B0604020202020204" pitchFamily="34" charset="0"/>
                          <a:ea typeface="黑体" panose="02010609060101010101" charset="-122"/>
                        </a:defRPr>
                      </a:lvl4pPr>
                      <a:lvl5pPr marL="2057400" indent="-228600" eaLnBrk="0" hangingPunct="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0" fontAlgn="base" latinLnBrk="0" hangingPunct="0">
                        <a:lnSpc>
                          <a:spcPct val="100000"/>
                        </a:lnSpc>
                        <a:spcBef>
                          <a:spcPct val="20000"/>
                        </a:spcBef>
                        <a:spcAft>
                          <a:spcPct val="0"/>
                        </a:spcAft>
                        <a:buClrTx/>
                        <a:buSzTx/>
                        <a:buFont typeface="Wingdings" panose="05000000000000000000" pitchFamily="2" charset="2"/>
                        <a:buNone/>
                      </a:pPr>
                      <a:r>
                        <a:rPr kumimoji="0" lang="en-US"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rPr>
                        <a:t>0</a:t>
                      </a:r>
                      <a:endParaRPr kumimoji="0" lang="en-US"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a:noFill/>
                    </a:lnL>
                    <a:lnR w="28575"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lvl1pPr eaLnBrk="0" hangingPunct="0">
                        <a:spcBef>
                          <a:spcPct val="20000"/>
                        </a:spcBef>
                        <a:buFont typeface="Wingdings" panose="05000000000000000000" pitchFamily="2" charset="2"/>
                        <a:defRPr sz="2000" b="1">
                          <a:solidFill>
                            <a:schemeClr val="tx1"/>
                          </a:solidFill>
                          <a:latin typeface="Arial" panose="020B0604020202020204" pitchFamily="34" charset="0"/>
                          <a:ea typeface="黑体" panose="02010609060101010101" charset="-122"/>
                        </a:defRPr>
                      </a:lvl1pPr>
                      <a:lvl2pPr marL="742950" indent="-285750" eaLnBrk="0" hangingPunct="0">
                        <a:spcBef>
                          <a:spcPct val="20000"/>
                        </a:spcBef>
                        <a:buFont typeface="Wingdings" panose="05000000000000000000" pitchFamily="2" charset="2"/>
                        <a:defRPr b="1">
                          <a:solidFill>
                            <a:schemeClr val="tx1"/>
                          </a:solidFill>
                          <a:latin typeface="Arial" panose="020B0604020202020204" pitchFamily="34" charset="0"/>
                          <a:ea typeface="楷体_GB2312" pitchFamily="49" charset="-122"/>
                        </a:defRPr>
                      </a:lvl2pPr>
                      <a:lvl3pPr marL="1143000" indent="-228600" eaLnBrk="0" hangingPunct="0">
                        <a:spcBef>
                          <a:spcPct val="20000"/>
                        </a:spcBef>
                        <a:buFont typeface="Gungsuh" pitchFamily="18" charset="-127"/>
                        <a:defRPr sz="1600"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sz="1400">
                          <a:solidFill>
                            <a:schemeClr val="tx1"/>
                          </a:solidFill>
                          <a:latin typeface="Arial" panose="020B0604020202020204" pitchFamily="34" charset="0"/>
                          <a:ea typeface="黑体" panose="02010609060101010101" charset="-122"/>
                        </a:defRPr>
                      </a:lvl4pPr>
                      <a:lvl5pPr marL="2057400" indent="-228600" eaLnBrk="0" hangingPunct="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0" fontAlgn="base" latinLnBrk="0" hangingPunct="0">
                        <a:lnSpc>
                          <a:spcPct val="100000"/>
                        </a:lnSpc>
                        <a:spcBef>
                          <a:spcPct val="20000"/>
                        </a:spcBef>
                        <a:spcAft>
                          <a:spcPct val="0"/>
                        </a:spcAft>
                        <a:buClrTx/>
                        <a:buSzTx/>
                        <a:buFont typeface="Wingdings" panose="05000000000000000000" pitchFamily="2" charset="2"/>
                        <a:buNone/>
                      </a:pPr>
                      <a:r>
                        <a:rPr kumimoji="0" lang="en-US"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rPr>
                        <a:t>4</a:t>
                      </a:r>
                      <a:endParaRPr kumimoji="0" lang="en-US"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w="28575" cap="flat" cmpd="sng" algn="ctr">
                      <a:solidFill>
                        <a:schemeClr val="tx1"/>
                      </a:solidFill>
                      <a:prstDash val="solid"/>
                      <a:round/>
                      <a:headEnd type="none" w="med" len="med"/>
                      <a:tailEnd type="none" w="med" len="med"/>
                    </a:lnL>
                    <a:lnR>
                      <a:noFill/>
                    </a:lnR>
                    <a:lnT>
                      <a:noFill/>
                    </a:lnT>
                    <a:lnB>
                      <a:noFill/>
                    </a:lnB>
                    <a:lnTlToBr>
                      <a:noFill/>
                    </a:lnTlToBr>
                    <a:lnBlToTr>
                      <a:noFill/>
                    </a:lnBlToTr>
                    <a:noFill/>
                  </a:tcPr>
                </a:tc>
              </a:tr>
              <a:tr h="406400">
                <a:tc>
                  <a:txBody>
                    <a:bodyPr/>
                    <a:lstStyle>
                      <a:lvl1pPr eaLnBrk="0" hangingPunct="0">
                        <a:spcBef>
                          <a:spcPct val="20000"/>
                        </a:spcBef>
                        <a:buFont typeface="Wingdings" panose="05000000000000000000" pitchFamily="2" charset="2"/>
                        <a:defRPr sz="2000" b="1">
                          <a:solidFill>
                            <a:schemeClr val="tx1"/>
                          </a:solidFill>
                          <a:latin typeface="Arial" panose="020B0604020202020204" pitchFamily="34" charset="0"/>
                          <a:ea typeface="黑体" panose="02010609060101010101" charset="-122"/>
                        </a:defRPr>
                      </a:lvl1pPr>
                      <a:lvl2pPr marL="742950" indent="-285750" eaLnBrk="0" hangingPunct="0">
                        <a:spcBef>
                          <a:spcPct val="20000"/>
                        </a:spcBef>
                        <a:buFont typeface="Wingdings" panose="05000000000000000000" pitchFamily="2" charset="2"/>
                        <a:defRPr b="1">
                          <a:solidFill>
                            <a:schemeClr val="tx1"/>
                          </a:solidFill>
                          <a:latin typeface="Arial" panose="020B0604020202020204" pitchFamily="34" charset="0"/>
                          <a:ea typeface="楷体_GB2312" pitchFamily="49" charset="-122"/>
                        </a:defRPr>
                      </a:lvl2pPr>
                      <a:lvl3pPr marL="1143000" indent="-228600" eaLnBrk="0" hangingPunct="0">
                        <a:spcBef>
                          <a:spcPct val="20000"/>
                        </a:spcBef>
                        <a:buFont typeface="Gungsuh" pitchFamily="18" charset="-127"/>
                        <a:defRPr sz="1600"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sz="1400">
                          <a:solidFill>
                            <a:schemeClr val="tx1"/>
                          </a:solidFill>
                          <a:latin typeface="Arial" panose="020B0604020202020204" pitchFamily="34" charset="0"/>
                          <a:ea typeface="黑体" panose="02010609060101010101" charset="-122"/>
                        </a:defRPr>
                      </a:lvl4pPr>
                      <a:lvl5pPr marL="2057400" indent="-228600" eaLnBrk="0" hangingPunct="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0" fontAlgn="base" latinLnBrk="0" hangingPunct="0">
                        <a:lnSpc>
                          <a:spcPct val="100000"/>
                        </a:lnSpc>
                        <a:spcBef>
                          <a:spcPct val="20000"/>
                        </a:spcBef>
                        <a:spcAft>
                          <a:spcPct val="0"/>
                        </a:spcAft>
                        <a:buClrTx/>
                        <a:buSzTx/>
                        <a:buFont typeface="Wingdings" panose="05000000000000000000" pitchFamily="2" charset="2"/>
                        <a:buNone/>
                      </a:pPr>
                      <a:r>
                        <a:rPr kumimoji="0" lang="en-US"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rPr>
                        <a:t>0</a:t>
                      </a:r>
                      <a:endParaRPr kumimoji="0" lang="en-US"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a:noFill/>
                    </a:lnL>
                    <a:lnR>
                      <a:noFill/>
                    </a:lnR>
                    <a:lnT>
                      <a:noFill/>
                    </a:lnT>
                    <a:lnB>
                      <a:noFill/>
                    </a:lnB>
                    <a:lnTlToBr>
                      <a:noFill/>
                    </a:lnTlToBr>
                    <a:lnBlToTr>
                      <a:noFill/>
                    </a:lnBlToTr>
                    <a:noFill/>
                  </a:tcPr>
                </a:tc>
                <a:tc>
                  <a:txBody>
                    <a:bodyPr/>
                    <a:lstStyle>
                      <a:lvl1pPr eaLnBrk="0" hangingPunct="0">
                        <a:spcBef>
                          <a:spcPct val="20000"/>
                        </a:spcBef>
                        <a:buFont typeface="Wingdings" panose="05000000000000000000" pitchFamily="2" charset="2"/>
                        <a:defRPr sz="2000" b="1">
                          <a:solidFill>
                            <a:schemeClr val="tx1"/>
                          </a:solidFill>
                          <a:latin typeface="Arial" panose="020B0604020202020204" pitchFamily="34" charset="0"/>
                          <a:ea typeface="黑体" panose="02010609060101010101" charset="-122"/>
                        </a:defRPr>
                      </a:lvl1pPr>
                      <a:lvl2pPr marL="742950" indent="-285750" eaLnBrk="0" hangingPunct="0">
                        <a:spcBef>
                          <a:spcPct val="20000"/>
                        </a:spcBef>
                        <a:buFont typeface="Wingdings" panose="05000000000000000000" pitchFamily="2" charset="2"/>
                        <a:defRPr b="1">
                          <a:solidFill>
                            <a:schemeClr val="tx1"/>
                          </a:solidFill>
                          <a:latin typeface="Arial" panose="020B0604020202020204" pitchFamily="34" charset="0"/>
                          <a:ea typeface="楷体_GB2312" pitchFamily="49" charset="-122"/>
                        </a:defRPr>
                      </a:lvl2pPr>
                      <a:lvl3pPr marL="1143000" indent="-228600" eaLnBrk="0" hangingPunct="0">
                        <a:spcBef>
                          <a:spcPct val="20000"/>
                        </a:spcBef>
                        <a:buFont typeface="Gungsuh" pitchFamily="18" charset="-127"/>
                        <a:defRPr sz="1600"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sz="1400">
                          <a:solidFill>
                            <a:schemeClr val="tx1"/>
                          </a:solidFill>
                          <a:latin typeface="Arial" panose="020B0604020202020204" pitchFamily="34" charset="0"/>
                          <a:ea typeface="黑体" panose="02010609060101010101" charset="-122"/>
                        </a:defRPr>
                      </a:lvl4pPr>
                      <a:lvl5pPr marL="2057400" indent="-228600" eaLnBrk="0" hangingPunct="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0" fontAlgn="base" latinLnBrk="0" hangingPunct="0">
                        <a:lnSpc>
                          <a:spcPct val="100000"/>
                        </a:lnSpc>
                        <a:spcBef>
                          <a:spcPct val="20000"/>
                        </a:spcBef>
                        <a:spcAft>
                          <a:spcPct val="0"/>
                        </a:spcAft>
                        <a:buClrTx/>
                        <a:buSzTx/>
                        <a:buFont typeface="Wingdings" panose="05000000000000000000" pitchFamily="2" charset="2"/>
                        <a:buNone/>
                      </a:pPr>
                      <a:r>
                        <a:rPr kumimoji="0" lang="en-US"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rPr>
                        <a:t>1</a:t>
                      </a:r>
                      <a:endParaRPr kumimoji="0" lang="en-US"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a:noFill/>
                    </a:lnL>
                    <a:lnR>
                      <a:noFill/>
                    </a:lnR>
                    <a:lnT>
                      <a:noFill/>
                    </a:lnT>
                    <a:lnB>
                      <a:noFill/>
                    </a:lnB>
                    <a:lnTlToBr>
                      <a:noFill/>
                    </a:lnTlToBr>
                    <a:lnBlToTr>
                      <a:noFill/>
                    </a:lnBlToTr>
                    <a:noFill/>
                  </a:tcPr>
                </a:tc>
                <a:tc>
                  <a:txBody>
                    <a:bodyPr/>
                    <a:lstStyle>
                      <a:lvl1pPr eaLnBrk="0" hangingPunct="0">
                        <a:spcBef>
                          <a:spcPct val="20000"/>
                        </a:spcBef>
                        <a:buFont typeface="Wingdings" panose="05000000000000000000" pitchFamily="2" charset="2"/>
                        <a:defRPr sz="2000" b="1">
                          <a:solidFill>
                            <a:schemeClr val="tx1"/>
                          </a:solidFill>
                          <a:latin typeface="Arial" panose="020B0604020202020204" pitchFamily="34" charset="0"/>
                          <a:ea typeface="黑体" panose="02010609060101010101" charset="-122"/>
                        </a:defRPr>
                      </a:lvl1pPr>
                      <a:lvl2pPr marL="742950" indent="-285750" eaLnBrk="0" hangingPunct="0">
                        <a:spcBef>
                          <a:spcPct val="20000"/>
                        </a:spcBef>
                        <a:buFont typeface="Wingdings" panose="05000000000000000000" pitchFamily="2" charset="2"/>
                        <a:defRPr b="1">
                          <a:solidFill>
                            <a:schemeClr val="tx1"/>
                          </a:solidFill>
                          <a:latin typeface="Arial" panose="020B0604020202020204" pitchFamily="34" charset="0"/>
                          <a:ea typeface="楷体_GB2312" pitchFamily="49" charset="-122"/>
                        </a:defRPr>
                      </a:lvl2pPr>
                      <a:lvl3pPr marL="1143000" indent="-228600" eaLnBrk="0" hangingPunct="0">
                        <a:spcBef>
                          <a:spcPct val="20000"/>
                        </a:spcBef>
                        <a:buFont typeface="Gungsuh" pitchFamily="18" charset="-127"/>
                        <a:defRPr sz="1600"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sz="1400">
                          <a:solidFill>
                            <a:schemeClr val="tx1"/>
                          </a:solidFill>
                          <a:latin typeface="Arial" panose="020B0604020202020204" pitchFamily="34" charset="0"/>
                          <a:ea typeface="黑体" panose="02010609060101010101" charset="-122"/>
                        </a:defRPr>
                      </a:lvl4pPr>
                      <a:lvl5pPr marL="2057400" indent="-228600" eaLnBrk="0" hangingPunct="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0" fontAlgn="base" latinLnBrk="0" hangingPunct="0">
                        <a:lnSpc>
                          <a:spcPct val="100000"/>
                        </a:lnSpc>
                        <a:spcBef>
                          <a:spcPct val="20000"/>
                        </a:spcBef>
                        <a:spcAft>
                          <a:spcPct val="0"/>
                        </a:spcAft>
                        <a:buClrTx/>
                        <a:buSzTx/>
                        <a:buFont typeface="Wingdings" panose="05000000000000000000" pitchFamily="2" charset="2"/>
                        <a:buNone/>
                      </a:pPr>
                      <a:r>
                        <a:rPr kumimoji="0" lang="en-US"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rPr>
                        <a:t>0</a:t>
                      </a:r>
                      <a:endParaRPr kumimoji="0" lang="en-US"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a:noFill/>
                    </a:lnL>
                    <a:lnR>
                      <a:noFill/>
                    </a:lnR>
                    <a:lnT>
                      <a:noFill/>
                    </a:lnT>
                    <a:lnB>
                      <a:noFill/>
                    </a:lnB>
                    <a:lnTlToBr>
                      <a:noFill/>
                    </a:lnTlToBr>
                    <a:lnBlToTr>
                      <a:noFill/>
                    </a:lnBlToTr>
                    <a:noFill/>
                  </a:tcPr>
                </a:tc>
                <a:tc>
                  <a:txBody>
                    <a:bodyPr/>
                    <a:lstStyle>
                      <a:lvl1pPr eaLnBrk="0" hangingPunct="0">
                        <a:spcBef>
                          <a:spcPct val="20000"/>
                        </a:spcBef>
                        <a:buFont typeface="Wingdings" panose="05000000000000000000" pitchFamily="2" charset="2"/>
                        <a:defRPr sz="2000" b="1">
                          <a:solidFill>
                            <a:schemeClr val="tx1"/>
                          </a:solidFill>
                          <a:latin typeface="Arial" panose="020B0604020202020204" pitchFamily="34" charset="0"/>
                          <a:ea typeface="黑体" panose="02010609060101010101" charset="-122"/>
                        </a:defRPr>
                      </a:lvl1pPr>
                      <a:lvl2pPr marL="742950" indent="-285750" eaLnBrk="0" hangingPunct="0">
                        <a:spcBef>
                          <a:spcPct val="20000"/>
                        </a:spcBef>
                        <a:buFont typeface="Wingdings" panose="05000000000000000000" pitchFamily="2" charset="2"/>
                        <a:defRPr b="1">
                          <a:solidFill>
                            <a:schemeClr val="tx1"/>
                          </a:solidFill>
                          <a:latin typeface="Arial" panose="020B0604020202020204" pitchFamily="34" charset="0"/>
                          <a:ea typeface="楷体_GB2312" pitchFamily="49" charset="-122"/>
                        </a:defRPr>
                      </a:lvl2pPr>
                      <a:lvl3pPr marL="1143000" indent="-228600" eaLnBrk="0" hangingPunct="0">
                        <a:spcBef>
                          <a:spcPct val="20000"/>
                        </a:spcBef>
                        <a:buFont typeface="Gungsuh" pitchFamily="18" charset="-127"/>
                        <a:defRPr sz="1600"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sz="1400">
                          <a:solidFill>
                            <a:schemeClr val="tx1"/>
                          </a:solidFill>
                          <a:latin typeface="Arial" panose="020B0604020202020204" pitchFamily="34" charset="0"/>
                          <a:ea typeface="黑体" panose="02010609060101010101" charset="-122"/>
                        </a:defRPr>
                      </a:lvl4pPr>
                      <a:lvl5pPr marL="2057400" indent="-228600" eaLnBrk="0" hangingPunct="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0" fontAlgn="base" latinLnBrk="0" hangingPunct="0">
                        <a:lnSpc>
                          <a:spcPct val="100000"/>
                        </a:lnSpc>
                        <a:spcBef>
                          <a:spcPct val="20000"/>
                        </a:spcBef>
                        <a:spcAft>
                          <a:spcPct val="0"/>
                        </a:spcAft>
                        <a:buClrTx/>
                        <a:buSzTx/>
                        <a:buFont typeface="Wingdings" panose="05000000000000000000" pitchFamily="2" charset="2"/>
                        <a:buNone/>
                      </a:pPr>
                      <a:r>
                        <a:rPr kumimoji="0" lang="en-US"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rPr>
                        <a:t>1</a:t>
                      </a:r>
                      <a:endParaRPr kumimoji="0" lang="en-US"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a:noFill/>
                    </a:lnL>
                    <a:lnR w="28575"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lvl1pPr eaLnBrk="0" hangingPunct="0">
                        <a:spcBef>
                          <a:spcPct val="20000"/>
                        </a:spcBef>
                        <a:buFont typeface="Wingdings" panose="05000000000000000000" pitchFamily="2" charset="2"/>
                        <a:defRPr sz="2000" b="1">
                          <a:solidFill>
                            <a:schemeClr val="tx1"/>
                          </a:solidFill>
                          <a:latin typeface="Arial" panose="020B0604020202020204" pitchFamily="34" charset="0"/>
                          <a:ea typeface="黑体" panose="02010609060101010101" charset="-122"/>
                        </a:defRPr>
                      </a:lvl1pPr>
                      <a:lvl2pPr marL="742950" indent="-285750" eaLnBrk="0" hangingPunct="0">
                        <a:spcBef>
                          <a:spcPct val="20000"/>
                        </a:spcBef>
                        <a:buFont typeface="Wingdings" panose="05000000000000000000" pitchFamily="2" charset="2"/>
                        <a:defRPr b="1">
                          <a:solidFill>
                            <a:schemeClr val="tx1"/>
                          </a:solidFill>
                          <a:latin typeface="Arial" panose="020B0604020202020204" pitchFamily="34" charset="0"/>
                          <a:ea typeface="楷体_GB2312" pitchFamily="49" charset="-122"/>
                        </a:defRPr>
                      </a:lvl2pPr>
                      <a:lvl3pPr marL="1143000" indent="-228600" eaLnBrk="0" hangingPunct="0">
                        <a:spcBef>
                          <a:spcPct val="20000"/>
                        </a:spcBef>
                        <a:buFont typeface="Gungsuh" pitchFamily="18" charset="-127"/>
                        <a:defRPr sz="1600"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sz="1400">
                          <a:solidFill>
                            <a:schemeClr val="tx1"/>
                          </a:solidFill>
                          <a:latin typeface="Arial" panose="020B0604020202020204" pitchFamily="34" charset="0"/>
                          <a:ea typeface="黑体" panose="02010609060101010101" charset="-122"/>
                        </a:defRPr>
                      </a:lvl4pPr>
                      <a:lvl5pPr marL="2057400" indent="-228600" eaLnBrk="0" hangingPunct="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0" fontAlgn="base" latinLnBrk="0" hangingPunct="0">
                        <a:lnSpc>
                          <a:spcPct val="100000"/>
                        </a:lnSpc>
                        <a:spcBef>
                          <a:spcPct val="20000"/>
                        </a:spcBef>
                        <a:spcAft>
                          <a:spcPct val="0"/>
                        </a:spcAft>
                        <a:buClrTx/>
                        <a:buSzTx/>
                        <a:buFont typeface="Wingdings" panose="05000000000000000000" pitchFamily="2" charset="2"/>
                        <a:buNone/>
                      </a:pPr>
                      <a:r>
                        <a:rPr kumimoji="0" lang="en-US"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rPr>
                        <a:t>5</a:t>
                      </a:r>
                      <a:endParaRPr kumimoji="0" lang="en-US"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w="28575" cap="flat" cmpd="sng" algn="ctr">
                      <a:solidFill>
                        <a:schemeClr val="tx1"/>
                      </a:solidFill>
                      <a:prstDash val="solid"/>
                      <a:round/>
                      <a:headEnd type="none" w="med" len="med"/>
                      <a:tailEnd type="none" w="med" len="med"/>
                    </a:lnL>
                    <a:lnR>
                      <a:noFill/>
                    </a:lnR>
                    <a:lnT>
                      <a:noFill/>
                    </a:lnT>
                    <a:lnB>
                      <a:noFill/>
                    </a:lnB>
                    <a:lnTlToBr>
                      <a:noFill/>
                    </a:lnTlToBr>
                    <a:lnBlToTr>
                      <a:noFill/>
                    </a:lnBlToTr>
                    <a:noFill/>
                  </a:tcPr>
                </a:tc>
              </a:tr>
              <a:tr h="406400">
                <a:tc>
                  <a:txBody>
                    <a:bodyPr/>
                    <a:lstStyle>
                      <a:lvl1pPr eaLnBrk="0" hangingPunct="0">
                        <a:spcBef>
                          <a:spcPct val="20000"/>
                        </a:spcBef>
                        <a:buFont typeface="Wingdings" panose="05000000000000000000" pitchFamily="2" charset="2"/>
                        <a:defRPr sz="2000" b="1">
                          <a:solidFill>
                            <a:schemeClr val="tx1"/>
                          </a:solidFill>
                          <a:latin typeface="Arial" panose="020B0604020202020204" pitchFamily="34" charset="0"/>
                          <a:ea typeface="黑体" panose="02010609060101010101" charset="-122"/>
                        </a:defRPr>
                      </a:lvl1pPr>
                      <a:lvl2pPr marL="742950" indent="-285750" eaLnBrk="0" hangingPunct="0">
                        <a:spcBef>
                          <a:spcPct val="20000"/>
                        </a:spcBef>
                        <a:buFont typeface="Wingdings" panose="05000000000000000000" pitchFamily="2" charset="2"/>
                        <a:defRPr b="1">
                          <a:solidFill>
                            <a:schemeClr val="tx1"/>
                          </a:solidFill>
                          <a:latin typeface="Arial" panose="020B0604020202020204" pitchFamily="34" charset="0"/>
                          <a:ea typeface="楷体_GB2312" pitchFamily="49" charset="-122"/>
                        </a:defRPr>
                      </a:lvl2pPr>
                      <a:lvl3pPr marL="1143000" indent="-228600" eaLnBrk="0" hangingPunct="0">
                        <a:spcBef>
                          <a:spcPct val="20000"/>
                        </a:spcBef>
                        <a:buFont typeface="Gungsuh" pitchFamily="18" charset="-127"/>
                        <a:defRPr sz="1600"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sz="1400">
                          <a:solidFill>
                            <a:schemeClr val="tx1"/>
                          </a:solidFill>
                          <a:latin typeface="Arial" panose="020B0604020202020204" pitchFamily="34" charset="0"/>
                          <a:ea typeface="黑体" panose="02010609060101010101" charset="-122"/>
                        </a:defRPr>
                      </a:lvl4pPr>
                      <a:lvl5pPr marL="2057400" indent="-228600" eaLnBrk="0" hangingPunct="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0" fontAlgn="base" latinLnBrk="0" hangingPunct="0">
                        <a:lnSpc>
                          <a:spcPct val="100000"/>
                        </a:lnSpc>
                        <a:spcBef>
                          <a:spcPct val="20000"/>
                        </a:spcBef>
                        <a:spcAft>
                          <a:spcPct val="0"/>
                        </a:spcAft>
                        <a:buClrTx/>
                        <a:buSzTx/>
                        <a:buFont typeface="Wingdings" panose="05000000000000000000" pitchFamily="2" charset="2"/>
                        <a:buNone/>
                      </a:pPr>
                      <a:r>
                        <a:rPr kumimoji="0" lang="en-US"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rPr>
                        <a:t>0</a:t>
                      </a:r>
                      <a:endParaRPr kumimoji="0" lang="en-US"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a:noFill/>
                    </a:lnL>
                    <a:lnR>
                      <a:noFill/>
                    </a:lnR>
                    <a:lnT>
                      <a:noFill/>
                    </a:lnT>
                    <a:lnB>
                      <a:noFill/>
                    </a:lnB>
                    <a:lnTlToBr>
                      <a:noFill/>
                    </a:lnTlToBr>
                    <a:lnBlToTr>
                      <a:noFill/>
                    </a:lnBlToTr>
                    <a:noFill/>
                  </a:tcPr>
                </a:tc>
                <a:tc>
                  <a:txBody>
                    <a:bodyPr/>
                    <a:lstStyle>
                      <a:lvl1pPr eaLnBrk="0" hangingPunct="0">
                        <a:spcBef>
                          <a:spcPct val="20000"/>
                        </a:spcBef>
                        <a:buFont typeface="Wingdings" panose="05000000000000000000" pitchFamily="2" charset="2"/>
                        <a:defRPr sz="2000" b="1">
                          <a:solidFill>
                            <a:schemeClr val="tx1"/>
                          </a:solidFill>
                          <a:latin typeface="Arial" panose="020B0604020202020204" pitchFamily="34" charset="0"/>
                          <a:ea typeface="黑体" panose="02010609060101010101" charset="-122"/>
                        </a:defRPr>
                      </a:lvl1pPr>
                      <a:lvl2pPr marL="742950" indent="-285750" eaLnBrk="0" hangingPunct="0">
                        <a:spcBef>
                          <a:spcPct val="20000"/>
                        </a:spcBef>
                        <a:buFont typeface="Wingdings" panose="05000000000000000000" pitchFamily="2" charset="2"/>
                        <a:defRPr b="1">
                          <a:solidFill>
                            <a:schemeClr val="tx1"/>
                          </a:solidFill>
                          <a:latin typeface="Arial" panose="020B0604020202020204" pitchFamily="34" charset="0"/>
                          <a:ea typeface="楷体_GB2312" pitchFamily="49" charset="-122"/>
                        </a:defRPr>
                      </a:lvl2pPr>
                      <a:lvl3pPr marL="1143000" indent="-228600" eaLnBrk="0" hangingPunct="0">
                        <a:spcBef>
                          <a:spcPct val="20000"/>
                        </a:spcBef>
                        <a:buFont typeface="Gungsuh" pitchFamily="18" charset="-127"/>
                        <a:defRPr sz="1600"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sz="1400">
                          <a:solidFill>
                            <a:schemeClr val="tx1"/>
                          </a:solidFill>
                          <a:latin typeface="Arial" panose="020B0604020202020204" pitchFamily="34" charset="0"/>
                          <a:ea typeface="黑体" panose="02010609060101010101" charset="-122"/>
                        </a:defRPr>
                      </a:lvl4pPr>
                      <a:lvl5pPr marL="2057400" indent="-228600" eaLnBrk="0" hangingPunct="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0" fontAlgn="base" latinLnBrk="0" hangingPunct="0">
                        <a:lnSpc>
                          <a:spcPct val="100000"/>
                        </a:lnSpc>
                        <a:spcBef>
                          <a:spcPct val="20000"/>
                        </a:spcBef>
                        <a:spcAft>
                          <a:spcPct val="0"/>
                        </a:spcAft>
                        <a:buClrTx/>
                        <a:buSzTx/>
                        <a:buFont typeface="Wingdings" panose="05000000000000000000" pitchFamily="2" charset="2"/>
                        <a:buNone/>
                      </a:pPr>
                      <a:r>
                        <a:rPr kumimoji="0" lang="en-US"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rPr>
                        <a:t>1</a:t>
                      </a:r>
                      <a:endParaRPr kumimoji="0" lang="en-US"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a:noFill/>
                    </a:lnL>
                    <a:lnR>
                      <a:noFill/>
                    </a:lnR>
                    <a:lnT>
                      <a:noFill/>
                    </a:lnT>
                    <a:lnB>
                      <a:noFill/>
                    </a:lnB>
                    <a:lnTlToBr>
                      <a:noFill/>
                    </a:lnTlToBr>
                    <a:lnBlToTr>
                      <a:noFill/>
                    </a:lnBlToTr>
                    <a:noFill/>
                  </a:tcPr>
                </a:tc>
                <a:tc>
                  <a:txBody>
                    <a:bodyPr/>
                    <a:lstStyle>
                      <a:lvl1pPr eaLnBrk="0" hangingPunct="0">
                        <a:spcBef>
                          <a:spcPct val="20000"/>
                        </a:spcBef>
                        <a:buFont typeface="Wingdings" panose="05000000000000000000" pitchFamily="2" charset="2"/>
                        <a:defRPr sz="2000" b="1">
                          <a:solidFill>
                            <a:schemeClr val="tx1"/>
                          </a:solidFill>
                          <a:latin typeface="Arial" panose="020B0604020202020204" pitchFamily="34" charset="0"/>
                          <a:ea typeface="黑体" panose="02010609060101010101" charset="-122"/>
                        </a:defRPr>
                      </a:lvl1pPr>
                      <a:lvl2pPr marL="742950" indent="-285750" eaLnBrk="0" hangingPunct="0">
                        <a:spcBef>
                          <a:spcPct val="20000"/>
                        </a:spcBef>
                        <a:buFont typeface="Wingdings" panose="05000000000000000000" pitchFamily="2" charset="2"/>
                        <a:defRPr b="1">
                          <a:solidFill>
                            <a:schemeClr val="tx1"/>
                          </a:solidFill>
                          <a:latin typeface="Arial" panose="020B0604020202020204" pitchFamily="34" charset="0"/>
                          <a:ea typeface="楷体_GB2312" pitchFamily="49" charset="-122"/>
                        </a:defRPr>
                      </a:lvl2pPr>
                      <a:lvl3pPr marL="1143000" indent="-228600" eaLnBrk="0" hangingPunct="0">
                        <a:spcBef>
                          <a:spcPct val="20000"/>
                        </a:spcBef>
                        <a:buFont typeface="Gungsuh" pitchFamily="18" charset="-127"/>
                        <a:defRPr sz="1600"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sz="1400">
                          <a:solidFill>
                            <a:schemeClr val="tx1"/>
                          </a:solidFill>
                          <a:latin typeface="Arial" panose="020B0604020202020204" pitchFamily="34" charset="0"/>
                          <a:ea typeface="黑体" panose="02010609060101010101" charset="-122"/>
                        </a:defRPr>
                      </a:lvl4pPr>
                      <a:lvl5pPr marL="2057400" indent="-228600" eaLnBrk="0" hangingPunct="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0" fontAlgn="base" latinLnBrk="0" hangingPunct="0">
                        <a:lnSpc>
                          <a:spcPct val="100000"/>
                        </a:lnSpc>
                        <a:spcBef>
                          <a:spcPct val="20000"/>
                        </a:spcBef>
                        <a:spcAft>
                          <a:spcPct val="0"/>
                        </a:spcAft>
                        <a:buClrTx/>
                        <a:buSzTx/>
                        <a:buFont typeface="Wingdings" panose="05000000000000000000" pitchFamily="2" charset="2"/>
                        <a:buNone/>
                      </a:pPr>
                      <a:r>
                        <a:rPr kumimoji="0" lang="en-US"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rPr>
                        <a:t>1</a:t>
                      </a:r>
                      <a:endParaRPr kumimoji="0" lang="en-US"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a:noFill/>
                    </a:lnL>
                    <a:lnR>
                      <a:noFill/>
                    </a:lnR>
                    <a:lnT>
                      <a:noFill/>
                    </a:lnT>
                    <a:lnB>
                      <a:noFill/>
                    </a:lnB>
                    <a:lnTlToBr>
                      <a:noFill/>
                    </a:lnTlToBr>
                    <a:lnBlToTr>
                      <a:noFill/>
                    </a:lnBlToTr>
                    <a:noFill/>
                  </a:tcPr>
                </a:tc>
                <a:tc>
                  <a:txBody>
                    <a:bodyPr/>
                    <a:lstStyle>
                      <a:lvl1pPr eaLnBrk="0" hangingPunct="0">
                        <a:spcBef>
                          <a:spcPct val="20000"/>
                        </a:spcBef>
                        <a:buFont typeface="Wingdings" panose="05000000000000000000" pitchFamily="2" charset="2"/>
                        <a:defRPr sz="2000" b="1">
                          <a:solidFill>
                            <a:schemeClr val="tx1"/>
                          </a:solidFill>
                          <a:latin typeface="Arial" panose="020B0604020202020204" pitchFamily="34" charset="0"/>
                          <a:ea typeface="黑体" panose="02010609060101010101" charset="-122"/>
                        </a:defRPr>
                      </a:lvl1pPr>
                      <a:lvl2pPr marL="742950" indent="-285750" eaLnBrk="0" hangingPunct="0">
                        <a:spcBef>
                          <a:spcPct val="20000"/>
                        </a:spcBef>
                        <a:buFont typeface="Wingdings" panose="05000000000000000000" pitchFamily="2" charset="2"/>
                        <a:defRPr b="1">
                          <a:solidFill>
                            <a:schemeClr val="tx1"/>
                          </a:solidFill>
                          <a:latin typeface="Arial" panose="020B0604020202020204" pitchFamily="34" charset="0"/>
                          <a:ea typeface="楷体_GB2312" pitchFamily="49" charset="-122"/>
                        </a:defRPr>
                      </a:lvl2pPr>
                      <a:lvl3pPr marL="1143000" indent="-228600" eaLnBrk="0" hangingPunct="0">
                        <a:spcBef>
                          <a:spcPct val="20000"/>
                        </a:spcBef>
                        <a:buFont typeface="Gungsuh" pitchFamily="18" charset="-127"/>
                        <a:defRPr sz="1600"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sz="1400">
                          <a:solidFill>
                            <a:schemeClr val="tx1"/>
                          </a:solidFill>
                          <a:latin typeface="Arial" panose="020B0604020202020204" pitchFamily="34" charset="0"/>
                          <a:ea typeface="黑体" panose="02010609060101010101" charset="-122"/>
                        </a:defRPr>
                      </a:lvl4pPr>
                      <a:lvl5pPr marL="2057400" indent="-228600" eaLnBrk="0" hangingPunct="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0" fontAlgn="base" latinLnBrk="0" hangingPunct="0">
                        <a:lnSpc>
                          <a:spcPct val="100000"/>
                        </a:lnSpc>
                        <a:spcBef>
                          <a:spcPct val="20000"/>
                        </a:spcBef>
                        <a:spcAft>
                          <a:spcPct val="0"/>
                        </a:spcAft>
                        <a:buClrTx/>
                        <a:buSzTx/>
                        <a:buFont typeface="Wingdings" panose="05000000000000000000" pitchFamily="2" charset="2"/>
                        <a:buNone/>
                      </a:pPr>
                      <a:r>
                        <a:rPr kumimoji="0" lang="en-US"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rPr>
                        <a:t>0</a:t>
                      </a:r>
                      <a:endParaRPr kumimoji="0" lang="en-US"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a:noFill/>
                    </a:lnL>
                    <a:lnR w="28575"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lvl1pPr eaLnBrk="0" hangingPunct="0">
                        <a:spcBef>
                          <a:spcPct val="20000"/>
                        </a:spcBef>
                        <a:buFont typeface="Wingdings" panose="05000000000000000000" pitchFamily="2" charset="2"/>
                        <a:defRPr sz="2000" b="1">
                          <a:solidFill>
                            <a:schemeClr val="tx1"/>
                          </a:solidFill>
                          <a:latin typeface="Arial" panose="020B0604020202020204" pitchFamily="34" charset="0"/>
                          <a:ea typeface="黑体" panose="02010609060101010101" charset="-122"/>
                        </a:defRPr>
                      </a:lvl1pPr>
                      <a:lvl2pPr marL="742950" indent="-285750" eaLnBrk="0" hangingPunct="0">
                        <a:spcBef>
                          <a:spcPct val="20000"/>
                        </a:spcBef>
                        <a:buFont typeface="Wingdings" panose="05000000000000000000" pitchFamily="2" charset="2"/>
                        <a:defRPr b="1">
                          <a:solidFill>
                            <a:schemeClr val="tx1"/>
                          </a:solidFill>
                          <a:latin typeface="Arial" panose="020B0604020202020204" pitchFamily="34" charset="0"/>
                          <a:ea typeface="楷体_GB2312" pitchFamily="49" charset="-122"/>
                        </a:defRPr>
                      </a:lvl2pPr>
                      <a:lvl3pPr marL="1143000" indent="-228600" eaLnBrk="0" hangingPunct="0">
                        <a:spcBef>
                          <a:spcPct val="20000"/>
                        </a:spcBef>
                        <a:buFont typeface="Gungsuh" pitchFamily="18" charset="-127"/>
                        <a:defRPr sz="1600"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sz="1400">
                          <a:solidFill>
                            <a:schemeClr val="tx1"/>
                          </a:solidFill>
                          <a:latin typeface="Arial" panose="020B0604020202020204" pitchFamily="34" charset="0"/>
                          <a:ea typeface="黑体" panose="02010609060101010101" charset="-122"/>
                        </a:defRPr>
                      </a:lvl4pPr>
                      <a:lvl5pPr marL="2057400" indent="-228600" eaLnBrk="0" hangingPunct="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0" fontAlgn="base" latinLnBrk="0" hangingPunct="0">
                        <a:lnSpc>
                          <a:spcPct val="100000"/>
                        </a:lnSpc>
                        <a:spcBef>
                          <a:spcPct val="20000"/>
                        </a:spcBef>
                        <a:spcAft>
                          <a:spcPct val="0"/>
                        </a:spcAft>
                        <a:buClrTx/>
                        <a:buSzTx/>
                        <a:buFont typeface="Wingdings" panose="05000000000000000000" pitchFamily="2" charset="2"/>
                        <a:buNone/>
                      </a:pPr>
                      <a:r>
                        <a:rPr kumimoji="0" lang="en-US"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rPr>
                        <a:t>6</a:t>
                      </a:r>
                      <a:endParaRPr kumimoji="0" lang="en-US"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w="28575" cap="flat" cmpd="sng" algn="ctr">
                      <a:solidFill>
                        <a:schemeClr val="tx1"/>
                      </a:solidFill>
                      <a:prstDash val="solid"/>
                      <a:round/>
                      <a:headEnd type="none" w="med" len="med"/>
                      <a:tailEnd type="none" w="med" len="med"/>
                    </a:lnL>
                    <a:lnR>
                      <a:noFill/>
                    </a:lnR>
                    <a:lnT>
                      <a:noFill/>
                    </a:lnT>
                    <a:lnB>
                      <a:noFill/>
                    </a:lnB>
                    <a:lnTlToBr>
                      <a:noFill/>
                    </a:lnTlToBr>
                    <a:lnBlToTr>
                      <a:noFill/>
                    </a:lnBlToTr>
                    <a:noFill/>
                  </a:tcPr>
                </a:tc>
              </a:tr>
              <a:tr h="406400">
                <a:tc>
                  <a:txBody>
                    <a:bodyPr/>
                    <a:lstStyle>
                      <a:lvl1pPr eaLnBrk="0" hangingPunct="0">
                        <a:spcBef>
                          <a:spcPct val="20000"/>
                        </a:spcBef>
                        <a:buFont typeface="Wingdings" panose="05000000000000000000" pitchFamily="2" charset="2"/>
                        <a:defRPr sz="2000" b="1">
                          <a:solidFill>
                            <a:schemeClr val="tx1"/>
                          </a:solidFill>
                          <a:latin typeface="Arial" panose="020B0604020202020204" pitchFamily="34" charset="0"/>
                          <a:ea typeface="黑体" panose="02010609060101010101" charset="-122"/>
                        </a:defRPr>
                      </a:lvl1pPr>
                      <a:lvl2pPr marL="742950" indent="-285750" eaLnBrk="0" hangingPunct="0">
                        <a:spcBef>
                          <a:spcPct val="20000"/>
                        </a:spcBef>
                        <a:buFont typeface="Wingdings" panose="05000000000000000000" pitchFamily="2" charset="2"/>
                        <a:defRPr b="1">
                          <a:solidFill>
                            <a:schemeClr val="tx1"/>
                          </a:solidFill>
                          <a:latin typeface="Arial" panose="020B0604020202020204" pitchFamily="34" charset="0"/>
                          <a:ea typeface="楷体_GB2312" pitchFamily="49" charset="-122"/>
                        </a:defRPr>
                      </a:lvl2pPr>
                      <a:lvl3pPr marL="1143000" indent="-228600" eaLnBrk="0" hangingPunct="0">
                        <a:spcBef>
                          <a:spcPct val="20000"/>
                        </a:spcBef>
                        <a:buFont typeface="Gungsuh" pitchFamily="18" charset="-127"/>
                        <a:defRPr sz="1600"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sz="1400">
                          <a:solidFill>
                            <a:schemeClr val="tx1"/>
                          </a:solidFill>
                          <a:latin typeface="Arial" panose="020B0604020202020204" pitchFamily="34" charset="0"/>
                          <a:ea typeface="黑体" panose="02010609060101010101" charset="-122"/>
                        </a:defRPr>
                      </a:lvl4pPr>
                      <a:lvl5pPr marL="2057400" indent="-228600" eaLnBrk="0" hangingPunct="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0" fontAlgn="base" latinLnBrk="0" hangingPunct="0">
                        <a:lnSpc>
                          <a:spcPct val="100000"/>
                        </a:lnSpc>
                        <a:spcBef>
                          <a:spcPct val="20000"/>
                        </a:spcBef>
                        <a:spcAft>
                          <a:spcPct val="0"/>
                        </a:spcAft>
                        <a:buClrTx/>
                        <a:buSzTx/>
                        <a:buFont typeface="Wingdings" panose="05000000000000000000" pitchFamily="2" charset="2"/>
                        <a:buNone/>
                      </a:pPr>
                      <a:r>
                        <a:rPr kumimoji="0" lang="en-US"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rPr>
                        <a:t>0</a:t>
                      </a:r>
                      <a:endParaRPr kumimoji="0" lang="en-US"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a:noFill/>
                    </a:lnL>
                    <a:lnR>
                      <a:noFill/>
                    </a:lnR>
                    <a:lnT>
                      <a:noFill/>
                    </a:lnT>
                    <a:lnB>
                      <a:noFill/>
                    </a:lnB>
                    <a:lnTlToBr>
                      <a:noFill/>
                    </a:lnTlToBr>
                    <a:lnBlToTr>
                      <a:noFill/>
                    </a:lnBlToTr>
                    <a:noFill/>
                  </a:tcPr>
                </a:tc>
                <a:tc>
                  <a:txBody>
                    <a:bodyPr/>
                    <a:lstStyle>
                      <a:lvl1pPr eaLnBrk="0" hangingPunct="0">
                        <a:spcBef>
                          <a:spcPct val="20000"/>
                        </a:spcBef>
                        <a:buFont typeface="Wingdings" panose="05000000000000000000" pitchFamily="2" charset="2"/>
                        <a:defRPr sz="2000" b="1">
                          <a:solidFill>
                            <a:schemeClr val="tx1"/>
                          </a:solidFill>
                          <a:latin typeface="Arial" panose="020B0604020202020204" pitchFamily="34" charset="0"/>
                          <a:ea typeface="黑体" panose="02010609060101010101" charset="-122"/>
                        </a:defRPr>
                      </a:lvl1pPr>
                      <a:lvl2pPr marL="742950" indent="-285750" eaLnBrk="0" hangingPunct="0">
                        <a:spcBef>
                          <a:spcPct val="20000"/>
                        </a:spcBef>
                        <a:buFont typeface="Wingdings" panose="05000000000000000000" pitchFamily="2" charset="2"/>
                        <a:defRPr b="1">
                          <a:solidFill>
                            <a:schemeClr val="tx1"/>
                          </a:solidFill>
                          <a:latin typeface="Arial" panose="020B0604020202020204" pitchFamily="34" charset="0"/>
                          <a:ea typeface="楷体_GB2312" pitchFamily="49" charset="-122"/>
                        </a:defRPr>
                      </a:lvl2pPr>
                      <a:lvl3pPr marL="1143000" indent="-228600" eaLnBrk="0" hangingPunct="0">
                        <a:spcBef>
                          <a:spcPct val="20000"/>
                        </a:spcBef>
                        <a:buFont typeface="Gungsuh" pitchFamily="18" charset="-127"/>
                        <a:defRPr sz="1600"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sz="1400">
                          <a:solidFill>
                            <a:schemeClr val="tx1"/>
                          </a:solidFill>
                          <a:latin typeface="Arial" panose="020B0604020202020204" pitchFamily="34" charset="0"/>
                          <a:ea typeface="黑体" panose="02010609060101010101" charset="-122"/>
                        </a:defRPr>
                      </a:lvl4pPr>
                      <a:lvl5pPr marL="2057400" indent="-228600" eaLnBrk="0" hangingPunct="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0" fontAlgn="base" latinLnBrk="0" hangingPunct="0">
                        <a:lnSpc>
                          <a:spcPct val="100000"/>
                        </a:lnSpc>
                        <a:spcBef>
                          <a:spcPct val="20000"/>
                        </a:spcBef>
                        <a:spcAft>
                          <a:spcPct val="0"/>
                        </a:spcAft>
                        <a:buClrTx/>
                        <a:buSzTx/>
                        <a:buFont typeface="Wingdings" panose="05000000000000000000" pitchFamily="2" charset="2"/>
                        <a:buNone/>
                      </a:pPr>
                      <a:r>
                        <a:rPr kumimoji="0" lang="en-US"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rPr>
                        <a:t>1</a:t>
                      </a:r>
                      <a:endParaRPr kumimoji="0" lang="en-US"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a:noFill/>
                    </a:lnL>
                    <a:lnR>
                      <a:noFill/>
                    </a:lnR>
                    <a:lnT>
                      <a:noFill/>
                    </a:lnT>
                    <a:lnB>
                      <a:noFill/>
                    </a:lnB>
                    <a:lnTlToBr>
                      <a:noFill/>
                    </a:lnTlToBr>
                    <a:lnBlToTr>
                      <a:noFill/>
                    </a:lnBlToTr>
                    <a:noFill/>
                  </a:tcPr>
                </a:tc>
                <a:tc>
                  <a:txBody>
                    <a:bodyPr/>
                    <a:lstStyle>
                      <a:lvl1pPr eaLnBrk="0" hangingPunct="0">
                        <a:spcBef>
                          <a:spcPct val="20000"/>
                        </a:spcBef>
                        <a:buFont typeface="Wingdings" panose="05000000000000000000" pitchFamily="2" charset="2"/>
                        <a:defRPr sz="2000" b="1">
                          <a:solidFill>
                            <a:schemeClr val="tx1"/>
                          </a:solidFill>
                          <a:latin typeface="Arial" panose="020B0604020202020204" pitchFamily="34" charset="0"/>
                          <a:ea typeface="黑体" panose="02010609060101010101" charset="-122"/>
                        </a:defRPr>
                      </a:lvl1pPr>
                      <a:lvl2pPr marL="742950" indent="-285750" eaLnBrk="0" hangingPunct="0">
                        <a:spcBef>
                          <a:spcPct val="20000"/>
                        </a:spcBef>
                        <a:buFont typeface="Wingdings" panose="05000000000000000000" pitchFamily="2" charset="2"/>
                        <a:defRPr b="1">
                          <a:solidFill>
                            <a:schemeClr val="tx1"/>
                          </a:solidFill>
                          <a:latin typeface="Arial" panose="020B0604020202020204" pitchFamily="34" charset="0"/>
                          <a:ea typeface="楷体_GB2312" pitchFamily="49" charset="-122"/>
                        </a:defRPr>
                      </a:lvl2pPr>
                      <a:lvl3pPr marL="1143000" indent="-228600" eaLnBrk="0" hangingPunct="0">
                        <a:spcBef>
                          <a:spcPct val="20000"/>
                        </a:spcBef>
                        <a:buFont typeface="Gungsuh" pitchFamily="18" charset="-127"/>
                        <a:defRPr sz="1600"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sz="1400">
                          <a:solidFill>
                            <a:schemeClr val="tx1"/>
                          </a:solidFill>
                          <a:latin typeface="Arial" panose="020B0604020202020204" pitchFamily="34" charset="0"/>
                          <a:ea typeface="黑体" panose="02010609060101010101" charset="-122"/>
                        </a:defRPr>
                      </a:lvl4pPr>
                      <a:lvl5pPr marL="2057400" indent="-228600" eaLnBrk="0" hangingPunct="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0" fontAlgn="base" latinLnBrk="0" hangingPunct="0">
                        <a:lnSpc>
                          <a:spcPct val="100000"/>
                        </a:lnSpc>
                        <a:spcBef>
                          <a:spcPct val="20000"/>
                        </a:spcBef>
                        <a:spcAft>
                          <a:spcPct val="0"/>
                        </a:spcAft>
                        <a:buClrTx/>
                        <a:buSzTx/>
                        <a:buFont typeface="Wingdings" panose="05000000000000000000" pitchFamily="2" charset="2"/>
                        <a:buNone/>
                      </a:pPr>
                      <a:r>
                        <a:rPr kumimoji="0" lang="en-US"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rPr>
                        <a:t>1</a:t>
                      </a:r>
                      <a:endParaRPr kumimoji="0" lang="en-US"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a:noFill/>
                    </a:lnL>
                    <a:lnR>
                      <a:noFill/>
                    </a:lnR>
                    <a:lnT>
                      <a:noFill/>
                    </a:lnT>
                    <a:lnB>
                      <a:noFill/>
                    </a:lnB>
                    <a:lnTlToBr>
                      <a:noFill/>
                    </a:lnTlToBr>
                    <a:lnBlToTr>
                      <a:noFill/>
                    </a:lnBlToTr>
                    <a:noFill/>
                  </a:tcPr>
                </a:tc>
                <a:tc>
                  <a:txBody>
                    <a:bodyPr/>
                    <a:lstStyle>
                      <a:lvl1pPr eaLnBrk="0" hangingPunct="0">
                        <a:spcBef>
                          <a:spcPct val="20000"/>
                        </a:spcBef>
                        <a:buFont typeface="Wingdings" panose="05000000000000000000" pitchFamily="2" charset="2"/>
                        <a:defRPr sz="2000" b="1">
                          <a:solidFill>
                            <a:schemeClr val="tx1"/>
                          </a:solidFill>
                          <a:latin typeface="Arial" panose="020B0604020202020204" pitchFamily="34" charset="0"/>
                          <a:ea typeface="黑体" panose="02010609060101010101" charset="-122"/>
                        </a:defRPr>
                      </a:lvl1pPr>
                      <a:lvl2pPr marL="742950" indent="-285750" eaLnBrk="0" hangingPunct="0">
                        <a:spcBef>
                          <a:spcPct val="20000"/>
                        </a:spcBef>
                        <a:buFont typeface="Wingdings" panose="05000000000000000000" pitchFamily="2" charset="2"/>
                        <a:defRPr b="1">
                          <a:solidFill>
                            <a:schemeClr val="tx1"/>
                          </a:solidFill>
                          <a:latin typeface="Arial" panose="020B0604020202020204" pitchFamily="34" charset="0"/>
                          <a:ea typeface="楷体_GB2312" pitchFamily="49" charset="-122"/>
                        </a:defRPr>
                      </a:lvl2pPr>
                      <a:lvl3pPr marL="1143000" indent="-228600" eaLnBrk="0" hangingPunct="0">
                        <a:spcBef>
                          <a:spcPct val="20000"/>
                        </a:spcBef>
                        <a:buFont typeface="Gungsuh" pitchFamily="18" charset="-127"/>
                        <a:defRPr sz="1600"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sz="1400">
                          <a:solidFill>
                            <a:schemeClr val="tx1"/>
                          </a:solidFill>
                          <a:latin typeface="Arial" panose="020B0604020202020204" pitchFamily="34" charset="0"/>
                          <a:ea typeface="黑体" panose="02010609060101010101" charset="-122"/>
                        </a:defRPr>
                      </a:lvl4pPr>
                      <a:lvl5pPr marL="2057400" indent="-228600" eaLnBrk="0" hangingPunct="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0" fontAlgn="base" latinLnBrk="0" hangingPunct="0">
                        <a:lnSpc>
                          <a:spcPct val="100000"/>
                        </a:lnSpc>
                        <a:spcBef>
                          <a:spcPct val="20000"/>
                        </a:spcBef>
                        <a:spcAft>
                          <a:spcPct val="0"/>
                        </a:spcAft>
                        <a:buClrTx/>
                        <a:buSzTx/>
                        <a:buFont typeface="Wingdings" panose="05000000000000000000" pitchFamily="2" charset="2"/>
                        <a:buNone/>
                      </a:pPr>
                      <a:r>
                        <a:rPr kumimoji="0" lang="en-US"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rPr>
                        <a:t>1</a:t>
                      </a:r>
                      <a:endParaRPr kumimoji="0" lang="en-US"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a:noFill/>
                    </a:lnL>
                    <a:lnR w="28575"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lvl1pPr eaLnBrk="0" hangingPunct="0">
                        <a:spcBef>
                          <a:spcPct val="20000"/>
                        </a:spcBef>
                        <a:buFont typeface="Wingdings" panose="05000000000000000000" pitchFamily="2" charset="2"/>
                        <a:defRPr sz="2000" b="1">
                          <a:solidFill>
                            <a:schemeClr val="tx1"/>
                          </a:solidFill>
                          <a:latin typeface="Arial" panose="020B0604020202020204" pitchFamily="34" charset="0"/>
                          <a:ea typeface="黑体" panose="02010609060101010101" charset="-122"/>
                        </a:defRPr>
                      </a:lvl1pPr>
                      <a:lvl2pPr marL="742950" indent="-285750" eaLnBrk="0" hangingPunct="0">
                        <a:spcBef>
                          <a:spcPct val="20000"/>
                        </a:spcBef>
                        <a:buFont typeface="Wingdings" panose="05000000000000000000" pitchFamily="2" charset="2"/>
                        <a:defRPr b="1">
                          <a:solidFill>
                            <a:schemeClr val="tx1"/>
                          </a:solidFill>
                          <a:latin typeface="Arial" panose="020B0604020202020204" pitchFamily="34" charset="0"/>
                          <a:ea typeface="楷体_GB2312" pitchFamily="49" charset="-122"/>
                        </a:defRPr>
                      </a:lvl2pPr>
                      <a:lvl3pPr marL="1143000" indent="-228600" eaLnBrk="0" hangingPunct="0">
                        <a:spcBef>
                          <a:spcPct val="20000"/>
                        </a:spcBef>
                        <a:buFont typeface="Gungsuh" pitchFamily="18" charset="-127"/>
                        <a:defRPr sz="1600"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sz="1400">
                          <a:solidFill>
                            <a:schemeClr val="tx1"/>
                          </a:solidFill>
                          <a:latin typeface="Arial" panose="020B0604020202020204" pitchFamily="34" charset="0"/>
                          <a:ea typeface="黑体" panose="02010609060101010101" charset="-122"/>
                        </a:defRPr>
                      </a:lvl4pPr>
                      <a:lvl5pPr marL="2057400" indent="-228600" eaLnBrk="0" hangingPunct="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0" fontAlgn="base" latinLnBrk="0" hangingPunct="0">
                        <a:lnSpc>
                          <a:spcPct val="100000"/>
                        </a:lnSpc>
                        <a:spcBef>
                          <a:spcPct val="20000"/>
                        </a:spcBef>
                        <a:spcAft>
                          <a:spcPct val="0"/>
                        </a:spcAft>
                        <a:buClrTx/>
                        <a:buSzTx/>
                        <a:buFont typeface="Wingdings" panose="05000000000000000000" pitchFamily="2" charset="2"/>
                        <a:buNone/>
                      </a:pPr>
                      <a:r>
                        <a:rPr kumimoji="0" lang="en-US"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rPr>
                        <a:t>7</a:t>
                      </a:r>
                      <a:endParaRPr kumimoji="0" lang="en-US"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w="28575" cap="flat" cmpd="sng" algn="ctr">
                      <a:solidFill>
                        <a:schemeClr val="tx1"/>
                      </a:solidFill>
                      <a:prstDash val="solid"/>
                      <a:round/>
                      <a:headEnd type="none" w="med" len="med"/>
                      <a:tailEnd type="none" w="med" len="med"/>
                    </a:lnL>
                    <a:lnR>
                      <a:noFill/>
                    </a:lnR>
                    <a:lnT>
                      <a:noFill/>
                    </a:lnT>
                    <a:lnB>
                      <a:noFill/>
                    </a:lnB>
                    <a:lnTlToBr>
                      <a:noFill/>
                    </a:lnTlToBr>
                    <a:lnBlToTr>
                      <a:noFill/>
                    </a:lnBlToTr>
                    <a:noFill/>
                  </a:tcPr>
                </a:tc>
              </a:tr>
            </a:tbl>
          </a:graphicData>
        </a:graphic>
      </p:graphicFrame>
      <p:graphicFrame>
        <p:nvGraphicFramePr>
          <p:cNvPr id="10" name="Group 78"/>
          <p:cNvGraphicFramePr>
            <a:graphicFrameLocks noGrp="1"/>
          </p:cNvGraphicFramePr>
          <p:nvPr/>
        </p:nvGraphicFramePr>
        <p:xfrm>
          <a:off x="5791200" y="2204864"/>
          <a:ext cx="3048000" cy="3657600"/>
        </p:xfrm>
        <a:graphic>
          <a:graphicData uri="http://schemas.openxmlformats.org/drawingml/2006/table">
            <a:tbl>
              <a:tblPr/>
              <a:tblGrid>
                <a:gridCol w="533400"/>
                <a:gridCol w="533400"/>
                <a:gridCol w="457200"/>
                <a:gridCol w="558800"/>
                <a:gridCol w="965200"/>
              </a:tblGrid>
              <a:tr h="406400">
                <a:tc>
                  <a:txBody>
                    <a:bodyPr/>
                    <a:lstStyle>
                      <a:lvl1pPr eaLnBrk="0" hangingPunct="0">
                        <a:spcBef>
                          <a:spcPct val="20000"/>
                        </a:spcBef>
                        <a:buFont typeface="Wingdings" panose="05000000000000000000" pitchFamily="2" charset="2"/>
                        <a:defRPr sz="2000" b="1">
                          <a:solidFill>
                            <a:schemeClr val="tx1"/>
                          </a:solidFill>
                          <a:latin typeface="Arial" panose="020B0604020202020204" pitchFamily="34" charset="0"/>
                          <a:ea typeface="黑体" panose="02010609060101010101" charset="-122"/>
                        </a:defRPr>
                      </a:lvl1pPr>
                      <a:lvl2pPr marL="742950" indent="-285750" eaLnBrk="0" hangingPunct="0">
                        <a:spcBef>
                          <a:spcPct val="20000"/>
                        </a:spcBef>
                        <a:buFont typeface="Wingdings" panose="05000000000000000000" pitchFamily="2" charset="2"/>
                        <a:defRPr b="1">
                          <a:solidFill>
                            <a:schemeClr val="tx1"/>
                          </a:solidFill>
                          <a:latin typeface="Arial" panose="020B0604020202020204" pitchFamily="34" charset="0"/>
                          <a:ea typeface="楷体_GB2312" pitchFamily="49" charset="-122"/>
                        </a:defRPr>
                      </a:lvl2pPr>
                      <a:lvl3pPr marL="1143000" indent="-228600" eaLnBrk="0" hangingPunct="0">
                        <a:spcBef>
                          <a:spcPct val="20000"/>
                        </a:spcBef>
                        <a:buFont typeface="Gungsuh" pitchFamily="18" charset="-127"/>
                        <a:defRPr sz="1600"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sz="1400">
                          <a:solidFill>
                            <a:schemeClr val="tx1"/>
                          </a:solidFill>
                          <a:latin typeface="Arial" panose="020B0604020202020204" pitchFamily="34" charset="0"/>
                          <a:ea typeface="黑体" panose="02010609060101010101" charset="-122"/>
                        </a:defRPr>
                      </a:lvl4pPr>
                      <a:lvl5pPr marL="2057400" indent="-228600" eaLnBrk="0" hangingPunct="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0" fontAlgn="base" latinLnBrk="0" hangingPunct="0">
                        <a:lnSpc>
                          <a:spcPct val="100000"/>
                        </a:lnSpc>
                        <a:spcBef>
                          <a:spcPct val="20000"/>
                        </a:spcBef>
                        <a:spcAft>
                          <a:spcPct val="0"/>
                        </a:spcAft>
                        <a:buClrTx/>
                        <a:buSzTx/>
                        <a:buFont typeface="Wingdings" panose="05000000000000000000" pitchFamily="2" charset="2"/>
                        <a:buNone/>
                      </a:pPr>
                      <a:r>
                        <a:rPr kumimoji="0" lang="en-US"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rPr>
                        <a:t>-2</a:t>
                      </a:r>
                      <a:r>
                        <a:rPr kumimoji="0" lang="en-US" altLang="zh-CN" sz="2000" b="1" i="0" u="none" strike="noStrike" cap="none" normalizeH="0" baseline="30000">
                          <a:ln>
                            <a:noFill/>
                          </a:ln>
                          <a:solidFill>
                            <a:schemeClr val="tx1"/>
                          </a:solidFill>
                          <a:effectLst/>
                          <a:latin typeface="Arial" panose="020B0604020202020204" pitchFamily="34" charset="0"/>
                          <a:ea typeface="宋体" panose="02010600030101010101" pitchFamily="2" charset="-122"/>
                        </a:rPr>
                        <a:t>3</a:t>
                      </a:r>
                      <a:endParaRPr kumimoji="0" lang="en-US" altLang="zh-CN" sz="2000" b="1" i="0" u="none" strike="noStrike" cap="none" normalizeH="0" baseline="30000">
                        <a:ln>
                          <a:noFill/>
                        </a:ln>
                        <a:solidFill>
                          <a:schemeClr val="tx1"/>
                        </a:solidFill>
                        <a:effectLst/>
                        <a:latin typeface="Arial" panose="020B0604020202020204" pitchFamily="34" charset="0"/>
                        <a:ea typeface="宋体" panose="02010600030101010101" pitchFamily="2" charset="-122"/>
                      </a:endParaRPr>
                    </a:p>
                  </a:txBody>
                  <a:tcPr horzOverflow="overflow">
                    <a:lnL>
                      <a:noFill/>
                    </a:lnL>
                    <a:lnR>
                      <a:noFill/>
                    </a:lnR>
                    <a:lnT>
                      <a:noFill/>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Font typeface="Wingdings" panose="05000000000000000000" pitchFamily="2" charset="2"/>
                        <a:defRPr sz="2000" b="1">
                          <a:solidFill>
                            <a:schemeClr val="tx1"/>
                          </a:solidFill>
                          <a:latin typeface="Arial" panose="020B0604020202020204" pitchFamily="34" charset="0"/>
                          <a:ea typeface="黑体" panose="02010609060101010101" charset="-122"/>
                        </a:defRPr>
                      </a:lvl1pPr>
                      <a:lvl2pPr marL="742950" indent="-285750" eaLnBrk="0" hangingPunct="0">
                        <a:spcBef>
                          <a:spcPct val="20000"/>
                        </a:spcBef>
                        <a:buFont typeface="Wingdings" panose="05000000000000000000" pitchFamily="2" charset="2"/>
                        <a:defRPr b="1">
                          <a:solidFill>
                            <a:schemeClr val="tx1"/>
                          </a:solidFill>
                          <a:latin typeface="Arial" panose="020B0604020202020204" pitchFamily="34" charset="0"/>
                          <a:ea typeface="楷体_GB2312" pitchFamily="49" charset="-122"/>
                        </a:defRPr>
                      </a:lvl2pPr>
                      <a:lvl3pPr marL="1143000" indent="-228600" eaLnBrk="0" hangingPunct="0">
                        <a:spcBef>
                          <a:spcPct val="20000"/>
                        </a:spcBef>
                        <a:buFont typeface="Gungsuh" pitchFamily="18" charset="-127"/>
                        <a:defRPr sz="1600"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sz="1400">
                          <a:solidFill>
                            <a:schemeClr val="tx1"/>
                          </a:solidFill>
                          <a:latin typeface="Arial" panose="020B0604020202020204" pitchFamily="34" charset="0"/>
                          <a:ea typeface="黑体" panose="02010609060101010101" charset="-122"/>
                        </a:defRPr>
                      </a:lvl4pPr>
                      <a:lvl5pPr marL="2057400" indent="-228600" eaLnBrk="0" hangingPunct="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0" fontAlgn="base" latinLnBrk="0" hangingPunct="0">
                        <a:lnSpc>
                          <a:spcPct val="100000"/>
                        </a:lnSpc>
                        <a:spcBef>
                          <a:spcPct val="20000"/>
                        </a:spcBef>
                        <a:spcAft>
                          <a:spcPct val="0"/>
                        </a:spcAft>
                        <a:buClrTx/>
                        <a:buSzTx/>
                        <a:buFont typeface="Wingdings" panose="05000000000000000000" pitchFamily="2" charset="2"/>
                        <a:buNone/>
                      </a:pPr>
                      <a:r>
                        <a:rPr kumimoji="0" lang="en-US"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rPr>
                        <a:t>2</a:t>
                      </a:r>
                      <a:r>
                        <a:rPr kumimoji="0" lang="en-US" altLang="zh-CN" sz="2000" b="1" i="0" u="none" strike="noStrike" cap="none" normalizeH="0" baseline="30000">
                          <a:ln>
                            <a:noFill/>
                          </a:ln>
                          <a:solidFill>
                            <a:schemeClr val="tx1"/>
                          </a:solidFill>
                          <a:effectLst/>
                          <a:latin typeface="Arial" panose="020B0604020202020204" pitchFamily="34" charset="0"/>
                          <a:ea typeface="宋体" panose="02010600030101010101" pitchFamily="2" charset="-122"/>
                        </a:rPr>
                        <a:t>2</a:t>
                      </a:r>
                      <a:endParaRPr kumimoji="0" lang="en-US" altLang="zh-CN" sz="2000" b="1" i="0" u="none" strike="noStrike" cap="none" normalizeH="0" baseline="30000">
                        <a:ln>
                          <a:noFill/>
                        </a:ln>
                        <a:solidFill>
                          <a:schemeClr val="tx1"/>
                        </a:solidFill>
                        <a:effectLst/>
                        <a:latin typeface="Arial" panose="020B0604020202020204" pitchFamily="34" charset="0"/>
                        <a:ea typeface="宋体" panose="02010600030101010101" pitchFamily="2" charset="-122"/>
                      </a:endParaRPr>
                    </a:p>
                  </a:txBody>
                  <a:tcPr horzOverflow="overflow">
                    <a:lnL>
                      <a:noFill/>
                    </a:lnL>
                    <a:lnR>
                      <a:noFill/>
                    </a:lnR>
                    <a:lnT>
                      <a:noFill/>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Font typeface="Wingdings" panose="05000000000000000000" pitchFamily="2" charset="2"/>
                        <a:defRPr sz="2000" b="1">
                          <a:solidFill>
                            <a:schemeClr val="tx1"/>
                          </a:solidFill>
                          <a:latin typeface="Arial" panose="020B0604020202020204" pitchFamily="34" charset="0"/>
                          <a:ea typeface="黑体" panose="02010609060101010101" charset="-122"/>
                        </a:defRPr>
                      </a:lvl1pPr>
                      <a:lvl2pPr marL="742950" indent="-285750" eaLnBrk="0" hangingPunct="0">
                        <a:spcBef>
                          <a:spcPct val="20000"/>
                        </a:spcBef>
                        <a:buFont typeface="Wingdings" panose="05000000000000000000" pitchFamily="2" charset="2"/>
                        <a:defRPr b="1">
                          <a:solidFill>
                            <a:schemeClr val="tx1"/>
                          </a:solidFill>
                          <a:latin typeface="Arial" panose="020B0604020202020204" pitchFamily="34" charset="0"/>
                          <a:ea typeface="楷体_GB2312" pitchFamily="49" charset="-122"/>
                        </a:defRPr>
                      </a:lvl2pPr>
                      <a:lvl3pPr marL="1143000" indent="-228600" eaLnBrk="0" hangingPunct="0">
                        <a:spcBef>
                          <a:spcPct val="20000"/>
                        </a:spcBef>
                        <a:buFont typeface="Gungsuh" pitchFamily="18" charset="-127"/>
                        <a:defRPr sz="1600"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sz="1400">
                          <a:solidFill>
                            <a:schemeClr val="tx1"/>
                          </a:solidFill>
                          <a:latin typeface="Arial" panose="020B0604020202020204" pitchFamily="34" charset="0"/>
                          <a:ea typeface="黑体" panose="02010609060101010101" charset="-122"/>
                        </a:defRPr>
                      </a:lvl4pPr>
                      <a:lvl5pPr marL="2057400" indent="-228600" eaLnBrk="0" hangingPunct="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0" fontAlgn="base" latinLnBrk="0" hangingPunct="0">
                        <a:lnSpc>
                          <a:spcPct val="100000"/>
                        </a:lnSpc>
                        <a:spcBef>
                          <a:spcPct val="20000"/>
                        </a:spcBef>
                        <a:spcAft>
                          <a:spcPct val="0"/>
                        </a:spcAft>
                        <a:buClrTx/>
                        <a:buSzTx/>
                        <a:buFont typeface="Wingdings" panose="05000000000000000000" pitchFamily="2" charset="2"/>
                        <a:buNone/>
                      </a:pPr>
                      <a:r>
                        <a:rPr kumimoji="0" lang="en-US"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rPr>
                        <a:t>2</a:t>
                      </a:r>
                      <a:r>
                        <a:rPr kumimoji="0" lang="en-US" altLang="zh-CN" sz="2000" b="1" i="0" u="none" strike="noStrike" cap="none" normalizeH="0" baseline="30000">
                          <a:ln>
                            <a:noFill/>
                          </a:ln>
                          <a:solidFill>
                            <a:schemeClr val="tx1"/>
                          </a:solidFill>
                          <a:effectLst/>
                          <a:latin typeface="Arial" panose="020B0604020202020204" pitchFamily="34" charset="0"/>
                          <a:ea typeface="宋体" panose="02010600030101010101" pitchFamily="2" charset="-122"/>
                        </a:rPr>
                        <a:t>1</a:t>
                      </a:r>
                      <a:endParaRPr kumimoji="0" lang="en-US"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a:noFill/>
                    </a:lnL>
                    <a:lnR>
                      <a:noFill/>
                    </a:lnR>
                    <a:lnT>
                      <a:noFill/>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Font typeface="Wingdings" panose="05000000000000000000" pitchFamily="2" charset="2"/>
                        <a:defRPr sz="2000" b="1">
                          <a:solidFill>
                            <a:schemeClr val="tx1"/>
                          </a:solidFill>
                          <a:latin typeface="Arial" panose="020B0604020202020204" pitchFamily="34" charset="0"/>
                          <a:ea typeface="黑体" panose="02010609060101010101" charset="-122"/>
                        </a:defRPr>
                      </a:lvl1pPr>
                      <a:lvl2pPr marL="742950" indent="-285750" eaLnBrk="0" hangingPunct="0">
                        <a:spcBef>
                          <a:spcPct val="20000"/>
                        </a:spcBef>
                        <a:buFont typeface="Wingdings" panose="05000000000000000000" pitchFamily="2" charset="2"/>
                        <a:defRPr b="1">
                          <a:solidFill>
                            <a:schemeClr val="tx1"/>
                          </a:solidFill>
                          <a:latin typeface="Arial" panose="020B0604020202020204" pitchFamily="34" charset="0"/>
                          <a:ea typeface="楷体_GB2312" pitchFamily="49" charset="-122"/>
                        </a:defRPr>
                      </a:lvl2pPr>
                      <a:lvl3pPr marL="1143000" indent="-228600" eaLnBrk="0" hangingPunct="0">
                        <a:spcBef>
                          <a:spcPct val="20000"/>
                        </a:spcBef>
                        <a:buFont typeface="Gungsuh" pitchFamily="18" charset="-127"/>
                        <a:defRPr sz="1600"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sz="1400">
                          <a:solidFill>
                            <a:schemeClr val="tx1"/>
                          </a:solidFill>
                          <a:latin typeface="Arial" panose="020B0604020202020204" pitchFamily="34" charset="0"/>
                          <a:ea typeface="黑体" panose="02010609060101010101" charset="-122"/>
                        </a:defRPr>
                      </a:lvl4pPr>
                      <a:lvl5pPr marL="2057400" indent="-228600" eaLnBrk="0" hangingPunct="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0" fontAlgn="base" latinLnBrk="0" hangingPunct="0">
                        <a:lnSpc>
                          <a:spcPct val="100000"/>
                        </a:lnSpc>
                        <a:spcBef>
                          <a:spcPct val="20000"/>
                        </a:spcBef>
                        <a:spcAft>
                          <a:spcPct val="0"/>
                        </a:spcAft>
                        <a:buClrTx/>
                        <a:buSzTx/>
                        <a:buFont typeface="Wingdings" panose="05000000000000000000" pitchFamily="2" charset="2"/>
                        <a:buNone/>
                      </a:pPr>
                      <a:r>
                        <a:rPr kumimoji="0" lang="en-US"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rPr>
                        <a:t>2</a:t>
                      </a:r>
                      <a:r>
                        <a:rPr kumimoji="0" lang="en-US" altLang="zh-CN" sz="2000" b="1" i="0" u="none" strike="noStrike" cap="none" normalizeH="0" baseline="30000">
                          <a:ln>
                            <a:noFill/>
                          </a:ln>
                          <a:solidFill>
                            <a:schemeClr val="tx1"/>
                          </a:solidFill>
                          <a:effectLst/>
                          <a:latin typeface="Arial" panose="020B0604020202020204" pitchFamily="34" charset="0"/>
                          <a:ea typeface="宋体" panose="02010600030101010101" pitchFamily="2" charset="-122"/>
                        </a:rPr>
                        <a:t>0</a:t>
                      </a:r>
                      <a:endParaRPr kumimoji="0" lang="en-US"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a:noFill/>
                    </a:lnL>
                    <a:lnR w="28575" cap="flat" cmpd="sng" algn="ctr">
                      <a:solidFill>
                        <a:schemeClr val="tx1"/>
                      </a:solidFill>
                      <a:prstDash val="solid"/>
                      <a:round/>
                      <a:headEnd type="none" w="med" len="med"/>
                      <a:tailEnd type="none" w="med" len="med"/>
                    </a:lnR>
                    <a:lnT>
                      <a:noFill/>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Font typeface="Wingdings" panose="05000000000000000000" pitchFamily="2" charset="2"/>
                        <a:defRPr sz="2000" b="1">
                          <a:solidFill>
                            <a:schemeClr val="tx1"/>
                          </a:solidFill>
                          <a:latin typeface="Arial" panose="020B0604020202020204" pitchFamily="34" charset="0"/>
                          <a:ea typeface="黑体" panose="02010609060101010101" charset="-122"/>
                        </a:defRPr>
                      </a:lvl1pPr>
                      <a:lvl2pPr marL="742950" indent="-285750" eaLnBrk="0" hangingPunct="0">
                        <a:spcBef>
                          <a:spcPct val="20000"/>
                        </a:spcBef>
                        <a:buFont typeface="Wingdings" panose="05000000000000000000" pitchFamily="2" charset="2"/>
                        <a:defRPr b="1">
                          <a:solidFill>
                            <a:schemeClr val="tx1"/>
                          </a:solidFill>
                          <a:latin typeface="Arial" panose="020B0604020202020204" pitchFamily="34" charset="0"/>
                          <a:ea typeface="楷体_GB2312" pitchFamily="49" charset="-122"/>
                        </a:defRPr>
                      </a:lvl2pPr>
                      <a:lvl3pPr marL="1143000" indent="-228600" eaLnBrk="0" hangingPunct="0">
                        <a:spcBef>
                          <a:spcPct val="20000"/>
                        </a:spcBef>
                        <a:buFont typeface="Gungsuh" pitchFamily="18" charset="-127"/>
                        <a:defRPr sz="1600"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sz="1400">
                          <a:solidFill>
                            <a:schemeClr val="tx1"/>
                          </a:solidFill>
                          <a:latin typeface="Arial" panose="020B0604020202020204" pitchFamily="34" charset="0"/>
                          <a:ea typeface="黑体" panose="02010609060101010101" charset="-122"/>
                        </a:defRPr>
                      </a:lvl4pPr>
                      <a:lvl5pPr marL="2057400" indent="-228600" eaLnBrk="0" hangingPunct="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0" fontAlgn="base" latinLnBrk="0" hangingPunct="0">
                        <a:lnSpc>
                          <a:spcPct val="100000"/>
                        </a:lnSpc>
                        <a:spcBef>
                          <a:spcPct val="20000"/>
                        </a:spcBef>
                        <a:spcAft>
                          <a:spcPct val="0"/>
                        </a:spcAft>
                        <a:buClrTx/>
                        <a:buSzTx/>
                        <a:buFont typeface="Wingdings" panose="05000000000000000000" pitchFamily="2" charset="2"/>
                        <a:buNone/>
                      </a:pPr>
                      <a:endParaRPr kumimoji="0" lang="zh-CN" altLang="en-US" sz="20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w="28575" cap="flat" cmpd="sng" algn="ctr">
                      <a:solidFill>
                        <a:schemeClr val="tx1"/>
                      </a:solidFill>
                      <a:prstDash val="solid"/>
                      <a:round/>
                      <a:headEnd type="none" w="med" len="med"/>
                      <a:tailEnd type="none" w="med" len="med"/>
                    </a:lnL>
                    <a:lnR>
                      <a:noFill/>
                    </a:lnR>
                    <a:lnT>
                      <a:noFill/>
                    </a:lnT>
                    <a:lnB w="28575" cap="flat" cmpd="sng" algn="ctr">
                      <a:solidFill>
                        <a:schemeClr val="tx1"/>
                      </a:solidFill>
                      <a:prstDash val="solid"/>
                      <a:round/>
                      <a:headEnd type="none" w="med" len="med"/>
                      <a:tailEnd type="none" w="med" len="med"/>
                    </a:lnB>
                    <a:lnTlToBr>
                      <a:noFill/>
                    </a:lnTlToBr>
                    <a:lnBlToTr>
                      <a:noFill/>
                    </a:lnBlToTr>
                    <a:noFill/>
                  </a:tcPr>
                </a:tc>
              </a:tr>
              <a:tr h="406400">
                <a:tc>
                  <a:txBody>
                    <a:bodyPr/>
                    <a:lstStyle>
                      <a:lvl1pPr eaLnBrk="0" hangingPunct="0">
                        <a:spcBef>
                          <a:spcPct val="20000"/>
                        </a:spcBef>
                        <a:buFont typeface="Wingdings" panose="05000000000000000000" pitchFamily="2" charset="2"/>
                        <a:defRPr sz="2000" b="1">
                          <a:solidFill>
                            <a:schemeClr val="tx1"/>
                          </a:solidFill>
                          <a:latin typeface="Arial" panose="020B0604020202020204" pitchFamily="34" charset="0"/>
                          <a:ea typeface="黑体" panose="02010609060101010101" charset="-122"/>
                        </a:defRPr>
                      </a:lvl1pPr>
                      <a:lvl2pPr marL="742950" indent="-285750" eaLnBrk="0" hangingPunct="0">
                        <a:spcBef>
                          <a:spcPct val="20000"/>
                        </a:spcBef>
                        <a:buFont typeface="Wingdings" panose="05000000000000000000" pitchFamily="2" charset="2"/>
                        <a:defRPr b="1">
                          <a:solidFill>
                            <a:schemeClr val="tx1"/>
                          </a:solidFill>
                          <a:latin typeface="Arial" panose="020B0604020202020204" pitchFamily="34" charset="0"/>
                          <a:ea typeface="楷体_GB2312" pitchFamily="49" charset="-122"/>
                        </a:defRPr>
                      </a:lvl2pPr>
                      <a:lvl3pPr marL="1143000" indent="-228600" eaLnBrk="0" hangingPunct="0">
                        <a:spcBef>
                          <a:spcPct val="20000"/>
                        </a:spcBef>
                        <a:buFont typeface="Gungsuh" pitchFamily="18" charset="-127"/>
                        <a:defRPr sz="1600"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sz="1400">
                          <a:solidFill>
                            <a:schemeClr val="tx1"/>
                          </a:solidFill>
                          <a:latin typeface="Arial" panose="020B0604020202020204" pitchFamily="34" charset="0"/>
                          <a:ea typeface="黑体" panose="02010609060101010101" charset="-122"/>
                        </a:defRPr>
                      </a:lvl4pPr>
                      <a:lvl5pPr marL="2057400" indent="-228600" eaLnBrk="0" hangingPunct="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0" fontAlgn="base" latinLnBrk="0" hangingPunct="0">
                        <a:lnSpc>
                          <a:spcPct val="100000"/>
                        </a:lnSpc>
                        <a:spcBef>
                          <a:spcPct val="20000"/>
                        </a:spcBef>
                        <a:spcAft>
                          <a:spcPct val="0"/>
                        </a:spcAft>
                        <a:buClrTx/>
                        <a:buSzTx/>
                        <a:buFont typeface="Wingdings" panose="05000000000000000000" pitchFamily="2" charset="2"/>
                        <a:buNone/>
                      </a:pPr>
                      <a:r>
                        <a:rPr kumimoji="0" lang="en-US"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rPr>
                        <a:t>1</a:t>
                      </a:r>
                      <a:endParaRPr kumimoji="0" lang="en-US"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a:noFill/>
                    </a:lnL>
                    <a:lnR>
                      <a:noFill/>
                    </a:lnR>
                    <a:lnT w="28575" cap="flat" cmpd="sng" algn="ctr">
                      <a:solidFill>
                        <a:schemeClr val="tx1"/>
                      </a:solidFill>
                      <a:prstDash val="solid"/>
                      <a:round/>
                      <a:headEnd type="none" w="med" len="med"/>
                      <a:tailEnd type="none" w="med" len="med"/>
                    </a:lnT>
                    <a:lnB>
                      <a:noFill/>
                    </a:lnB>
                    <a:lnTlToBr>
                      <a:noFill/>
                    </a:lnTlToBr>
                    <a:lnBlToTr>
                      <a:noFill/>
                    </a:lnBlToTr>
                    <a:noFill/>
                  </a:tcPr>
                </a:tc>
                <a:tc>
                  <a:txBody>
                    <a:bodyPr/>
                    <a:lstStyle>
                      <a:lvl1pPr eaLnBrk="0" hangingPunct="0">
                        <a:spcBef>
                          <a:spcPct val="20000"/>
                        </a:spcBef>
                        <a:buFont typeface="Wingdings" panose="05000000000000000000" pitchFamily="2" charset="2"/>
                        <a:defRPr sz="2000" b="1">
                          <a:solidFill>
                            <a:schemeClr val="tx1"/>
                          </a:solidFill>
                          <a:latin typeface="Arial" panose="020B0604020202020204" pitchFamily="34" charset="0"/>
                          <a:ea typeface="黑体" panose="02010609060101010101" charset="-122"/>
                        </a:defRPr>
                      </a:lvl1pPr>
                      <a:lvl2pPr marL="742950" indent="-285750" eaLnBrk="0" hangingPunct="0">
                        <a:spcBef>
                          <a:spcPct val="20000"/>
                        </a:spcBef>
                        <a:buFont typeface="Wingdings" panose="05000000000000000000" pitchFamily="2" charset="2"/>
                        <a:defRPr b="1">
                          <a:solidFill>
                            <a:schemeClr val="tx1"/>
                          </a:solidFill>
                          <a:latin typeface="Arial" panose="020B0604020202020204" pitchFamily="34" charset="0"/>
                          <a:ea typeface="楷体_GB2312" pitchFamily="49" charset="-122"/>
                        </a:defRPr>
                      </a:lvl2pPr>
                      <a:lvl3pPr marL="1143000" indent="-228600" eaLnBrk="0" hangingPunct="0">
                        <a:spcBef>
                          <a:spcPct val="20000"/>
                        </a:spcBef>
                        <a:buFont typeface="Gungsuh" pitchFamily="18" charset="-127"/>
                        <a:defRPr sz="1600"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sz="1400">
                          <a:solidFill>
                            <a:schemeClr val="tx1"/>
                          </a:solidFill>
                          <a:latin typeface="Arial" panose="020B0604020202020204" pitchFamily="34" charset="0"/>
                          <a:ea typeface="黑体" panose="02010609060101010101" charset="-122"/>
                        </a:defRPr>
                      </a:lvl4pPr>
                      <a:lvl5pPr marL="2057400" indent="-228600" eaLnBrk="0" hangingPunct="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0" fontAlgn="base" latinLnBrk="0" hangingPunct="0">
                        <a:lnSpc>
                          <a:spcPct val="100000"/>
                        </a:lnSpc>
                        <a:spcBef>
                          <a:spcPct val="20000"/>
                        </a:spcBef>
                        <a:spcAft>
                          <a:spcPct val="0"/>
                        </a:spcAft>
                        <a:buClrTx/>
                        <a:buSzTx/>
                        <a:buFont typeface="Wingdings" panose="05000000000000000000" pitchFamily="2" charset="2"/>
                        <a:buNone/>
                      </a:pPr>
                      <a:r>
                        <a:rPr kumimoji="0" lang="en-US"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rPr>
                        <a:t>0</a:t>
                      </a:r>
                      <a:endParaRPr kumimoji="0" lang="en-US"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a:noFill/>
                    </a:lnL>
                    <a:lnR>
                      <a:noFill/>
                    </a:lnR>
                    <a:lnT w="28575" cap="flat" cmpd="sng" algn="ctr">
                      <a:solidFill>
                        <a:schemeClr val="tx1"/>
                      </a:solidFill>
                      <a:prstDash val="solid"/>
                      <a:round/>
                      <a:headEnd type="none" w="med" len="med"/>
                      <a:tailEnd type="none" w="med" len="med"/>
                    </a:lnT>
                    <a:lnB>
                      <a:noFill/>
                    </a:lnB>
                    <a:lnTlToBr>
                      <a:noFill/>
                    </a:lnTlToBr>
                    <a:lnBlToTr>
                      <a:noFill/>
                    </a:lnBlToTr>
                    <a:noFill/>
                  </a:tcPr>
                </a:tc>
                <a:tc>
                  <a:txBody>
                    <a:bodyPr/>
                    <a:lstStyle>
                      <a:lvl1pPr eaLnBrk="0" hangingPunct="0">
                        <a:spcBef>
                          <a:spcPct val="20000"/>
                        </a:spcBef>
                        <a:buFont typeface="Wingdings" panose="05000000000000000000" pitchFamily="2" charset="2"/>
                        <a:defRPr sz="2000" b="1">
                          <a:solidFill>
                            <a:schemeClr val="tx1"/>
                          </a:solidFill>
                          <a:latin typeface="Arial" panose="020B0604020202020204" pitchFamily="34" charset="0"/>
                          <a:ea typeface="黑体" panose="02010609060101010101" charset="-122"/>
                        </a:defRPr>
                      </a:lvl1pPr>
                      <a:lvl2pPr marL="742950" indent="-285750" eaLnBrk="0" hangingPunct="0">
                        <a:spcBef>
                          <a:spcPct val="20000"/>
                        </a:spcBef>
                        <a:buFont typeface="Wingdings" panose="05000000000000000000" pitchFamily="2" charset="2"/>
                        <a:defRPr b="1">
                          <a:solidFill>
                            <a:schemeClr val="tx1"/>
                          </a:solidFill>
                          <a:latin typeface="Arial" panose="020B0604020202020204" pitchFamily="34" charset="0"/>
                          <a:ea typeface="楷体_GB2312" pitchFamily="49" charset="-122"/>
                        </a:defRPr>
                      </a:lvl2pPr>
                      <a:lvl3pPr marL="1143000" indent="-228600" eaLnBrk="0" hangingPunct="0">
                        <a:spcBef>
                          <a:spcPct val="20000"/>
                        </a:spcBef>
                        <a:buFont typeface="Gungsuh" pitchFamily="18" charset="-127"/>
                        <a:defRPr sz="1600"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sz="1400">
                          <a:solidFill>
                            <a:schemeClr val="tx1"/>
                          </a:solidFill>
                          <a:latin typeface="Arial" panose="020B0604020202020204" pitchFamily="34" charset="0"/>
                          <a:ea typeface="黑体" panose="02010609060101010101" charset="-122"/>
                        </a:defRPr>
                      </a:lvl4pPr>
                      <a:lvl5pPr marL="2057400" indent="-228600" eaLnBrk="0" hangingPunct="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0" fontAlgn="base" latinLnBrk="0" hangingPunct="0">
                        <a:lnSpc>
                          <a:spcPct val="100000"/>
                        </a:lnSpc>
                        <a:spcBef>
                          <a:spcPct val="20000"/>
                        </a:spcBef>
                        <a:spcAft>
                          <a:spcPct val="0"/>
                        </a:spcAft>
                        <a:buClrTx/>
                        <a:buSzTx/>
                        <a:buFont typeface="Wingdings" panose="05000000000000000000" pitchFamily="2" charset="2"/>
                        <a:buNone/>
                      </a:pPr>
                      <a:r>
                        <a:rPr kumimoji="0" lang="en-US"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rPr>
                        <a:t>0</a:t>
                      </a:r>
                      <a:endParaRPr kumimoji="0" lang="en-US"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a:noFill/>
                    </a:lnL>
                    <a:lnR>
                      <a:noFill/>
                    </a:lnR>
                    <a:lnT w="28575" cap="flat" cmpd="sng" algn="ctr">
                      <a:solidFill>
                        <a:schemeClr val="tx1"/>
                      </a:solidFill>
                      <a:prstDash val="solid"/>
                      <a:round/>
                      <a:headEnd type="none" w="med" len="med"/>
                      <a:tailEnd type="none" w="med" len="med"/>
                    </a:lnT>
                    <a:lnB>
                      <a:noFill/>
                    </a:lnB>
                    <a:lnTlToBr>
                      <a:noFill/>
                    </a:lnTlToBr>
                    <a:lnBlToTr>
                      <a:noFill/>
                    </a:lnBlToTr>
                    <a:noFill/>
                  </a:tcPr>
                </a:tc>
                <a:tc>
                  <a:txBody>
                    <a:bodyPr/>
                    <a:lstStyle>
                      <a:lvl1pPr eaLnBrk="0" hangingPunct="0">
                        <a:spcBef>
                          <a:spcPct val="20000"/>
                        </a:spcBef>
                        <a:buFont typeface="Wingdings" panose="05000000000000000000" pitchFamily="2" charset="2"/>
                        <a:defRPr sz="2000" b="1">
                          <a:solidFill>
                            <a:schemeClr val="tx1"/>
                          </a:solidFill>
                          <a:latin typeface="Arial" panose="020B0604020202020204" pitchFamily="34" charset="0"/>
                          <a:ea typeface="黑体" panose="02010609060101010101" charset="-122"/>
                        </a:defRPr>
                      </a:lvl1pPr>
                      <a:lvl2pPr marL="742950" indent="-285750" eaLnBrk="0" hangingPunct="0">
                        <a:spcBef>
                          <a:spcPct val="20000"/>
                        </a:spcBef>
                        <a:buFont typeface="Wingdings" panose="05000000000000000000" pitchFamily="2" charset="2"/>
                        <a:defRPr b="1">
                          <a:solidFill>
                            <a:schemeClr val="tx1"/>
                          </a:solidFill>
                          <a:latin typeface="Arial" panose="020B0604020202020204" pitchFamily="34" charset="0"/>
                          <a:ea typeface="楷体_GB2312" pitchFamily="49" charset="-122"/>
                        </a:defRPr>
                      </a:lvl2pPr>
                      <a:lvl3pPr marL="1143000" indent="-228600" eaLnBrk="0" hangingPunct="0">
                        <a:spcBef>
                          <a:spcPct val="20000"/>
                        </a:spcBef>
                        <a:buFont typeface="Gungsuh" pitchFamily="18" charset="-127"/>
                        <a:defRPr sz="1600"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sz="1400">
                          <a:solidFill>
                            <a:schemeClr val="tx1"/>
                          </a:solidFill>
                          <a:latin typeface="Arial" panose="020B0604020202020204" pitchFamily="34" charset="0"/>
                          <a:ea typeface="黑体" panose="02010609060101010101" charset="-122"/>
                        </a:defRPr>
                      </a:lvl4pPr>
                      <a:lvl5pPr marL="2057400" indent="-228600" eaLnBrk="0" hangingPunct="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0" fontAlgn="base" latinLnBrk="0" hangingPunct="0">
                        <a:lnSpc>
                          <a:spcPct val="100000"/>
                        </a:lnSpc>
                        <a:spcBef>
                          <a:spcPct val="20000"/>
                        </a:spcBef>
                        <a:spcAft>
                          <a:spcPct val="0"/>
                        </a:spcAft>
                        <a:buClrTx/>
                        <a:buSzTx/>
                        <a:buFont typeface="Wingdings" panose="05000000000000000000" pitchFamily="2" charset="2"/>
                        <a:buNone/>
                      </a:pPr>
                      <a:r>
                        <a:rPr kumimoji="0" lang="en-US"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rPr>
                        <a:t>0</a:t>
                      </a:r>
                      <a:endParaRPr kumimoji="0" lang="en-US"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a:noFill/>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a:noFill/>
                    </a:lnB>
                    <a:lnTlToBr>
                      <a:noFill/>
                    </a:lnTlToBr>
                    <a:lnBlToTr>
                      <a:noFill/>
                    </a:lnBlToTr>
                    <a:noFill/>
                  </a:tcPr>
                </a:tc>
                <a:tc>
                  <a:txBody>
                    <a:bodyPr/>
                    <a:lstStyle>
                      <a:lvl1pPr eaLnBrk="0" hangingPunct="0">
                        <a:spcBef>
                          <a:spcPct val="20000"/>
                        </a:spcBef>
                        <a:buFont typeface="Wingdings" panose="05000000000000000000" pitchFamily="2" charset="2"/>
                        <a:defRPr sz="2000" b="1">
                          <a:solidFill>
                            <a:schemeClr val="tx1"/>
                          </a:solidFill>
                          <a:latin typeface="Arial" panose="020B0604020202020204" pitchFamily="34" charset="0"/>
                          <a:ea typeface="黑体" panose="02010609060101010101" charset="-122"/>
                        </a:defRPr>
                      </a:lvl1pPr>
                      <a:lvl2pPr marL="742950" indent="-285750" eaLnBrk="0" hangingPunct="0">
                        <a:spcBef>
                          <a:spcPct val="20000"/>
                        </a:spcBef>
                        <a:buFont typeface="Wingdings" panose="05000000000000000000" pitchFamily="2" charset="2"/>
                        <a:defRPr b="1">
                          <a:solidFill>
                            <a:schemeClr val="tx1"/>
                          </a:solidFill>
                          <a:latin typeface="Arial" panose="020B0604020202020204" pitchFamily="34" charset="0"/>
                          <a:ea typeface="楷体_GB2312" pitchFamily="49" charset="-122"/>
                        </a:defRPr>
                      </a:lvl2pPr>
                      <a:lvl3pPr marL="1143000" indent="-228600" eaLnBrk="0" hangingPunct="0">
                        <a:spcBef>
                          <a:spcPct val="20000"/>
                        </a:spcBef>
                        <a:buFont typeface="Gungsuh" pitchFamily="18" charset="-127"/>
                        <a:defRPr sz="1600"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sz="1400">
                          <a:solidFill>
                            <a:schemeClr val="tx1"/>
                          </a:solidFill>
                          <a:latin typeface="Arial" panose="020B0604020202020204" pitchFamily="34" charset="0"/>
                          <a:ea typeface="黑体" panose="02010609060101010101" charset="-122"/>
                        </a:defRPr>
                      </a:lvl4pPr>
                      <a:lvl5pPr marL="2057400" indent="-228600" eaLnBrk="0" hangingPunct="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0" fontAlgn="base" latinLnBrk="0" hangingPunct="0">
                        <a:lnSpc>
                          <a:spcPct val="100000"/>
                        </a:lnSpc>
                        <a:spcBef>
                          <a:spcPct val="20000"/>
                        </a:spcBef>
                        <a:spcAft>
                          <a:spcPct val="0"/>
                        </a:spcAft>
                        <a:buClrTx/>
                        <a:buSzTx/>
                        <a:buFont typeface="Wingdings" panose="05000000000000000000" pitchFamily="2" charset="2"/>
                        <a:buNone/>
                      </a:pPr>
                      <a:r>
                        <a:rPr kumimoji="0" lang="en-US"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rPr>
                        <a:t>-8</a:t>
                      </a:r>
                      <a:endParaRPr kumimoji="0" lang="en-US"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w="28575" cap="flat" cmpd="sng" algn="ctr">
                      <a:solidFill>
                        <a:schemeClr val="tx1"/>
                      </a:solidFill>
                      <a:prstDash val="solid"/>
                      <a:round/>
                      <a:headEnd type="none" w="med" len="med"/>
                      <a:tailEnd type="none" w="med" len="med"/>
                    </a:lnL>
                    <a:lnR>
                      <a:noFill/>
                    </a:lnR>
                    <a:lnT w="28575" cap="flat" cmpd="sng" algn="ctr">
                      <a:solidFill>
                        <a:schemeClr val="tx1"/>
                      </a:solidFill>
                      <a:prstDash val="solid"/>
                      <a:round/>
                      <a:headEnd type="none" w="med" len="med"/>
                      <a:tailEnd type="none" w="med" len="med"/>
                    </a:lnT>
                    <a:lnB>
                      <a:noFill/>
                    </a:lnB>
                    <a:lnTlToBr>
                      <a:noFill/>
                    </a:lnTlToBr>
                    <a:lnBlToTr>
                      <a:noFill/>
                    </a:lnBlToTr>
                    <a:noFill/>
                  </a:tcPr>
                </a:tc>
              </a:tr>
              <a:tr h="406400">
                <a:tc>
                  <a:txBody>
                    <a:bodyPr/>
                    <a:lstStyle>
                      <a:lvl1pPr eaLnBrk="0" hangingPunct="0">
                        <a:spcBef>
                          <a:spcPct val="20000"/>
                        </a:spcBef>
                        <a:buFont typeface="Wingdings" panose="05000000000000000000" pitchFamily="2" charset="2"/>
                        <a:defRPr sz="2000" b="1">
                          <a:solidFill>
                            <a:schemeClr val="tx1"/>
                          </a:solidFill>
                          <a:latin typeface="Arial" panose="020B0604020202020204" pitchFamily="34" charset="0"/>
                          <a:ea typeface="黑体" panose="02010609060101010101" charset="-122"/>
                        </a:defRPr>
                      </a:lvl1pPr>
                      <a:lvl2pPr marL="742950" indent="-285750" eaLnBrk="0" hangingPunct="0">
                        <a:spcBef>
                          <a:spcPct val="20000"/>
                        </a:spcBef>
                        <a:buFont typeface="Wingdings" panose="05000000000000000000" pitchFamily="2" charset="2"/>
                        <a:defRPr b="1">
                          <a:solidFill>
                            <a:schemeClr val="tx1"/>
                          </a:solidFill>
                          <a:latin typeface="Arial" panose="020B0604020202020204" pitchFamily="34" charset="0"/>
                          <a:ea typeface="楷体_GB2312" pitchFamily="49" charset="-122"/>
                        </a:defRPr>
                      </a:lvl2pPr>
                      <a:lvl3pPr marL="1143000" indent="-228600" eaLnBrk="0" hangingPunct="0">
                        <a:spcBef>
                          <a:spcPct val="20000"/>
                        </a:spcBef>
                        <a:buFont typeface="Gungsuh" pitchFamily="18" charset="-127"/>
                        <a:defRPr sz="1600"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sz="1400">
                          <a:solidFill>
                            <a:schemeClr val="tx1"/>
                          </a:solidFill>
                          <a:latin typeface="Arial" panose="020B0604020202020204" pitchFamily="34" charset="0"/>
                          <a:ea typeface="黑体" panose="02010609060101010101" charset="-122"/>
                        </a:defRPr>
                      </a:lvl4pPr>
                      <a:lvl5pPr marL="2057400" indent="-228600" eaLnBrk="0" hangingPunct="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0" fontAlgn="base" latinLnBrk="0" hangingPunct="0">
                        <a:lnSpc>
                          <a:spcPct val="100000"/>
                        </a:lnSpc>
                        <a:spcBef>
                          <a:spcPct val="20000"/>
                        </a:spcBef>
                        <a:spcAft>
                          <a:spcPct val="0"/>
                        </a:spcAft>
                        <a:buClrTx/>
                        <a:buSzTx/>
                        <a:buFont typeface="Wingdings" panose="05000000000000000000" pitchFamily="2" charset="2"/>
                        <a:buNone/>
                      </a:pPr>
                      <a:r>
                        <a:rPr kumimoji="0" lang="en-US"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rPr>
                        <a:t>1</a:t>
                      </a:r>
                      <a:endParaRPr kumimoji="0" lang="en-US"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a:noFill/>
                    </a:lnL>
                    <a:lnR>
                      <a:noFill/>
                    </a:lnR>
                    <a:lnT>
                      <a:noFill/>
                    </a:lnT>
                    <a:lnB>
                      <a:noFill/>
                    </a:lnB>
                    <a:lnTlToBr>
                      <a:noFill/>
                    </a:lnTlToBr>
                    <a:lnBlToTr>
                      <a:noFill/>
                    </a:lnBlToTr>
                    <a:noFill/>
                  </a:tcPr>
                </a:tc>
                <a:tc>
                  <a:txBody>
                    <a:bodyPr/>
                    <a:lstStyle>
                      <a:lvl1pPr eaLnBrk="0" hangingPunct="0">
                        <a:spcBef>
                          <a:spcPct val="20000"/>
                        </a:spcBef>
                        <a:buFont typeface="Wingdings" panose="05000000000000000000" pitchFamily="2" charset="2"/>
                        <a:defRPr sz="2000" b="1">
                          <a:solidFill>
                            <a:schemeClr val="tx1"/>
                          </a:solidFill>
                          <a:latin typeface="Arial" panose="020B0604020202020204" pitchFamily="34" charset="0"/>
                          <a:ea typeface="黑体" panose="02010609060101010101" charset="-122"/>
                        </a:defRPr>
                      </a:lvl1pPr>
                      <a:lvl2pPr marL="742950" indent="-285750" eaLnBrk="0" hangingPunct="0">
                        <a:spcBef>
                          <a:spcPct val="20000"/>
                        </a:spcBef>
                        <a:buFont typeface="Wingdings" panose="05000000000000000000" pitchFamily="2" charset="2"/>
                        <a:defRPr b="1">
                          <a:solidFill>
                            <a:schemeClr val="tx1"/>
                          </a:solidFill>
                          <a:latin typeface="Arial" panose="020B0604020202020204" pitchFamily="34" charset="0"/>
                          <a:ea typeface="楷体_GB2312" pitchFamily="49" charset="-122"/>
                        </a:defRPr>
                      </a:lvl2pPr>
                      <a:lvl3pPr marL="1143000" indent="-228600" eaLnBrk="0" hangingPunct="0">
                        <a:spcBef>
                          <a:spcPct val="20000"/>
                        </a:spcBef>
                        <a:buFont typeface="Gungsuh" pitchFamily="18" charset="-127"/>
                        <a:defRPr sz="1600"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sz="1400">
                          <a:solidFill>
                            <a:schemeClr val="tx1"/>
                          </a:solidFill>
                          <a:latin typeface="Arial" panose="020B0604020202020204" pitchFamily="34" charset="0"/>
                          <a:ea typeface="黑体" panose="02010609060101010101" charset="-122"/>
                        </a:defRPr>
                      </a:lvl4pPr>
                      <a:lvl5pPr marL="2057400" indent="-228600" eaLnBrk="0" hangingPunct="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0" fontAlgn="base" latinLnBrk="0" hangingPunct="0">
                        <a:lnSpc>
                          <a:spcPct val="100000"/>
                        </a:lnSpc>
                        <a:spcBef>
                          <a:spcPct val="20000"/>
                        </a:spcBef>
                        <a:spcAft>
                          <a:spcPct val="0"/>
                        </a:spcAft>
                        <a:buClrTx/>
                        <a:buSzTx/>
                        <a:buFont typeface="Wingdings" panose="05000000000000000000" pitchFamily="2" charset="2"/>
                        <a:buNone/>
                      </a:pPr>
                      <a:r>
                        <a:rPr kumimoji="0" lang="en-US"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rPr>
                        <a:t>0</a:t>
                      </a:r>
                      <a:endParaRPr kumimoji="0" lang="en-US"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a:noFill/>
                    </a:lnL>
                    <a:lnR>
                      <a:noFill/>
                    </a:lnR>
                    <a:lnT>
                      <a:noFill/>
                    </a:lnT>
                    <a:lnB>
                      <a:noFill/>
                    </a:lnB>
                    <a:lnTlToBr>
                      <a:noFill/>
                    </a:lnTlToBr>
                    <a:lnBlToTr>
                      <a:noFill/>
                    </a:lnBlToTr>
                    <a:noFill/>
                  </a:tcPr>
                </a:tc>
                <a:tc>
                  <a:txBody>
                    <a:bodyPr/>
                    <a:lstStyle>
                      <a:lvl1pPr eaLnBrk="0" hangingPunct="0">
                        <a:spcBef>
                          <a:spcPct val="20000"/>
                        </a:spcBef>
                        <a:buFont typeface="Wingdings" panose="05000000000000000000" pitchFamily="2" charset="2"/>
                        <a:defRPr sz="2000" b="1">
                          <a:solidFill>
                            <a:schemeClr val="tx1"/>
                          </a:solidFill>
                          <a:latin typeface="Arial" panose="020B0604020202020204" pitchFamily="34" charset="0"/>
                          <a:ea typeface="黑体" panose="02010609060101010101" charset="-122"/>
                        </a:defRPr>
                      </a:lvl1pPr>
                      <a:lvl2pPr marL="742950" indent="-285750" eaLnBrk="0" hangingPunct="0">
                        <a:spcBef>
                          <a:spcPct val="20000"/>
                        </a:spcBef>
                        <a:buFont typeface="Wingdings" panose="05000000000000000000" pitchFamily="2" charset="2"/>
                        <a:defRPr b="1">
                          <a:solidFill>
                            <a:schemeClr val="tx1"/>
                          </a:solidFill>
                          <a:latin typeface="Arial" panose="020B0604020202020204" pitchFamily="34" charset="0"/>
                          <a:ea typeface="楷体_GB2312" pitchFamily="49" charset="-122"/>
                        </a:defRPr>
                      </a:lvl2pPr>
                      <a:lvl3pPr marL="1143000" indent="-228600" eaLnBrk="0" hangingPunct="0">
                        <a:spcBef>
                          <a:spcPct val="20000"/>
                        </a:spcBef>
                        <a:buFont typeface="Gungsuh" pitchFamily="18" charset="-127"/>
                        <a:defRPr sz="1600"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sz="1400">
                          <a:solidFill>
                            <a:schemeClr val="tx1"/>
                          </a:solidFill>
                          <a:latin typeface="Arial" panose="020B0604020202020204" pitchFamily="34" charset="0"/>
                          <a:ea typeface="黑体" panose="02010609060101010101" charset="-122"/>
                        </a:defRPr>
                      </a:lvl4pPr>
                      <a:lvl5pPr marL="2057400" indent="-228600" eaLnBrk="0" hangingPunct="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0" fontAlgn="base" latinLnBrk="0" hangingPunct="0">
                        <a:lnSpc>
                          <a:spcPct val="100000"/>
                        </a:lnSpc>
                        <a:spcBef>
                          <a:spcPct val="20000"/>
                        </a:spcBef>
                        <a:spcAft>
                          <a:spcPct val="0"/>
                        </a:spcAft>
                        <a:buClrTx/>
                        <a:buSzTx/>
                        <a:buFont typeface="Wingdings" panose="05000000000000000000" pitchFamily="2" charset="2"/>
                        <a:buNone/>
                      </a:pPr>
                      <a:r>
                        <a:rPr kumimoji="0" lang="en-US"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rPr>
                        <a:t>0</a:t>
                      </a:r>
                      <a:endParaRPr kumimoji="0" lang="en-US"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a:noFill/>
                    </a:lnL>
                    <a:lnR>
                      <a:noFill/>
                    </a:lnR>
                    <a:lnT>
                      <a:noFill/>
                    </a:lnT>
                    <a:lnB>
                      <a:noFill/>
                    </a:lnB>
                    <a:lnTlToBr>
                      <a:noFill/>
                    </a:lnTlToBr>
                    <a:lnBlToTr>
                      <a:noFill/>
                    </a:lnBlToTr>
                    <a:noFill/>
                  </a:tcPr>
                </a:tc>
                <a:tc>
                  <a:txBody>
                    <a:bodyPr/>
                    <a:lstStyle>
                      <a:lvl1pPr eaLnBrk="0" hangingPunct="0">
                        <a:spcBef>
                          <a:spcPct val="20000"/>
                        </a:spcBef>
                        <a:buFont typeface="Wingdings" panose="05000000000000000000" pitchFamily="2" charset="2"/>
                        <a:defRPr sz="2000" b="1">
                          <a:solidFill>
                            <a:schemeClr val="tx1"/>
                          </a:solidFill>
                          <a:latin typeface="Arial" panose="020B0604020202020204" pitchFamily="34" charset="0"/>
                          <a:ea typeface="黑体" panose="02010609060101010101" charset="-122"/>
                        </a:defRPr>
                      </a:lvl1pPr>
                      <a:lvl2pPr marL="742950" indent="-285750" eaLnBrk="0" hangingPunct="0">
                        <a:spcBef>
                          <a:spcPct val="20000"/>
                        </a:spcBef>
                        <a:buFont typeface="Wingdings" panose="05000000000000000000" pitchFamily="2" charset="2"/>
                        <a:defRPr b="1">
                          <a:solidFill>
                            <a:schemeClr val="tx1"/>
                          </a:solidFill>
                          <a:latin typeface="Arial" panose="020B0604020202020204" pitchFamily="34" charset="0"/>
                          <a:ea typeface="楷体_GB2312" pitchFamily="49" charset="-122"/>
                        </a:defRPr>
                      </a:lvl2pPr>
                      <a:lvl3pPr marL="1143000" indent="-228600" eaLnBrk="0" hangingPunct="0">
                        <a:spcBef>
                          <a:spcPct val="20000"/>
                        </a:spcBef>
                        <a:buFont typeface="Gungsuh" pitchFamily="18" charset="-127"/>
                        <a:defRPr sz="1600"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sz="1400">
                          <a:solidFill>
                            <a:schemeClr val="tx1"/>
                          </a:solidFill>
                          <a:latin typeface="Arial" panose="020B0604020202020204" pitchFamily="34" charset="0"/>
                          <a:ea typeface="黑体" panose="02010609060101010101" charset="-122"/>
                        </a:defRPr>
                      </a:lvl4pPr>
                      <a:lvl5pPr marL="2057400" indent="-228600" eaLnBrk="0" hangingPunct="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0" fontAlgn="base" latinLnBrk="0" hangingPunct="0">
                        <a:lnSpc>
                          <a:spcPct val="100000"/>
                        </a:lnSpc>
                        <a:spcBef>
                          <a:spcPct val="20000"/>
                        </a:spcBef>
                        <a:spcAft>
                          <a:spcPct val="0"/>
                        </a:spcAft>
                        <a:buClrTx/>
                        <a:buSzTx/>
                        <a:buFont typeface="Wingdings" panose="05000000000000000000" pitchFamily="2" charset="2"/>
                        <a:buNone/>
                      </a:pPr>
                      <a:r>
                        <a:rPr kumimoji="0" lang="en-US"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rPr>
                        <a:t>1</a:t>
                      </a:r>
                      <a:endParaRPr kumimoji="0" lang="en-US"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a:noFill/>
                    </a:lnL>
                    <a:lnR w="28575"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lvl1pPr eaLnBrk="0" hangingPunct="0">
                        <a:spcBef>
                          <a:spcPct val="20000"/>
                        </a:spcBef>
                        <a:buFont typeface="Wingdings" panose="05000000000000000000" pitchFamily="2" charset="2"/>
                        <a:defRPr sz="2000" b="1">
                          <a:solidFill>
                            <a:schemeClr val="tx1"/>
                          </a:solidFill>
                          <a:latin typeface="Arial" panose="020B0604020202020204" pitchFamily="34" charset="0"/>
                          <a:ea typeface="黑体" panose="02010609060101010101" charset="-122"/>
                        </a:defRPr>
                      </a:lvl1pPr>
                      <a:lvl2pPr marL="742950" indent="-285750" eaLnBrk="0" hangingPunct="0">
                        <a:spcBef>
                          <a:spcPct val="20000"/>
                        </a:spcBef>
                        <a:buFont typeface="Wingdings" panose="05000000000000000000" pitchFamily="2" charset="2"/>
                        <a:defRPr b="1">
                          <a:solidFill>
                            <a:schemeClr val="tx1"/>
                          </a:solidFill>
                          <a:latin typeface="Arial" panose="020B0604020202020204" pitchFamily="34" charset="0"/>
                          <a:ea typeface="楷体_GB2312" pitchFamily="49" charset="-122"/>
                        </a:defRPr>
                      </a:lvl2pPr>
                      <a:lvl3pPr marL="1143000" indent="-228600" eaLnBrk="0" hangingPunct="0">
                        <a:spcBef>
                          <a:spcPct val="20000"/>
                        </a:spcBef>
                        <a:buFont typeface="Gungsuh" pitchFamily="18" charset="-127"/>
                        <a:defRPr sz="1600"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sz="1400">
                          <a:solidFill>
                            <a:schemeClr val="tx1"/>
                          </a:solidFill>
                          <a:latin typeface="Arial" panose="020B0604020202020204" pitchFamily="34" charset="0"/>
                          <a:ea typeface="黑体" panose="02010609060101010101" charset="-122"/>
                        </a:defRPr>
                      </a:lvl4pPr>
                      <a:lvl5pPr marL="2057400" indent="-228600" eaLnBrk="0" hangingPunct="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0" fontAlgn="base" latinLnBrk="0" hangingPunct="0">
                        <a:lnSpc>
                          <a:spcPct val="100000"/>
                        </a:lnSpc>
                        <a:spcBef>
                          <a:spcPct val="20000"/>
                        </a:spcBef>
                        <a:spcAft>
                          <a:spcPct val="0"/>
                        </a:spcAft>
                        <a:buClrTx/>
                        <a:buSzTx/>
                        <a:buFont typeface="Wingdings" panose="05000000000000000000" pitchFamily="2" charset="2"/>
                        <a:buNone/>
                      </a:pPr>
                      <a:r>
                        <a:rPr kumimoji="0" lang="en-US"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rPr>
                        <a:t>-7</a:t>
                      </a:r>
                      <a:endParaRPr kumimoji="0" lang="en-US"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w="28575" cap="flat" cmpd="sng" algn="ctr">
                      <a:solidFill>
                        <a:schemeClr val="tx1"/>
                      </a:solidFill>
                      <a:prstDash val="solid"/>
                      <a:round/>
                      <a:headEnd type="none" w="med" len="med"/>
                      <a:tailEnd type="none" w="med" len="med"/>
                    </a:lnL>
                    <a:lnR>
                      <a:noFill/>
                    </a:lnR>
                    <a:lnT>
                      <a:noFill/>
                    </a:lnT>
                    <a:lnB>
                      <a:noFill/>
                    </a:lnB>
                    <a:lnTlToBr>
                      <a:noFill/>
                    </a:lnTlToBr>
                    <a:lnBlToTr>
                      <a:noFill/>
                    </a:lnBlToTr>
                    <a:noFill/>
                  </a:tcPr>
                </a:tc>
              </a:tr>
              <a:tr h="406400">
                <a:tc>
                  <a:txBody>
                    <a:bodyPr/>
                    <a:lstStyle>
                      <a:lvl1pPr eaLnBrk="0" hangingPunct="0">
                        <a:spcBef>
                          <a:spcPct val="20000"/>
                        </a:spcBef>
                        <a:buFont typeface="Wingdings" panose="05000000000000000000" pitchFamily="2" charset="2"/>
                        <a:defRPr sz="2000" b="1">
                          <a:solidFill>
                            <a:schemeClr val="tx1"/>
                          </a:solidFill>
                          <a:latin typeface="Arial" panose="020B0604020202020204" pitchFamily="34" charset="0"/>
                          <a:ea typeface="黑体" panose="02010609060101010101" charset="-122"/>
                        </a:defRPr>
                      </a:lvl1pPr>
                      <a:lvl2pPr marL="742950" indent="-285750" eaLnBrk="0" hangingPunct="0">
                        <a:spcBef>
                          <a:spcPct val="20000"/>
                        </a:spcBef>
                        <a:buFont typeface="Wingdings" panose="05000000000000000000" pitchFamily="2" charset="2"/>
                        <a:defRPr b="1">
                          <a:solidFill>
                            <a:schemeClr val="tx1"/>
                          </a:solidFill>
                          <a:latin typeface="Arial" panose="020B0604020202020204" pitchFamily="34" charset="0"/>
                          <a:ea typeface="楷体_GB2312" pitchFamily="49" charset="-122"/>
                        </a:defRPr>
                      </a:lvl2pPr>
                      <a:lvl3pPr marL="1143000" indent="-228600" eaLnBrk="0" hangingPunct="0">
                        <a:spcBef>
                          <a:spcPct val="20000"/>
                        </a:spcBef>
                        <a:buFont typeface="Gungsuh" pitchFamily="18" charset="-127"/>
                        <a:defRPr sz="1600"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sz="1400">
                          <a:solidFill>
                            <a:schemeClr val="tx1"/>
                          </a:solidFill>
                          <a:latin typeface="Arial" panose="020B0604020202020204" pitchFamily="34" charset="0"/>
                          <a:ea typeface="黑体" panose="02010609060101010101" charset="-122"/>
                        </a:defRPr>
                      </a:lvl4pPr>
                      <a:lvl5pPr marL="2057400" indent="-228600" eaLnBrk="0" hangingPunct="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0" fontAlgn="base" latinLnBrk="0" hangingPunct="0">
                        <a:lnSpc>
                          <a:spcPct val="100000"/>
                        </a:lnSpc>
                        <a:spcBef>
                          <a:spcPct val="20000"/>
                        </a:spcBef>
                        <a:spcAft>
                          <a:spcPct val="0"/>
                        </a:spcAft>
                        <a:buClrTx/>
                        <a:buSzTx/>
                        <a:buFont typeface="Wingdings" panose="05000000000000000000" pitchFamily="2" charset="2"/>
                        <a:buNone/>
                      </a:pPr>
                      <a:r>
                        <a:rPr kumimoji="0" lang="en-US"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rPr>
                        <a:t>1</a:t>
                      </a:r>
                      <a:endParaRPr kumimoji="0" lang="en-US"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a:noFill/>
                    </a:lnL>
                    <a:lnR>
                      <a:noFill/>
                    </a:lnR>
                    <a:lnT>
                      <a:noFill/>
                    </a:lnT>
                    <a:lnB>
                      <a:noFill/>
                    </a:lnB>
                    <a:lnTlToBr>
                      <a:noFill/>
                    </a:lnTlToBr>
                    <a:lnBlToTr>
                      <a:noFill/>
                    </a:lnBlToTr>
                    <a:noFill/>
                  </a:tcPr>
                </a:tc>
                <a:tc>
                  <a:txBody>
                    <a:bodyPr/>
                    <a:lstStyle>
                      <a:lvl1pPr eaLnBrk="0" hangingPunct="0">
                        <a:spcBef>
                          <a:spcPct val="20000"/>
                        </a:spcBef>
                        <a:buFont typeface="Wingdings" panose="05000000000000000000" pitchFamily="2" charset="2"/>
                        <a:defRPr sz="2000" b="1">
                          <a:solidFill>
                            <a:schemeClr val="tx1"/>
                          </a:solidFill>
                          <a:latin typeface="Arial" panose="020B0604020202020204" pitchFamily="34" charset="0"/>
                          <a:ea typeface="黑体" panose="02010609060101010101" charset="-122"/>
                        </a:defRPr>
                      </a:lvl1pPr>
                      <a:lvl2pPr marL="742950" indent="-285750" eaLnBrk="0" hangingPunct="0">
                        <a:spcBef>
                          <a:spcPct val="20000"/>
                        </a:spcBef>
                        <a:buFont typeface="Wingdings" panose="05000000000000000000" pitchFamily="2" charset="2"/>
                        <a:defRPr b="1">
                          <a:solidFill>
                            <a:schemeClr val="tx1"/>
                          </a:solidFill>
                          <a:latin typeface="Arial" panose="020B0604020202020204" pitchFamily="34" charset="0"/>
                          <a:ea typeface="楷体_GB2312" pitchFamily="49" charset="-122"/>
                        </a:defRPr>
                      </a:lvl2pPr>
                      <a:lvl3pPr marL="1143000" indent="-228600" eaLnBrk="0" hangingPunct="0">
                        <a:spcBef>
                          <a:spcPct val="20000"/>
                        </a:spcBef>
                        <a:buFont typeface="Gungsuh" pitchFamily="18" charset="-127"/>
                        <a:defRPr sz="1600"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sz="1400">
                          <a:solidFill>
                            <a:schemeClr val="tx1"/>
                          </a:solidFill>
                          <a:latin typeface="Arial" panose="020B0604020202020204" pitchFamily="34" charset="0"/>
                          <a:ea typeface="黑体" panose="02010609060101010101" charset="-122"/>
                        </a:defRPr>
                      </a:lvl4pPr>
                      <a:lvl5pPr marL="2057400" indent="-228600" eaLnBrk="0" hangingPunct="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0" fontAlgn="base" latinLnBrk="0" hangingPunct="0">
                        <a:lnSpc>
                          <a:spcPct val="100000"/>
                        </a:lnSpc>
                        <a:spcBef>
                          <a:spcPct val="20000"/>
                        </a:spcBef>
                        <a:spcAft>
                          <a:spcPct val="0"/>
                        </a:spcAft>
                        <a:buClrTx/>
                        <a:buSzTx/>
                        <a:buFont typeface="Wingdings" panose="05000000000000000000" pitchFamily="2" charset="2"/>
                        <a:buNone/>
                      </a:pPr>
                      <a:r>
                        <a:rPr kumimoji="0" lang="en-US"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rPr>
                        <a:t>0</a:t>
                      </a:r>
                      <a:endParaRPr kumimoji="0" lang="en-US"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a:noFill/>
                    </a:lnL>
                    <a:lnR>
                      <a:noFill/>
                    </a:lnR>
                    <a:lnT>
                      <a:noFill/>
                    </a:lnT>
                    <a:lnB>
                      <a:noFill/>
                    </a:lnB>
                    <a:lnTlToBr>
                      <a:noFill/>
                    </a:lnTlToBr>
                    <a:lnBlToTr>
                      <a:noFill/>
                    </a:lnBlToTr>
                    <a:noFill/>
                  </a:tcPr>
                </a:tc>
                <a:tc>
                  <a:txBody>
                    <a:bodyPr/>
                    <a:lstStyle>
                      <a:lvl1pPr eaLnBrk="0" hangingPunct="0">
                        <a:spcBef>
                          <a:spcPct val="20000"/>
                        </a:spcBef>
                        <a:buFont typeface="Wingdings" panose="05000000000000000000" pitchFamily="2" charset="2"/>
                        <a:defRPr sz="2000" b="1">
                          <a:solidFill>
                            <a:schemeClr val="tx1"/>
                          </a:solidFill>
                          <a:latin typeface="Arial" panose="020B0604020202020204" pitchFamily="34" charset="0"/>
                          <a:ea typeface="黑体" panose="02010609060101010101" charset="-122"/>
                        </a:defRPr>
                      </a:lvl1pPr>
                      <a:lvl2pPr marL="742950" indent="-285750" eaLnBrk="0" hangingPunct="0">
                        <a:spcBef>
                          <a:spcPct val="20000"/>
                        </a:spcBef>
                        <a:buFont typeface="Wingdings" panose="05000000000000000000" pitchFamily="2" charset="2"/>
                        <a:defRPr b="1">
                          <a:solidFill>
                            <a:schemeClr val="tx1"/>
                          </a:solidFill>
                          <a:latin typeface="Arial" panose="020B0604020202020204" pitchFamily="34" charset="0"/>
                          <a:ea typeface="楷体_GB2312" pitchFamily="49" charset="-122"/>
                        </a:defRPr>
                      </a:lvl2pPr>
                      <a:lvl3pPr marL="1143000" indent="-228600" eaLnBrk="0" hangingPunct="0">
                        <a:spcBef>
                          <a:spcPct val="20000"/>
                        </a:spcBef>
                        <a:buFont typeface="Gungsuh" pitchFamily="18" charset="-127"/>
                        <a:defRPr sz="1600"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sz="1400">
                          <a:solidFill>
                            <a:schemeClr val="tx1"/>
                          </a:solidFill>
                          <a:latin typeface="Arial" panose="020B0604020202020204" pitchFamily="34" charset="0"/>
                          <a:ea typeface="黑体" panose="02010609060101010101" charset="-122"/>
                        </a:defRPr>
                      </a:lvl4pPr>
                      <a:lvl5pPr marL="2057400" indent="-228600" eaLnBrk="0" hangingPunct="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0" fontAlgn="base" latinLnBrk="0" hangingPunct="0">
                        <a:lnSpc>
                          <a:spcPct val="100000"/>
                        </a:lnSpc>
                        <a:spcBef>
                          <a:spcPct val="20000"/>
                        </a:spcBef>
                        <a:spcAft>
                          <a:spcPct val="0"/>
                        </a:spcAft>
                        <a:buClrTx/>
                        <a:buSzTx/>
                        <a:buFont typeface="Wingdings" panose="05000000000000000000" pitchFamily="2" charset="2"/>
                        <a:buNone/>
                      </a:pPr>
                      <a:r>
                        <a:rPr kumimoji="0" lang="en-US"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rPr>
                        <a:t>1</a:t>
                      </a:r>
                      <a:endParaRPr kumimoji="0" lang="en-US"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a:noFill/>
                    </a:lnL>
                    <a:lnR>
                      <a:noFill/>
                    </a:lnR>
                    <a:lnT>
                      <a:noFill/>
                    </a:lnT>
                    <a:lnB>
                      <a:noFill/>
                    </a:lnB>
                    <a:lnTlToBr>
                      <a:noFill/>
                    </a:lnTlToBr>
                    <a:lnBlToTr>
                      <a:noFill/>
                    </a:lnBlToTr>
                    <a:noFill/>
                  </a:tcPr>
                </a:tc>
                <a:tc>
                  <a:txBody>
                    <a:bodyPr/>
                    <a:lstStyle>
                      <a:lvl1pPr eaLnBrk="0" hangingPunct="0">
                        <a:spcBef>
                          <a:spcPct val="20000"/>
                        </a:spcBef>
                        <a:buFont typeface="Wingdings" panose="05000000000000000000" pitchFamily="2" charset="2"/>
                        <a:defRPr sz="2000" b="1">
                          <a:solidFill>
                            <a:schemeClr val="tx1"/>
                          </a:solidFill>
                          <a:latin typeface="Arial" panose="020B0604020202020204" pitchFamily="34" charset="0"/>
                          <a:ea typeface="黑体" panose="02010609060101010101" charset="-122"/>
                        </a:defRPr>
                      </a:lvl1pPr>
                      <a:lvl2pPr marL="742950" indent="-285750" eaLnBrk="0" hangingPunct="0">
                        <a:spcBef>
                          <a:spcPct val="20000"/>
                        </a:spcBef>
                        <a:buFont typeface="Wingdings" panose="05000000000000000000" pitchFamily="2" charset="2"/>
                        <a:defRPr b="1">
                          <a:solidFill>
                            <a:schemeClr val="tx1"/>
                          </a:solidFill>
                          <a:latin typeface="Arial" panose="020B0604020202020204" pitchFamily="34" charset="0"/>
                          <a:ea typeface="楷体_GB2312" pitchFamily="49" charset="-122"/>
                        </a:defRPr>
                      </a:lvl2pPr>
                      <a:lvl3pPr marL="1143000" indent="-228600" eaLnBrk="0" hangingPunct="0">
                        <a:spcBef>
                          <a:spcPct val="20000"/>
                        </a:spcBef>
                        <a:buFont typeface="Gungsuh" pitchFamily="18" charset="-127"/>
                        <a:defRPr sz="1600"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sz="1400">
                          <a:solidFill>
                            <a:schemeClr val="tx1"/>
                          </a:solidFill>
                          <a:latin typeface="Arial" panose="020B0604020202020204" pitchFamily="34" charset="0"/>
                          <a:ea typeface="黑体" panose="02010609060101010101" charset="-122"/>
                        </a:defRPr>
                      </a:lvl4pPr>
                      <a:lvl5pPr marL="2057400" indent="-228600" eaLnBrk="0" hangingPunct="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0" fontAlgn="base" latinLnBrk="0" hangingPunct="0">
                        <a:lnSpc>
                          <a:spcPct val="100000"/>
                        </a:lnSpc>
                        <a:spcBef>
                          <a:spcPct val="20000"/>
                        </a:spcBef>
                        <a:spcAft>
                          <a:spcPct val="0"/>
                        </a:spcAft>
                        <a:buClrTx/>
                        <a:buSzTx/>
                        <a:buFont typeface="Wingdings" panose="05000000000000000000" pitchFamily="2" charset="2"/>
                        <a:buNone/>
                      </a:pPr>
                      <a:r>
                        <a:rPr kumimoji="0" lang="en-US"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rPr>
                        <a:t>0</a:t>
                      </a:r>
                      <a:endParaRPr kumimoji="0" lang="en-US"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a:noFill/>
                    </a:lnL>
                    <a:lnR w="28575"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lvl1pPr eaLnBrk="0" hangingPunct="0">
                        <a:spcBef>
                          <a:spcPct val="20000"/>
                        </a:spcBef>
                        <a:buFont typeface="Wingdings" panose="05000000000000000000" pitchFamily="2" charset="2"/>
                        <a:defRPr sz="2000" b="1">
                          <a:solidFill>
                            <a:schemeClr val="tx1"/>
                          </a:solidFill>
                          <a:latin typeface="Arial" panose="020B0604020202020204" pitchFamily="34" charset="0"/>
                          <a:ea typeface="黑体" panose="02010609060101010101" charset="-122"/>
                        </a:defRPr>
                      </a:lvl1pPr>
                      <a:lvl2pPr marL="742950" indent="-285750" eaLnBrk="0" hangingPunct="0">
                        <a:spcBef>
                          <a:spcPct val="20000"/>
                        </a:spcBef>
                        <a:buFont typeface="Wingdings" panose="05000000000000000000" pitchFamily="2" charset="2"/>
                        <a:defRPr b="1">
                          <a:solidFill>
                            <a:schemeClr val="tx1"/>
                          </a:solidFill>
                          <a:latin typeface="Arial" panose="020B0604020202020204" pitchFamily="34" charset="0"/>
                          <a:ea typeface="楷体_GB2312" pitchFamily="49" charset="-122"/>
                        </a:defRPr>
                      </a:lvl2pPr>
                      <a:lvl3pPr marL="1143000" indent="-228600" eaLnBrk="0" hangingPunct="0">
                        <a:spcBef>
                          <a:spcPct val="20000"/>
                        </a:spcBef>
                        <a:buFont typeface="Gungsuh" pitchFamily="18" charset="-127"/>
                        <a:defRPr sz="1600"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sz="1400">
                          <a:solidFill>
                            <a:schemeClr val="tx1"/>
                          </a:solidFill>
                          <a:latin typeface="Arial" panose="020B0604020202020204" pitchFamily="34" charset="0"/>
                          <a:ea typeface="黑体" panose="02010609060101010101" charset="-122"/>
                        </a:defRPr>
                      </a:lvl4pPr>
                      <a:lvl5pPr marL="2057400" indent="-228600" eaLnBrk="0" hangingPunct="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0" fontAlgn="base" latinLnBrk="0" hangingPunct="0">
                        <a:lnSpc>
                          <a:spcPct val="100000"/>
                        </a:lnSpc>
                        <a:spcBef>
                          <a:spcPct val="20000"/>
                        </a:spcBef>
                        <a:spcAft>
                          <a:spcPct val="0"/>
                        </a:spcAft>
                        <a:buClrTx/>
                        <a:buSzTx/>
                        <a:buFont typeface="Wingdings" panose="05000000000000000000" pitchFamily="2" charset="2"/>
                        <a:buNone/>
                      </a:pPr>
                      <a:r>
                        <a:rPr kumimoji="0" lang="en-US"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rPr>
                        <a:t>-6</a:t>
                      </a:r>
                      <a:endParaRPr kumimoji="0" lang="en-US"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w="28575" cap="flat" cmpd="sng" algn="ctr">
                      <a:solidFill>
                        <a:schemeClr val="tx1"/>
                      </a:solidFill>
                      <a:prstDash val="solid"/>
                      <a:round/>
                      <a:headEnd type="none" w="med" len="med"/>
                      <a:tailEnd type="none" w="med" len="med"/>
                    </a:lnL>
                    <a:lnR>
                      <a:noFill/>
                    </a:lnR>
                    <a:lnT>
                      <a:noFill/>
                    </a:lnT>
                    <a:lnB>
                      <a:noFill/>
                    </a:lnB>
                    <a:lnTlToBr>
                      <a:noFill/>
                    </a:lnTlToBr>
                    <a:lnBlToTr>
                      <a:noFill/>
                    </a:lnBlToTr>
                    <a:noFill/>
                  </a:tcPr>
                </a:tc>
              </a:tr>
              <a:tr h="406400">
                <a:tc>
                  <a:txBody>
                    <a:bodyPr/>
                    <a:lstStyle>
                      <a:lvl1pPr eaLnBrk="0" hangingPunct="0">
                        <a:spcBef>
                          <a:spcPct val="20000"/>
                        </a:spcBef>
                        <a:buFont typeface="Wingdings" panose="05000000000000000000" pitchFamily="2" charset="2"/>
                        <a:defRPr sz="2000" b="1">
                          <a:solidFill>
                            <a:schemeClr val="tx1"/>
                          </a:solidFill>
                          <a:latin typeface="Arial" panose="020B0604020202020204" pitchFamily="34" charset="0"/>
                          <a:ea typeface="黑体" panose="02010609060101010101" charset="-122"/>
                        </a:defRPr>
                      </a:lvl1pPr>
                      <a:lvl2pPr marL="742950" indent="-285750" eaLnBrk="0" hangingPunct="0">
                        <a:spcBef>
                          <a:spcPct val="20000"/>
                        </a:spcBef>
                        <a:buFont typeface="Wingdings" panose="05000000000000000000" pitchFamily="2" charset="2"/>
                        <a:defRPr b="1">
                          <a:solidFill>
                            <a:schemeClr val="tx1"/>
                          </a:solidFill>
                          <a:latin typeface="Arial" panose="020B0604020202020204" pitchFamily="34" charset="0"/>
                          <a:ea typeface="楷体_GB2312" pitchFamily="49" charset="-122"/>
                        </a:defRPr>
                      </a:lvl2pPr>
                      <a:lvl3pPr marL="1143000" indent="-228600" eaLnBrk="0" hangingPunct="0">
                        <a:spcBef>
                          <a:spcPct val="20000"/>
                        </a:spcBef>
                        <a:buFont typeface="Gungsuh" pitchFamily="18" charset="-127"/>
                        <a:defRPr sz="1600"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sz="1400">
                          <a:solidFill>
                            <a:schemeClr val="tx1"/>
                          </a:solidFill>
                          <a:latin typeface="Arial" panose="020B0604020202020204" pitchFamily="34" charset="0"/>
                          <a:ea typeface="黑体" panose="02010609060101010101" charset="-122"/>
                        </a:defRPr>
                      </a:lvl4pPr>
                      <a:lvl5pPr marL="2057400" indent="-228600" eaLnBrk="0" hangingPunct="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0" fontAlgn="base" latinLnBrk="0" hangingPunct="0">
                        <a:lnSpc>
                          <a:spcPct val="100000"/>
                        </a:lnSpc>
                        <a:spcBef>
                          <a:spcPct val="20000"/>
                        </a:spcBef>
                        <a:spcAft>
                          <a:spcPct val="0"/>
                        </a:spcAft>
                        <a:buClrTx/>
                        <a:buSzTx/>
                        <a:buFont typeface="Wingdings" panose="05000000000000000000" pitchFamily="2" charset="2"/>
                        <a:buNone/>
                      </a:pPr>
                      <a:r>
                        <a:rPr kumimoji="0" lang="en-US"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rPr>
                        <a:t>1</a:t>
                      </a:r>
                      <a:endParaRPr kumimoji="0" lang="en-US"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a:noFill/>
                    </a:lnL>
                    <a:lnR>
                      <a:noFill/>
                    </a:lnR>
                    <a:lnT>
                      <a:noFill/>
                    </a:lnT>
                    <a:lnB>
                      <a:noFill/>
                    </a:lnB>
                    <a:lnTlToBr>
                      <a:noFill/>
                    </a:lnTlToBr>
                    <a:lnBlToTr>
                      <a:noFill/>
                    </a:lnBlToTr>
                    <a:noFill/>
                  </a:tcPr>
                </a:tc>
                <a:tc>
                  <a:txBody>
                    <a:bodyPr/>
                    <a:lstStyle>
                      <a:lvl1pPr eaLnBrk="0" hangingPunct="0">
                        <a:spcBef>
                          <a:spcPct val="20000"/>
                        </a:spcBef>
                        <a:buFont typeface="Wingdings" panose="05000000000000000000" pitchFamily="2" charset="2"/>
                        <a:defRPr sz="2000" b="1">
                          <a:solidFill>
                            <a:schemeClr val="tx1"/>
                          </a:solidFill>
                          <a:latin typeface="Arial" panose="020B0604020202020204" pitchFamily="34" charset="0"/>
                          <a:ea typeface="黑体" panose="02010609060101010101" charset="-122"/>
                        </a:defRPr>
                      </a:lvl1pPr>
                      <a:lvl2pPr marL="742950" indent="-285750" eaLnBrk="0" hangingPunct="0">
                        <a:spcBef>
                          <a:spcPct val="20000"/>
                        </a:spcBef>
                        <a:buFont typeface="Wingdings" panose="05000000000000000000" pitchFamily="2" charset="2"/>
                        <a:defRPr b="1">
                          <a:solidFill>
                            <a:schemeClr val="tx1"/>
                          </a:solidFill>
                          <a:latin typeface="Arial" panose="020B0604020202020204" pitchFamily="34" charset="0"/>
                          <a:ea typeface="楷体_GB2312" pitchFamily="49" charset="-122"/>
                        </a:defRPr>
                      </a:lvl2pPr>
                      <a:lvl3pPr marL="1143000" indent="-228600" eaLnBrk="0" hangingPunct="0">
                        <a:spcBef>
                          <a:spcPct val="20000"/>
                        </a:spcBef>
                        <a:buFont typeface="Gungsuh" pitchFamily="18" charset="-127"/>
                        <a:defRPr sz="1600"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sz="1400">
                          <a:solidFill>
                            <a:schemeClr val="tx1"/>
                          </a:solidFill>
                          <a:latin typeface="Arial" panose="020B0604020202020204" pitchFamily="34" charset="0"/>
                          <a:ea typeface="黑体" panose="02010609060101010101" charset="-122"/>
                        </a:defRPr>
                      </a:lvl4pPr>
                      <a:lvl5pPr marL="2057400" indent="-228600" eaLnBrk="0" hangingPunct="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0" fontAlgn="base" latinLnBrk="0" hangingPunct="0">
                        <a:lnSpc>
                          <a:spcPct val="100000"/>
                        </a:lnSpc>
                        <a:spcBef>
                          <a:spcPct val="20000"/>
                        </a:spcBef>
                        <a:spcAft>
                          <a:spcPct val="0"/>
                        </a:spcAft>
                        <a:buClrTx/>
                        <a:buSzTx/>
                        <a:buFont typeface="Wingdings" panose="05000000000000000000" pitchFamily="2" charset="2"/>
                        <a:buNone/>
                      </a:pPr>
                      <a:r>
                        <a:rPr kumimoji="0" lang="en-US"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rPr>
                        <a:t>0</a:t>
                      </a:r>
                      <a:endParaRPr kumimoji="0" lang="en-US"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a:noFill/>
                    </a:lnL>
                    <a:lnR>
                      <a:noFill/>
                    </a:lnR>
                    <a:lnT>
                      <a:noFill/>
                    </a:lnT>
                    <a:lnB>
                      <a:noFill/>
                    </a:lnB>
                    <a:lnTlToBr>
                      <a:noFill/>
                    </a:lnTlToBr>
                    <a:lnBlToTr>
                      <a:noFill/>
                    </a:lnBlToTr>
                    <a:noFill/>
                  </a:tcPr>
                </a:tc>
                <a:tc>
                  <a:txBody>
                    <a:bodyPr/>
                    <a:lstStyle>
                      <a:lvl1pPr eaLnBrk="0" hangingPunct="0">
                        <a:spcBef>
                          <a:spcPct val="20000"/>
                        </a:spcBef>
                        <a:buFont typeface="Wingdings" panose="05000000000000000000" pitchFamily="2" charset="2"/>
                        <a:defRPr sz="2000" b="1">
                          <a:solidFill>
                            <a:schemeClr val="tx1"/>
                          </a:solidFill>
                          <a:latin typeface="Arial" panose="020B0604020202020204" pitchFamily="34" charset="0"/>
                          <a:ea typeface="黑体" panose="02010609060101010101" charset="-122"/>
                        </a:defRPr>
                      </a:lvl1pPr>
                      <a:lvl2pPr marL="742950" indent="-285750" eaLnBrk="0" hangingPunct="0">
                        <a:spcBef>
                          <a:spcPct val="20000"/>
                        </a:spcBef>
                        <a:buFont typeface="Wingdings" panose="05000000000000000000" pitchFamily="2" charset="2"/>
                        <a:defRPr b="1">
                          <a:solidFill>
                            <a:schemeClr val="tx1"/>
                          </a:solidFill>
                          <a:latin typeface="Arial" panose="020B0604020202020204" pitchFamily="34" charset="0"/>
                          <a:ea typeface="楷体_GB2312" pitchFamily="49" charset="-122"/>
                        </a:defRPr>
                      </a:lvl2pPr>
                      <a:lvl3pPr marL="1143000" indent="-228600" eaLnBrk="0" hangingPunct="0">
                        <a:spcBef>
                          <a:spcPct val="20000"/>
                        </a:spcBef>
                        <a:buFont typeface="Gungsuh" pitchFamily="18" charset="-127"/>
                        <a:defRPr sz="1600"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sz="1400">
                          <a:solidFill>
                            <a:schemeClr val="tx1"/>
                          </a:solidFill>
                          <a:latin typeface="Arial" panose="020B0604020202020204" pitchFamily="34" charset="0"/>
                          <a:ea typeface="黑体" panose="02010609060101010101" charset="-122"/>
                        </a:defRPr>
                      </a:lvl4pPr>
                      <a:lvl5pPr marL="2057400" indent="-228600" eaLnBrk="0" hangingPunct="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0" fontAlgn="base" latinLnBrk="0" hangingPunct="0">
                        <a:lnSpc>
                          <a:spcPct val="100000"/>
                        </a:lnSpc>
                        <a:spcBef>
                          <a:spcPct val="20000"/>
                        </a:spcBef>
                        <a:spcAft>
                          <a:spcPct val="0"/>
                        </a:spcAft>
                        <a:buClrTx/>
                        <a:buSzTx/>
                        <a:buFont typeface="Wingdings" panose="05000000000000000000" pitchFamily="2" charset="2"/>
                        <a:buNone/>
                      </a:pPr>
                      <a:r>
                        <a:rPr kumimoji="0" lang="en-US"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rPr>
                        <a:t>1</a:t>
                      </a:r>
                      <a:endParaRPr kumimoji="0" lang="en-US"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a:noFill/>
                    </a:lnL>
                    <a:lnR>
                      <a:noFill/>
                    </a:lnR>
                    <a:lnT>
                      <a:noFill/>
                    </a:lnT>
                    <a:lnB>
                      <a:noFill/>
                    </a:lnB>
                    <a:lnTlToBr>
                      <a:noFill/>
                    </a:lnTlToBr>
                    <a:lnBlToTr>
                      <a:noFill/>
                    </a:lnBlToTr>
                    <a:noFill/>
                  </a:tcPr>
                </a:tc>
                <a:tc>
                  <a:txBody>
                    <a:bodyPr/>
                    <a:lstStyle>
                      <a:lvl1pPr eaLnBrk="0" hangingPunct="0">
                        <a:spcBef>
                          <a:spcPct val="20000"/>
                        </a:spcBef>
                        <a:buFont typeface="Wingdings" panose="05000000000000000000" pitchFamily="2" charset="2"/>
                        <a:defRPr sz="2000" b="1">
                          <a:solidFill>
                            <a:schemeClr val="tx1"/>
                          </a:solidFill>
                          <a:latin typeface="Arial" panose="020B0604020202020204" pitchFamily="34" charset="0"/>
                          <a:ea typeface="黑体" panose="02010609060101010101" charset="-122"/>
                        </a:defRPr>
                      </a:lvl1pPr>
                      <a:lvl2pPr marL="742950" indent="-285750" eaLnBrk="0" hangingPunct="0">
                        <a:spcBef>
                          <a:spcPct val="20000"/>
                        </a:spcBef>
                        <a:buFont typeface="Wingdings" panose="05000000000000000000" pitchFamily="2" charset="2"/>
                        <a:defRPr b="1">
                          <a:solidFill>
                            <a:schemeClr val="tx1"/>
                          </a:solidFill>
                          <a:latin typeface="Arial" panose="020B0604020202020204" pitchFamily="34" charset="0"/>
                          <a:ea typeface="楷体_GB2312" pitchFamily="49" charset="-122"/>
                        </a:defRPr>
                      </a:lvl2pPr>
                      <a:lvl3pPr marL="1143000" indent="-228600" eaLnBrk="0" hangingPunct="0">
                        <a:spcBef>
                          <a:spcPct val="20000"/>
                        </a:spcBef>
                        <a:buFont typeface="Gungsuh" pitchFamily="18" charset="-127"/>
                        <a:defRPr sz="1600"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sz="1400">
                          <a:solidFill>
                            <a:schemeClr val="tx1"/>
                          </a:solidFill>
                          <a:latin typeface="Arial" panose="020B0604020202020204" pitchFamily="34" charset="0"/>
                          <a:ea typeface="黑体" panose="02010609060101010101" charset="-122"/>
                        </a:defRPr>
                      </a:lvl4pPr>
                      <a:lvl5pPr marL="2057400" indent="-228600" eaLnBrk="0" hangingPunct="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0" fontAlgn="base" latinLnBrk="0" hangingPunct="0">
                        <a:lnSpc>
                          <a:spcPct val="100000"/>
                        </a:lnSpc>
                        <a:spcBef>
                          <a:spcPct val="20000"/>
                        </a:spcBef>
                        <a:spcAft>
                          <a:spcPct val="0"/>
                        </a:spcAft>
                        <a:buClrTx/>
                        <a:buSzTx/>
                        <a:buFont typeface="Wingdings" panose="05000000000000000000" pitchFamily="2" charset="2"/>
                        <a:buNone/>
                      </a:pPr>
                      <a:r>
                        <a:rPr kumimoji="0" lang="en-US"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rPr>
                        <a:t>1</a:t>
                      </a:r>
                      <a:endParaRPr kumimoji="0" lang="en-US"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a:noFill/>
                    </a:lnL>
                    <a:lnR w="28575"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lvl1pPr eaLnBrk="0" hangingPunct="0">
                        <a:spcBef>
                          <a:spcPct val="20000"/>
                        </a:spcBef>
                        <a:buFont typeface="Wingdings" panose="05000000000000000000" pitchFamily="2" charset="2"/>
                        <a:defRPr sz="2000" b="1">
                          <a:solidFill>
                            <a:schemeClr val="tx1"/>
                          </a:solidFill>
                          <a:latin typeface="Arial" panose="020B0604020202020204" pitchFamily="34" charset="0"/>
                          <a:ea typeface="黑体" panose="02010609060101010101" charset="-122"/>
                        </a:defRPr>
                      </a:lvl1pPr>
                      <a:lvl2pPr marL="742950" indent="-285750" eaLnBrk="0" hangingPunct="0">
                        <a:spcBef>
                          <a:spcPct val="20000"/>
                        </a:spcBef>
                        <a:buFont typeface="Wingdings" panose="05000000000000000000" pitchFamily="2" charset="2"/>
                        <a:defRPr b="1">
                          <a:solidFill>
                            <a:schemeClr val="tx1"/>
                          </a:solidFill>
                          <a:latin typeface="Arial" panose="020B0604020202020204" pitchFamily="34" charset="0"/>
                          <a:ea typeface="楷体_GB2312" pitchFamily="49" charset="-122"/>
                        </a:defRPr>
                      </a:lvl2pPr>
                      <a:lvl3pPr marL="1143000" indent="-228600" eaLnBrk="0" hangingPunct="0">
                        <a:spcBef>
                          <a:spcPct val="20000"/>
                        </a:spcBef>
                        <a:buFont typeface="Gungsuh" pitchFamily="18" charset="-127"/>
                        <a:defRPr sz="1600"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sz="1400">
                          <a:solidFill>
                            <a:schemeClr val="tx1"/>
                          </a:solidFill>
                          <a:latin typeface="Arial" panose="020B0604020202020204" pitchFamily="34" charset="0"/>
                          <a:ea typeface="黑体" panose="02010609060101010101" charset="-122"/>
                        </a:defRPr>
                      </a:lvl4pPr>
                      <a:lvl5pPr marL="2057400" indent="-228600" eaLnBrk="0" hangingPunct="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0" fontAlgn="base" latinLnBrk="0" hangingPunct="0">
                        <a:lnSpc>
                          <a:spcPct val="100000"/>
                        </a:lnSpc>
                        <a:spcBef>
                          <a:spcPct val="20000"/>
                        </a:spcBef>
                        <a:spcAft>
                          <a:spcPct val="0"/>
                        </a:spcAft>
                        <a:buClrTx/>
                        <a:buSzTx/>
                        <a:buFont typeface="Wingdings" panose="05000000000000000000" pitchFamily="2" charset="2"/>
                        <a:buNone/>
                      </a:pPr>
                      <a:r>
                        <a:rPr kumimoji="0" lang="en-US"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rPr>
                        <a:t>-5</a:t>
                      </a:r>
                      <a:endParaRPr kumimoji="0" lang="en-US"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w="28575" cap="flat" cmpd="sng" algn="ctr">
                      <a:solidFill>
                        <a:schemeClr val="tx1"/>
                      </a:solidFill>
                      <a:prstDash val="solid"/>
                      <a:round/>
                      <a:headEnd type="none" w="med" len="med"/>
                      <a:tailEnd type="none" w="med" len="med"/>
                    </a:lnL>
                    <a:lnR>
                      <a:noFill/>
                    </a:lnR>
                    <a:lnT>
                      <a:noFill/>
                    </a:lnT>
                    <a:lnB>
                      <a:noFill/>
                    </a:lnB>
                    <a:lnTlToBr>
                      <a:noFill/>
                    </a:lnTlToBr>
                    <a:lnBlToTr>
                      <a:noFill/>
                    </a:lnBlToTr>
                    <a:noFill/>
                  </a:tcPr>
                </a:tc>
              </a:tr>
              <a:tr h="406400">
                <a:tc>
                  <a:txBody>
                    <a:bodyPr/>
                    <a:lstStyle>
                      <a:lvl1pPr eaLnBrk="0" hangingPunct="0">
                        <a:spcBef>
                          <a:spcPct val="20000"/>
                        </a:spcBef>
                        <a:buFont typeface="Wingdings" panose="05000000000000000000" pitchFamily="2" charset="2"/>
                        <a:defRPr sz="2000" b="1">
                          <a:solidFill>
                            <a:schemeClr val="tx1"/>
                          </a:solidFill>
                          <a:latin typeface="Arial" panose="020B0604020202020204" pitchFamily="34" charset="0"/>
                          <a:ea typeface="黑体" panose="02010609060101010101" charset="-122"/>
                        </a:defRPr>
                      </a:lvl1pPr>
                      <a:lvl2pPr marL="742950" indent="-285750" eaLnBrk="0" hangingPunct="0">
                        <a:spcBef>
                          <a:spcPct val="20000"/>
                        </a:spcBef>
                        <a:buFont typeface="Wingdings" panose="05000000000000000000" pitchFamily="2" charset="2"/>
                        <a:defRPr b="1">
                          <a:solidFill>
                            <a:schemeClr val="tx1"/>
                          </a:solidFill>
                          <a:latin typeface="Arial" panose="020B0604020202020204" pitchFamily="34" charset="0"/>
                          <a:ea typeface="楷体_GB2312" pitchFamily="49" charset="-122"/>
                        </a:defRPr>
                      </a:lvl2pPr>
                      <a:lvl3pPr marL="1143000" indent="-228600" eaLnBrk="0" hangingPunct="0">
                        <a:spcBef>
                          <a:spcPct val="20000"/>
                        </a:spcBef>
                        <a:buFont typeface="Gungsuh" pitchFamily="18" charset="-127"/>
                        <a:defRPr sz="1600"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sz="1400">
                          <a:solidFill>
                            <a:schemeClr val="tx1"/>
                          </a:solidFill>
                          <a:latin typeface="Arial" panose="020B0604020202020204" pitchFamily="34" charset="0"/>
                          <a:ea typeface="黑体" panose="02010609060101010101" charset="-122"/>
                        </a:defRPr>
                      </a:lvl4pPr>
                      <a:lvl5pPr marL="2057400" indent="-228600" eaLnBrk="0" hangingPunct="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0" fontAlgn="base" latinLnBrk="0" hangingPunct="0">
                        <a:lnSpc>
                          <a:spcPct val="100000"/>
                        </a:lnSpc>
                        <a:spcBef>
                          <a:spcPct val="20000"/>
                        </a:spcBef>
                        <a:spcAft>
                          <a:spcPct val="0"/>
                        </a:spcAft>
                        <a:buClrTx/>
                        <a:buSzTx/>
                        <a:buFont typeface="Wingdings" panose="05000000000000000000" pitchFamily="2" charset="2"/>
                        <a:buNone/>
                      </a:pPr>
                      <a:r>
                        <a:rPr kumimoji="0" lang="en-US"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rPr>
                        <a:t>1</a:t>
                      </a:r>
                      <a:endParaRPr kumimoji="0" lang="en-US"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a:noFill/>
                    </a:lnL>
                    <a:lnR>
                      <a:noFill/>
                    </a:lnR>
                    <a:lnT>
                      <a:noFill/>
                    </a:lnT>
                    <a:lnB>
                      <a:noFill/>
                    </a:lnB>
                    <a:lnTlToBr>
                      <a:noFill/>
                    </a:lnTlToBr>
                    <a:lnBlToTr>
                      <a:noFill/>
                    </a:lnBlToTr>
                    <a:noFill/>
                  </a:tcPr>
                </a:tc>
                <a:tc>
                  <a:txBody>
                    <a:bodyPr/>
                    <a:lstStyle>
                      <a:lvl1pPr eaLnBrk="0" hangingPunct="0">
                        <a:spcBef>
                          <a:spcPct val="20000"/>
                        </a:spcBef>
                        <a:buFont typeface="Wingdings" panose="05000000000000000000" pitchFamily="2" charset="2"/>
                        <a:defRPr sz="2000" b="1">
                          <a:solidFill>
                            <a:schemeClr val="tx1"/>
                          </a:solidFill>
                          <a:latin typeface="Arial" panose="020B0604020202020204" pitchFamily="34" charset="0"/>
                          <a:ea typeface="黑体" panose="02010609060101010101" charset="-122"/>
                        </a:defRPr>
                      </a:lvl1pPr>
                      <a:lvl2pPr marL="742950" indent="-285750" eaLnBrk="0" hangingPunct="0">
                        <a:spcBef>
                          <a:spcPct val="20000"/>
                        </a:spcBef>
                        <a:buFont typeface="Wingdings" panose="05000000000000000000" pitchFamily="2" charset="2"/>
                        <a:defRPr b="1">
                          <a:solidFill>
                            <a:schemeClr val="tx1"/>
                          </a:solidFill>
                          <a:latin typeface="Arial" panose="020B0604020202020204" pitchFamily="34" charset="0"/>
                          <a:ea typeface="楷体_GB2312" pitchFamily="49" charset="-122"/>
                        </a:defRPr>
                      </a:lvl2pPr>
                      <a:lvl3pPr marL="1143000" indent="-228600" eaLnBrk="0" hangingPunct="0">
                        <a:spcBef>
                          <a:spcPct val="20000"/>
                        </a:spcBef>
                        <a:buFont typeface="Gungsuh" pitchFamily="18" charset="-127"/>
                        <a:defRPr sz="1600"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sz="1400">
                          <a:solidFill>
                            <a:schemeClr val="tx1"/>
                          </a:solidFill>
                          <a:latin typeface="Arial" panose="020B0604020202020204" pitchFamily="34" charset="0"/>
                          <a:ea typeface="黑体" panose="02010609060101010101" charset="-122"/>
                        </a:defRPr>
                      </a:lvl4pPr>
                      <a:lvl5pPr marL="2057400" indent="-228600" eaLnBrk="0" hangingPunct="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0" fontAlgn="base" latinLnBrk="0" hangingPunct="0">
                        <a:lnSpc>
                          <a:spcPct val="100000"/>
                        </a:lnSpc>
                        <a:spcBef>
                          <a:spcPct val="20000"/>
                        </a:spcBef>
                        <a:spcAft>
                          <a:spcPct val="0"/>
                        </a:spcAft>
                        <a:buClrTx/>
                        <a:buSzTx/>
                        <a:buFont typeface="Wingdings" panose="05000000000000000000" pitchFamily="2" charset="2"/>
                        <a:buNone/>
                      </a:pPr>
                      <a:r>
                        <a:rPr kumimoji="0" lang="en-US"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rPr>
                        <a:t>1</a:t>
                      </a:r>
                      <a:endParaRPr kumimoji="0" lang="en-US"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a:noFill/>
                    </a:lnL>
                    <a:lnR>
                      <a:noFill/>
                    </a:lnR>
                    <a:lnT>
                      <a:noFill/>
                    </a:lnT>
                    <a:lnB>
                      <a:noFill/>
                    </a:lnB>
                    <a:lnTlToBr>
                      <a:noFill/>
                    </a:lnTlToBr>
                    <a:lnBlToTr>
                      <a:noFill/>
                    </a:lnBlToTr>
                    <a:noFill/>
                  </a:tcPr>
                </a:tc>
                <a:tc>
                  <a:txBody>
                    <a:bodyPr/>
                    <a:lstStyle>
                      <a:lvl1pPr eaLnBrk="0" hangingPunct="0">
                        <a:spcBef>
                          <a:spcPct val="20000"/>
                        </a:spcBef>
                        <a:buFont typeface="Wingdings" panose="05000000000000000000" pitchFamily="2" charset="2"/>
                        <a:defRPr sz="2000" b="1">
                          <a:solidFill>
                            <a:schemeClr val="tx1"/>
                          </a:solidFill>
                          <a:latin typeface="Arial" panose="020B0604020202020204" pitchFamily="34" charset="0"/>
                          <a:ea typeface="黑体" panose="02010609060101010101" charset="-122"/>
                        </a:defRPr>
                      </a:lvl1pPr>
                      <a:lvl2pPr marL="742950" indent="-285750" eaLnBrk="0" hangingPunct="0">
                        <a:spcBef>
                          <a:spcPct val="20000"/>
                        </a:spcBef>
                        <a:buFont typeface="Wingdings" panose="05000000000000000000" pitchFamily="2" charset="2"/>
                        <a:defRPr b="1">
                          <a:solidFill>
                            <a:schemeClr val="tx1"/>
                          </a:solidFill>
                          <a:latin typeface="Arial" panose="020B0604020202020204" pitchFamily="34" charset="0"/>
                          <a:ea typeface="楷体_GB2312" pitchFamily="49" charset="-122"/>
                        </a:defRPr>
                      </a:lvl2pPr>
                      <a:lvl3pPr marL="1143000" indent="-228600" eaLnBrk="0" hangingPunct="0">
                        <a:spcBef>
                          <a:spcPct val="20000"/>
                        </a:spcBef>
                        <a:buFont typeface="Gungsuh" pitchFamily="18" charset="-127"/>
                        <a:defRPr sz="1600"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sz="1400">
                          <a:solidFill>
                            <a:schemeClr val="tx1"/>
                          </a:solidFill>
                          <a:latin typeface="Arial" panose="020B0604020202020204" pitchFamily="34" charset="0"/>
                          <a:ea typeface="黑体" panose="02010609060101010101" charset="-122"/>
                        </a:defRPr>
                      </a:lvl4pPr>
                      <a:lvl5pPr marL="2057400" indent="-228600" eaLnBrk="0" hangingPunct="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0" fontAlgn="base" latinLnBrk="0" hangingPunct="0">
                        <a:lnSpc>
                          <a:spcPct val="100000"/>
                        </a:lnSpc>
                        <a:spcBef>
                          <a:spcPct val="20000"/>
                        </a:spcBef>
                        <a:spcAft>
                          <a:spcPct val="0"/>
                        </a:spcAft>
                        <a:buClrTx/>
                        <a:buSzTx/>
                        <a:buFont typeface="Wingdings" panose="05000000000000000000" pitchFamily="2" charset="2"/>
                        <a:buNone/>
                      </a:pPr>
                      <a:r>
                        <a:rPr kumimoji="0" lang="en-US"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rPr>
                        <a:t>0</a:t>
                      </a:r>
                      <a:endParaRPr kumimoji="0" lang="en-US"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a:noFill/>
                    </a:lnL>
                    <a:lnR>
                      <a:noFill/>
                    </a:lnR>
                    <a:lnT>
                      <a:noFill/>
                    </a:lnT>
                    <a:lnB>
                      <a:noFill/>
                    </a:lnB>
                    <a:lnTlToBr>
                      <a:noFill/>
                    </a:lnTlToBr>
                    <a:lnBlToTr>
                      <a:noFill/>
                    </a:lnBlToTr>
                    <a:noFill/>
                  </a:tcPr>
                </a:tc>
                <a:tc>
                  <a:txBody>
                    <a:bodyPr/>
                    <a:lstStyle>
                      <a:lvl1pPr eaLnBrk="0" hangingPunct="0">
                        <a:spcBef>
                          <a:spcPct val="20000"/>
                        </a:spcBef>
                        <a:buFont typeface="Wingdings" panose="05000000000000000000" pitchFamily="2" charset="2"/>
                        <a:defRPr sz="2000" b="1">
                          <a:solidFill>
                            <a:schemeClr val="tx1"/>
                          </a:solidFill>
                          <a:latin typeface="Arial" panose="020B0604020202020204" pitchFamily="34" charset="0"/>
                          <a:ea typeface="黑体" panose="02010609060101010101" charset="-122"/>
                        </a:defRPr>
                      </a:lvl1pPr>
                      <a:lvl2pPr marL="742950" indent="-285750" eaLnBrk="0" hangingPunct="0">
                        <a:spcBef>
                          <a:spcPct val="20000"/>
                        </a:spcBef>
                        <a:buFont typeface="Wingdings" panose="05000000000000000000" pitchFamily="2" charset="2"/>
                        <a:defRPr b="1">
                          <a:solidFill>
                            <a:schemeClr val="tx1"/>
                          </a:solidFill>
                          <a:latin typeface="Arial" panose="020B0604020202020204" pitchFamily="34" charset="0"/>
                          <a:ea typeface="楷体_GB2312" pitchFamily="49" charset="-122"/>
                        </a:defRPr>
                      </a:lvl2pPr>
                      <a:lvl3pPr marL="1143000" indent="-228600" eaLnBrk="0" hangingPunct="0">
                        <a:spcBef>
                          <a:spcPct val="20000"/>
                        </a:spcBef>
                        <a:buFont typeface="Gungsuh" pitchFamily="18" charset="-127"/>
                        <a:defRPr sz="1600"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sz="1400">
                          <a:solidFill>
                            <a:schemeClr val="tx1"/>
                          </a:solidFill>
                          <a:latin typeface="Arial" panose="020B0604020202020204" pitchFamily="34" charset="0"/>
                          <a:ea typeface="黑体" panose="02010609060101010101" charset="-122"/>
                        </a:defRPr>
                      </a:lvl4pPr>
                      <a:lvl5pPr marL="2057400" indent="-228600" eaLnBrk="0" hangingPunct="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0" fontAlgn="base" latinLnBrk="0" hangingPunct="0">
                        <a:lnSpc>
                          <a:spcPct val="100000"/>
                        </a:lnSpc>
                        <a:spcBef>
                          <a:spcPct val="20000"/>
                        </a:spcBef>
                        <a:spcAft>
                          <a:spcPct val="0"/>
                        </a:spcAft>
                        <a:buClrTx/>
                        <a:buSzTx/>
                        <a:buFont typeface="Wingdings" panose="05000000000000000000" pitchFamily="2" charset="2"/>
                        <a:buNone/>
                      </a:pPr>
                      <a:r>
                        <a:rPr kumimoji="0" lang="en-US"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rPr>
                        <a:t>0</a:t>
                      </a:r>
                      <a:endParaRPr kumimoji="0" lang="en-US"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a:noFill/>
                    </a:lnL>
                    <a:lnR w="28575"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lvl1pPr eaLnBrk="0" hangingPunct="0">
                        <a:spcBef>
                          <a:spcPct val="20000"/>
                        </a:spcBef>
                        <a:buFont typeface="Wingdings" panose="05000000000000000000" pitchFamily="2" charset="2"/>
                        <a:defRPr sz="2000" b="1">
                          <a:solidFill>
                            <a:schemeClr val="tx1"/>
                          </a:solidFill>
                          <a:latin typeface="Arial" panose="020B0604020202020204" pitchFamily="34" charset="0"/>
                          <a:ea typeface="黑体" panose="02010609060101010101" charset="-122"/>
                        </a:defRPr>
                      </a:lvl1pPr>
                      <a:lvl2pPr marL="742950" indent="-285750" eaLnBrk="0" hangingPunct="0">
                        <a:spcBef>
                          <a:spcPct val="20000"/>
                        </a:spcBef>
                        <a:buFont typeface="Wingdings" panose="05000000000000000000" pitchFamily="2" charset="2"/>
                        <a:defRPr b="1">
                          <a:solidFill>
                            <a:schemeClr val="tx1"/>
                          </a:solidFill>
                          <a:latin typeface="Arial" panose="020B0604020202020204" pitchFamily="34" charset="0"/>
                          <a:ea typeface="楷体_GB2312" pitchFamily="49" charset="-122"/>
                        </a:defRPr>
                      </a:lvl2pPr>
                      <a:lvl3pPr marL="1143000" indent="-228600" eaLnBrk="0" hangingPunct="0">
                        <a:spcBef>
                          <a:spcPct val="20000"/>
                        </a:spcBef>
                        <a:buFont typeface="Gungsuh" pitchFamily="18" charset="-127"/>
                        <a:defRPr sz="1600"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sz="1400">
                          <a:solidFill>
                            <a:schemeClr val="tx1"/>
                          </a:solidFill>
                          <a:latin typeface="Arial" panose="020B0604020202020204" pitchFamily="34" charset="0"/>
                          <a:ea typeface="黑体" panose="02010609060101010101" charset="-122"/>
                        </a:defRPr>
                      </a:lvl4pPr>
                      <a:lvl5pPr marL="2057400" indent="-228600" eaLnBrk="0" hangingPunct="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0" fontAlgn="base" latinLnBrk="0" hangingPunct="0">
                        <a:lnSpc>
                          <a:spcPct val="100000"/>
                        </a:lnSpc>
                        <a:spcBef>
                          <a:spcPct val="20000"/>
                        </a:spcBef>
                        <a:spcAft>
                          <a:spcPct val="0"/>
                        </a:spcAft>
                        <a:buClrTx/>
                        <a:buSzTx/>
                        <a:buFont typeface="Wingdings" panose="05000000000000000000" pitchFamily="2" charset="2"/>
                        <a:buNone/>
                      </a:pPr>
                      <a:r>
                        <a:rPr kumimoji="0" lang="en-US"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rPr>
                        <a:t>-4</a:t>
                      </a:r>
                      <a:endParaRPr kumimoji="0" lang="en-US"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w="28575" cap="flat" cmpd="sng" algn="ctr">
                      <a:solidFill>
                        <a:schemeClr val="tx1"/>
                      </a:solidFill>
                      <a:prstDash val="solid"/>
                      <a:round/>
                      <a:headEnd type="none" w="med" len="med"/>
                      <a:tailEnd type="none" w="med" len="med"/>
                    </a:lnL>
                    <a:lnR>
                      <a:noFill/>
                    </a:lnR>
                    <a:lnT>
                      <a:noFill/>
                    </a:lnT>
                    <a:lnB>
                      <a:noFill/>
                    </a:lnB>
                    <a:lnTlToBr>
                      <a:noFill/>
                    </a:lnTlToBr>
                    <a:lnBlToTr>
                      <a:noFill/>
                    </a:lnBlToTr>
                    <a:noFill/>
                  </a:tcPr>
                </a:tc>
              </a:tr>
              <a:tr h="406400">
                <a:tc>
                  <a:txBody>
                    <a:bodyPr/>
                    <a:lstStyle>
                      <a:lvl1pPr eaLnBrk="0" hangingPunct="0">
                        <a:spcBef>
                          <a:spcPct val="20000"/>
                        </a:spcBef>
                        <a:buFont typeface="Wingdings" panose="05000000000000000000" pitchFamily="2" charset="2"/>
                        <a:defRPr sz="2000" b="1">
                          <a:solidFill>
                            <a:schemeClr val="tx1"/>
                          </a:solidFill>
                          <a:latin typeface="Arial" panose="020B0604020202020204" pitchFamily="34" charset="0"/>
                          <a:ea typeface="黑体" panose="02010609060101010101" charset="-122"/>
                        </a:defRPr>
                      </a:lvl1pPr>
                      <a:lvl2pPr marL="742950" indent="-285750" eaLnBrk="0" hangingPunct="0">
                        <a:spcBef>
                          <a:spcPct val="20000"/>
                        </a:spcBef>
                        <a:buFont typeface="Wingdings" panose="05000000000000000000" pitchFamily="2" charset="2"/>
                        <a:defRPr b="1">
                          <a:solidFill>
                            <a:schemeClr val="tx1"/>
                          </a:solidFill>
                          <a:latin typeface="Arial" panose="020B0604020202020204" pitchFamily="34" charset="0"/>
                          <a:ea typeface="楷体_GB2312" pitchFamily="49" charset="-122"/>
                        </a:defRPr>
                      </a:lvl2pPr>
                      <a:lvl3pPr marL="1143000" indent="-228600" eaLnBrk="0" hangingPunct="0">
                        <a:spcBef>
                          <a:spcPct val="20000"/>
                        </a:spcBef>
                        <a:buFont typeface="Gungsuh" pitchFamily="18" charset="-127"/>
                        <a:defRPr sz="1600"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sz="1400">
                          <a:solidFill>
                            <a:schemeClr val="tx1"/>
                          </a:solidFill>
                          <a:latin typeface="Arial" panose="020B0604020202020204" pitchFamily="34" charset="0"/>
                          <a:ea typeface="黑体" panose="02010609060101010101" charset="-122"/>
                        </a:defRPr>
                      </a:lvl4pPr>
                      <a:lvl5pPr marL="2057400" indent="-228600" eaLnBrk="0" hangingPunct="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0" fontAlgn="base" latinLnBrk="0" hangingPunct="0">
                        <a:lnSpc>
                          <a:spcPct val="100000"/>
                        </a:lnSpc>
                        <a:spcBef>
                          <a:spcPct val="20000"/>
                        </a:spcBef>
                        <a:spcAft>
                          <a:spcPct val="0"/>
                        </a:spcAft>
                        <a:buClrTx/>
                        <a:buSzTx/>
                        <a:buFont typeface="Wingdings" panose="05000000000000000000" pitchFamily="2" charset="2"/>
                        <a:buNone/>
                      </a:pPr>
                      <a:r>
                        <a:rPr kumimoji="0" lang="en-US"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rPr>
                        <a:t>1</a:t>
                      </a:r>
                      <a:endParaRPr kumimoji="0" lang="en-US"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a:noFill/>
                    </a:lnL>
                    <a:lnR>
                      <a:noFill/>
                    </a:lnR>
                    <a:lnT>
                      <a:noFill/>
                    </a:lnT>
                    <a:lnB>
                      <a:noFill/>
                    </a:lnB>
                    <a:lnTlToBr>
                      <a:noFill/>
                    </a:lnTlToBr>
                    <a:lnBlToTr>
                      <a:noFill/>
                    </a:lnBlToTr>
                    <a:noFill/>
                  </a:tcPr>
                </a:tc>
                <a:tc>
                  <a:txBody>
                    <a:bodyPr/>
                    <a:lstStyle>
                      <a:lvl1pPr eaLnBrk="0" hangingPunct="0">
                        <a:spcBef>
                          <a:spcPct val="20000"/>
                        </a:spcBef>
                        <a:buFont typeface="Wingdings" panose="05000000000000000000" pitchFamily="2" charset="2"/>
                        <a:defRPr sz="2000" b="1">
                          <a:solidFill>
                            <a:schemeClr val="tx1"/>
                          </a:solidFill>
                          <a:latin typeface="Arial" panose="020B0604020202020204" pitchFamily="34" charset="0"/>
                          <a:ea typeface="黑体" panose="02010609060101010101" charset="-122"/>
                        </a:defRPr>
                      </a:lvl1pPr>
                      <a:lvl2pPr marL="742950" indent="-285750" eaLnBrk="0" hangingPunct="0">
                        <a:spcBef>
                          <a:spcPct val="20000"/>
                        </a:spcBef>
                        <a:buFont typeface="Wingdings" panose="05000000000000000000" pitchFamily="2" charset="2"/>
                        <a:defRPr b="1">
                          <a:solidFill>
                            <a:schemeClr val="tx1"/>
                          </a:solidFill>
                          <a:latin typeface="Arial" panose="020B0604020202020204" pitchFamily="34" charset="0"/>
                          <a:ea typeface="楷体_GB2312" pitchFamily="49" charset="-122"/>
                        </a:defRPr>
                      </a:lvl2pPr>
                      <a:lvl3pPr marL="1143000" indent="-228600" eaLnBrk="0" hangingPunct="0">
                        <a:spcBef>
                          <a:spcPct val="20000"/>
                        </a:spcBef>
                        <a:buFont typeface="Gungsuh" pitchFamily="18" charset="-127"/>
                        <a:defRPr sz="1600"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sz="1400">
                          <a:solidFill>
                            <a:schemeClr val="tx1"/>
                          </a:solidFill>
                          <a:latin typeface="Arial" panose="020B0604020202020204" pitchFamily="34" charset="0"/>
                          <a:ea typeface="黑体" panose="02010609060101010101" charset="-122"/>
                        </a:defRPr>
                      </a:lvl4pPr>
                      <a:lvl5pPr marL="2057400" indent="-228600" eaLnBrk="0" hangingPunct="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0" fontAlgn="base" latinLnBrk="0" hangingPunct="0">
                        <a:lnSpc>
                          <a:spcPct val="100000"/>
                        </a:lnSpc>
                        <a:spcBef>
                          <a:spcPct val="20000"/>
                        </a:spcBef>
                        <a:spcAft>
                          <a:spcPct val="0"/>
                        </a:spcAft>
                        <a:buClrTx/>
                        <a:buSzTx/>
                        <a:buFont typeface="Wingdings" panose="05000000000000000000" pitchFamily="2" charset="2"/>
                        <a:buNone/>
                      </a:pPr>
                      <a:r>
                        <a:rPr kumimoji="0" lang="en-US"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rPr>
                        <a:t>1</a:t>
                      </a:r>
                      <a:endParaRPr kumimoji="0" lang="en-US"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a:noFill/>
                    </a:lnL>
                    <a:lnR>
                      <a:noFill/>
                    </a:lnR>
                    <a:lnT>
                      <a:noFill/>
                    </a:lnT>
                    <a:lnB>
                      <a:noFill/>
                    </a:lnB>
                    <a:lnTlToBr>
                      <a:noFill/>
                    </a:lnTlToBr>
                    <a:lnBlToTr>
                      <a:noFill/>
                    </a:lnBlToTr>
                    <a:noFill/>
                  </a:tcPr>
                </a:tc>
                <a:tc>
                  <a:txBody>
                    <a:bodyPr/>
                    <a:lstStyle>
                      <a:lvl1pPr eaLnBrk="0" hangingPunct="0">
                        <a:spcBef>
                          <a:spcPct val="20000"/>
                        </a:spcBef>
                        <a:buFont typeface="Wingdings" panose="05000000000000000000" pitchFamily="2" charset="2"/>
                        <a:defRPr sz="2000" b="1">
                          <a:solidFill>
                            <a:schemeClr val="tx1"/>
                          </a:solidFill>
                          <a:latin typeface="Arial" panose="020B0604020202020204" pitchFamily="34" charset="0"/>
                          <a:ea typeface="黑体" panose="02010609060101010101" charset="-122"/>
                        </a:defRPr>
                      </a:lvl1pPr>
                      <a:lvl2pPr marL="742950" indent="-285750" eaLnBrk="0" hangingPunct="0">
                        <a:spcBef>
                          <a:spcPct val="20000"/>
                        </a:spcBef>
                        <a:buFont typeface="Wingdings" panose="05000000000000000000" pitchFamily="2" charset="2"/>
                        <a:defRPr b="1">
                          <a:solidFill>
                            <a:schemeClr val="tx1"/>
                          </a:solidFill>
                          <a:latin typeface="Arial" panose="020B0604020202020204" pitchFamily="34" charset="0"/>
                          <a:ea typeface="楷体_GB2312" pitchFamily="49" charset="-122"/>
                        </a:defRPr>
                      </a:lvl2pPr>
                      <a:lvl3pPr marL="1143000" indent="-228600" eaLnBrk="0" hangingPunct="0">
                        <a:spcBef>
                          <a:spcPct val="20000"/>
                        </a:spcBef>
                        <a:buFont typeface="Gungsuh" pitchFamily="18" charset="-127"/>
                        <a:defRPr sz="1600"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sz="1400">
                          <a:solidFill>
                            <a:schemeClr val="tx1"/>
                          </a:solidFill>
                          <a:latin typeface="Arial" panose="020B0604020202020204" pitchFamily="34" charset="0"/>
                          <a:ea typeface="黑体" panose="02010609060101010101" charset="-122"/>
                        </a:defRPr>
                      </a:lvl4pPr>
                      <a:lvl5pPr marL="2057400" indent="-228600" eaLnBrk="0" hangingPunct="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0" fontAlgn="base" latinLnBrk="0" hangingPunct="0">
                        <a:lnSpc>
                          <a:spcPct val="100000"/>
                        </a:lnSpc>
                        <a:spcBef>
                          <a:spcPct val="20000"/>
                        </a:spcBef>
                        <a:spcAft>
                          <a:spcPct val="0"/>
                        </a:spcAft>
                        <a:buClrTx/>
                        <a:buSzTx/>
                        <a:buFont typeface="Wingdings" panose="05000000000000000000" pitchFamily="2" charset="2"/>
                        <a:buNone/>
                      </a:pPr>
                      <a:r>
                        <a:rPr kumimoji="0" lang="en-US"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rPr>
                        <a:t>0</a:t>
                      </a:r>
                      <a:endParaRPr kumimoji="0" lang="en-US"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a:noFill/>
                    </a:lnL>
                    <a:lnR>
                      <a:noFill/>
                    </a:lnR>
                    <a:lnT>
                      <a:noFill/>
                    </a:lnT>
                    <a:lnB>
                      <a:noFill/>
                    </a:lnB>
                    <a:lnTlToBr>
                      <a:noFill/>
                    </a:lnTlToBr>
                    <a:lnBlToTr>
                      <a:noFill/>
                    </a:lnBlToTr>
                    <a:noFill/>
                  </a:tcPr>
                </a:tc>
                <a:tc>
                  <a:txBody>
                    <a:bodyPr/>
                    <a:lstStyle>
                      <a:lvl1pPr eaLnBrk="0" hangingPunct="0">
                        <a:spcBef>
                          <a:spcPct val="20000"/>
                        </a:spcBef>
                        <a:buFont typeface="Wingdings" panose="05000000000000000000" pitchFamily="2" charset="2"/>
                        <a:defRPr sz="2000" b="1">
                          <a:solidFill>
                            <a:schemeClr val="tx1"/>
                          </a:solidFill>
                          <a:latin typeface="Arial" panose="020B0604020202020204" pitchFamily="34" charset="0"/>
                          <a:ea typeface="黑体" panose="02010609060101010101" charset="-122"/>
                        </a:defRPr>
                      </a:lvl1pPr>
                      <a:lvl2pPr marL="742950" indent="-285750" eaLnBrk="0" hangingPunct="0">
                        <a:spcBef>
                          <a:spcPct val="20000"/>
                        </a:spcBef>
                        <a:buFont typeface="Wingdings" panose="05000000000000000000" pitchFamily="2" charset="2"/>
                        <a:defRPr b="1">
                          <a:solidFill>
                            <a:schemeClr val="tx1"/>
                          </a:solidFill>
                          <a:latin typeface="Arial" panose="020B0604020202020204" pitchFamily="34" charset="0"/>
                          <a:ea typeface="楷体_GB2312" pitchFamily="49" charset="-122"/>
                        </a:defRPr>
                      </a:lvl2pPr>
                      <a:lvl3pPr marL="1143000" indent="-228600" eaLnBrk="0" hangingPunct="0">
                        <a:spcBef>
                          <a:spcPct val="20000"/>
                        </a:spcBef>
                        <a:buFont typeface="Gungsuh" pitchFamily="18" charset="-127"/>
                        <a:defRPr sz="1600"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sz="1400">
                          <a:solidFill>
                            <a:schemeClr val="tx1"/>
                          </a:solidFill>
                          <a:latin typeface="Arial" panose="020B0604020202020204" pitchFamily="34" charset="0"/>
                          <a:ea typeface="黑体" panose="02010609060101010101" charset="-122"/>
                        </a:defRPr>
                      </a:lvl4pPr>
                      <a:lvl5pPr marL="2057400" indent="-228600" eaLnBrk="0" hangingPunct="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0" fontAlgn="base" latinLnBrk="0" hangingPunct="0">
                        <a:lnSpc>
                          <a:spcPct val="100000"/>
                        </a:lnSpc>
                        <a:spcBef>
                          <a:spcPct val="20000"/>
                        </a:spcBef>
                        <a:spcAft>
                          <a:spcPct val="0"/>
                        </a:spcAft>
                        <a:buClrTx/>
                        <a:buSzTx/>
                        <a:buFont typeface="Wingdings" panose="05000000000000000000" pitchFamily="2" charset="2"/>
                        <a:buNone/>
                      </a:pPr>
                      <a:r>
                        <a:rPr kumimoji="0" lang="en-US"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rPr>
                        <a:t>1</a:t>
                      </a:r>
                      <a:endParaRPr kumimoji="0" lang="en-US"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a:noFill/>
                    </a:lnL>
                    <a:lnR w="28575"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lvl1pPr eaLnBrk="0" hangingPunct="0">
                        <a:spcBef>
                          <a:spcPct val="20000"/>
                        </a:spcBef>
                        <a:buFont typeface="Wingdings" panose="05000000000000000000" pitchFamily="2" charset="2"/>
                        <a:defRPr sz="2000" b="1">
                          <a:solidFill>
                            <a:schemeClr val="tx1"/>
                          </a:solidFill>
                          <a:latin typeface="Arial" panose="020B0604020202020204" pitchFamily="34" charset="0"/>
                          <a:ea typeface="黑体" panose="02010609060101010101" charset="-122"/>
                        </a:defRPr>
                      </a:lvl1pPr>
                      <a:lvl2pPr marL="742950" indent="-285750" eaLnBrk="0" hangingPunct="0">
                        <a:spcBef>
                          <a:spcPct val="20000"/>
                        </a:spcBef>
                        <a:buFont typeface="Wingdings" panose="05000000000000000000" pitchFamily="2" charset="2"/>
                        <a:defRPr b="1">
                          <a:solidFill>
                            <a:schemeClr val="tx1"/>
                          </a:solidFill>
                          <a:latin typeface="Arial" panose="020B0604020202020204" pitchFamily="34" charset="0"/>
                          <a:ea typeface="楷体_GB2312" pitchFamily="49" charset="-122"/>
                        </a:defRPr>
                      </a:lvl2pPr>
                      <a:lvl3pPr marL="1143000" indent="-228600" eaLnBrk="0" hangingPunct="0">
                        <a:spcBef>
                          <a:spcPct val="20000"/>
                        </a:spcBef>
                        <a:buFont typeface="Gungsuh" pitchFamily="18" charset="-127"/>
                        <a:defRPr sz="1600"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sz="1400">
                          <a:solidFill>
                            <a:schemeClr val="tx1"/>
                          </a:solidFill>
                          <a:latin typeface="Arial" panose="020B0604020202020204" pitchFamily="34" charset="0"/>
                          <a:ea typeface="黑体" panose="02010609060101010101" charset="-122"/>
                        </a:defRPr>
                      </a:lvl4pPr>
                      <a:lvl5pPr marL="2057400" indent="-228600" eaLnBrk="0" hangingPunct="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0" fontAlgn="base" latinLnBrk="0" hangingPunct="0">
                        <a:lnSpc>
                          <a:spcPct val="100000"/>
                        </a:lnSpc>
                        <a:spcBef>
                          <a:spcPct val="20000"/>
                        </a:spcBef>
                        <a:spcAft>
                          <a:spcPct val="0"/>
                        </a:spcAft>
                        <a:buClrTx/>
                        <a:buSzTx/>
                        <a:buFont typeface="Wingdings" panose="05000000000000000000" pitchFamily="2" charset="2"/>
                        <a:buNone/>
                      </a:pPr>
                      <a:r>
                        <a:rPr kumimoji="0" lang="en-US"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rPr>
                        <a:t>-3</a:t>
                      </a:r>
                      <a:endParaRPr kumimoji="0" lang="en-US"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w="28575" cap="flat" cmpd="sng" algn="ctr">
                      <a:solidFill>
                        <a:schemeClr val="tx1"/>
                      </a:solidFill>
                      <a:prstDash val="solid"/>
                      <a:round/>
                      <a:headEnd type="none" w="med" len="med"/>
                      <a:tailEnd type="none" w="med" len="med"/>
                    </a:lnL>
                    <a:lnR>
                      <a:noFill/>
                    </a:lnR>
                    <a:lnT>
                      <a:noFill/>
                    </a:lnT>
                    <a:lnB>
                      <a:noFill/>
                    </a:lnB>
                    <a:lnTlToBr>
                      <a:noFill/>
                    </a:lnTlToBr>
                    <a:lnBlToTr>
                      <a:noFill/>
                    </a:lnBlToTr>
                    <a:noFill/>
                  </a:tcPr>
                </a:tc>
              </a:tr>
              <a:tr h="406400">
                <a:tc>
                  <a:txBody>
                    <a:bodyPr/>
                    <a:lstStyle>
                      <a:lvl1pPr eaLnBrk="0" hangingPunct="0">
                        <a:spcBef>
                          <a:spcPct val="20000"/>
                        </a:spcBef>
                        <a:buFont typeface="Wingdings" panose="05000000000000000000" pitchFamily="2" charset="2"/>
                        <a:defRPr sz="2000" b="1">
                          <a:solidFill>
                            <a:schemeClr val="tx1"/>
                          </a:solidFill>
                          <a:latin typeface="Arial" panose="020B0604020202020204" pitchFamily="34" charset="0"/>
                          <a:ea typeface="黑体" panose="02010609060101010101" charset="-122"/>
                        </a:defRPr>
                      </a:lvl1pPr>
                      <a:lvl2pPr marL="742950" indent="-285750" eaLnBrk="0" hangingPunct="0">
                        <a:spcBef>
                          <a:spcPct val="20000"/>
                        </a:spcBef>
                        <a:buFont typeface="Wingdings" panose="05000000000000000000" pitchFamily="2" charset="2"/>
                        <a:defRPr b="1">
                          <a:solidFill>
                            <a:schemeClr val="tx1"/>
                          </a:solidFill>
                          <a:latin typeface="Arial" panose="020B0604020202020204" pitchFamily="34" charset="0"/>
                          <a:ea typeface="楷体_GB2312" pitchFamily="49" charset="-122"/>
                        </a:defRPr>
                      </a:lvl2pPr>
                      <a:lvl3pPr marL="1143000" indent="-228600" eaLnBrk="0" hangingPunct="0">
                        <a:spcBef>
                          <a:spcPct val="20000"/>
                        </a:spcBef>
                        <a:buFont typeface="Gungsuh" pitchFamily="18" charset="-127"/>
                        <a:defRPr sz="1600"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sz="1400">
                          <a:solidFill>
                            <a:schemeClr val="tx1"/>
                          </a:solidFill>
                          <a:latin typeface="Arial" panose="020B0604020202020204" pitchFamily="34" charset="0"/>
                          <a:ea typeface="黑体" panose="02010609060101010101" charset="-122"/>
                        </a:defRPr>
                      </a:lvl4pPr>
                      <a:lvl5pPr marL="2057400" indent="-228600" eaLnBrk="0" hangingPunct="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0" fontAlgn="base" latinLnBrk="0" hangingPunct="0">
                        <a:lnSpc>
                          <a:spcPct val="100000"/>
                        </a:lnSpc>
                        <a:spcBef>
                          <a:spcPct val="20000"/>
                        </a:spcBef>
                        <a:spcAft>
                          <a:spcPct val="0"/>
                        </a:spcAft>
                        <a:buClrTx/>
                        <a:buSzTx/>
                        <a:buFont typeface="Wingdings" panose="05000000000000000000" pitchFamily="2" charset="2"/>
                        <a:buNone/>
                      </a:pPr>
                      <a:r>
                        <a:rPr kumimoji="0" lang="en-US"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rPr>
                        <a:t>1</a:t>
                      </a:r>
                      <a:endParaRPr kumimoji="0" lang="en-US"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a:noFill/>
                    </a:lnL>
                    <a:lnR>
                      <a:noFill/>
                    </a:lnR>
                    <a:lnT>
                      <a:noFill/>
                    </a:lnT>
                    <a:lnB>
                      <a:noFill/>
                    </a:lnB>
                    <a:lnTlToBr>
                      <a:noFill/>
                    </a:lnTlToBr>
                    <a:lnBlToTr>
                      <a:noFill/>
                    </a:lnBlToTr>
                    <a:noFill/>
                  </a:tcPr>
                </a:tc>
                <a:tc>
                  <a:txBody>
                    <a:bodyPr/>
                    <a:lstStyle>
                      <a:lvl1pPr eaLnBrk="0" hangingPunct="0">
                        <a:spcBef>
                          <a:spcPct val="20000"/>
                        </a:spcBef>
                        <a:buFont typeface="Wingdings" panose="05000000000000000000" pitchFamily="2" charset="2"/>
                        <a:defRPr sz="2000" b="1">
                          <a:solidFill>
                            <a:schemeClr val="tx1"/>
                          </a:solidFill>
                          <a:latin typeface="Arial" panose="020B0604020202020204" pitchFamily="34" charset="0"/>
                          <a:ea typeface="黑体" panose="02010609060101010101" charset="-122"/>
                        </a:defRPr>
                      </a:lvl1pPr>
                      <a:lvl2pPr marL="742950" indent="-285750" eaLnBrk="0" hangingPunct="0">
                        <a:spcBef>
                          <a:spcPct val="20000"/>
                        </a:spcBef>
                        <a:buFont typeface="Wingdings" panose="05000000000000000000" pitchFamily="2" charset="2"/>
                        <a:defRPr b="1">
                          <a:solidFill>
                            <a:schemeClr val="tx1"/>
                          </a:solidFill>
                          <a:latin typeface="Arial" panose="020B0604020202020204" pitchFamily="34" charset="0"/>
                          <a:ea typeface="楷体_GB2312" pitchFamily="49" charset="-122"/>
                        </a:defRPr>
                      </a:lvl2pPr>
                      <a:lvl3pPr marL="1143000" indent="-228600" eaLnBrk="0" hangingPunct="0">
                        <a:spcBef>
                          <a:spcPct val="20000"/>
                        </a:spcBef>
                        <a:buFont typeface="Gungsuh" pitchFamily="18" charset="-127"/>
                        <a:defRPr sz="1600"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sz="1400">
                          <a:solidFill>
                            <a:schemeClr val="tx1"/>
                          </a:solidFill>
                          <a:latin typeface="Arial" panose="020B0604020202020204" pitchFamily="34" charset="0"/>
                          <a:ea typeface="黑体" panose="02010609060101010101" charset="-122"/>
                        </a:defRPr>
                      </a:lvl4pPr>
                      <a:lvl5pPr marL="2057400" indent="-228600" eaLnBrk="0" hangingPunct="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0" fontAlgn="base" latinLnBrk="0" hangingPunct="0">
                        <a:lnSpc>
                          <a:spcPct val="100000"/>
                        </a:lnSpc>
                        <a:spcBef>
                          <a:spcPct val="20000"/>
                        </a:spcBef>
                        <a:spcAft>
                          <a:spcPct val="0"/>
                        </a:spcAft>
                        <a:buClrTx/>
                        <a:buSzTx/>
                        <a:buFont typeface="Wingdings" panose="05000000000000000000" pitchFamily="2" charset="2"/>
                        <a:buNone/>
                      </a:pPr>
                      <a:r>
                        <a:rPr kumimoji="0" lang="en-US"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rPr>
                        <a:t>1</a:t>
                      </a:r>
                      <a:endParaRPr kumimoji="0" lang="en-US"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a:noFill/>
                    </a:lnL>
                    <a:lnR>
                      <a:noFill/>
                    </a:lnR>
                    <a:lnT>
                      <a:noFill/>
                    </a:lnT>
                    <a:lnB>
                      <a:noFill/>
                    </a:lnB>
                    <a:lnTlToBr>
                      <a:noFill/>
                    </a:lnTlToBr>
                    <a:lnBlToTr>
                      <a:noFill/>
                    </a:lnBlToTr>
                    <a:noFill/>
                  </a:tcPr>
                </a:tc>
                <a:tc>
                  <a:txBody>
                    <a:bodyPr/>
                    <a:lstStyle>
                      <a:lvl1pPr eaLnBrk="0" hangingPunct="0">
                        <a:spcBef>
                          <a:spcPct val="20000"/>
                        </a:spcBef>
                        <a:buFont typeface="Wingdings" panose="05000000000000000000" pitchFamily="2" charset="2"/>
                        <a:defRPr sz="2000" b="1">
                          <a:solidFill>
                            <a:schemeClr val="tx1"/>
                          </a:solidFill>
                          <a:latin typeface="Arial" panose="020B0604020202020204" pitchFamily="34" charset="0"/>
                          <a:ea typeface="黑体" panose="02010609060101010101" charset="-122"/>
                        </a:defRPr>
                      </a:lvl1pPr>
                      <a:lvl2pPr marL="742950" indent="-285750" eaLnBrk="0" hangingPunct="0">
                        <a:spcBef>
                          <a:spcPct val="20000"/>
                        </a:spcBef>
                        <a:buFont typeface="Wingdings" panose="05000000000000000000" pitchFamily="2" charset="2"/>
                        <a:defRPr b="1">
                          <a:solidFill>
                            <a:schemeClr val="tx1"/>
                          </a:solidFill>
                          <a:latin typeface="Arial" panose="020B0604020202020204" pitchFamily="34" charset="0"/>
                          <a:ea typeface="楷体_GB2312" pitchFamily="49" charset="-122"/>
                        </a:defRPr>
                      </a:lvl2pPr>
                      <a:lvl3pPr marL="1143000" indent="-228600" eaLnBrk="0" hangingPunct="0">
                        <a:spcBef>
                          <a:spcPct val="20000"/>
                        </a:spcBef>
                        <a:buFont typeface="Gungsuh" pitchFamily="18" charset="-127"/>
                        <a:defRPr sz="1600"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sz="1400">
                          <a:solidFill>
                            <a:schemeClr val="tx1"/>
                          </a:solidFill>
                          <a:latin typeface="Arial" panose="020B0604020202020204" pitchFamily="34" charset="0"/>
                          <a:ea typeface="黑体" panose="02010609060101010101" charset="-122"/>
                        </a:defRPr>
                      </a:lvl4pPr>
                      <a:lvl5pPr marL="2057400" indent="-228600" eaLnBrk="0" hangingPunct="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0" fontAlgn="base" latinLnBrk="0" hangingPunct="0">
                        <a:lnSpc>
                          <a:spcPct val="100000"/>
                        </a:lnSpc>
                        <a:spcBef>
                          <a:spcPct val="20000"/>
                        </a:spcBef>
                        <a:spcAft>
                          <a:spcPct val="0"/>
                        </a:spcAft>
                        <a:buClrTx/>
                        <a:buSzTx/>
                        <a:buFont typeface="Wingdings" panose="05000000000000000000" pitchFamily="2" charset="2"/>
                        <a:buNone/>
                      </a:pPr>
                      <a:r>
                        <a:rPr kumimoji="0" lang="en-US"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rPr>
                        <a:t>1</a:t>
                      </a:r>
                      <a:endParaRPr kumimoji="0" lang="en-US"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a:noFill/>
                    </a:lnL>
                    <a:lnR>
                      <a:noFill/>
                    </a:lnR>
                    <a:lnT>
                      <a:noFill/>
                    </a:lnT>
                    <a:lnB>
                      <a:noFill/>
                    </a:lnB>
                    <a:lnTlToBr>
                      <a:noFill/>
                    </a:lnTlToBr>
                    <a:lnBlToTr>
                      <a:noFill/>
                    </a:lnBlToTr>
                    <a:noFill/>
                  </a:tcPr>
                </a:tc>
                <a:tc>
                  <a:txBody>
                    <a:bodyPr/>
                    <a:lstStyle>
                      <a:lvl1pPr eaLnBrk="0" hangingPunct="0">
                        <a:spcBef>
                          <a:spcPct val="20000"/>
                        </a:spcBef>
                        <a:buFont typeface="Wingdings" panose="05000000000000000000" pitchFamily="2" charset="2"/>
                        <a:defRPr sz="2000" b="1">
                          <a:solidFill>
                            <a:schemeClr val="tx1"/>
                          </a:solidFill>
                          <a:latin typeface="Arial" panose="020B0604020202020204" pitchFamily="34" charset="0"/>
                          <a:ea typeface="黑体" panose="02010609060101010101" charset="-122"/>
                        </a:defRPr>
                      </a:lvl1pPr>
                      <a:lvl2pPr marL="742950" indent="-285750" eaLnBrk="0" hangingPunct="0">
                        <a:spcBef>
                          <a:spcPct val="20000"/>
                        </a:spcBef>
                        <a:buFont typeface="Wingdings" panose="05000000000000000000" pitchFamily="2" charset="2"/>
                        <a:defRPr b="1">
                          <a:solidFill>
                            <a:schemeClr val="tx1"/>
                          </a:solidFill>
                          <a:latin typeface="Arial" panose="020B0604020202020204" pitchFamily="34" charset="0"/>
                          <a:ea typeface="楷体_GB2312" pitchFamily="49" charset="-122"/>
                        </a:defRPr>
                      </a:lvl2pPr>
                      <a:lvl3pPr marL="1143000" indent="-228600" eaLnBrk="0" hangingPunct="0">
                        <a:spcBef>
                          <a:spcPct val="20000"/>
                        </a:spcBef>
                        <a:buFont typeface="Gungsuh" pitchFamily="18" charset="-127"/>
                        <a:defRPr sz="1600"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sz="1400">
                          <a:solidFill>
                            <a:schemeClr val="tx1"/>
                          </a:solidFill>
                          <a:latin typeface="Arial" panose="020B0604020202020204" pitchFamily="34" charset="0"/>
                          <a:ea typeface="黑体" panose="02010609060101010101" charset="-122"/>
                        </a:defRPr>
                      </a:lvl4pPr>
                      <a:lvl5pPr marL="2057400" indent="-228600" eaLnBrk="0" hangingPunct="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0" fontAlgn="base" latinLnBrk="0" hangingPunct="0">
                        <a:lnSpc>
                          <a:spcPct val="100000"/>
                        </a:lnSpc>
                        <a:spcBef>
                          <a:spcPct val="20000"/>
                        </a:spcBef>
                        <a:spcAft>
                          <a:spcPct val="0"/>
                        </a:spcAft>
                        <a:buClrTx/>
                        <a:buSzTx/>
                        <a:buFont typeface="Wingdings" panose="05000000000000000000" pitchFamily="2" charset="2"/>
                        <a:buNone/>
                      </a:pPr>
                      <a:r>
                        <a:rPr kumimoji="0" lang="en-US"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rPr>
                        <a:t>0</a:t>
                      </a:r>
                      <a:endParaRPr kumimoji="0" lang="en-US"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a:noFill/>
                    </a:lnL>
                    <a:lnR w="28575"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lvl1pPr eaLnBrk="0" hangingPunct="0">
                        <a:spcBef>
                          <a:spcPct val="20000"/>
                        </a:spcBef>
                        <a:buFont typeface="Wingdings" panose="05000000000000000000" pitchFamily="2" charset="2"/>
                        <a:defRPr sz="2000" b="1">
                          <a:solidFill>
                            <a:schemeClr val="tx1"/>
                          </a:solidFill>
                          <a:latin typeface="Arial" panose="020B0604020202020204" pitchFamily="34" charset="0"/>
                          <a:ea typeface="黑体" panose="02010609060101010101" charset="-122"/>
                        </a:defRPr>
                      </a:lvl1pPr>
                      <a:lvl2pPr marL="742950" indent="-285750" eaLnBrk="0" hangingPunct="0">
                        <a:spcBef>
                          <a:spcPct val="20000"/>
                        </a:spcBef>
                        <a:buFont typeface="Wingdings" panose="05000000000000000000" pitchFamily="2" charset="2"/>
                        <a:defRPr b="1">
                          <a:solidFill>
                            <a:schemeClr val="tx1"/>
                          </a:solidFill>
                          <a:latin typeface="Arial" panose="020B0604020202020204" pitchFamily="34" charset="0"/>
                          <a:ea typeface="楷体_GB2312" pitchFamily="49" charset="-122"/>
                        </a:defRPr>
                      </a:lvl2pPr>
                      <a:lvl3pPr marL="1143000" indent="-228600" eaLnBrk="0" hangingPunct="0">
                        <a:spcBef>
                          <a:spcPct val="20000"/>
                        </a:spcBef>
                        <a:buFont typeface="Gungsuh" pitchFamily="18" charset="-127"/>
                        <a:defRPr sz="1600"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sz="1400">
                          <a:solidFill>
                            <a:schemeClr val="tx1"/>
                          </a:solidFill>
                          <a:latin typeface="Arial" panose="020B0604020202020204" pitchFamily="34" charset="0"/>
                          <a:ea typeface="黑体" panose="02010609060101010101" charset="-122"/>
                        </a:defRPr>
                      </a:lvl4pPr>
                      <a:lvl5pPr marL="2057400" indent="-228600" eaLnBrk="0" hangingPunct="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0" fontAlgn="base" latinLnBrk="0" hangingPunct="0">
                        <a:lnSpc>
                          <a:spcPct val="100000"/>
                        </a:lnSpc>
                        <a:spcBef>
                          <a:spcPct val="20000"/>
                        </a:spcBef>
                        <a:spcAft>
                          <a:spcPct val="0"/>
                        </a:spcAft>
                        <a:buClrTx/>
                        <a:buSzTx/>
                        <a:buFont typeface="Wingdings" panose="05000000000000000000" pitchFamily="2" charset="2"/>
                        <a:buNone/>
                      </a:pPr>
                      <a:r>
                        <a:rPr kumimoji="0" lang="en-US"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rPr>
                        <a:t>-2</a:t>
                      </a:r>
                      <a:endParaRPr kumimoji="0" lang="en-US"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w="28575" cap="flat" cmpd="sng" algn="ctr">
                      <a:solidFill>
                        <a:schemeClr val="tx1"/>
                      </a:solidFill>
                      <a:prstDash val="solid"/>
                      <a:round/>
                      <a:headEnd type="none" w="med" len="med"/>
                      <a:tailEnd type="none" w="med" len="med"/>
                    </a:lnL>
                    <a:lnR>
                      <a:noFill/>
                    </a:lnR>
                    <a:lnT>
                      <a:noFill/>
                    </a:lnT>
                    <a:lnB>
                      <a:noFill/>
                    </a:lnB>
                    <a:lnTlToBr>
                      <a:noFill/>
                    </a:lnTlToBr>
                    <a:lnBlToTr>
                      <a:noFill/>
                    </a:lnBlToTr>
                    <a:noFill/>
                  </a:tcPr>
                </a:tc>
              </a:tr>
              <a:tr h="406400">
                <a:tc>
                  <a:txBody>
                    <a:bodyPr/>
                    <a:lstStyle>
                      <a:lvl1pPr eaLnBrk="0" hangingPunct="0">
                        <a:spcBef>
                          <a:spcPct val="20000"/>
                        </a:spcBef>
                        <a:buFont typeface="Wingdings" panose="05000000000000000000" pitchFamily="2" charset="2"/>
                        <a:defRPr sz="2000" b="1">
                          <a:solidFill>
                            <a:schemeClr val="tx1"/>
                          </a:solidFill>
                          <a:latin typeface="Arial" panose="020B0604020202020204" pitchFamily="34" charset="0"/>
                          <a:ea typeface="黑体" panose="02010609060101010101" charset="-122"/>
                        </a:defRPr>
                      </a:lvl1pPr>
                      <a:lvl2pPr marL="742950" indent="-285750" eaLnBrk="0" hangingPunct="0">
                        <a:spcBef>
                          <a:spcPct val="20000"/>
                        </a:spcBef>
                        <a:buFont typeface="Wingdings" panose="05000000000000000000" pitchFamily="2" charset="2"/>
                        <a:defRPr b="1">
                          <a:solidFill>
                            <a:schemeClr val="tx1"/>
                          </a:solidFill>
                          <a:latin typeface="Arial" panose="020B0604020202020204" pitchFamily="34" charset="0"/>
                          <a:ea typeface="楷体_GB2312" pitchFamily="49" charset="-122"/>
                        </a:defRPr>
                      </a:lvl2pPr>
                      <a:lvl3pPr marL="1143000" indent="-228600" eaLnBrk="0" hangingPunct="0">
                        <a:spcBef>
                          <a:spcPct val="20000"/>
                        </a:spcBef>
                        <a:buFont typeface="Gungsuh" pitchFamily="18" charset="-127"/>
                        <a:defRPr sz="1600"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sz="1400">
                          <a:solidFill>
                            <a:schemeClr val="tx1"/>
                          </a:solidFill>
                          <a:latin typeface="Arial" panose="020B0604020202020204" pitchFamily="34" charset="0"/>
                          <a:ea typeface="黑体" panose="02010609060101010101" charset="-122"/>
                        </a:defRPr>
                      </a:lvl4pPr>
                      <a:lvl5pPr marL="2057400" indent="-228600" eaLnBrk="0" hangingPunct="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0" fontAlgn="base" latinLnBrk="0" hangingPunct="0">
                        <a:lnSpc>
                          <a:spcPct val="100000"/>
                        </a:lnSpc>
                        <a:spcBef>
                          <a:spcPct val="20000"/>
                        </a:spcBef>
                        <a:spcAft>
                          <a:spcPct val="0"/>
                        </a:spcAft>
                        <a:buClrTx/>
                        <a:buSzTx/>
                        <a:buFont typeface="Wingdings" panose="05000000000000000000" pitchFamily="2" charset="2"/>
                        <a:buNone/>
                      </a:pPr>
                      <a:r>
                        <a:rPr kumimoji="0" lang="en-US"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rPr>
                        <a:t>1</a:t>
                      </a:r>
                      <a:endParaRPr kumimoji="0" lang="en-US"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a:noFill/>
                    </a:lnL>
                    <a:lnR>
                      <a:noFill/>
                    </a:lnR>
                    <a:lnT>
                      <a:noFill/>
                    </a:lnT>
                    <a:lnB>
                      <a:noFill/>
                    </a:lnB>
                    <a:lnTlToBr>
                      <a:noFill/>
                    </a:lnTlToBr>
                    <a:lnBlToTr>
                      <a:noFill/>
                    </a:lnBlToTr>
                    <a:noFill/>
                  </a:tcPr>
                </a:tc>
                <a:tc>
                  <a:txBody>
                    <a:bodyPr/>
                    <a:lstStyle>
                      <a:lvl1pPr eaLnBrk="0" hangingPunct="0">
                        <a:spcBef>
                          <a:spcPct val="20000"/>
                        </a:spcBef>
                        <a:buFont typeface="Wingdings" panose="05000000000000000000" pitchFamily="2" charset="2"/>
                        <a:defRPr sz="2000" b="1">
                          <a:solidFill>
                            <a:schemeClr val="tx1"/>
                          </a:solidFill>
                          <a:latin typeface="Arial" panose="020B0604020202020204" pitchFamily="34" charset="0"/>
                          <a:ea typeface="黑体" panose="02010609060101010101" charset="-122"/>
                        </a:defRPr>
                      </a:lvl1pPr>
                      <a:lvl2pPr marL="742950" indent="-285750" eaLnBrk="0" hangingPunct="0">
                        <a:spcBef>
                          <a:spcPct val="20000"/>
                        </a:spcBef>
                        <a:buFont typeface="Wingdings" panose="05000000000000000000" pitchFamily="2" charset="2"/>
                        <a:defRPr b="1">
                          <a:solidFill>
                            <a:schemeClr val="tx1"/>
                          </a:solidFill>
                          <a:latin typeface="Arial" panose="020B0604020202020204" pitchFamily="34" charset="0"/>
                          <a:ea typeface="楷体_GB2312" pitchFamily="49" charset="-122"/>
                        </a:defRPr>
                      </a:lvl2pPr>
                      <a:lvl3pPr marL="1143000" indent="-228600" eaLnBrk="0" hangingPunct="0">
                        <a:spcBef>
                          <a:spcPct val="20000"/>
                        </a:spcBef>
                        <a:buFont typeface="Gungsuh" pitchFamily="18" charset="-127"/>
                        <a:defRPr sz="1600"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sz="1400">
                          <a:solidFill>
                            <a:schemeClr val="tx1"/>
                          </a:solidFill>
                          <a:latin typeface="Arial" panose="020B0604020202020204" pitchFamily="34" charset="0"/>
                          <a:ea typeface="黑体" panose="02010609060101010101" charset="-122"/>
                        </a:defRPr>
                      </a:lvl4pPr>
                      <a:lvl5pPr marL="2057400" indent="-228600" eaLnBrk="0" hangingPunct="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0" fontAlgn="base" latinLnBrk="0" hangingPunct="0">
                        <a:lnSpc>
                          <a:spcPct val="100000"/>
                        </a:lnSpc>
                        <a:spcBef>
                          <a:spcPct val="20000"/>
                        </a:spcBef>
                        <a:spcAft>
                          <a:spcPct val="0"/>
                        </a:spcAft>
                        <a:buClrTx/>
                        <a:buSzTx/>
                        <a:buFont typeface="Wingdings" panose="05000000000000000000" pitchFamily="2" charset="2"/>
                        <a:buNone/>
                      </a:pPr>
                      <a:r>
                        <a:rPr kumimoji="0" lang="en-US"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rPr>
                        <a:t>1</a:t>
                      </a:r>
                      <a:endParaRPr kumimoji="0" lang="en-US"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a:noFill/>
                    </a:lnL>
                    <a:lnR>
                      <a:noFill/>
                    </a:lnR>
                    <a:lnT>
                      <a:noFill/>
                    </a:lnT>
                    <a:lnB>
                      <a:noFill/>
                    </a:lnB>
                    <a:lnTlToBr>
                      <a:noFill/>
                    </a:lnTlToBr>
                    <a:lnBlToTr>
                      <a:noFill/>
                    </a:lnBlToTr>
                    <a:noFill/>
                  </a:tcPr>
                </a:tc>
                <a:tc>
                  <a:txBody>
                    <a:bodyPr/>
                    <a:lstStyle>
                      <a:lvl1pPr eaLnBrk="0" hangingPunct="0">
                        <a:spcBef>
                          <a:spcPct val="20000"/>
                        </a:spcBef>
                        <a:buFont typeface="Wingdings" panose="05000000000000000000" pitchFamily="2" charset="2"/>
                        <a:defRPr sz="2000" b="1">
                          <a:solidFill>
                            <a:schemeClr val="tx1"/>
                          </a:solidFill>
                          <a:latin typeface="Arial" panose="020B0604020202020204" pitchFamily="34" charset="0"/>
                          <a:ea typeface="黑体" panose="02010609060101010101" charset="-122"/>
                        </a:defRPr>
                      </a:lvl1pPr>
                      <a:lvl2pPr marL="742950" indent="-285750" eaLnBrk="0" hangingPunct="0">
                        <a:spcBef>
                          <a:spcPct val="20000"/>
                        </a:spcBef>
                        <a:buFont typeface="Wingdings" panose="05000000000000000000" pitchFamily="2" charset="2"/>
                        <a:defRPr b="1">
                          <a:solidFill>
                            <a:schemeClr val="tx1"/>
                          </a:solidFill>
                          <a:latin typeface="Arial" panose="020B0604020202020204" pitchFamily="34" charset="0"/>
                          <a:ea typeface="楷体_GB2312" pitchFamily="49" charset="-122"/>
                        </a:defRPr>
                      </a:lvl2pPr>
                      <a:lvl3pPr marL="1143000" indent="-228600" eaLnBrk="0" hangingPunct="0">
                        <a:spcBef>
                          <a:spcPct val="20000"/>
                        </a:spcBef>
                        <a:buFont typeface="Gungsuh" pitchFamily="18" charset="-127"/>
                        <a:defRPr sz="1600"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sz="1400">
                          <a:solidFill>
                            <a:schemeClr val="tx1"/>
                          </a:solidFill>
                          <a:latin typeface="Arial" panose="020B0604020202020204" pitchFamily="34" charset="0"/>
                          <a:ea typeface="黑体" panose="02010609060101010101" charset="-122"/>
                        </a:defRPr>
                      </a:lvl4pPr>
                      <a:lvl5pPr marL="2057400" indent="-228600" eaLnBrk="0" hangingPunct="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0" fontAlgn="base" latinLnBrk="0" hangingPunct="0">
                        <a:lnSpc>
                          <a:spcPct val="100000"/>
                        </a:lnSpc>
                        <a:spcBef>
                          <a:spcPct val="20000"/>
                        </a:spcBef>
                        <a:spcAft>
                          <a:spcPct val="0"/>
                        </a:spcAft>
                        <a:buClrTx/>
                        <a:buSzTx/>
                        <a:buFont typeface="Wingdings" panose="05000000000000000000" pitchFamily="2" charset="2"/>
                        <a:buNone/>
                      </a:pPr>
                      <a:r>
                        <a:rPr kumimoji="0" lang="en-US"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rPr>
                        <a:t>1</a:t>
                      </a:r>
                      <a:endParaRPr kumimoji="0" lang="en-US"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a:noFill/>
                    </a:lnL>
                    <a:lnR>
                      <a:noFill/>
                    </a:lnR>
                    <a:lnT>
                      <a:noFill/>
                    </a:lnT>
                    <a:lnB>
                      <a:noFill/>
                    </a:lnB>
                    <a:lnTlToBr>
                      <a:noFill/>
                    </a:lnTlToBr>
                    <a:lnBlToTr>
                      <a:noFill/>
                    </a:lnBlToTr>
                    <a:noFill/>
                  </a:tcPr>
                </a:tc>
                <a:tc>
                  <a:txBody>
                    <a:bodyPr/>
                    <a:lstStyle>
                      <a:lvl1pPr eaLnBrk="0" hangingPunct="0">
                        <a:spcBef>
                          <a:spcPct val="20000"/>
                        </a:spcBef>
                        <a:buFont typeface="Wingdings" panose="05000000000000000000" pitchFamily="2" charset="2"/>
                        <a:defRPr sz="2000" b="1">
                          <a:solidFill>
                            <a:schemeClr val="tx1"/>
                          </a:solidFill>
                          <a:latin typeface="Arial" panose="020B0604020202020204" pitchFamily="34" charset="0"/>
                          <a:ea typeface="黑体" panose="02010609060101010101" charset="-122"/>
                        </a:defRPr>
                      </a:lvl1pPr>
                      <a:lvl2pPr marL="742950" indent="-285750" eaLnBrk="0" hangingPunct="0">
                        <a:spcBef>
                          <a:spcPct val="20000"/>
                        </a:spcBef>
                        <a:buFont typeface="Wingdings" panose="05000000000000000000" pitchFamily="2" charset="2"/>
                        <a:defRPr b="1">
                          <a:solidFill>
                            <a:schemeClr val="tx1"/>
                          </a:solidFill>
                          <a:latin typeface="Arial" panose="020B0604020202020204" pitchFamily="34" charset="0"/>
                          <a:ea typeface="楷体_GB2312" pitchFamily="49" charset="-122"/>
                        </a:defRPr>
                      </a:lvl2pPr>
                      <a:lvl3pPr marL="1143000" indent="-228600" eaLnBrk="0" hangingPunct="0">
                        <a:spcBef>
                          <a:spcPct val="20000"/>
                        </a:spcBef>
                        <a:buFont typeface="Gungsuh" pitchFamily="18" charset="-127"/>
                        <a:defRPr sz="1600"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sz="1400">
                          <a:solidFill>
                            <a:schemeClr val="tx1"/>
                          </a:solidFill>
                          <a:latin typeface="Arial" panose="020B0604020202020204" pitchFamily="34" charset="0"/>
                          <a:ea typeface="黑体" panose="02010609060101010101" charset="-122"/>
                        </a:defRPr>
                      </a:lvl4pPr>
                      <a:lvl5pPr marL="2057400" indent="-228600" eaLnBrk="0" hangingPunct="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0" fontAlgn="base" latinLnBrk="0" hangingPunct="0">
                        <a:lnSpc>
                          <a:spcPct val="100000"/>
                        </a:lnSpc>
                        <a:spcBef>
                          <a:spcPct val="20000"/>
                        </a:spcBef>
                        <a:spcAft>
                          <a:spcPct val="0"/>
                        </a:spcAft>
                        <a:buClrTx/>
                        <a:buSzTx/>
                        <a:buFont typeface="Wingdings" panose="05000000000000000000" pitchFamily="2" charset="2"/>
                        <a:buNone/>
                      </a:pPr>
                      <a:r>
                        <a:rPr kumimoji="0" lang="en-US"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rPr>
                        <a:t>1</a:t>
                      </a:r>
                      <a:endParaRPr kumimoji="0" lang="en-US"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a:noFill/>
                    </a:lnL>
                    <a:lnR w="28575"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lvl1pPr eaLnBrk="0" hangingPunct="0">
                        <a:spcBef>
                          <a:spcPct val="20000"/>
                        </a:spcBef>
                        <a:buFont typeface="Wingdings" panose="05000000000000000000" pitchFamily="2" charset="2"/>
                        <a:defRPr sz="2000" b="1">
                          <a:solidFill>
                            <a:schemeClr val="tx1"/>
                          </a:solidFill>
                          <a:latin typeface="Arial" panose="020B0604020202020204" pitchFamily="34" charset="0"/>
                          <a:ea typeface="黑体" panose="02010609060101010101" charset="-122"/>
                        </a:defRPr>
                      </a:lvl1pPr>
                      <a:lvl2pPr marL="742950" indent="-285750" eaLnBrk="0" hangingPunct="0">
                        <a:spcBef>
                          <a:spcPct val="20000"/>
                        </a:spcBef>
                        <a:buFont typeface="Wingdings" panose="05000000000000000000" pitchFamily="2" charset="2"/>
                        <a:defRPr b="1">
                          <a:solidFill>
                            <a:schemeClr val="tx1"/>
                          </a:solidFill>
                          <a:latin typeface="Arial" panose="020B0604020202020204" pitchFamily="34" charset="0"/>
                          <a:ea typeface="楷体_GB2312" pitchFamily="49" charset="-122"/>
                        </a:defRPr>
                      </a:lvl2pPr>
                      <a:lvl3pPr marL="1143000" indent="-228600" eaLnBrk="0" hangingPunct="0">
                        <a:spcBef>
                          <a:spcPct val="20000"/>
                        </a:spcBef>
                        <a:buFont typeface="Gungsuh" pitchFamily="18" charset="-127"/>
                        <a:defRPr sz="1600"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sz="1400">
                          <a:solidFill>
                            <a:schemeClr val="tx1"/>
                          </a:solidFill>
                          <a:latin typeface="Arial" panose="020B0604020202020204" pitchFamily="34" charset="0"/>
                          <a:ea typeface="黑体" panose="02010609060101010101" charset="-122"/>
                        </a:defRPr>
                      </a:lvl4pPr>
                      <a:lvl5pPr marL="2057400" indent="-228600" eaLnBrk="0" hangingPunct="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0" fontAlgn="base" latinLnBrk="0" hangingPunct="0">
                        <a:lnSpc>
                          <a:spcPct val="100000"/>
                        </a:lnSpc>
                        <a:spcBef>
                          <a:spcPct val="20000"/>
                        </a:spcBef>
                        <a:spcAft>
                          <a:spcPct val="0"/>
                        </a:spcAft>
                        <a:buClrTx/>
                        <a:buSzTx/>
                        <a:buFont typeface="Wingdings" panose="05000000000000000000" pitchFamily="2" charset="2"/>
                        <a:buNone/>
                      </a:pPr>
                      <a:r>
                        <a:rPr kumimoji="0" lang="en-US"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rPr>
                        <a:t>-1</a:t>
                      </a:r>
                      <a:endParaRPr kumimoji="0" lang="en-US"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w="28575" cap="flat" cmpd="sng" algn="ctr">
                      <a:solidFill>
                        <a:schemeClr val="tx1"/>
                      </a:solidFill>
                      <a:prstDash val="solid"/>
                      <a:round/>
                      <a:headEnd type="none" w="med" len="med"/>
                      <a:tailEnd type="none" w="med" len="med"/>
                    </a:lnL>
                    <a:lnR>
                      <a:noFill/>
                    </a:lnR>
                    <a:lnT>
                      <a:noFill/>
                    </a:lnT>
                    <a:lnB>
                      <a:noFill/>
                    </a:lnB>
                    <a:lnTlToBr>
                      <a:noFill/>
                    </a:lnTlToBr>
                    <a:lnBlToTr>
                      <a:noFill/>
                    </a:lnBlToTr>
                    <a:noFill/>
                  </a:tcPr>
                </a:tc>
              </a:tr>
            </a:tbl>
          </a:graphicData>
        </a:graphic>
      </p:graphicFrame>
      <p:sp>
        <p:nvSpPr>
          <p:cNvPr id="2" name="灯片编号占位符 1"/>
          <p:cNvSpPr>
            <a:spLocks noGrp="1"/>
          </p:cNvSpPr>
          <p:nvPr>
            <p:ph type="sldNum" sz="quarter" idx="12"/>
          </p:nvPr>
        </p:nvSpPr>
        <p:spPr/>
        <p:txBody>
          <a:bodyPr/>
          <a:lstStyle/>
          <a:p>
            <a:pPr>
              <a:defRPr/>
            </a:pPr>
            <a:fld id="{7C93F2F6-B200-4836-9340-136DE7987878}" type="slidenum">
              <a:rPr lang="en-US" smtClean="0"/>
            </a:fld>
            <a:endParaRPr lang="en-US"/>
          </a:p>
        </p:txBody>
      </p:sp>
      <p:pic>
        <p:nvPicPr>
          <p:cNvPr id="7" name="Picture 8"/>
          <p:cNvPicPr>
            <a:picLocks noChangeAspect="1" noChangeArrowheads="1"/>
          </p:cNvPicPr>
          <p:nvPr/>
        </p:nvPicPr>
        <p:blipFill>
          <a:blip r:embed="rId1" cstate="print"/>
          <a:srcRect/>
          <a:stretch>
            <a:fillRect/>
          </a:stretch>
        </p:blipFill>
        <p:spPr bwMode="auto">
          <a:xfrm>
            <a:off x="2328408" y="2852936"/>
            <a:ext cx="6057966" cy="2737925"/>
          </a:xfrm>
          <a:prstGeom prst="rect">
            <a:avLst/>
          </a:prstGeom>
          <a:noFill/>
          <a:ln w="9525">
            <a:noFill/>
            <a:miter lim="800000"/>
            <a:headEnd/>
            <a:tailEnd/>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3235" name="Rectangle 3"/>
          <p:cNvSpPr>
            <a:spLocks noGrp="1" noChangeArrowheads="1"/>
          </p:cNvSpPr>
          <p:nvPr>
            <p:ph type="body" idx="1"/>
          </p:nvPr>
        </p:nvSpPr>
        <p:spPr>
          <a:xfrm>
            <a:off x="2063750" y="1125538"/>
            <a:ext cx="8352730" cy="4967758"/>
          </a:xfrm>
        </p:spPr>
        <p:txBody>
          <a:bodyPr/>
          <a:lstStyle/>
          <a:p>
            <a:r>
              <a:rPr lang="en-US" altLang="zh-CN" sz="2800" dirty="0">
                <a:latin typeface="隶书" panose="02010509060101010101" pitchFamily="49" charset="-122"/>
                <a:ea typeface="隶书" panose="02010509060101010101" pitchFamily="49" charset="-122"/>
              </a:rPr>
              <a:t>2.4.1 </a:t>
            </a:r>
            <a:r>
              <a:rPr lang="zh-CN" altLang="en-US" sz="2800" dirty="0">
                <a:latin typeface="隶书" panose="02010509060101010101" pitchFamily="49" charset="-122"/>
                <a:ea typeface="隶书" panose="02010509060101010101" pitchFamily="49" charset="-122"/>
              </a:rPr>
              <a:t>二进制转换为十进制</a:t>
            </a:r>
            <a:endParaRPr lang="en-US" altLang="zh-CN" sz="2800" dirty="0">
              <a:latin typeface="隶书" panose="02010509060101010101" pitchFamily="49" charset="-122"/>
              <a:ea typeface="隶书" panose="02010509060101010101" pitchFamily="49" charset="-122"/>
            </a:endParaRPr>
          </a:p>
          <a:p>
            <a:r>
              <a:rPr lang="zh-CN" altLang="en-US" sz="2800" dirty="0">
                <a:latin typeface="隶书" panose="02010509060101010101" pitchFamily="49" charset="-122"/>
                <a:ea typeface="隶书" panose="02010509060101010101" pitchFamily="49" charset="-122"/>
              </a:rPr>
              <a:t>步骤</a:t>
            </a:r>
            <a:endParaRPr lang="en-US" altLang="zh-CN" sz="2800" dirty="0">
              <a:latin typeface="隶书" panose="02010509060101010101" pitchFamily="49" charset="-122"/>
              <a:ea typeface="隶书" panose="02010509060101010101" pitchFamily="49" charset="-122"/>
            </a:endParaRPr>
          </a:p>
          <a:p>
            <a:r>
              <a:rPr lang="en-US" altLang="zh-CN" sz="2800" dirty="0">
                <a:latin typeface="隶书" panose="02010509060101010101" pitchFamily="49" charset="-122"/>
                <a:ea typeface="隶书" panose="02010509060101010101" pitchFamily="49" charset="-122"/>
              </a:rPr>
              <a:t>1.</a:t>
            </a:r>
            <a:r>
              <a:rPr lang="zh-CN" altLang="en-US" sz="2800" dirty="0">
                <a:latin typeface="隶书" panose="02010509060101010101" pitchFamily="49" charset="-122"/>
                <a:ea typeface="隶书" panose="02010509060101010101" pitchFamily="49" charset="-122"/>
              </a:rPr>
              <a:t>符号检查和转换。</a:t>
            </a:r>
            <a:endParaRPr lang="en-US" altLang="zh-CN" sz="2800" dirty="0">
              <a:latin typeface="隶书" panose="02010509060101010101" pitchFamily="49" charset="-122"/>
              <a:ea typeface="隶书" panose="02010509060101010101" pitchFamily="49" charset="-122"/>
            </a:endParaRPr>
          </a:p>
          <a:p>
            <a:r>
              <a:rPr lang="en-US" altLang="zh-CN" sz="2800" dirty="0">
                <a:latin typeface="隶书" panose="02010509060101010101" pitchFamily="49" charset="-122"/>
                <a:ea typeface="隶书" panose="02010509060101010101" pitchFamily="49" charset="-122"/>
              </a:rPr>
              <a:t>2.</a:t>
            </a:r>
            <a:r>
              <a:rPr lang="zh-CN" altLang="en-US" sz="2800" dirty="0">
                <a:latin typeface="隶书" panose="02010509060101010101" pitchFamily="49" charset="-122"/>
                <a:ea typeface="隶书" panose="02010509060101010101" pitchFamily="49" charset="-122"/>
              </a:rPr>
              <a:t>绝对值计算。</a:t>
            </a:r>
            <a:endParaRPr lang="en-US" altLang="zh-CN" sz="2800" dirty="0">
              <a:latin typeface="隶书" panose="02010509060101010101" pitchFamily="49" charset="-122"/>
              <a:ea typeface="隶书" panose="02010509060101010101" pitchFamily="49" charset="-122"/>
            </a:endParaRPr>
          </a:p>
          <a:p>
            <a:r>
              <a:rPr lang="en-US" altLang="zh-CN" sz="2800" dirty="0">
                <a:latin typeface="隶书" panose="02010509060101010101" pitchFamily="49" charset="-122"/>
                <a:ea typeface="隶书" panose="02010509060101010101" pitchFamily="49" charset="-122"/>
              </a:rPr>
              <a:t>3.</a:t>
            </a:r>
            <a:r>
              <a:rPr lang="zh-CN" altLang="en-US" sz="2800" dirty="0">
                <a:latin typeface="隶书" panose="02010509060101010101" pitchFamily="49" charset="-122"/>
                <a:ea typeface="隶书" panose="02010509060101010101" pitchFamily="49" charset="-122"/>
              </a:rPr>
              <a:t>若值为负，在绝对值前加负号。</a:t>
            </a:r>
            <a:endParaRPr lang="en-US" altLang="zh-CN" sz="2800" dirty="0">
              <a:latin typeface="隶书" panose="02010509060101010101" pitchFamily="49" charset="-122"/>
              <a:ea typeface="隶书" panose="02010509060101010101" pitchFamily="49" charset="-122"/>
            </a:endParaRPr>
          </a:p>
          <a:p>
            <a:endParaRPr lang="en-US" altLang="zh-CN" sz="2800" dirty="0">
              <a:latin typeface="隶书" panose="02010509060101010101" pitchFamily="49" charset="-122"/>
              <a:ea typeface="隶书" panose="02010509060101010101" pitchFamily="49" charset="-122"/>
            </a:endParaRPr>
          </a:p>
          <a:p>
            <a:r>
              <a:rPr lang="zh-CN" altLang="en-US" sz="2800" dirty="0">
                <a:latin typeface="隶书" panose="02010509060101010101" pitchFamily="49" charset="-122"/>
                <a:ea typeface="隶书" panose="02010509060101010101" pitchFamily="49" charset="-122"/>
              </a:rPr>
              <a:t>例：将</a:t>
            </a:r>
            <a:r>
              <a:rPr lang="en-US" altLang="zh-CN" sz="2800" dirty="0">
                <a:latin typeface="隶书" panose="02010509060101010101" pitchFamily="49" charset="-122"/>
                <a:ea typeface="隶书" panose="02010509060101010101" pitchFamily="49" charset="-122"/>
              </a:rPr>
              <a:t>11000111</a:t>
            </a:r>
            <a:r>
              <a:rPr lang="zh-CN" altLang="en-US" sz="2800" dirty="0">
                <a:latin typeface="隶书" panose="02010509060101010101" pitchFamily="49" charset="-122"/>
                <a:ea typeface="隶书" panose="02010509060101010101" pitchFamily="49" charset="-122"/>
              </a:rPr>
              <a:t>转换为十进制表示</a:t>
            </a:r>
            <a:endParaRPr lang="en-US" altLang="zh-CN" sz="2800" dirty="0">
              <a:latin typeface="隶书" panose="02010509060101010101" pitchFamily="49" charset="-122"/>
              <a:ea typeface="隶书" panose="02010509060101010101" pitchFamily="49" charset="-122"/>
            </a:endParaRPr>
          </a:p>
          <a:p>
            <a:endParaRPr lang="en-US" altLang="zh-CN" sz="2800" dirty="0">
              <a:latin typeface="隶书" panose="02010509060101010101" pitchFamily="49" charset="-122"/>
              <a:ea typeface="隶书" panose="02010509060101010101" pitchFamily="49" charset="-122"/>
            </a:endParaRPr>
          </a:p>
          <a:p>
            <a:endParaRPr lang="en-US" altLang="zh-CN" sz="2800" dirty="0">
              <a:latin typeface="隶书" panose="02010509060101010101" pitchFamily="49" charset="-122"/>
              <a:ea typeface="隶书" panose="02010509060101010101" pitchFamily="49" charset="-122"/>
            </a:endParaRPr>
          </a:p>
          <a:p>
            <a:endParaRPr lang="zh-CN" altLang="en-US" sz="2800" dirty="0">
              <a:latin typeface="隶书" panose="02010509060101010101" pitchFamily="49" charset="-122"/>
              <a:ea typeface="隶书" panose="02010509060101010101" pitchFamily="49" charset="-122"/>
            </a:endParaRPr>
          </a:p>
        </p:txBody>
      </p:sp>
      <p:sp>
        <p:nvSpPr>
          <p:cNvPr id="223246" name="Rectangle 14"/>
          <p:cNvSpPr>
            <a:spLocks noGrp="1" noChangeArrowheads="1"/>
          </p:cNvSpPr>
          <p:nvPr>
            <p:ph type="title"/>
          </p:nvPr>
        </p:nvSpPr>
        <p:spPr>
          <a:xfrm>
            <a:off x="1991544" y="76200"/>
            <a:ext cx="8280920" cy="762000"/>
          </a:xfrm>
          <a:noFill/>
        </p:spPr>
        <p:txBody>
          <a:bodyPr>
            <a:normAutofit fontScale="90000"/>
          </a:bodyPr>
          <a:lstStyle/>
          <a:p>
            <a:pPr algn="ctr"/>
            <a:r>
              <a:rPr lang="en-US" altLang="zh-CN" dirty="0">
                <a:latin typeface="华文琥珀" panose="02010800040101010101" pitchFamily="2" charset="-122"/>
              </a:rPr>
              <a:t>2</a:t>
            </a:r>
            <a:r>
              <a:rPr lang="zh-CN" altLang="en-US" dirty="0">
                <a:latin typeface="华文琥珀" panose="02010800040101010101" pitchFamily="2" charset="-122"/>
              </a:rPr>
              <a:t>.</a:t>
            </a:r>
            <a:r>
              <a:rPr lang="en-US" altLang="zh-CN" dirty="0">
                <a:latin typeface="华文琥珀" panose="02010800040101010101" pitchFamily="2" charset="-122"/>
              </a:rPr>
              <a:t>4</a:t>
            </a:r>
            <a:r>
              <a:rPr lang="zh-CN" altLang="en-US" dirty="0">
                <a:latin typeface="隶书" panose="02010509060101010101" pitchFamily="49" charset="-122"/>
                <a:ea typeface="隶书" panose="02010509060101010101" pitchFamily="49" charset="-122"/>
              </a:rPr>
              <a:t>二进制数和十进制数之间的转换</a:t>
            </a:r>
            <a:endParaRPr lang="zh-CN" altLang="en-US" dirty="0">
              <a:latin typeface="华文琥珀" panose="02010800040101010101" pitchFamily="2" charset="-122"/>
            </a:endParaRPr>
          </a:p>
        </p:txBody>
      </p:sp>
      <p:sp>
        <p:nvSpPr>
          <p:cNvPr id="2" name="灯片编号占位符 1"/>
          <p:cNvSpPr>
            <a:spLocks noGrp="1"/>
          </p:cNvSpPr>
          <p:nvPr>
            <p:ph type="sldNum" sz="quarter" idx="12"/>
          </p:nvPr>
        </p:nvSpPr>
        <p:spPr/>
        <p:txBody>
          <a:bodyPr/>
          <a:lstStyle/>
          <a:p>
            <a:pPr>
              <a:defRPr/>
            </a:pPr>
            <a:fld id="{7C93F2F6-B200-4836-9340-136DE7987878}" type="slidenum">
              <a:rPr lang="en-US" smtClean="0"/>
            </a:fld>
            <a:endParaRPr lang="en-US"/>
          </a:p>
        </p:txBody>
      </p:sp>
    </p:spTree>
  </p:cSld>
  <p:clrMapOvr>
    <a:masterClrMapping/>
  </p:clrMapOvr>
  <p:transition spd="med">
    <p:strips dir="rd"/>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Box 59"/>
          <p:cNvSpPr txBox="1">
            <a:spLocks noChangeArrowheads="1"/>
          </p:cNvSpPr>
          <p:nvPr/>
        </p:nvSpPr>
        <p:spPr bwMode="auto">
          <a:xfrm>
            <a:off x="2567608" y="980728"/>
            <a:ext cx="4330700" cy="1382712"/>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spAutoFit/>
          </a:bodyPr>
          <a:lstStyle>
            <a:lvl1pPr eaLnBrk="0" hangingPunct="0">
              <a:tabLst>
                <a:tab pos="461645" algn="r"/>
                <a:tab pos="683895" algn="ctr"/>
                <a:tab pos="908050" algn="l"/>
              </a:tabLst>
              <a:defRPr baseline="-25000">
                <a:solidFill>
                  <a:schemeClr val="tx1"/>
                </a:solidFill>
                <a:latin typeface="Arial" panose="020B0604020202020204" pitchFamily="34" charset="0"/>
                <a:ea typeface="宋体" panose="02010600030101010101" pitchFamily="2" charset="-122"/>
              </a:defRPr>
            </a:lvl1pPr>
            <a:lvl2pPr marL="742950" indent="-285750" eaLnBrk="0" hangingPunct="0">
              <a:tabLst>
                <a:tab pos="461645" algn="r"/>
                <a:tab pos="683895" algn="ctr"/>
                <a:tab pos="908050" algn="l"/>
              </a:tabLst>
              <a:defRPr baseline="-25000">
                <a:solidFill>
                  <a:schemeClr val="tx1"/>
                </a:solidFill>
                <a:latin typeface="Arial" panose="020B0604020202020204" pitchFamily="34" charset="0"/>
                <a:ea typeface="宋体" panose="02010600030101010101" pitchFamily="2" charset="-122"/>
              </a:defRPr>
            </a:lvl2pPr>
            <a:lvl3pPr marL="1143000" indent="-228600" eaLnBrk="0" hangingPunct="0">
              <a:tabLst>
                <a:tab pos="461645" algn="r"/>
                <a:tab pos="683895" algn="ctr"/>
                <a:tab pos="908050" algn="l"/>
              </a:tabLst>
              <a:defRPr baseline="-25000">
                <a:solidFill>
                  <a:schemeClr val="tx1"/>
                </a:solidFill>
                <a:latin typeface="Arial" panose="020B0604020202020204" pitchFamily="34" charset="0"/>
                <a:ea typeface="宋体" panose="02010600030101010101" pitchFamily="2" charset="-122"/>
              </a:defRPr>
            </a:lvl3pPr>
            <a:lvl4pPr marL="1600200" indent="-228600" eaLnBrk="0" hangingPunct="0">
              <a:tabLst>
                <a:tab pos="461645" algn="r"/>
                <a:tab pos="683895" algn="ctr"/>
                <a:tab pos="908050" algn="l"/>
              </a:tabLst>
              <a:defRPr baseline="-25000">
                <a:solidFill>
                  <a:schemeClr val="tx1"/>
                </a:solidFill>
                <a:latin typeface="Arial" panose="020B0604020202020204" pitchFamily="34" charset="0"/>
                <a:ea typeface="宋体" panose="02010600030101010101" pitchFamily="2" charset="-122"/>
              </a:defRPr>
            </a:lvl4pPr>
            <a:lvl5pPr marL="2057400" indent="-228600" eaLnBrk="0" hangingPunct="0">
              <a:tabLst>
                <a:tab pos="461645" algn="r"/>
                <a:tab pos="683895" algn="ctr"/>
                <a:tab pos="908050" algn="l"/>
              </a:tabLst>
              <a:defRPr baseline="-25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tabLst>
                <a:tab pos="461645" algn="r"/>
                <a:tab pos="683895" algn="ctr"/>
                <a:tab pos="908050" algn="l"/>
              </a:tabLst>
              <a:defRPr baseline="-25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tabLst>
                <a:tab pos="461645" algn="r"/>
                <a:tab pos="683895" algn="ctr"/>
                <a:tab pos="908050" algn="l"/>
              </a:tabLst>
              <a:defRPr baseline="-25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tabLst>
                <a:tab pos="461645" algn="r"/>
                <a:tab pos="683895" algn="ctr"/>
                <a:tab pos="908050" algn="l"/>
              </a:tabLst>
              <a:defRPr baseline="-25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tabLst>
                <a:tab pos="461645" algn="r"/>
                <a:tab pos="683895" algn="ctr"/>
                <a:tab pos="908050" algn="l"/>
              </a:tabLst>
              <a:defRPr baseline="-25000">
                <a:solidFill>
                  <a:schemeClr val="tx1"/>
                </a:solidFill>
                <a:latin typeface="Arial" panose="020B0604020202020204" pitchFamily="34" charset="0"/>
                <a:ea typeface="宋体" panose="02010600030101010101" pitchFamily="2" charset="-122"/>
              </a:defRPr>
            </a:lvl9pPr>
          </a:lstStyle>
          <a:p>
            <a:r>
              <a:rPr lang="zh-CN" altLang="en-US" sz="2800" baseline="0" dirty="0">
                <a:latin typeface="Franklin Gothic Book" panose="020B0503020102020204" pitchFamily="34" charset="0"/>
              </a:rPr>
              <a:t>	</a:t>
            </a:r>
            <a:r>
              <a:rPr lang="en-US" altLang="zh-CN" sz="2800" baseline="0" dirty="0"/>
              <a:t>X 	= 	01101000</a:t>
            </a:r>
            <a:r>
              <a:rPr lang="en-US" altLang="zh-CN" sz="2800" dirty="0"/>
              <a:t>two</a:t>
            </a:r>
            <a:endParaRPr lang="en-US" altLang="zh-CN" sz="2800" dirty="0"/>
          </a:p>
          <a:p>
            <a:r>
              <a:rPr lang="en-US" altLang="zh-CN" sz="2800" baseline="0" dirty="0"/>
              <a:t>		=	2</a:t>
            </a:r>
            <a:r>
              <a:rPr lang="en-US" altLang="zh-CN" sz="2800" baseline="30000" dirty="0"/>
              <a:t>6</a:t>
            </a:r>
            <a:r>
              <a:rPr lang="en-US" altLang="zh-CN" sz="2800" baseline="0" dirty="0"/>
              <a:t>+2</a:t>
            </a:r>
            <a:r>
              <a:rPr lang="en-US" altLang="zh-CN" sz="2800" baseline="30000" dirty="0"/>
              <a:t>5</a:t>
            </a:r>
            <a:r>
              <a:rPr lang="en-US" altLang="zh-CN" sz="2800" baseline="0" dirty="0"/>
              <a:t>+2</a:t>
            </a:r>
            <a:r>
              <a:rPr lang="en-US" altLang="zh-CN" sz="2800" baseline="30000" dirty="0"/>
              <a:t>3</a:t>
            </a:r>
            <a:r>
              <a:rPr lang="en-US" altLang="zh-CN" sz="2800" baseline="0" dirty="0"/>
              <a:t> = 64+32+8</a:t>
            </a:r>
            <a:endParaRPr lang="en-US" altLang="zh-CN" sz="2800" baseline="0" dirty="0"/>
          </a:p>
          <a:p>
            <a:r>
              <a:rPr lang="en-US" altLang="zh-CN" sz="2800" baseline="0" dirty="0"/>
              <a:t>		=	104</a:t>
            </a:r>
            <a:r>
              <a:rPr lang="en-US" altLang="zh-CN" sz="2800" dirty="0"/>
              <a:t>ten</a:t>
            </a:r>
            <a:endParaRPr lang="en-US" altLang="zh-CN" sz="2800" dirty="0"/>
          </a:p>
        </p:txBody>
      </p:sp>
      <p:sp>
        <p:nvSpPr>
          <p:cNvPr id="6" name="Text Box 59"/>
          <p:cNvSpPr txBox="1">
            <a:spLocks noChangeArrowheads="1"/>
          </p:cNvSpPr>
          <p:nvPr/>
        </p:nvSpPr>
        <p:spPr bwMode="auto">
          <a:xfrm>
            <a:off x="2559918" y="2564905"/>
            <a:ext cx="5048250" cy="1382713"/>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spAutoFit/>
          </a:bodyPr>
          <a:lstStyle>
            <a:lvl1pPr eaLnBrk="0" hangingPunct="0">
              <a:tabLst>
                <a:tab pos="461645" algn="r"/>
                <a:tab pos="683895" algn="ctr"/>
                <a:tab pos="908050" algn="l"/>
              </a:tabLst>
              <a:defRPr baseline="-25000">
                <a:solidFill>
                  <a:schemeClr val="tx1"/>
                </a:solidFill>
                <a:latin typeface="Arial" panose="020B0604020202020204" pitchFamily="34" charset="0"/>
                <a:ea typeface="宋体" panose="02010600030101010101" pitchFamily="2" charset="-122"/>
              </a:defRPr>
            </a:lvl1pPr>
            <a:lvl2pPr marL="742950" indent="-285750" eaLnBrk="0" hangingPunct="0">
              <a:tabLst>
                <a:tab pos="461645" algn="r"/>
                <a:tab pos="683895" algn="ctr"/>
                <a:tab pos="908050" algn="l"/>
              </a:tabLst>
              <a:defRPr baseline="-25000">
                <a:solidFill>
                  <a:schemeClr val="tx1"/>
                </a:solidFill>
                <a:latin typeface="Arial" panose="020B0604020202020204" pitchFamily="34" charset="0"/>
                <a:ea typeface="宋体" panose="02010600030101010101" pitchFamily="2" charset="-122"/>
              </a:defRPr>
            </a:lvl2pPr>
            <a:lvl3pPr marL="1143000" indent="-228600" eaLnBrk="0" hangingPunct="0">
              <a:tabLst>
                <a:tab pos="461645" algn="r"/>
                <a:tab pos="683895" algn="ctr"/>
                <a:tab pos="908050" algn="l"/>
              </a:tabLst>
              <a:defRPr baseline="-25000">
                <a:solidFill>
                  <a:schemeClr val="tx1"/>
                </a:solidFill>
                <a:latin typeface="Arial" panose="020B0604020202020204" pitchFamily="34" charset="0"/>
                <a:ea typeface="宋体" panose="02010600030101010101" pitchFamily="2" charset="-122"/>
              </a:defRPr>
            </a:lvl3pPr>
            <a:lvl4pPr marL="1600200" indent="-228600" eaLnBrk="0" hangingPunct="0">
              <a:tabLst>
                <a:tab pos="461645" algn="r"/>
                <a:tab pos="683895" algn="ctr"/>
                <a:tab pos="908050" algn="l"/>
              </a:tabLst>
              <a:defRPr baseline="-25000">
                <a:solidFill>
                  <a:schemeClr val="tx1"/>
                </a:solidFill>
                <a:latin typeface="Arial" panose="020B0604020202020204" pitchFamily="34" charset="0"/>
                <a:ea typeface="宋体" panose="02010600030101010101" pitchFamily="2" charset="-122"/>
              </a:defRPr>
            </a:lvl4pPr>
            <a:lvl5pPr marL="2057400" indent="-228600" eaLnBrk="0" hangingPunct="0">
              <a:tabLst>
                <a:tab pos="461645" algn="r"/>
                <a:tab pos="683895" algn="ctr"/>
                <a:tab pos="908050" algn="l"/>
              </a:tabLst>
              <a:defRPr baseline="-25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tabLst>
                <a:tab pos="461645" algn="r"/>
                <a:tab pos="683895" algn="ctr"/>
                <a:tab pos="908050" algn="l"/>
              </a:tabLst>
              <a:defRPr baseline="-25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tabLst>
                <a:tab pos="461645" algn="r"/>
                <a:tab pos="683895" algn="ctr"/>
                <a:tab pos="908050" algn="l"/>
              </a:tabLst>
              <a:defRPr baseline="-25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tabLst>
                <a:tab pos="461645" algn="r"/>
                <a:tab pos="683895" algn="ctr"/>
                <a:tab pos="908050" algn="l"/>
              </a:tabLst>
              <a:defRPr baseline="-25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tabLst>
                <a:tab pos="461645" algn="r"/>
                <a:tab pos="683895" algn="ctr"/>
                <a:tab pos="908050" algn="l"/>
              </a:tabLst>
              <a:defRPr baseline="-25000">
                <a:solidFill>
                  <a:schemeClr val="tx1"/>
                </a:solidFill>
                <a:latin typeface="Arial" panose="020B0604020202020204" pitchFamily="34" charset="0"/>
                <a:ea typeface="宋体" panose="02010600030101010101" pitchFamily="2" charset="-122"/>
              </a:defRPr>
            </a:lvl9pPr>
          </a:lstStyle>
          <a:p>
            <a:r>
              <a:rPr lang="zh-CN" altLang="en-US" sz="2800" baseline="0" dirty="0">
                <a:latin typeface="Franklin Gothic Book" panose="020B0503020102020204" pitchFamily="34" charset="0"/>
              </a:rPr>
              <a:t>	</a:t>
            </a:r>
            <a:r>
              <a:rPr lang="en-US" altLang="zh-CN" sz="2800" baseline="0" dirty="0"/>
              <a:t>X 	= 	00100111</a:t>
            </a:r>
            <a:r>
              <a:rPr lang="en-US" altLang="zh-CN" sz="2800" dirty="0"/>
              <a:t>two</a:t>
            </a:r>
            <a:endParaRPr lang="en-US" altLang="zh-CN" sz="2800" dirty="0"/>
          </a:p>
          <a:p>
            <a:r>
              <a:rPr lang="en-US" altLang="zh-CN" sz="2800" baseline="0" dirty="0"/>
              <a:t>		=	2</a:t>
            </a:r>
            <a:r>
              <a:rPr lang="en-US" altLang="zh-CN" sz="2800" baseline="30000" dirty="0"/>
              <a:t>5</a:t>
            </a:r>
            <a:r>
              <a:rPr lang="en-US" altLang="zh-CN" sz="2800" baseline="0" dirty="0"/>
              <a:t>+2</a:t>
            </a:r>
            <a:r>
              <a:rPr lang="en-US" altLang="zh-CN" sz="2800" baseline="30000" dirty="0"/>
              <a:t>2</a:t>
            </a:r>
            <a:r>
              <a:rPr lang="en-US" altLang="zh-CN" sz="2800" baseline="0" dirty="0"/>
              <a:t>+2</a:t>
            </a:r>
            <a:r>
              <a:rPr lang="en-US" altLang="zh-CN" sz="2800" baseline="30000" dirty="0"/>
              <a:t>1</a:t>
            </a:r>
            <a:r>
              <a:rPr lang="en-US" altLang="zh-CN" sz="2800" baseline="0" dirty="0"/>
              <a:t>+2</a:t>
            </a:r>
            <a:r>
              <a:rPr lang="en-US" altLang="zh-CN" sz="2800" baseline="30000" dirty="0"/>
              <a:t>0 </a:t>
            </a:r>
            <a:r>
              <a:rPr lang="en-US" altLang="zh-CN" sz="2800" baseline="0" dirty="0"/>
              <a:t>= 32+4+2+1</a:t>
            </a:r>
            <a:endParaRPr lang="en-US" altLang="zh-CN" sz="2800" baseline="0" dirty="0"/>
          </a:p>
          <a:p>
            <a:r>
              <a:rPr lang="en-US" altLang="zh-CN" sz="2800" baseline="0" dirty="0"/>
              <a:t>		=	39</a:t>
            </a:r>
            <a:r>
              <a:rPr lang="en-US" altLang="zh-CN" sz="2800" dirty="0"/>
              <a:t>ten</a:t>
            </a:r>
            <a:endParaRPr lang="en-US" altLang="zh-CN" sz="2800" dirty="0"/>
          </a:p>
        </p:txBody>
      </p:sp>
      <p:sp>
        <p:nvSpPr>
          <p:cNvPr id="7" name="Text Box 60"/>
          <p:cNvSpPr txBox="1">
            <a:spLocks noChangeArrowheads="1"/>
          </p:cNvSpPr>
          <p:nvPr/>
        </p:nvSpPr>
        <p:spPr bwMode="auto">
          <a:xfrm>
            <a:off x="2571552" y="4149081"/>
            <a:ext cx="4100512" cy="2386013"/>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spAutoFit/>
          </a:bodyPr>
          <a:lstStyle>
            <a:lvl1pPr eaLnBrk="0" hangingPunct="0">
              <a:tabLst>
                <a:tab pos="461645" algn="r"/>
                <a:tab pos="683895" algn="ctr"/>
                <a:tab pos="908050" algn="l"/>
              </a:tabLst>
              <a:defRPr baseline="-25000">
                <a:solidFill>
                  <a:schemeClr val="tx1"/>
                </a:solidFill>
                <a:latin typeface="Arial" panose="020B0604020202020204" pitchFamily="34" charset="0"/>
                <a:ea typeface="宋体" panose="02010600030101010101" pitchFamily="2" charset="-122"/>
              </a:defRPr>
            </a:lvl1pPr>
            <a:lvl2pPr marL="742950" indent="-285750" eaLnBrk="0" hangingPunct="0">
              <a:tabLst>
                <a:tab pos="461645" algn="r"/>
                <a:tab pos="683895" algn="ctr"/>
                <a:tab pos="908050" algn="l"/>
              </a:tabLst>
              <a:defRPr baseline="-25000">
                <a:solidFill>
                  <a:schemeClr val="tx1"/>
                </a:solidFill>
                <a:latin typeface="Arial" panose="020B0604020202020204" pitchFamily="34" charset="0"/>
                <a:ea typeface="宋体" panose="02010600030101010101" pitchFamily="2" charset="-122"/>
              </a:defRPr>
            </a:lvl2pPr>
            <a:lvl3pPr marL="1143000" indent="-228600" eaLnBrk="0" hangingPunct="0">
              <a:tabLst>
                <a:tab pos="461645" algn="r"/>
                <a:tab pos="683895" algn="ctr"/>
                <a:tab pos="908050" algn="l"/>
              </a:tabLst>
              <a:defRPr baseline="-25000">
                <a:solidFill>
                  <a:schemeClr val="tx1"/>
                </a:solidFill>
                <a:latin typeface="Arial" panose="020B0604020202020204" pitchFamily="34" charset="0"/>
                <a:ea typeface="宋体" panose="02010600030101010101" pitchFamily="2" charset="-122"/>
              </a:defRPr>
            </a:lvl3pPr>
            <a:lvl4pPr marL="1600200" indent="-228600" eaLnBrk="0" hangingPunct="0">
              <a:tabLst>
                <a:tab pos="461645" algn="r"/>
                <a:tab pos="683895" algn="ctr"/>
                <a:tab pos="908050" algn="l"/>
              </a:tabLst>
              <a:defRPr baseline="-25000">
                <a:solidFill>
                  <a:schemeClr val="tx1"/>
                </a:solidFill>
                <a:latin typeface="Arial" panose="020B0604020202020204" pitchFamily="34" charset="0"/>
                <a:ea typeface="宋体" panose="02010600030101010101" pitchFamily="2" charset="-122"/>
              </a:defRPr>
            </a:lvl4pPr>
            <a:lvl5pPr marL="2057400" indent="-228600" eaLnBrk="0" hangingPunct="0">
              <a:tabLst>
                <a:tab pos="461645" algn="r"/>
                <a:tab pos="683895" algn="ctr"/>
                <a:tab pos="908050" algn="l"/>
              </a:tabLst>
              <a:defRPr baseline="-25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tabLst>
                <a:tab pos="461645" algn="r"/>
                <a:tab pos="683895" algn="ctr"/>
                <a:tab pos="908050" algn="l"/>
              </a:tabLst>
              <a:defRPr baseline="-25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tabLst>
                <a:tab pos="461645" algn="r"/>
                <a:tab pos="683895" algn="ctr"/>
                <a:tab pos="908050" algn="l"/>
              </a:tabLst>
              <a:defRPr baseline="-25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tabLst>
                <a:tab pos="461645" algn="r"/>
                <a:tab pos="683895" algn="ctr"/>
                <a:tab pos="908050" algn="l"/>
              </a:tabLst>
              <a:defRPr baseline="-25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tabLst>
                <a:tab pos="461645" algn="r"/>
                <a:tab pos="683895" algn="ctr"/>
                <a:tab pos="908050" algn="l"/>
              </a:tabLst>
              <a:defRPr baseline="-25000">
                <a:solidFill>
                  <a:schemeClr val="tx1"/>
                </a:solidFill>
                <a:latin typeface="Arial" panose="020B0604020202020204" pitchFamily="34" charset="0"/>
                <a:ea typeface="宋体" panose="02010600030101010101" pitchFamily="2" charset="-122"/>
              </a:defRPr>
            </a:lvl9pPr>
          </a:lstStyle>
          <a:p>
            <a:r>
              <a:rPr lang="zh-CN" altLang="en-US" sz="2800" baseline="0" dirty="0">
                <a:latin typeface="Franklin Gothic Book" panose="020B0503020102020204" pitchFamily="34" charset="0"/>
              </a:rPr>
              <a:t>	</a:t>
            </a:r>
            <a:r>
              <a:rPr lang="en-US" altLang="zh-CN" sz="2800" baseline="0" dirty="0"/>
              <a:t>X 	= 	11100110</a:t>
            </a:r>
            <a:r>
              <a:rPr lang="en-US" altLang="zh-CN" sz="2800" dirty="0"/>
              <a:t>two </a:t>
            </a:r>
            <a:endParaRPr lang="en-US" altLang="zh-CN" sz="2800" dirty="0"/>
          </a:p>
          <a:p>
            <a:r>
              <a:rPr lang="en-US" altLang="zh-CN" sz="2800" baseline="0" dirty="0"/>
              <a:t>	-X	=	00011010</a:t>
            </a:r>
            <a:endParaRPr lang="en-US" altLang="zh-CN" sz="2800" baseline="0" dirty="0"/>
          </a:p>
          <a:p>
            <a:r>
              <a:rPr lang="en-US" altLang="zh-CN" sz="2800" baseline="0" dirty="0"/>
              <a:t>		=	2</a:t>
            </a:r>
            <a:r>
              <a:rPr lang="en-US" altLang="zh-CN" sz="2800" baseline="30000" dirty="0"/>
              <a:t>4</a:t>
            </a:r>
            <a:r>
              <a:rPr lang="en-US" altLang="zh-CN" sz="2800" baseline="0" dirty="0"/>
              <a:t>+2</a:t>
            </a:r>
            <a:r>
              <a:rPr lang="en-US" altLang="zh-CN" sz="2800" baseline="30000" dirty="0"/>
              <a:t>3</a:t>
            </a:r>
            <a:r>
              <a:rPr lang="en-US" altLang="zh-CN" sz="2800" baseline="0" dirty="0"/>
              <a:t>+2</a:t>
            </a:r>
            <a:r>
              <a:rPr lang="en-US" altLang="zh-CN" sz="2800" baseline="30000" dirty="0"/>
              <a:t>1 </a:t>
            </a:r>
            <a:r>
              <a:rPr lang="en-US" altLang="zh-CN" sz="2800" baseline="0" dirty="0"/>
              <a:t>= 16+8+2</a:t>
            </a:r>
            <a:endParaRPr lang="en-US" altLang="zh-CN" sz="2800" baseline="0" dirty="0"/>
          </a:p>
          <a:p>
            <a:r>
              <a:rPr lang="en-US" altLang="zh-CN" sz="2800" baseline="0" dirty="0"/>
              <a:t>		=	26</a:t>
            </a:r>
            <a:r>
              <a:rPr lang="en-US" altLang="zh-CN" sz="2800" dirty="0"/>
              <a:t>ten</a:t>
            </a:r>
            <a:endParaRPr lang="en-US" altLang="zh-CN" sz="2800" baseline="0" dirty="0"/>
          </a:p>
          <a:p>
            <a:pPr>
              <a:lnSpc>
                <a:spcPct val="135000"/>
              </a:lnSpc>
            </a:pPr>
            <a:r>
              <a:rPr lang="en-US" altLang="zh-CN" sz="2800" baseline="0" dirty="0"/>
              <a:t>	X	=	-26</a:t>
            </a:r>
            <a:r>
              <a:rPr lang="en-US" altLang="zh-CN" sz="2800" dirty="0"/>
              <a:t>ten</a:t>
            </a:r>
            <a:endParaRPr lang="en-US" altLang="zh-CN" sz="2800" dirty="0"/>
          </a:p>
        </p:txBody>
      </p:sp>
      <p:sp>
        <p:nvSpPr>
          <p:cNvPr id="8" name="Rectangle 14"/>
          <p:cNvSpPr>
            <a:spLocks noGrp="1" noChangeArrowheads="1"/>
          </p:cNvSpPr>
          <p:nvPr>
            <p:ph type="title"/>
          </p:nvPr>
        </p:nvSpPr>
        <p:spPr>
          <a:xfrm>
            <a:off x="1991544" y="76200"/>
            <a:ext cx="8280920" cy="762000"/>
          </a:xfrm>
          <a:noFill/>
        </p:spPr>
        <p:txBody>
          <a:bodyPr/>
          <a:lstStyle/>
          <a:p>
            <a:pPr algn="ctr"/>
            <a:r>
              <a:rPr lang="zh-CN" altLang="en-US" dirty="0">
                <a:latin typeface="华文琥珀" panose="02010800040101010101" pitchFamily="2" charset="-122"/>
              </a:rPr>
              <a:t>例子</a:t>
            </a:r>
            <a:endParaRPr lang="zh-CN" altLang="en-US" dirty="0">
              <a:latin typeface="华文琥珀" panose="02010800040101010101" pitchFamily="2" charset="-122"/>
            </a:endParaRPr>
          </a:p>
        </p:txBody>
      </p:sp>
      <p:sp>
        <p:nvSpPr>
          <p:cNvPr id="2" name="灯片编号占位符 1"/>
          <p:cNvSpPr>
            <a:spLocks noGrp="1"/>
          </p:cNvSpPr>
          <p:nvPr>
            <p:ph type="sldNum" sz="quarter" idx="12"/>
          </p:nvPr>
        </p:nvSpPr>
        <p:spPr/>
        <p:txBody>
          <a:bodyPr/>
          <a:lstStyle/>
          <a:p>
            <a:pPr>
              <a:defRPr/>
            </a:pPr>
            <a:fld id="{7C93F2F6-B200-4836-9340-136DE7987878}" type="slidenum">
              <a:rPr lang="en-US" smtClean="0"/>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3235" name="Rectangle 3"/>
          <p:cNvSpPr>
            <a:spLocks noGrp="1" noChangeArrowheads="1"/>
          </p:cNvSpPr>
          <p:nvPr>
            <p:ph type="body" idx="1"/>
          </p:nvPr>
        </p:nvSpPr>
        <p:spPr>
          <a:xfrm>
            <a:off x="2063750" y="1125538"/>
            <a:ext cx="8352730" cy="4967758"/>
          </a:xfrm>
        </p:spPr>
        <p:txBody>
          <a:bodyPr/>
          <a:lstStyle/>
          <a:p>
            <a:r>
              <a:rPr lang="en-US" altLang="zh-CN" sz="2800" dirty="0">
                <a:latin typeface="隶书" panose="02010509060101010101" pitchFamily="49" charset="-122"/>
                <a:ea typeface="隶书" panose="02010509060101010101" pitchFamily="49" charset="-122"/>
              </a:rPr>
              <a:t>2.4.2 </a:t>
            </a:r>
            <a:r>
              <a:rPr lang="zh-CN" altLang="en-US" sz="2800" dirty="0">
                <a:latin typeface="隶书" panose="02010509060101010101" pitchFamily="49" charset="-122"/>
                <a:ea typeface="隶书" panose="02010509060101010101" pitchFamily="49" charset="-122"/>
              </a:rPr>
              <a:t>十进制转换为二进制</a:t>
            </a:r>
            <a:endParaRPr lang="en-US" altLang="zh-CN" sz="2800" dirty="0">
              <a:latin typeface="隶书" panose="02010509060101010101" pitchFamily="49" charset="-122"/>
              <a:ea typeface="隶书" panose="02010509060101010101" pitchFamily="49" charset="-122"/>
            </a:endParaRPr>
          </a:p>
          <a:p>
            <a:r>
              <a:rPr lang="zh-CN" altLang="en-US" sz="2800" dirty="0">
                <a:latin typeface="隶书" panose="02010509060101010101" pitchFamily="49" charset="-122"/>
                <a:ea typeface="隶书" panose="02010509060101010101" pitchFamily="49" charset="-122"/>
              </a:rPr>
              <a:t>步骤</a:t>
            </a:r>
            <a:endParaRPr lang="en-US" altLang="zh-CN" sz="2800" dirty="0">
              <a:latin typeface="隶书" panose="02010509060101010101" pitchFamily="49" charset="-122"/>
              <a:ea typeface="隶书" panose="02010509060101010101" pitchFamily="49" charset="-122"/>
            </a:endParaRPr>
          </a:p>
          <a:p>
            <a:r>
              <a:rPr lang="en-US" altLang="zh-CN" sz="2800" dirty="0">
                <a:latin typeface="隶书" panose="02010509060101010101" pitchFamily="49" charset="-122"/>
                <a:ea typeface="隶书" panose="02010509060101010101" pitchFamily="49" charset="-122"/>
              </a:rPr>
              <a:t>1.</a:t>
            </a:r>
            <a:r>
              <a:rPr lang="zh-CN" altLang="en-US" sz="2800" dirty="0">
                <a:latin typeface="隶书" panose="02010509060101010101" pitchFamily="49" charset="-122"/>
                <a:ea typeface="隶书" panose="02010509060101010101" pitchFamily="49" charset="-122"/>
              </a:rPr>
              <a:t>先对十进制数的绝对值进行除</a:t>
            </a:r>
            <a:r>
              <a:rPr lang="en-US" altLang="zh-CN" sz="2800" dirty="0">
                <a:latin typeface="隶书" panose="02010509060101010101" pitchFamily="49" charset="-122"/>
                <a:ea typeface="隶书" panose="02010509060101010101" pitchFamily="49" charset="-122"/>
              </a:rPr>
              <a:t>2</a:t>
            </a:r>
            <a:r>
              <a:rPr lang="zh-CN" altLang="en-US" sz="2800" dirty="0">
                <a:latin typeface="隶书" panose="02010509060101010101" pitchFamily="49" charset="-122"/>
                <a:ea typeface="隶书" panose="02010509060101010101" pitchFamily="49" charset="-122"/>
              </a:rPr>
              <a:t>取余转换。</a:t>
            </a:r>
            <a:endParaRPr lang="en-US" altLang="zh-CN" sz="2800" dirty="0">
              <a:latin typeface="隶书" panose="02010509060101010101" pitchFamily="49" charset="-122"/>
              <a:ea typeface="隶书" panose="02010509060101010101" pitchFamily="49" charset="-122"/>
            </a:endParaRPr>
          </a:p>
          <a:p>
            <a:r>
              <a:rPr lang="en-US" altLang="zh-CN" sz="2800" dirty="0">
                <a:latin typeface="隶书" panose="02010509060101010101" pitchFamily="49" charset="-122"/>
                <a:ea typeface="隶书" panose="02010509060101010101" pitchFamily="49" charset="-122"/>
              </a:rPr>
              <a:t>2.</a:t>
            </a:r>
            <a:r>
              <a:rPr lang="zh-CN" altLang="en-US" sz="2800" dirty="0">
                <a:latin typeface="隶书" panose="02010509060101010101" pitchFamily="49" charset="-122"/>
                <a:ea typeface="隶书" panose="02010509060101010101" pitchFamily="49" charset="-122"/>
              </a:rPr>
              <a:t>若十进制数为正数，符号位取</a:t>
            </a:r>
            <a:r>
              <a:rPr lang="en-US" altLang="zh-CN" sz="2800" dirty="0">
                <a:latin typeface="隶书" panose="02010509060101010101" pitchFamily="49" charset="-122"/>
                <a:ea typeface="隶书" panose="02010509060101010101" pitchFamily="49" charset="-122"/>
              </a:rPr>
              <a:t>0</a:t>
            </a:r>
            <a:r>
              <a:rPr lang="zh-CN" altLang="en-US" sz="2800" dirty="0">
                <a:latin typeface="隶书" panose="02010509060101010101" pitchFamily="49" charset="-122"/>
                <a:ea typeface="隶书" panose="02010509060101010101" pitchFamily="49" charset="-122"/>
              </a:rPr>
              <a:t>。</a:t>
            </a:r>
            <a:endParaRPr lang="en-US" altLang="zh-CN" sz="2800" dirty="0">
              <a:latin typeface="隶书" panose="02010509060101010101" pitchFamily="49" charset="-122"/>
              <a:ea typeface="隶书" panose="02010509060101010101" pitchFamily="49" charset="-122"/>
            </a:endParaRPr>
          </a:p>
          <a:p>
            <a:r>
              <a:rPr lang="en-US" altLang="zh-CN" sz="2800" dirty="0">
                <a:latin typeface="隶书" panose="02010509060101010101" pitchFamily="49" charset="-122"/>
                <a:ea typeface="隶书" panose="02010509060101010101" pitchFamily="49" charset="-122"/>
              </a:rPr>
              <a:t>3.</a:t>
            </a:r>
            <a:r>
              <a:rPr lang="zh-CN" altLang="en-US" sz="2800" dirty="0">
                <a:latin typeface="隶书" panose="02010509060101010101" pitchFamily="49" charset="-122"/>
                <a:ea typeface="隶书" panose="02010509060101010101" pitchFamily="49" charset="-122"/>
              </a:rPr>
              <a:t>若十进制数为负数，符号位补</a:t>
            </a:r>
            <a:r>
              <a:rPr lang="en-US" altLang="zh-CN" sz="2800" dirty="0">
                <a:latin typeface="隶书" panose="02010509060101010101" pitchFamily="49" charset="-122"/>
                <a:ea typeface="隶书" panose="02010509060101010101" pitchFamily="49" charset="-122"/>
              </a:rPr>
              <a:t>0</a:t>
            </a:r>
            <a:r>
              <a:rPr lang="zh-CN" altLang="en-US" sz="2800" dirty="0">
                <a:latin typeface="隶书" panose="02010509060101010101" pitchFamily="49" charset="-122"/>
                <a:ea typeface="隶书" panose="02010509060101010101" pitchFamily="49" charset="-122"/>
              </a:rPr>
              <a:t>后求补码</a:t>
            </a:r>
            <a:r>
              <a:rPr lang="en-US" altLang="zh-CN" sz="2800" dirty="0">
                <a:latin typeface="隶书" panose="02010509060101010101" pitchFamily="49" charset="-122"/>
                <a:ea typeface="隶书" panose="02010509060101010101" pitchFamily="49" charset="-122"/>
              </a:rPr>
              <a:t> </a:t>
            </a:r>
            <a:r>
              <a:rPr lang="zh-CN" altLang="en-US" sz="2800" dirty="0">
                <a:latin typeface="隶书" panose="02010509060101010101" pitchFamily="49" charset="-122"/>
                <a:ea typeface="隶书" panose="02010509060101010101" pitchFamily="49" charset="-122"/>
              </a:rPr>
              <a:t>。</a:t>
            </a:r>
            <a:endParaRPr lang="en-US" altLang="zh-CN" sz="2800" dirty="0">
              <a:latin typeface="隶书" panose="02010509060101010101" pitchFamily="49" charset="-122"/>
              <a:ea typeface="隶书" panose="02010509060101010101" pitchFamily="49" charset="-122"/>
            </a:endParaRPr>
          </a:p>
          <a:p>
            <a:endParaRPr lang="en-US" altLang="zh-CN" sz="2800" dirty="0">
              <a:latin typeface="隶书" panose="02010509060101010101" pitchFamily="49" charset="-122"/>
              <a:ea typeface="隶书" panose="02010509060101010101" pitchFamily="49" charset="-122"/>
            </a:endParaRPr>
          </a:p>
          <a:p>
            <a:r>
              <a:rPr lang="zh-CN" altLang="en-US" sz="2800" dirty="0">
                <a:latin typeface="隶书" panose="02010509060101010101" pitchFamily="49" charset="-122"/>
                <a:ea typeface="隶书" panose="02010509060101010101" pitchFamily="49" charset="-122"/>
              </a:rPr>
              <a:t>例：将</a:t>
            </a:r>
            <a:r>
              <a:rPr lang="en-US" altLang="zh-CN" sz="2800" dirty="0">
                <a:latin typeface="隶书" panose="02010509060101010101" pitchFamily="49" charset="-122"/>
                <a:ea typeface="隶书" panose="02010509060101010101" pitchFamily="49" charset="-122"/>
              </a:rPr>
              <a:t>-52</a:t>
            </a:r>
            <a:r>
              <a:rPr lang="zh-CN" altLang="en-US" sz="2800" dirty="0">
                <a:latin typeface="隶书" panose="02010509060101010101" pitchFamily="49" charset="-122"/>
                <a:ea typeface="隶书" panose="02010509060101010101" pitchFamily="49" charset="-122"/>
              </a:rPr>
              <a:t>转换为二进制表示</a:t>
            </a:r>
            <a:endParaRPr lang="en-US" altLang="zh-CN" sz="2800" dirty="0">
              <a:latin typeface="隶书" panose="02010509060101010101" pitchFamily="49" charset="-122"/>
              <a:ea typeface="隶书" panose="02010509060101010101" pitchFamily="49" charset="-122"/>
            </a:endParaRPr>
          </a:p>
          <a:p>
            <a:r>
              <a:rPr lang="en-US" altLang="zh-CN" sz="2800" dirty="0">
                <a:latin typeface="隶书" panose="02010509060101010101" pitchFamily="49" charset="-122"/>
                <a:ea typeface="隶书" panose="02010509060101010101" pitchFamily="49" charset="-122"/>
              </a:rPr>
              <a:t>1</a:t>
            </a:r>
            <a:r>
              <a:rPr lang="zh-CN" altLang="en-US" sz="2800" dirty="0">
                <a:latin typeface="隶书" panose="02010509060101010101" pitchFamily="49" charset="-122"/>
                <a:ea typeface="隶书" panose="02010509060101010101" pitchFamily="49" charset="-122"/>
              </a:rPr>
              <a:t>）对</a:t>
            </a:r>
            <a:r>
              <a:rPr lang="en-US" altLang="zh-CN" sz="2800" dirty="0">
                <a:latin typeface="隶书" panose="02010509060101010101" pitchFamily="49" charset="-122"/>
                <a:ea typeface="隶书" panose="02010509060101010101" pitchFamily="49" charset="-122"/>
              </a:rPr>
              <a:t>52</a:t>
            </a:r>
            <a:r>
              <a:rPr lang="zh-CN" altLang="en-US" sz="2800" dirty="0">
                <a:latin typeface="隶书" panose="02010509060101010101" pitchFamily="49" charset="-122"/>
                <a:ea typeface="隶书" panose="02010509060101010101" pitchFamily="49" charset="-122"/>
              </a:rPr>
              <a:t>转换得 </a:t>
            </a:r>
            <a:r>
              <a:rPr lang="en-US" altLang="zh-CN" sz="2800" dirty="0">
                <a:latin typeface="隶书" panose="02010509060101010101" pitchFamily="49" charset="-122"/>
                <a:ea typeface="隶书" panose="02010509060101010101" pitchFamily="49" charset="-122"/>
              </a:rPr>
              <a:t>110100</a:t>
            </a:r>
            <a:endParaRPr lang="en-US" altLang="zh-CN" sz="2800" dirty="0">
              <a:latin typeface="隶书" panose="02010509060101010101" pitchFamily="49" charset="-122"/>
              <a:ea typeface="隶书" panose="02010509060101010101" pitchFamily="49" charset="-122"/>
            </a:endParaRPr>
          </a:p>
          <a:p>
            <a:r>
              <a:rPr lang="en-US" altLang="zh-CN" sz="2800" dirty="0">
                <a:latin typeface="隶书" panose="02010509060101010101" pitchFamily="49" charset="-122"/>
                <a:ea typeface="隶书" panose="02010509060101010101" pitchFamily="49" charset="-122"/>
              </a:rPr>
              <a:t>2</a:t>
            </a:r>
            <a:r>
              <a:rPr lang="zh-CN" altLang="en-US" sz="2800" dirty="0">
                <a:latin typeface="隶书" panose="02010509060101010101" pitchFamily="49" charset="-122"/>
                <a:ea typeface="隶书" panose="02010509060101010101" pitchFamily="49" charset="-122"/>
              </a:rPr>
              <a:t>）为负数则符号位补</a:t>
            </a:r>
            <a:r>
              <a:rPr lang="en-US" altLang="zh-CN" sz="2800" dirty="0">
                <a:latin typeface="隶书" panose="02010509060101010101" pitchFamily="49" charset="-122"/>
                <a:ea typeface="隶书" panose="02010509060101010101" pitchFamily="49" charset="-122"/>
              </a:rPr>
              <a:t>0 00110100</a:t>
            </a:r>
            <a:endParaRPr lang="en-US" altLang="zh-CN" sz="2800" dirty="0">
              <a:latin typeface="隶书" panose="02010509060101010101" pitchFamily="49" charset="-122"/>
              <a:ea typeface="隶书" panose="02010509060101010101" pitchFamily="49" charset="-122"/>
            </a:endParaRPr>
          </a:p>
          <a:p>
            <a:r>
              <a:rPr lang="en-US" altLang="zh-CN" sz="2800" dirty="0">
                <a:latin typeface="隶书" panose="02010509060101010101" pitchFamily="49" charset="-122"/>
                <a:ea typeface="隶书" panose="02010509060101010101" pitchFamily="49" charset="-122"/>
              </a:rPr>
              <a:t>   </a:t>
            </a:r>
            <a:r>
              <a:rPr lang="zh-CN" altLang="en-US" sz="2800" dirty="0">
                <a:latin typeface="隶书" panose="02010509060101010101" pitchFamily="49" charset="-122"/>
                <a:ea typeface="隶书" panose="02010509060101010101" pitchFamily="49" charset="-122"/>
              </a:rPr>
              <a:t>求补码  </a:t>
            </a:r>
            <a:r>
              <a:rPr lang="en-US" altLang="zh-CN" sz="2800" dirty="0">
                <a:latin typeface="隶书" panose="02010509060101010101" pitchFamily="49" charset="-122"/>
                <a:ea typeface="隶书" panose="02010509060101010101" pitchFamily="49" charset="-122"/>
              </a:rPr>
              <a:t>11001100</a:t>
            </a:r>
            <a:endParaRPr lang="en-US" altLang="zh-CN" sz="2800" dirty="0">
              <a:latin typeface="隶书" panose="02010509060101010101" pitchFamily="49" charset="-122"/>
              <a:ea typeface="隶书" panose="02010509060101010101" pitchFamily="49" charset="-122"/>
            </a:endParaRPr>
          </a:p>
          <a:p>
            <a:endParaRPr lang="en-US" altLang="zh-CN" sz="2800" dirty="0">
              <a:latin typeface="隶书" panose="02010509060101010101" pitchFamily="49" charset="-122"/>
              <a:ea typeface="隶书" panose="02010509060101010101" pitchFamily="49" charset="-122"/>
            </a:endParaRPr>
          </a:p>
          <a:p>
            <a:endParaRPr lang="en-US" altLang="zh-CN" sz="2800" dirty="0">
              <a:latin typeface="隶书" panose="02010509060101010101" pitchFamily="49" charset="-122"/>
              <a:ea typeface="隶书" panose="02010509060101010101" pitchFamily="49" charset="-122"/>
            </a:endParaRPr>
          </a:p>
          <a:p>
            <a:endParaRPr lang="zh-CN" altLang="en-US" sz="2800" dirty="0">
              <a:latin typeface="隶书" panose="02010509060101010101" pitchFamily="49" charset="-122"/>
              <a:ea typeface="隶书" panose="02010509060101010101" pitchFamily="49" charset="-122"/>
            </a:endParaRPr>
          </a:p>
        </p:txBody>
      </p:sp>
      <p:sp>
        <p:nvSpPr>
          <p:cNvPr id="223246" name="Rectangle 14"/>
          <p:cNvSpPr>
            <a:spLocks noGrp="1" noChangeArrowheads="1"/>
          </p:cNvSpPr>
          <p:nvPr>
            <p:ph type="title"/>
          </p:nvPr>
        </p:nvSpPr>
        <p:spPr>
          <a:xfrm>
            <a:off x="1991544" y="76200"/>
            <a:ext cx="8280920" cy="762000"/>
          </a:xfrm>
          <a:noFill/>
        </p:spPr>
        <p:txBody>
          <a:bodyPr>
            <a:normAutofit fontScale="90000"/>
          </a:bodyPr>
          <a:lstStyle/>
          <a:p>
            <a:pPr algn="ctr"/>
            <a:r>
              <a:rPr lang="en-US" altLang="zh-CN" dirty="0">
                <a:latin typeface="华文琥珀" panose="02010800040101010101" pitchFamily="2" charset="-122"/>
              </a:rPr>
              <a:t>2</a:t>
            </a:r>
            <a:r>
              <a:rPr lang="zh-CN" altLang="en-US" dirty="0">
                <a:latin typeface="华文琥珀" panose="02010800040101010101" pitchFamily="2" charset="-122"/>
              </a:rPr>
              <a:t>.</a:t>
            </a:r>
            <a:r>
              <a:rPr lang="en-US" altLang="zh-CN" dirty="0">
                <a:latin typeface="华文琥珀" panose="02010800040101010101" pitchFamily="2" charset="-122"/>
              </a:rPr>
              <a:t>4</a:t>
            </a:r>
            <a:r>
              <a:rPr lang="zh-CN" altLang="en-US" dirty="0">
                <a:latin typeface="隶书" panose="02010509060101010101" pitchFamily="49" charset="-122"/>
                <a:ea typeface="隶书" panose="02010509060101010101" pitchFamily="49" charset="-122"/>
              </a:rPr>
              <a:t>二进制数和十进制数之间的转换</a:t>
            </a:r>
            <a:endParaRPr lang="zh-CN" altLang="en-US" dirty="0">
              <a:latin typeface="华文琥珀" panose="02010800040101010101" pitchFamily="2" charset="-122"/>
            </a:endParaRPr>
          </a:p>
        </p:txBody>
      </p:sp>
      <p:sp>
        <p:nvSpPr>
          <p:cNvPr id="2" name="灯片编号占位符 1"/>
          <p:cNvSpPr>
            <a:spLocks noGrp="1"/>
          </p:cNvSpPr>
          <p:nvPr>
            <p:ph type="sldNum" sz="quarter" idx="12"/>
          </p:nvPr>
        </p:nvSpPr>
        <p:spPr/>
        <p:txBody>
          <a:bodyPr/>
          <a:lstStyle/>
          <a:p>
            <a:pPr>
              <a:defRPr/>
            </a:pPr>
            <a:fld id="{7C93F2F6-B200-4836-9340-136DE7987878}" type="slidenum">
              <a:rPr lang="en-US" smtClean="0"/>
            </a:fld>
            <a:endParaRPr lang="en-US"/>
          </a:p>
        </p:txBody>
      </p:sp>
    </p:spTree>
  </p:cSld>
  <p:clrMapOvr>
    <a:masterClrMapping/>
  </p:clrMapOvr>
  <p:transition spd="med">
    <p:strips dir="rd"/>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3235" name="Rectangle 3"/>
          <p:cNvSpPr>
            <a:spLocks noGrp="1" noChangeArrowheads="1"/>
          </p:cNvSpPr>
          <p:nvPr>
            <p:ph type="body" idx="1"/>
          </p:nvPr>
        </p:nvSpPr>
        <p:spPr>
          <a:xfrm>
            <a:off x="2063750" y="1125538"/>
            <a:ext cx="8352730" cy="4967758"/>
          </a:xfrm>
        </p:spPr>
        <p:txBody>
          <a:bodyPr/>
          <a:lstStyle/>
          <a:p>
            <a:r>
              <a:rPr lang="en-US" altLang="zh-CN" sz="2800" dirty="0">
                <a:latin typeface="隶书" panose="02010509060101010101" pitchFamily="49" charset="-122"/>
                <a:ea typeface="隶书" panose="02010509060101010101" pitchFamily="49" charset="-122"/>
              </a:rPr>
              <a:t>2.5.1 </a:t>
            </a:r>
            <a:r>
              <a:rPr lang="zh-CN" altLang="en-US" sz="2800" dirty="0">
                <a:latin typeface="隶书" panose="02010509060101010101" pitchFamily="49" charset="-122"/>
                <a:ea typeface="隶书" panose="02010509060101010101" pitchFamily="49" charset="-122"/>
              </a:rPr>
              <a:t>加法和减法</a:t>
            </a:r>
            <a:endParaRPr lang="en-US" altLang="zh-CN" sz="2800" dirty="0">
              <a:latin typeface="隶书" panose="02010509060101010101" pitchFamily="49" charset="-122"/>
              <a:ea typeface="隶书" panose="02010509060101010101" pitchFamily="49" charset="-122"/>
            </a:endParaRPr>
          </a:p>
          <a:p>
            <a:r>
              <a:rPr lang="en-US" altLang="zh-CN" sz="2800" dirty="0">
                <a:latin typeface="隶书" panose="02010509060101010101" pitchFamily="49" charset="-122"/>
                <a:ea typeface="隶书" panose="02010509060101010101" pitchFamily="49" charset="-122"/>
              </a:rPr>
              <a:t>1.</a:t>
            </a:r>
            <a:r>
              <a:rPr lang="zh-CN" altLang="en-US" sz="2800" dirty="0">
                <a:latin typeface="隶书" panose="02010509060101010101" pitchFamily="49" charset="-122"/>
                <a:ea typeface="隶书" panose="02010509060101010101" pitchFamily="49" charset="-122"/>
              </a:rPr>
              <a:t>加法运算是按位对齐，从右到左依次计算。</a:t>
            </a:r>
            <a:endParaRPr lang="en-US" altLang="zh-CN" sz="2800" dirty="0">
              <a:latin typeface="隶书" panose="02010509060101010101" pitchFamily="49" charset="-122"/>
              <a:ea typeface="隶书" panose="02010509060101010101" pitchFamily="49" charset="-122"/>
            </a:endParaRPr>
          </a:p>
          <a:p>
            <a:r>
              <a:rPr lang="en-US" altLang="zh-CN" sz="2800" dirty="0">
                <a:latin typeface="隶书" panose="02010509060101010101" pitchFamily="49" charset="-122"/>
                <a:ea typeface="隶书" panose="02010509060101010101" pitchFamily="49" charset="-122"/>
              </a:rPr>
              <a:t>2.</a:t>
            </a:r>
            <a:r>
              <a:rPr lang="zh-CN" altLang="en-US" sz="2800" dirty="0">
                <a:latin typeface="隶书" panose="02010509060101010101" pitchFamily="49" charset="-122"/>
                <a:ea typeface="隶书" panose="02010509060101010101" pitchFamily="49" charset="-122"/>
              </a:rPr>
              <a:t>减法理解为加上一个负数</a:t>
            </a:r>
            <a:endParaRPr lang="en-US" altLang="zh-CN" sz="2800" dirty="0">
              <a:latin typeface="隶书" panose="02010509060101010101" pitchFamily="49" charset="-122"/>
              <a:ea typeface="隶书" panose="02010509060101010101" pitchFamily="49" charset="-122"/>
            </a:endParaRPr>
          </a:p>
          <a:p>
            <a:r>
              <a:rPr lang="en-US" altLang="zh-CN" sz="2800" dirty="0">
                <a:latin typeface="隶书" panose="02010509060101010101" pitchFamily="49" charset="-122"/>
                <a:ea typeface="隶书" panose="02010509060101010101" pitchFamily="49" charset="-122"/>
              </a:rPr>
              <a:t>3. </a:t>
            </a:r>
            <a:r>
              <a:rPr lang="zh-CN" altLang="en-US" sz="2800" dirty="0">
                <a:latin typeface="隶书" panose="02010509060101010101" pitchFamily="49" charset="-122"/>
                <a:ea typeface="隶书" panose="02010509060101010101" pitchFamily="49" charset="-122"/>
              </a:rPr>
              <a:t>一个数自己加自己等于自己左移一位。</a:t>
            </a:r>
            <a:endParaRPr lang="en-US" altLang="zh-CN" sz="2800" dirty="0">
              <a:latin typeface="隶书" panose="02010509060101010101" pitchFamily="49" charset="-122"/>
              <a:ea typeface="隶书" panose="02010509060101010101" pitchFamily="49" charset="-122"/>
            </a:endParaRPr>
          </a:p>
          <a:p>
            <a:endParaRPr lang="en-US" altLang="zh-CN" sz="2800" dirty="0">
              <a:latin typeface="隶书" panose="02010509060101010101" pitchFamily="49" charset="-122"/>
              <a:ea typeface="隶书" panose="02010509060101010101" pitchFamily="49" charset="-122"/>
            </a:endParaRPr>
          </a:p>
          <a:p>
            <a:endParaRPr lang="zh-CN" altLang="en-US" sz="2800" dirty="0">
              <a:latin typeface="隶书" panose="02010509060101010101" pitchFamily="49" charset="-122"/>
              <a:ea typeface="隶书" panose="02010509060101010101" pitchFamily="49" charset="-122"/>
            </a:endParaRPr>
          </a:p>
        </p:txBody>
      </p:sp>
      <p:sp>
        <p:nvSpPr>
          <p:cNvPr id="223246" name="Rectangle 14"/>
          <p:cNvSpPr>
            <a:spLocks noGrp="1" noChangeArrowheads="1"/>
          </p:cNvSpPr>
          <p:nvPr>
            <p:ph type="title"/>
          </p:nvPr>
        </p:nvSpPr>
        <p:spPr>
          <a:xfrm>
            <a:off x="1991544" y="76200"/>
            <a:ext cx="8280920" cy="762000"/>
          </a:xfrm>
          <a:noFill/>
        </p:spPr>
        <p:txBody>
          <a:bodyPr/>
          <a:lstStyle/>
          <a:p>
            <a:pPr algn="ctr"/>
            <a:r>
              <a:rPr lang="en-US" altLang="zh-CN" dirty="0">
                <a:latin typeface="华文琥珀" panose="02010800040101010101" pitchFamily="2" charset="-122"/>
              </a:rPr>
              <a:t>2</a:t>
            </a:r>
            <a:r>
              <a:rPr lang="zh-CN" altLang="en-US" dirty="0">
                <a:latin typeface="华文琥珀" panose="02010800040101010101" pitchFamily="2" charset="-122"/>
              </a:rPr>
              <a:t>.</a:t>
            </a:r>
            <a:r>
              <a:rPr lang="en-US" altLang="zh-CN" dirty="0">
                <a:latin typeface="华文琥珀" panose="02010800040101010101" pitchFamily="2" charset="-122"/>
              </a:rPr>
              <a:t>5 </a:t>
            </a:r>
            <a:r>
              <a:rPr lang="en-US" altLang="zh-CN" dirty="0">
                <a:latin typeface="隶书" panose="02010509060101010101" pitchFamily="49" charset="-122"/>
                <a:ea typeface="隶书" panose="02010509060101010101" pitchFamily="49" charset="-122"/>
              </a:rPr>
              <a:t>bit</a:t>
            </a:r>
            <a:r>
              <a:rPr lang="zh-CN" altLang="en-US" dirty="0">
                <a:latin typeface="隶书" panose="02010509060101010101" pitchFamily="49" charset="-122"/>
                <a:ea typeface="隶书" panose="02010509060101010101" pitchFamily="49" charset="-122"/>
              </a:rPr>
              <a:t>运算之一：算数运算</a:t>
            </a:r>
            <a:endParaRPr lang="zh-CN" altLang="en-US" dirty="0">
              <a:latin typeface="华文琥珀" panose="02010800040101010101" pitchFamily="2" charset="-122"/>
            </a:endParaRPr>
          </a:p>
        </p:txBody>
      </p:sp>
      <p:sp>
        <p:nvSpPr>
          <p:cNvPr id="2" name="灯片编号占位符 1"/>
          <p:cNvSpPr>
            <a:spLocks noGrp="1"/>
          </p:cNvSpPr>
          <p:nvPr>
            <p:ph type="sldNum" sz="quarter" idx="12"/>
          </p:nvPr>
        </p:nvSpPr>
        <p:spPr/>
        <p:txBody>
          <a:bodyPr/>
          <a:lstStyle/>
          <a:p>
            <a:pPr>
              <a:defRPr/>
            </a:pPr>
            <a:fld id="{7C93F2F6-B200-4836-9340-136DE7987878}" type="slidenum">
              <a:rPr lang="en-US" smtClean="0"/>
            </a:fld>
            <a:endParaRPr lang="en-US"/>
          </a:p>
        </p:txBody>
      </p:sp>
    </p:spTree>
  </p:cSld>
  <p:clrMapOvr>
    <a:masterClrMapping/>
  </p:clrMapOvr>
  <p:transition spd="med">
    <p:strips dir="rd"/>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例子</a:t>
            </a:r>
            <a:endParaRPr lang="zh-HK" altLang="en-US" dirty="0"/>
          </a:p>
        </p:txBody>
      </p:sp>
      <p:sp>
        <p:nvSpPr>
          <p:cNvPr id="5" name="Text Box 4"/>
          <p:cNvSpPr txBox="1">
            <a:spLocks noChangeArrowheads="1"/>
          </p:cNvSpPr>
          <p:nvPr/>
        </p:nvSpPr>
        <p:spPr bwMode="auto">
          <a:xfrm>
            <a:off x="2567305" y="1412875"/>
            <a:ext cx="7845425" cy="1383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tabLst>
                <a:tab pos="565150" algn="r"/>
                <a:tab pos="2514600" algn="r"/>
                <a:tab pos="2679700" algn="l"/>
                <a:tab pos="3943350" algn="r"/>
                <a:tab pos="5775325" algn="r"/>
                <a:tab pos="5894070" algn="l"/>
              </a:tabLst>
              <a:defRPr baseline="-25000">
                <a:solidFill>
                  <a:schemeClr val="tx1"/>
                </a:solidFill>
                <a:latin typeface="Arial" panose="020B0604020202020204" pitchFamily="34" charset="0"/>
                <a:ea typeface="宋体" panose="02010600030101010101" pitchFamily="2" charset="-122"/>
              </a:defRPr>
            </a:lvl1pPr>
            <a:lvl2pPr marL="742950" indent="-285750" eaLnBrk="0" hangingPunct="0">
              <a:tabLst>
                <a:tab pos="565150" algn="r"/>
                <a:tab pos="2514600" algn="r"/>
                <a:tab pos="2679700" algn="l"/>
                <a:tab pos="3943350" algn="r"/>
                <a:tab pos="5775325" algn="r"/>
                <a:tab pos="5894070" algn="l"/>
              </a:tabLst>
              <a:defRPr baseline="-25000">
                <a:solidFill>
                  <a:schemeClr val="tx1"/>
                </a:solidFill>
                <a:latin typeface="Arial" panose="020B0604020202020204" pitchFamily="34" charset="0"/>
                <a:ea typeface="宋体" panose="02010600030101010101" pitchFamily="2" charset="-122"/>
              </a:defRPr>
            </a:lvl2pPr>
            <a:lvl3pPr marL="1143000" indent="-228600" eaLnBrk="0" hangingPunct="0">
              <a:tabLst>
                <a:tab pos="565150" algn="r"/>
                <a:tab pos="2514600" algn="r"/>
                <a:tab pos="2679700" algn="l"/>
                <a:tab pos="3943350" algn="r"/>
                <a:tab pos="5775325" algn="r"/>
                <a:tab pos="5894070" algn="l"/>
              </a:tabLst>
              <a:defRPr baseline="-25000">
                <a:solidFill>
                  <a:schemeClr val="tx1"/>
                </a:solidFill>
                <a:latin typeface="Arial" panose="020B0604020202020204" pitchFamily="34" charset="0"/>
                <a:ea typeface="宋体" panose="02010600030101010101" pitchFamily="2" charset="-122"/>
              </a:defRPr>
            </a:lvl3pPr>
            <a:lvl4pPr marL="1600200" indent="-228600" eaLnBrk="0" hangingPunct="0">
              <a:tabLst>
                <a:tab pos="565150" algn="r"/>
                <a:tab pos="2514600" algn="r"/>
                <a:tab pos="2679700" algn="l"/>
                <a:tab pos="3943350" algn="r"/>
                <a:tab pos="5775325" algn="r"/>
                <a:tab pos="5894070" algn="l"/>
              </a:tabLst>
              <a:defRPr baseline="-25000">
                <a:solidFill>
                  <a:schemeClr val="tx1"/>
                </a:solidFill>
                <a:latin typeface="Arial" panose="020B0604020202020204" pitchFamily="34" charset="0"/>
                <a:ea typeface="宋体" panose="02010600030101010101" pitchFamily="2" charset="-122"/>
              </a:defRPr>
            </a:lvl4pPr>
            <a:lvl5pPr marL="2057400" indent="-228600" eaLnBrk="0" hangingPunct="0">
              <a:tabLst>
                <a:tab pos="565150" algn="r"/>
                <a:tab pos="2514600" algn="r"/>
                <a:tab pos="2679700" algn="l"/>
                <a:tab pos="3943350" algn="r"/>
                <a:tab pos="5775325" algn="r"/>
                <a:tab pos="5894070" algn="l"/>
              </a:tabLst>
              <a:defRPr baseline="-25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tabLst>
                <a:tab pos="565150" algn="r"/>
                <a:tab pos="2514600" algn="r"/>
                <a:tab pos="2679700" algn="l"/>
                <a:tab pos="3943350" algn="r"/>
                <a:tab pos="5775325" algn="r"/>
                <a:tab pos="5894070" algn="l"/>
              </a:tabLst>
              <a:defRPr baseline="-25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tabLst>
                <a:tab pos="565150" algn="r"/>
                <a:tab pos="2514600" algn="r"/>
                <a:tab pos="2679700" algn="l"/>
                <a:tab pos="3943350" algn="r"/>
                <a:tab pos="5775325" algn="r"/>
                <a:tab pos="5894070" algn="l"/>
              </a:tabLst>
              <a:defRPr baseline="-25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tabLst>
                <a:tab pos="565150" algn="r"/>
                <a:tab pos="2514600" algn="r"/>
                <a:tab pos="2679700" algn="l"/>
                <a:tab pos="3943350" algn="r"/>
                <a:tab pos="5775325" algn="r"/>
                <a:tab pos="5894070" algn="l"/>
              </a:tabLst>
              <a:defRPr baseline="-25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tabLst>
                <a:tab pos="565150" algn="r"/>
                <a:tab pos="2514600" algn="r"/>
                <a:tab pos="2679700" algn="l"/>
                <a:tab pos="3943350" algn="r"/>
                <a:tab pos="5775325" algn="r"/>
                <a:tab pos="5894070" algn="l"/>
              </a:tabLst>
              <a:defRPr baseline="-25000">
                <a:solidFill>
                  <a:schemeClr val="tx1"/>
                </a:solidFill>
                <a:latin typeface="Arial" panose="020B0604020202020204" pitchFamily="34" charset="0"/>
                <a:ea typeface="宋体" panose="02010600030101010101" pitchFamily="2" charset="-122"/>
              </a:defRPr>
            </a:lvl9pPr>
          </a:lstStyle>
          <a:p>
            <a:r>
              <a:rPr lang="zh-CN" altLang="en-US" sz="2400" baseline="0" dirty="0"/>
              <a:t>		</a:t>
            </a:r>
            <a:r>
              <a:rPr lang="en-US" altLang="zh-CN" sz="2800" b="1" baseline="0" dirty="0">
                <a:latin typeface="CourierPS" pitchFamily="49" charset="0"/>
              </a:rPr>
              <a:t>01101000</a:t>
            </a:r>
            <a:r>
              <a:rPr lang="en-US" altLang="zh-CN" sz="2800" b="1" baseline="0" dirty="0"/>
              <a:t>	</a:t>
            </a:r>
            <a:r>
              <a:rPr lang="en-US" altLang="zh-CN" sz="2400" baseline="0" dirty="0"/>
              <a:t>(104)		</a:t>
            </a:r>
            <a:r>
              <a:rPr lang="en-US" altLang="zh-CN" sz="2800" b="1" baseline="0" dirty="0">
                <a:latin typeface="CourierPS" pitchFamily="49" charset="0"/>
              </a:rPr>
              <a:t>11110110</a:t>
            </a:r>
            <a:r>
              <a:rPr lang="en-US" altLang="zh-CN" sz="2800" b="1" baseline="0" dirty="0"/>
              <a:t>	</a:t>
            </a:r>
            <a:r>
              <a:rPr lang="en-US" altLang="zh-CN" sz="2400" baseline="0" dirty="0"/>
              <a:t>(-10)</a:t>
            </a:r>
            <a:endParaRPr lang="en-US" altLang="zh-CN" sz="2400" baseline="0" dirty="0"/>
          </a:p>
          <a:p>
            <a:r>
              <a:rPr lang="en-US" altLang="zh-CN" sz="2800" b="1" baseline="0" dirty="0"/>
              <a:t>	</a:t>
            </a:r>
            <a:r>
              <a:rPr lang="en-US" altLang="zh-CN" sz="2800" b="1" baseline="0" dirty="0">
                <a:latin typeface="CourierPS" pitchFamily="49" charset="0"/>
              </a:rPr>
              <a:t>+</a:t>
            </a:r>
            <a:r>
              <a:rPr lang="en-US" altLang="zh-CN" sz="2800" b="1" u="sng" baseline="0" dirty="0">
                <a:latin typeface="CourierPS" pitchFamily="49" charset="0"/>
              </a:rPr>
              <a:t>	11110000</a:t>
            </a:r>
            <a:r>
              <a:rPr lang="en-US" altLang="zh-CN" sz="2800" b="1" baseline="0" dirty="0"/>
              <a:t>	</a:t>
            </a:r>
            <a:r>
              <a:rPr lang="en-US" altLang="zh-CN" sz="2400" baseline="0" dirty="0"/>
              <a:t>(-16)	</a:t>
            </a:r>
            <a:r>
              <a:rPr lang="en-US" altLang="zh-CN" sz="2800" b="1" baseline="0" dirty="0">
                <a:latin typeface="CourierPS" pitchFamily="49" charset="0"/>
              </a:rPr>
              <a:t>+</a:t>
            </a:r>
            <a:r>
              <a:rPr lang="en-US" altLang="zh-CN" sz="2800" b="1" u="sng" baseline="0" dirty="0">
                <a:latin typeface="CourierPS" pitchFamily="49" charset="0"/>
              </a:rPr>
              <a:t>	</a:t>
            </a:r>
            <a:r>
              <a:rPr lang="en-US" altLang="zh-CN" sz="2400" baseline="0" dirty="0"/>
              <a:t>	      (-9)</a:t>
            </a:r>
            <a:endParaRPr lang="en-US" altLang="zh-CN" sz="2400" baseline="0" dirty="0"/>
          </a:p>
          <a:p>
            <a:r>
              <a:rPr lang="en-US" altLang="zh-CN" sz="2800" b="1" baseline="0" dirty="0"/>
              <a:t>			</a:t>
            </a:r>
            <a:r>
              <a:rPr lang="en-US" altLang="zh-CN" sz="2400" baseline="0" dirty="0"/>
              <a:t>(88)	</a:t>
            </a:r>
            <a:r>
              <a:rPr lang="en-US" altLang="zh-CN" sz="2800" b="1" baseline="0" dirty="0"/>
              <a:t>	</a:t>
            </a:r>
            <a:r>
              <a:rPr lang="en-US" altLang="zh-CN" sz="2400" baseline="0" dirty="0"/>
              <a:t>	      (-19)</a:t>
            </a:r>
            <a:endParaRPr lang="en-US" altLang="zh-CN" sz="2400" baseline="0" dirty="0"/>
          </a:p>
        </p:txBody>
      </p:sp>
      <p:sp>
        <p:nvSpPr>
          <p:cNvPr id="6" name="Text Box 4"/>
          <p:cNvSpPr txBox="1">
            <a:spLocks noChangeArrowheads="1"/>
          </p:cNvSpPr>
          <p:nvPr/>
        </p:nvSpPr>
        <p:spPr bwMode="auto">
          <a:xfrm>
            <a:off x="2514600" y="3352800"/>
            <a:ext cx="7738110" cy="2676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tabLst>
                <a:tab pos="565150" algn="r"/>
                <a:tab pos="2514600" algn="r"/>
                <a:tab pos="2679700" algn="l"/>
                <a:tab pos="3943350" algn="r"/>
                <a:tab pos="5775325" algn="r"/>
                <a:tab pos="5894070" algn="l"/>
              </a:tabLst>
              <a:defRPr baseline="-25000">
                <a:solidFill>
                  <a:schemeClr val="tx1"/>
                </a:solidFill>
                <a:latin typeface="Arial" panose="020B0604020202020204" pitchFamily="34" charset="0"/>
                <a:ea typeface="宋体" panose="02010600030101010101" pitchFamily="2" charset="-122"/>
              </a:defRPr>
            </a:lvl1pPr>
            <a:lvl2pPr marL="742950" indent="-285750" eaLnBrk="0" hangingPunct="0">
              <a:tabLst>
                <a:tab pos="565150" algn="r"/>
                <a:tab pos="2514600" algn="r"/>
                <a:tab pos="2679700" algn="l"/>
                <a:tab pos="3943350" algn="r"/>
                <a:tab pos="5775325" algn="r"/>
                <a:tab pos="5894070" algn="l"/>
              </a:tabLst>
              <a:defRPr baseline="-25000">
                <a:solidFill>
                  <a:schemeClr val="tx1"/>
                </a:solidFill>
                <a:latin typeface="Arial" panose="020B0604020202020204" pitchFamily="34" charset="0"/>
                <a:ea typeface="宋体" panose="02010600030101010101" pitchFamily="2" charset="-122"/>
              </a:defRPr>
            </a:lvl2pPr>
            <a:lvl3pPr marL="1143000" indent="-228600" eaLnBrk="0" hangingPunct="0">
              <a:tabLst>
                <a:tab pos="565150" algn="r"/>
                <a:tab pos="2514600" algn="r"/>
                <a:tab pos="2679700" algn="l"/>
                <a:tab pos="3943350" algn="r"/>
                <a:tab pos="5775325" algn="r"/>
                <a:tab pos="5894070" algn="l"/>
              </a:tabLst>
              <a:defRPr baseline="-25000">
                <a:solidFill>
                  <a:schemeClr val="tx1"/>
                </a:solidFill>
                <a:latin typeface="Arial" panose="020B0604020202020204" pitchFamily="34" charset="0"/>
                <a:ea typeface="宋体" panose="02010600030101010101" pitchFamily="2" charset="-122"/>
              </a:defRPr>
            </a:lvl3pPr>
            <a:lvl4pPr marL="1600200" indent="-228600" eaLnBrk="0" hangingPunct="0">
              <a:tabLst>
                <a:tab pos="565150" algn="r"/>
                <a:tab pos="2514600" algn="r"/>
                <a:tab pos="2679700" algn="l"/>
                <a:tab pos="3943350" algn="r"/>
                <a:tab pos="5775325" algn="r"/>
                <a:tab pos="5894070" algn="l"/>
              </a:tabLst>
              <a:defRPr baseline="-25000">
                <a:solidFill>
                  <a:schemeClr val="tx1"/>
                </a:solidFill>
                <a:latin typeface="Arial" panose="020B0604020202020204" pitchFamily="34" charset="0"/>
                <a:ea typeface="宋体" panose="02010600030101010101" pitchFamily="2" charset="-122"/>
              </a:defRPr>
            </a:lvl4pPr>
            <a:lvl5pPr marL="2057400" indent="-228600" eaLnBrk="0" hangingPunct="0">
              <a:tabLst>
                <a:tab pos="565150" algn="r"/>
                <a:tab pos="2514600" algn="r"/>
                <a:tab pos="2679700" algn="l"/>
                <a:tab pos="3943350" algn="r"/>
                <a:tab pos="5775325" algn="r"/>
                <a:tab pos="5894070" algn="l"/>
              </a:tabLst>
              <a:defRPr baseline="-25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tabLst>
                <a:tab pos="565150" algn="r"/>
                <a:tab pos="2514600" algn="r"/>
                <a:tab pos="2679700" algn="l"/>
                <a:tab pos="3943350" algn="r"/>
                <a:tab pos="5775325" algn="r"/>
                <a:tab pos="5894070" algn="l"/>
              </a:tabLst>
              <a:defRPr baseline="-25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tabLst>
                <a:tab pos="565150" algn="r"/>
                <a:tab pos="2514600" algn="r"/>
                <a:tab pos="2679700" algn="l"/>
                <a:tab pos="3943350" algn="r"/>
                <a:tab pos="5775325" algn="r"/>
                <a:tab pos="5894070" algn="l"/>
              </a:tabLst>
              <a:defRPr baseline="-25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tabLst>
                <a:tab pos="565150" algn="r"/>
                <a:tab pos="2514600" algn="r"/>
                <a:tab pos="2679700" algn="l"/>
                <a:tab pos="3943350" algn="r"/>
                <a:tab pos="5775325" algn="r"/>
                <a:tab pos="5894070" algn="l"/>
              </a:tabLst>
              <a:defRPr baseline="-25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tabLst>
                <a:tab pos="565150" algn="r"/>
                <a:tab pos="2514600" algn="r"/>
                <a:tab pos="2679700" algn="l"/>
                <a:tab pos="3943350" algn="r"/>
                <a:tab pos="5775325" algn="r"/>
                <a:tab pos="5894070" algn="l"/>
              </a:tabLst>
              <a:defRPr baseline="-25000">
                <a:solidFill>
                  <a:schemeClr val="tx1"/>
                </a:solidFill>
                <a:latin typeface="Arial" panose="020B0604020202020204" pitchFamily="34" charset="0"/>
                <a:ea typeface="宋体" panose="02010600030101010101" pitchFamily="2" charset="-122"/>
              </a:defRPr>
            </a:lvl9pPr>
          </a:lstStyle>
          <a:p>
            <a:r>
              <a:rPr lang="zh-CN" altLang="en-US" sz="2400" baseline="0" dirty="0">
                <a:latin typeface="CourierPS" pitchFamily="49" charset="0"/>
              </a:rPr>
              <a:t>		</a:t>
            </a:r>
            <a:r>
              <a:rPr lang="en-US" altLang="zh-CN" sz="2800" b="1" baseline="0" dirty="0">
                <a:latin typeface="CourierPS" pitchFamily="49" charset="0"/>
              </a:rPr>
              <a:t>01101000	</a:t>
            </a:r>
            <a:r>
              <a:rPr lang="en-US" altLang="zh-CN" sz="2400" baseline="0" dirty="0"/>
              <a:t>(104)</a:t>
            </a:r>
            <a:r>
              <a:rPr lang="en-US" altLang="zh-CN" sz="2400" baseline="0" dirty="0">
                <a:latin typeface="Franklin Gothic Book" panose="020B0503020102020204" pitchFamily="34" charset="0"/>
              </a:rPr>
              <a:t>		</a:t>
            </a:r>
            <a:r>
              <a:rPr lang="en-US" altLang="zh-CN" sz="2800" b="1" baseline="0" dirty="0">
                <a:latin typeface="CourierPS" pitchFamily="49" charset="0"/>
              </a:rPr>
              <a:t>11110110	</a:t>
            </a:r>
            <a:r>
              <a:rPr lang="en-US" altLang="zh-CN" sz="2400" baseline="0" dirty="0"/>
              <a:t>(-10)</a:t>
            </a:r>
            <a:endParaRPr lang="en-US" altLang="zh-CN" sz="2400" baseline="0" dirty="0">
              <a:latin typeface="Franklin Gothic Book" panose="020B0503020102020204" pitchFamily="34" charset="0"/>
            </a:endParaRPr>
          </a:p>
          <a:p>
            <a:r>
              <a:rPr lang="en-US" altLang="zh-CN" sz="2800" b="1" baseline="0" dirty="0">
                <a:latin typeface="CourierPS" pitchFamily="49" charset="0"/>
              </a:rPr>
              <a:t>	-</a:t>
            </a:r>
            <a:r>
              <a:rPr lang="en-US" altLang="zh-CN" sz="2800" b="1" u="sng" baseline="0" dirty="0">
                <a:latin typeface="CourierPS" pitchFamily="49" charset="0"/>
              </a:rPr>
              <a:t>	00010000</a:t>
            </a:r>
            <a:r>
              <a:rPr lang="en-US" altLang="zh-CN" sz="2800" b="1" baseline="0" dirty="0">
                <a:latin typeface="CourierPS" pitchFamily="49" charset="0"/>
              </a:rPr>
              <a:t>	</a:t>
            </a:r>
            <a:r>
              <a:rPr lang="en-US" altLang="zh-CN" sz="2400" baseline="0" dirty="0"/>
              <a:t>(16</a:t>
            </a:r>
            <a:r>
              <a:rPr lang="en-US" altLang="zh-CN" sz="2400" baseline="0" dirty="0">
                <a:latin typeface="CourierPS" pitchFamily="49" charset="0"/>
              </a:rPr>
              <a:t>) 	</a:t>
            </a:r>
            <a:r>
              <a:rPr lang="en-US" altLang="zh-CN" sz="2800" b="1" baseline="0" dirty="0">
                <a:latin typeface="CourierPS" pitchFamily="49" charset="0"/>
              </a:rPr>
              <a:t>+</a:t>
            </a:r>
            <a:r>
              <a:rPr lang="en-US" altLang="zh-CN" sz="2800" b="1" u="sng" baseline="0" dirty="0">
                <a:latin typeface="CourierPS" pitchFamily="49" charset="0"/>
              </a:rPr>
              <a:t>	</a:t>
            </a:r>
            <a:r>
              <a:rPr lang="en-US" altLang="zh-CN" sz="2400" baseline="0" dirty="0">
                <a:latin typeface="CourierPS" pitchFamily="49" charset="0"/>
              </a:rPr>
              <a:t>	    </a:t>
            </a:r>
            <a:r>
              <a:rPr lang="en-US" altLang="zh-CN" sz="2400" baseline="0" dirty="0"/>
              <a:t>(9)</a:t>
            </a:r>
            <a:endParaRPr lang="en-US" altLang="zh-CN" sz="2400" baseline="0" dirty="0">
              <a:latin typeface="Franklin Gothic Book" panose="020B0503020102020204" pitchFamily="34" charset="0"/>
            </a:endParaRPr>
          </a:p>
          <a:p>
            <a:pPr lvl="1"/>
            <a:r>
              <a:rPr lang="en-US" altLang="zh-CN" sz="2800" b="1" baseline="0" dirty="0">
                <a:latin typeface="CourierPS" pitchFamily="49" charset="0"/>
              </a:rPr>
              <a:t>		              </a:t>
            </a:r>
            <a:r>
              <a:rPr lang="en-US" altLang="zh-CN" sz="2400" baseline="0" dirty="0">
                <a:sym typeface="+mn-ea"/>
              </a:rPr>
              <a:t>(88)</a:t>
            </a:r>
            <a:r>
              <a:rPr lang="en-US" altLang="zh-CN" sz="2800" b="1" baseline="0" dirty="0">
                <a:latin typeface="CourierPS" pitchFamily="49" charset="0"/>
              </a:rPr>
              <a:t>                       </a:t>
            </a:r>
            <a:r>
              <a:rPr lang="en-US" altLang="zh-CN" sz="2400" baseline="0" dirty="0">
                <a:sym typeface="+mn-ea"/>
              </a:rPr>
              <a:t>(-1)</a:t>
            </a:r>
            <a:r>
              <a:rPr lang="en-US" altLang="zh-CN" sz="2400" b="1" baseline="0" dirty="0">
                <a:latin typeface="CourierPS" pitchFamily="49" charset="0"/>
              </a:rPr>
              <a:t>	</a:t>
            </a:r>
            <a:r>
              <a:rPr lang="en-US" altLang="zh-CN" sz="2800" b="1" baseline="0" dirty="0">
                <a:latin typeface="CourierPS" pitchFamily="49" charset="0"/>
              </a:rPr>
              <a:t>  	            </a:t>
            </a:r>
            <a:endParaRPr lang="en-US" altLang="zh-CN" sz="2400" baseline="0" dirty="0">
              <a:latin typeface="Franklin Gothic Book" panose="020B0503020102020204" pitchFamily="34" charset="0"/>
            </a:endParaRPr>
          </a:p>
          <a:p>
            <a:r>
              <a:rPr lang="en-US" altLang="zh-CN" sz="2800" b="1" baseline="0" dirty="0">
                <a:latin typeface="CourierPS" pitchFamily="49" charset="0"/>
              </a:rPr>
              <a:t>		</a:t>
            </a:r>
            <a:endParaRPr lang="en-US" altLang="zh-CN" sz="2400" baseline="0" dirty="0">
              <a:latin typeface="Franklin Gothic Book" panose="020B0503020102020204" pitchFamily="34" charset="0"/>
            </a:endParaRPr>
          </a:p>
          <a:p>
            <a:r>
              <a:rPr lang="en-US" altLang="zh-CN" sz="2800" b="1" baseline="0" dirty="0">
                <a:latin typeface="CourierPS" pitchFamily="49" charset="0"/>
              </a:rPr>
              <a:t>					</a:t>
            </a:r>
            <a:endParaRPr lang="en-US" altLang="zh-CN" sz="2400" baseline="0" dirty="0">
              <a:latin typeface="Franklin Gothic Book" panose="020B0503020102020204" pitchFamily="34" charset="0"/>
            </a:endParaRPr>
          </a:p>
        </p:txBody>
      </p:sp>
      <p:sp>
        <p:nvSpPr>
          <p:cNvPr id="3" name="灯片编号占位符 2"/>
          <p:cNvSpPr>
            <a:spLocks noGrp="1"/>
          </p:cNvSpPr>
          <p:nvPr>
            <p:ph type="sldNum" sz="quarter" idx="12"/>
          </p:nvPr>
        </p:nvSpPr>
        <p:spPr/>
        <p:txBody>
          <a:bodyPr/>
          <a:lstStyle/>
          <a:p>
            <a:pPr>
              <a:defRPr/>
            </a:pPr>
            <a:fld id="{7C93F2F6-B200-4836-9340-136DE7987878}" type="slidenum">
              <a:rPr lang="en-US" smtClean="0"/>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828800" y="1134616"/>
            <a:ext cx="8534400" cy="4166592"/>
          </a:xfrm>
        </p:spPr>
        <p:txBody>
          <a:bodyPr/>
          <a:lstStyle/>
          <a:p>
            <a:r>
              <a:rPr lang="en-US" altLang="zh-CN" sz="2800" dirty="0">
                <a:latin typeface="隶书" panose="02010509060101010101" pitchFamily="49" charset="-122"/>
                <a:ea typeface="隶书" panose="02010509060101010101" pitchFamily="49" charset="-122"/>
              </a:rPr>
              <a:t>2.5.2 </a:t>
            </a:r>
            <a:r>
              <a:rPr lang="zh-CN" altLang="en-US" sz="2800" dirty="0">
                <a:latin typeface="隶书" panose="02010509060101010101" pitchFamily="49" charset="-122"/>
                <a:ea typeface="隶书" panose="02010509060101010101" pitchFamily="49" charset="-122"/>
              </a:rPr>
              <a:t>符号扩展</a:t>
            </a:r>
            <a:endParaRPr lang="en-US" altLang="zh-CN" sz="2800" dirty="0">
              <a:latin typeface="隶书" panose="02010509060101010101" pitchFamily="49" charset="-122"/>
              <a:ea typeface="隶书" panose="02010509060101010101" pitchFamily="49" charset="-122"/>
            </a:endParaRPr>
          </a:p>
          <a:p>
            <a:r>
              <a:rPr lang="zh-CN" altLang="en-US" sz="2800" dirty="0">
                <a:latin typeface="隶书" panose="02010509060101010101" pitchFamily="49" charset="-122"/>
                <a:ea typeface="隶书" panose="02010509060101010101" pitchFamily="49" charset="-122"/>
              </a:rPr>
              <a:t>符号扩展主要用于在两个不同长度的二进制数相加的场合。</a:t>
            </a:r>
            <a:endParaRPr lang="en-US" altLang="zh-CN" sz="2800" dirty="0">
              <a:latin typeface="隶书" panose="02010509060101010101" pitchFamily="49" charset="-122"/>
              <a:ea typeface="隶书" panose="02010509060101010101" pitchFamily="49" charset="-122"/>
            </a:endParaRPr>
          </a:p>
          <a:p>
            <a:r>
              <a:rPr lang="zh-CN" altLang="en-US" sz="2800" dirty="0">
                <a:latin typeface="隶书" panose="02010509060101010101" pitchFamily="49" charset="-122"/>
                <a:ea typeface="隶书" panose="02010509060101010101" pitchFamily="49" charset="-122"/>
              </a:rPr>
              <a:t>符号扩展方法：在二进制正数前面添加</a:t>
            </a:r>
            <a:r>
              <a:rPr lang="en-US" altLang="zh-CN" sz="2800" dirty="0">
                <a:latin typeface="隶书" panose="02010509060101010101" pitchFamily="49" charset="-122"/>
                <a:ea typeface="隶书" panose="02010509060101010101" pitchFamily="49" charset="-122"/>
              </a:rPr>
              <a:t>0</a:t>
            </a:r>
            <a:endParaRPr lang="en-US" altLang="zh-CN" sz="2800" dirty="0">
              <a:latin typeface="隶书" panose="02010509060101010101" pitchFamily="49" charset="-122"/>
              <a:ea typeface="隶书" panose="02010509060101010101" pitchFamily="49" charset="-122"/>
            </a:endParaRPr>
          </a:p>
          <a:p>
            <a:r>
              <a:rPr lang="en-US" altLang="zh-CN" sz="2800" dirty="0">
                <a:latin typeface="隶书" panose="02010509060101010101" pitchFamily="49" charset="-122"/>
                <a:ea typeface="隶书" panose="02010509060101010101" pitchFamily="49" charset="-122"/>
              </a:rPr>
              <a:t>		    </a:t>
            </a:r>
            <a:r>
              <a:rPr lang="zh-CN" altLang="en-US" sz="2800" dirty="0">
                <a:latin typeface="隶书" panose="02010509060101010101" pitchFamily="49" charset="-122"/>
                <a:ea typeface="隶书" panose="02010509060101010101" pitchFamily="49" charset="-122"/>
              </a:rPr>
              <a:t>在二进制负数前面添加</a:t>
            </a:r>
            <a:r>
              <a:rPr lang="en-US" altLang="zh-CN" sz="2800" dirty="0">
                <a:latin typeface="隶书" panose="02010509060101010101" pitchFamily="49" charset="-122"/>
                <a:ea typeface="隶书" panose="02010509060101010101" pitchFamily="49" charset="-122"/>
              </a:rPr>
              <a:t>1</a:t>
            </a:r>
            <a:endParaRPr lang="en-US" altLang="zh-CN" sz="2800" dirty="0">
              <a:latin typeface="隶书" panose="02010509060101010101" pitchFamily="49" charset="-122"/>
              <a:ea typeface="隶书" panose="02010509060101010101" pitchFamily="49" charset="-122"/>
            </a:endParaRPr>
          </a:p>
          <a:p>
            <a:endParaRPr lang="zh-HK" altLang="en-US" dirty="0"/>
          </a:p>
        </p:txBody>
      </p:sp>
      <p:sp>
        <p:nvSpPr>
          <p:cNvPr id="5" name="Rectangle 14"/>
          <p:cNvSpPr>
            <a:spLocks noGrp="1" noChangeArrowheads="1"/>
          </p:cNvSpPr>
          <p:nvPr>
            <p:ph type="title"/>
          </p:nvPr>
        </p:nvSpPr>
        <p:spPr>
          <a:xfrm>
            <a:off x="1991544" y="76200"/>
            <a:ext cx="8280920" cy="762000"/>
          </a:xfrm>
          <a:noFill/>
        </p:spPr>
        <p:txBody>
          <a:bodyPr/>
          <a:lstStyle/>
          <a:p>
            <a:pPr algn="ctr"/>
            <a:r>
              <a:rPr lang="en-US" altLang="zh-CN" dirty="0">
                <a:latin typeface="华文琥珀" panose="02010800040101010101" pitchFamily="2" charset="-122"/>
              </a:rPr>
              <a:t>2</a:t>
            </a:r>
            <a:r>
              <a:rPr lang="zh-CN" altLang="en-US" dirty="0">
                <a:latin typeface="华文琥珀" panose="02010800040101010101" pitchFamily="2" charset="-122"/>
              </a:rPr>
              <a:t>.</a:t>
            </a:r>
            <a:r>
              <a:rPr lang="en-US" altLang="zh-CN" dirty="0">
                <a:latin typeface="华文琥珀" panose="02010800040101010101" pitchFamily="2" charset="-122"/>
              </a:rPr>
              <a:t>5 </a:t>
            </a:r>
            <a:r>
              <a:rPr lang="en-US" altLang="zh-CN" dirty="0">
                <a:latin typeface="隶书" panose="02010509060101010101" pitchFamily="49" charset="-122"/>
                <a:ea typeface="隶书" panose="02010509060101010101" pitchFamily="49" charset="-122"/>
              </a:rPr>
              <a:t>bit</a:t>
            </a:r>
            <a:r>
              <a:rPr lang="zh-CN" altLang="en-US" dirty="0">
                <a:latin typeface="隶书" panose="02010509060101010101" pitchFamily="49" charset="-122"/>
                <a:ea typeface="隶书" panose="02010509060101010101" pitchFamily="49" charset="-122"/>
              </a:rPr>
              <a:t>运算之一：算数运算</a:t>
            </a:r>
            <a:endParaRPr lang="zh-CN" altLang="en-US" dirty="0">
              <a:latin typeface="华文琥珀" panose="02010800040101010101" pitchFamily="2" charset="-122"/>
            </a:endParaRPr>
          </a:p>
        </p:txBody>
      </p:sp>
      <p:sp>
        <p:nvSpPr>
          <p:cNvPr id="6" name="Text Box 4"/>
          <p:cNvSpPr txBox="1">
            <a:spLocks noChangeArrowheads="1"/>
          </p:cNvSpPr>
          <p:nvPr/>
        </p:nvSpPr>
        <p:spPr bwMode="auto">
          <a:xfrm>
            <a:off x="2819400" y="3681730"/>
            <a:ext cx="8008620" cy="11988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tabLst>
                <a:tab pos="863600" algn="l"/>
                <a:tab pos="2172970" algn="l"/>
                <a:tab pos="3823970" algn="l"/>
              </a:tabLst>
              <a:defRPr baseline="-25000">
                <a:solidFill>
                  <a:schemeClr val="tx1"/>
                </a:solidFill>
                <a:latin typeface="Arial" panose="020B0604020202020204" pitchFamily="34" charset="0"/>
                <a:ea typeface="宋体" panose="02010600030101010101" pitchFamily="2" charset="-122"/>
              </a:defRPr>
            </a:lvl1pPr>
            <a:lvl2pPr marL="742950" indent="-285750" eaLnBrk="0" hangingPunct="0">
              <a:tabLst>
                <a:tab pos="863600" algn="l"/>
                <a:tab pos="2172970" algn="l"/>
                <a:tab pos="3823970" algn="l"/>
              </a:tabLst>
              <a:defRPr baseline="-25000">
                <a:solidFill>
                  <a:schemeClr val="tx1"/>
                </a:solidFill>
                <a:latin typeface="Arial" panose="020B0604020202020204" pitchFamily="34" charset="0"/>
                <a:ea typeface="宋体" panose="02010600030101010101" pitchFamily="2" charset="-122"/>
              </a:defRPr>
            </a:lvl2pPr>
            <a:lvl3pPr marL="1143000" indent="-228600" eaLnBrk="0" hangingPunct="0">
              <a:tabLst>
                <a:tab pos="863600" algn="l"/>
                <a:tab pos="2172970" algn="l"/>
                <a:tab pos="3823970" algn="l"/>
              </a:tabLst>
              <a:defRPr baseline="-25000">
                <a:solidFill>
                  <a:schemeClr val="tx1"/>
                </a:solidFill>
                <a:latin typeface="Arial" panose="020B0604020202020204" pitchFamily="34" charset="0"/>
                <a:ea typeface="宋体" panose="02010600030101010101" pitchFamily="2" charset="-122"/>
              </a:defRPr>
            </a:lvl3pPr>
            <a:lvl4pPr marL="1600200" indent="-228600" eaLnBrk="0" hangingPunct="0">
              <a:tabLst>
                <a:tab pos="863600" algn="l"/>
                <a:tab pos="2172970" algn="l"/>
                <a:tab pos="3823970" algn="l"/>
              </a:tabLst>
              <a:defRPr baseline="-25000">
                <a:solidFill>
                  <a:schemeClr val="tx1"/>
                </a:solidFill>
                <a:latin typeface="Arial" panose="020B0604020202020204" pitchFamily="34" charset="0"/>
                <a:ea typeface="宋体" panose="02010600030101010101" pitchFamily="2" charset="-122"/>
              </a:defRPr>
            </a:lvl4pPr>
            <a:lvl5pPr marL="2057400" indent="-228600" eaLnBrk="0" hangingPunct="0">
              <a:tabLst>
                <a:tab pos="863600" algn="l"/>
                <a:tab pos="2172970" algn="l"/>
                <a:tab pos="3823970" algn="l"/>
              </a:tabLst>
              <a:defRPr baseline="-25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tabLst>
                <a:tab pos="863600" algn="l"/>
                <a:tab pos="2172970" algn="l"/>
                <a:tab pos="3823970" algn="l"/>
              </a:tabLst>
              <a:defRPr baseline="-25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tabLst>
                <a:tab pos="863600" algn="l"/>
                <a:tab pos="2172970" algn="l"/>
                <a:tab pos="3823970" algn="l"/>
              </a:tabLst>
              <a:defRPr baseline="-25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tabLst>
                <a:tab pos="863600" algn="l"/>
                <a:tab pos="2172970" algn="l"/>
                <a:tab pos="3823970" algn="l"/>
              </a:tabLst>
              <a:defRPr baseline="-25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tabLst>
                <a:tab pos="863600" algn="l"/>
                <a:tab pos="2172970" algn="l"/>
                <a:tab pos="3823970" algn="l"/>
              </a:tabLst>
              <a:defRPr baseline="-25000">
                <a:solidFill>
                  <a:schemeClr val="tx1"/>
                </a:solidFill>
                <a:latin typeface="Arial" panose="020B0604020202020204" pitchFamily="34" charset="0"/>
                <a:ea typeface="宋体" panose="02010600030101010101" pitchFamily="2" charset="-122"/>
              </a:defRPr>
            </a:lvl9pPr>
          </a:lstStyle>
          <a:p>
            <a:r>
              <a:rPr lang="en-US" altLang="zh-CN" sz="2400" b="1" u="sng" baseline="0" dirty="0"/>
              <a:t>4-bit</a:t>
            </a:r>
            <a:r>
              <a:rPr lang="en-US" altLang="zh-CN" b="1" baseline="0" dirty="0">
                <a:latin typeface="Franklin Gothic Book" panose="020B0503020102020204" pitchFamily="34" charset="0"/>
              </a:rPr>
              <a:t>		</a:t>
            </a:r>
            <a:r>
              <a:rPr lang="en-US" altLang="zh-CN" sz="2400" b="1" u="sng" baseline="0" dirty="0"/>
              <a:t>8-bit</a:t>
            </a:r>
            <a:endParaRPr lang="en-US" altLang="zh-CN" sz="2400" b="1" u="sng" baseline="0" dirty="0">
              <a:latin typeface="Franklin Gothic Book" panose="020B0503020102020204" pitchFamily="34" charset="0"/>
            </a:endParaRPr>
          </a:p>
          <a:p>
            <a:r>
              <a:rPr lang="en-US" altLang="zh-CN" sz="2400" b="1" baseline="0" dirty="0">
                <a:latin typeface="CourierPS" pitchFamily="49" charset="0"/>
              </a:rPr>
              <a:t>0100	</a:t>
            </a:r>
            <a:r>
              <a:rPr lang="en-US" altLang="zh-CN" sz="2000" baseline="0" dirty="0"/>
              <a:t>(4)</a:t>
            </a:r>
            <a:r>
              <a:rPr lang="en-US" altLang="zh-CN" sz="2400" baseline="0" dirty="0">
                <a:latin typeface="Franklin Gothic Book" panose="020B0503020102020204" pitchFamily="34" charset="0"/>
              </a:rPr>
              <a:t>	</a:t>
            </a:r>
            <a:r>
              <a:rPr lang="en-US" altLang="zh-CN" sz="2400" b="1" baseline="0" dirty="0">
                <a:latin typeface="CourierPS" pitchFamily="49" charset="0"/>
              </a:rPr>
              <a:t>00000100	</a:t>
            </a:r>
            <a:r>
              <a:rPr lang="en-US" altLang="zh-CN" sz="2000" baseline="0" dirty="0"/>
              <a:t>(still 4)</a:t>
            </a:r>
            <a:endParaRPr lang="en-US" altLang="zh-CN" sz="2000" baseline="0" dirty="0">
              <a:latin typeface="Franklin Gothic Book" panose="020B0503020102020204" pitchFamily="34" charset="0"/>
            </a:endParaRPr>
          </a:p>
          <a:p>
            <a:r>
              <a:rPr lang="en-US" altLang="zh-CN" sz="2400" b="1" baseline="0" dirty="0">
                <a:latin typeface="CourierPS" pitchFamily="49" charset="0"/>
              </a:rPr>
              <a:t>1100	</a:t>
            </a:r>
            <a:r>
              <a:rPr lang="en-US" altLang="zh-CN" sz="2000" baseline="0" dirty="0"/>
              <a:t>(-4)</a:t>
            </a:r>
            <a:r>
              <a:rPr lang="en-US" altLang="zh-CN" sz="2400" baseline="0" dirty="0">
                <a:latin typeface="Franklin Gothic Book" panose="020B0503020102020204" pitchFamily="34" charset="0"/>
              </a:rPr>
              <a:t>	</a:t>
            </a:r>
            <a:r>
              <a:rPr lang="en-US" altLang="zh-CN" sz="2400" b="1" baseline="0" dirty="0">
                <a:latin typeface="CourierPS" pitchFamily="49" charset="0"/>
              </a:rPr>
              <a:t>00001100	</a:t>
            </a:r>
            <a:r>
              <a:rPr lang="en-US" altLang="zh-CN" sz="2000" baseline="0" dirty="0">
                <a:latin typeface="Franklin Gothic Book" panose="020B0503020102020204" pitchFamily="34" charset="0"/>
              </a:rPr>
              <a:t>(</a:t>
            </a:r>
            <a:r>
              <a:rPr lang="en-US" altLang="zh-CN" sz="2000" baseline="0" dirty="0"/>
              <a:t>12, not -4)</a:t>
            </a:r>
            <a:endParaRPr lang="en-US" altLang="zh-CN" sz="2000" b="1" baseline="0" dirty="0">
              <a:latin typeface="CourierPS" pitchFamily="49" charset="0"/>
            </a:endParaRPr>
          </a:p>
        </p:txBody>
      </p:sp>
      <p:sp>
        <p:nvSpPr>
          <p:cNvPr id="7" name="Text Box 5"/>
          <p:cNvSpPr txBox="1">
            <a:spLocks noChangeArrowheads="1"/>
          </p:cNvSpPr>
          <p:nvPr/>
        </p:nvSpPr>
        <p:spPr bwMode="auto">
          <a:xfrm>
            <a:off x="2819400" y="5050155"/>
            <a:ext cx="8007985" cy="11988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tabLst>
                <a:tab pos="863600" algn="l"/>
                <a:tab pos="2172970" algn="l"/>
                <a:tab pos="3823970" algn="l"/>
              </a:tabLst>
              <a:defRPr baseline="-25000">
                <a:solidFill>
                  <a:schemeClr val="tx1"/>
                </a:solidFill>
                <a:latin typeface="Arial" panose="020B0604020202020204" pitchFamily="34" charset="0"/>
                <a:ea typeface="宋体" panose="02010600030101010101" pitchFamily="2" charset="-122"/>
              </a:defRPr>
            </a:lvl1pPr>
            <a:lvl2pPr marL="742950" indent="-285750" eaLnBrk="0" hangingPunct="0">
              <a:tabLst>
                <a:tab pos="863600" algn="l"/>
                <a:tab pos="2172970" algn="l"/>
                <a:tab pos="3823970" algn="l"/>
              </a:tabLst>
              <a:defRPr baseline="-25000">
                <a:solidFill>
                  <a:schemeClr val="tx1"/>
                </a:solidFill>
                <a:latin typeface="Arial" panose="020B0604020202020204" pitchFamily="34" charset="0"/>
                <a:ea typeface="宋体" panose="02010600030101010101" pitchFamily="2" charset="-122"/>
              </a:defRPr>
            </a:lvl2pPr>
            <a:lvl3pPr marL="1143000" indent="-228600" eaLnBrk="0" hangingPunct="0">
              <a:tabLst>
                <a:tab pos="863600" algn="l"/>
                <a:tab pos="2172970" algn="l"/>
                <a:tab pos="3823970" algn="l"/>
              </a:tabLst>
              <a:defRPr baseline="-25000">
                <a:solidFill>
                  <a:schemeClr val="tx1"/>
                </a:solidFill>
                <a:latin typeface="Arial" panose="020B0604020202020204" pitchFamily="34" charset="0"/>
                <a:ea typeface="宋体" panose="02010600030101010101" pitchFamily="2" charset="-122"/>
              </a:defRPr>
            </a:lvl3pPr>
            <a:lvl4pPr marL="1600200" indent="-228600" eaLnBrk="0" hangingPunct="0">
              <a:tabLst>
                <a:tab pos="863600" algn="l"/>
                <a:tab pos="2172970" algn="l"/>
                <a:tab pos="3823970" algn="l"/>
              </a:tabLst>
              <a:defRPr baseline="-25000">
                <a:solidFill>
                  <a:schemeClr val="tx1"/>
                </a:solidFill>
                <a:latin typeface="Arial" panose="020B0604020202020204" pitchFamily="34" charset="0"/>
                <a:ea typeface="宋体" panose="02010600030101010101" pitchFamily="2" charset="-122"/>
              </a:defRPr>
            </a:lvl4pPr>
            <a:lvl5pPr marL="2057400" indent="-228600" eaLnBrk="0" hangingPunct="0">
              <a:tabLst>
                <a:tab pos="863600" algn="l"/>
                <a:tab pos="2172970" algn="l"/>
                <a:tab pos="3823970" algn="l"/>
              </a:tabLst>
              <a:defRPr baseline="-25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tabLst>
                <a:tab pos="863600" algn="l"/>
                <a:tab pos="2172970" algn="l"/>
                <a:tab pos="3823970" algn="l"/>
              </a:tabLst>
              <a:defRPr baseline="-25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tabLst>
                <a:tab pos="863600" algn="l"/>
                <a:tab pos="2172970" algn="l"/>
                <a:tab pos="3823970" algn="l"/>
              </a:tabLst>
              <a:defRPr baseline="-25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tabLst>
                <a:tab pos="863600" algn="l"/>
                <a:tab pos="2172970" algn="l"/>
                <a:tab pos="3823970" algn="l"/>
              </a:tabLst>
              <a:defRPr baseline="-25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tabLst>
                <a:tab pos="863600" algn="l"/>
                <a:tab pos="2172970" algn="l"/>
                <a:tab pos="3823970" algn="l"/>
              </a:tabLst>
              <a:defRPr baseline="-25000">
                <a:solidFill>
                  <a:schemeClr val="tx1"/>
                </a:solidFill>
                <a:latin typeface="Arial" panose="020B0604020202020204" pitchFamily="34" charset="0"/>
                <a:ea typeface="宋体" panose="02010600030101010101" pitchFamily="2" charset="-122"/>
              </a:defRPr>
            </a:lvl9pPr>
          </a:lstStyle>
          <a:p>
            <a:r>
              <a:rPr lang="en-US" altLang="zh-CN" sz="2400" b="1" u="sng" baseline="0" dirty="0"/>
              <a:t>4-bit</a:t>
            </a:r>
            <a:r>
              <a:rPr lang="en-US" altLang="zh-CN" b="1" baseline="0" dirty="0">
                <a:latin typeface="Franklin Gothic Book" panose="020B0503020102020204" pitchFamily="34" charset="0"/>
              </a:rPr>
              <a:t>		</a:t>
            </a:r>
            <a:r>
              <a:rPr lang="en-US" altLang="zh-CN" sz="2400" b="1" u="sng" baseline="0" dirty="0"/>
              <a:t>8-bit</a:t>
            </a:r>
            <a:endParaRPr lang="en-US" altLang="zh-CN" sz="2400" b="1" u="sng" baseline="0" dirty="0">
              <a:latin typeface="Franklin Gothic Book" panose="020B0503020102020204" pitchFamily="34" charset="0"/>
            </a:endParaRPr>
          </a:p>
          <a:p>
            <a:r>
              <a:rPr lang="en-US" altLang="zh-CN" sz="2400" b="1" baseline="0" dirty="0">
                <a:latin typeface="CourierPS" pitchFamily="49" charset="0"/>
              </a:rPr>
              <a:t>0100	</a:t>
            </a:r>
            <a:r>
              <a:rPr lang="en-US" altLang="zh-CN" sz="2000" baseline="0" dirty="0"/>
              <a:t>(4)</a:t>
            </a:r>
            <a:r>
              <a:rPr lang="en-US" altLang="zh-CN" sz="2400" baseline="0" dirty="0">
                <a:latin typeface="Franklin Gothic Book" panose="020B0503020102020204" pitchFamily="34" charset="0"/>
              </a:rPr>
              <a:t>	</a:t>
            </a:r>
            <a:r>
              <a:rPr lang="en-US" altLang="zh-CN" sz="2400" b="1" baseline="0" dirty="0">
                <a:latin typeface="CourierPS" pitchFamily="49" charset="0"/>
              </a:rPr>
              <a:t>00000100	</a:t>
            </a:r>
            <a:r>
              <a:rPr lang="en-US" altLang="zh-CN" sz="2000" baseline="0" dirty="0"/>
              <a:t>(still 4)</a:t>
            </a:r>
            <a:endParaRPr lang="en-US" altLang="zh-CN" sz="2000" baseline="0" dirty="0">
              <a:latin typeface="Franklin Gothic Book" panose="020B0503020102020204" pitchFamily="34" charset="0"/>
            </a:endParaRPr>
          </a:p>
          <a:p>
            <a:r>
              <a:rPr lang="en-US" altLang="zh-CN" sz="2400" b="1" baseline="0" dirty="0">
                <a:latin typeface="CourierPS" pitchFamily="49" charset="0"/>
              </a:rPr>
              <a:t>1100	</a:t>
            </a:r>
            <a:r>
              <a:rPr lang="en-US" altLang="zh-CN" sz="2000" baseline="0" dirty="0"/>
              <a:t>(-4)</a:t>
            </a:r>
            <a:r>
              <a:rPr lang="en-US" altLang="zh-CN" sz="2400" baseline="0" dirty="0">
                <a:latin typeface="Franklin Gothic Book" panose="020B0503020102020204" pitchFamily="34" charset="0"/>
              </a:rPr>
              <a:t>	</a:t>
            </a:r>
            <a:r>
              <a:rPr lang="en-US" altLang="zh-CN" sz="2400" b="1" baseline="0" dirty="0">
                <a:latin typeface="CourierPS" pitchFamily="49" charset="0"/>
              </a:rPr>
              <a:t>11111100	</a:t>
            </a:r>
            <a:r>
              <a:rPr lang="en-US" altLang="zh-CN" sz="2000" baseline="0" dirty="0"/>
              <a:t>(still -4)</a:t>
            </a:r>
            <a:endParaRPr lang="en-US" altLang="zh-CN" sz="2000" b="1" baseline="0" dirty="0">
              <a:latin typeface="CourierPS" pitchFamily="49" charset="0"/>
            </a:endParaRPr>
          </a:p>
        </p:txBody>
      </p:sp>
      <p:sp>
        <p:nvSpPr>
          <p:cNvPr id="2" name="灯片编号占位符 1"/>
          <p:cNvSpPr>
            <a:spLocks noGrp="1"/>
          </p:cNvSpPr>
          <p:nvPr>
            <p:ph type="sldNum" sz="quarter" idx="12"/>
          </p:nvPr>
        </p:nvSpPr>
        <p:spPr/>
        <p:txBody>
          <a:bodyPr/>
          <a:lstStyle/>
          <a:p>
            <a:pPr>
              <a:defRPr/>
            </a:pPr>
            <a:fld id="{7C93F2F6-B200-4836-9340-136DE7987878}" type="slidenum">
              <a:rPr lang="en-US" smtClean="0"/>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3235" name="Rectangle 3"/>
          <p:cNvSpPr>
            <a:spLocks noGrp="1" noChangeArrowheads="1"/>
          </p:cNvSpPr>
          <p:nvPr>
            <p:ph type="body" idx="1"/>
          </p:nvPr>
        </p:nvSpPr>
        <p:spPr>
          <a:xfrm>
            <a:off x="2063750" y="1125538"/>
            <a:ext cx="8352730" cy="4967758"/>
          </a:xfrm>
        </p:spPr>
        <p:txBody>
          <a:bodyPr/>
          <a:lstStyle/>
          <a:p>
            <a:r>
              <a:rPr lang="en-US" altLang="zh-CN" sz="2800" dirty="0">
                <a:latin typeface="隶书" panose="02010509060101010101" pitchFamily="49" charset="-122"/>
                <a:ea typeface="隶书" panose="02010509060101010101" pitchFamily="49" charset="-122"/>
              </a:rPr>
              <a:t>2.5.3 </a:t>
            </a:r>
            <a:r>
              <a:rPr lang="zh-CN" altLang="en-US" sz="2800" dirty="0">
                <a:latin typeface="隶书" panose="02010509060101010101" pitchFamily="49" charset="-122"/>
                <a:ea typeface="隶书" panose="02010509060101010101" pitchFamily="49" charset="-122"/>
              </a:rPr>
              <a:t>溢出</a:t>
            </a:r>
            <a:endParaRPr lang="en-US" altLang="zh-CN" sz="2800" dirty="0">
              <a:latin typeface="隶书" panose="02010509060101010101" pitchFamily="49" charset="-122"/>
              <a:ea typeface="隶书" panose="02010509060101010101" pitchFamily="49" charset="-122"/>
            </a:endParaRPr>
          </a:p>
          <a:p>
            <a:r>
              <a:rPr lang="en-US" altLang="zh-CN" sz="2800" dirty="0">
                <a:latin typeface="隶书" panose="02010509060101010101" pitchFamily="49" charset="-122"/>
                <a:ea typeface="隶书" panose="02010509060101010101" pitchFamily="49" charset="-122"/>
              </a:rPr>
              <a:t>1.</a:t>
            </a:r>
            <a:r>
              <a:rPr lang="zh-CN" altLang="en-US" sz="2800" dirty="0">
                <a:latin typeface="隶书" panose="02010509060101010101" pitchFamily="49" charset="-122"/>
                <a:ea typeface="隶书" panose="02010509060101010101" pitchFamily="49" charset="-122"/>
              </a:rPr>
              <a:t>溢出是指运算结果超出码字的最大值或最小值。</a:t>
            </a:r>
            <a:endParaRPr lang="en-US" altLang="zh-CN" sz="2800" dirty="0">
              <a:latin typeface="隶书" panose="02010509060101010101" pitchFamily="49" charset="-122"/>
              <a:ea typeface="隶书" panose="02010509060101010101" pitchFamily="49" charset="-122"/>
            </a:endParaRPr>
          </a:p>
          <a:p>
            <a:r>
              <a:rPr lang="en-US" altLang="zh-CN" sz="2800" dirty="0">
                <a:latin typeface="隶书" panose="02010509060101010101" pitchFamily="49" charset="-122"/>
                <a:ea typeface="隶书" panose="02010509060101010101" pitchFamily="49" charset="-122"/>
              </a:rPr>
              <a:t>2.</a:t>
            </a:r>
            <a:r>
              <a:rPr lang="zh-CN" altLang="en-US" sz="2800" dirty="0">
                <a:latin typeface="隶书" panose="02010509060101010101" pitchFamily="49" charset="-122"/>
                <a:ea typeface="隶书" panose="02010509060101010101" pitchFamily="49" charset="-122"/>
              </a:rPr>
              <a:t>对于有符号数，若两个正数相加结果为负数或两个负数相加结果为正数都可以判定溢出。</a:t>
            </a:r>
            <a:endParaRPr lang="en-US" altLang="zh-CN" sz="2800" dirty="0">
              <a:latin typeface="隶书" panose="02010509060101010101" pitchFamily="49" charset="-122"/>
              <a:ea typeface="隶书" panose="02010509060101010101" pitchFamily="49" charset="-122"/>
            </a:endParaRPr>
          </a:p>
          <a:p>
            <a:r>
              <a:rPr lang="en-US" altLang="zh-CN" sz="2800" dirty="0">
                <a:latin typeface="隶书" panose="02010509060101010101" pitchFamily="49" charset="-122"/>
                <a:ea typeface="隶书" panose="02010509060101010101" pitchFamily="49" charset="-122"/>
              </a:rPr>
              <a:t>3. </a:t>
            </a:r>
            <a:r>
              <a:rPr lang="zh-CN" altLang="en-US" sz="2800" dirty="0">
                <a:latin typeface="隶书" panose="02010509060101010101" pitchFamily="49" charset="-122"/>
                <a:ea typeface="隶书" panose="02010509060101010101" pitchFamily="49" charset="-122"/>
              </a:rPr>
              <a:t>一个正数和一个负数相加，不会产生溢出。</a:t>
            </a:r>
            <a:endParaRPr lang="en-US" altLang="zh-CN" sz="2800" dirty="0">
              <a:latin typeface="隶书" panose="02010509060101010101" pitchFamily="49" charset="-122"/>
              <a:ea typeface="隶书" panose="02010509060101010101" pitchFamily="49" charset="-122"/>
            </a:endParaRPr>
          </a:p>
          <a:p>
            <a:endParaRPr lang="en-US" altLang="zh-CN" sz="2800" dirty="0">
              <a:latin typeface="隶书" panose="02010509060101010101" pitchFamily="49" charset="-122"/>
              <a:ea typeface="隶书" panose="02010509060101010101" pitchFamily="49" charset="-122"/>
            </a:endParaRPr>
          </a:p>
          <a:p>
            <a:endParaRPr lang="zh-CN" altLang="en-US" sz="2800" dirty="0">
              <a:latin typeface="隶书" panose="02010509060101010101" pitchFamily="49" charset="-122"/>
              <a:ea typeface="隶书" panose="02010509060101010101" pitchFamily="49" charset="-122"/>
            </a:endParaRPr>
          </a:p>
        </p:txBody>
      </p:sp>
      <p:sp>
        <p:nvSpPr>
          <p:cNvPr id="223246" name="Rectangle 14"/>
          <p:cNvSpPr>
            <a:spLocks noGrp="1" noChangeArrowheads="1"/>
          </p:cNvSpPr>
          <p:nvPr>
            <p:ph type="title"/>
          </p:nvPr>
        </p:nvSpPr>
        <p:spPr>
          <a:xfrm>
            <a:off x="1991544" y="76200"/>
            <a:ext cx="8280920" cy="762000"/>
          </a:xfrm>
          <a:noFill/>
        </p:spPr>
        <p:txBody>
          <a:bodyPr/>
          <a:lstStyle/>
          <a:p>
            <a:pPr algn="ctr"/>
            <a:r>
              <a:rPr lang="en-US" altLang="zh-CN" dirty="0">
                <a:latin typeface="华文琥珀" panose="02010800040101010101" pitchFamily="2" charset="-122"/>
              </a:rPr>
              <a:t>2</a:t>
            </a:r>
            <a:r>
              <a:rPr lang="zh-CN" altLang="en-US" dirty="0">
                <a:latin typeface="华文琥珀" panose="02010800040101010101" pitchFamily="2" charset="-122"/>
              </a:rPr>
              <a:t>.</a:t>
            </a:r>
            <a:r>
              <a:rPr lang="en-US" altLang="zh-CN" dirty="0">
                <a:latin typeface="华文琥珀" panose="02010800040101010101" pitchFamily="2" charset="-122"/>
              </a:rPr>
              <a:t>5 </a:t>
            </a:r>
            <a:r>
              <a:rPr lang="en-US" altLang="zh-CN" dirty="0">
                <a:latin typeface="隶书" panose="02010509060101010101" pitchFamily="49" charset="-122"/>
                <a:ea typeface="隶书" panose="02010509060101010101" pitchFamily="49" charset="-122"/>
              </a:rPr>
              <a:t>bit</a:t>
            </a:r>
            <a:r>
              <a:rPr lang="zh-CN" altLang="en-US" dirty="0">
                <a:latin typeface="隶书" panose="02010509060101010101" pitchFamily="49" charset="-122"/>
                <a:ea typeface="隶书" panose="02010509060101010101" pitchFamily="49" charset="-122"/>
              </a:rPr>
              <a:t>运算之一：算数运算</a:t>
            </a:r>
            <a:endParaRPr lang="zh-CN" altLang="en-US" dirty="0">
              <a:latin typeface="华文琥珀" panose="02010800040101010101" pitchFamily="2" charset="-122"/>
            </a:endParaRPr>
          </a:p>
        </p:txBody>
      </p:sp>
      <p:sp>
        <p:nvSpPr>
          <p:cNvPr id="5" name="Text Box 4"/>
          <p:cNvSpPr txBox="1">
            <a:spLocks noChangeArrowheads="1"/>
          </p:cNvSpPr>
          <p:nvPr/>
        </p:nvSpPr>
        <p:spPr bwMode="auto">
          <a:xfrm>
            <a:off x="2423592" y="4216054"/>
            <a:ext cx="7162800" cy="13731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tabLst>
                <a:tab pos="565150" algn="r"/>
                <a:tab pos="1771650" algn="r"/>
                <a:tab pos="1993900" algn="l"/>
                <a:tab pos="3721100" algn="r"/>
                <a:tab pos="4851400" algn="r"/>
                <a:tab pos="5149850" algn="l"/>
              </a:tabLst>
              <a:defRPr baseline="-25000">
                <a:solidFill>
                  <a:schemeClr val="tx1"/>
                </a:solidFill>
                <a:latin typeface="Arial" panose="020B0604020202020204" pitchFamily="34" charset="0"/>
                <a:ea typeface="宋体" panose="02010600030101010101" pitchFamily="2" charset="-122"/>
              </a:defRPr>
            </a:lvl1pPr>
            <a:lvl2pPr marL="742950" indent="-285750" eaLnBrk="0" hangingPunct="0">
              <a:tabLst>
                <a:tab pos="565150" algn="r"/>
                <a:tab pos="1771650" algn="r"/>
                <a:tab pos="1993900" algn="l"/>
                <a:tab pos="3721100" algn="r"/>
                <a:tab pos="4851400" algn="r"/>
                <a:tab pos="5149850" algn="l"/>
              </a:tabLst>
              <a:defRPr baseline="-25000">
                <a:solidFill>
                  <a:schemeClr val="tx1"/>
                </a:solidFill>
                <a:latin typeface="Arial" panose="020B0604020202020204" pitchFamily="34" charset="0"/>
                <a:ea typeface="宋体" panose="02010600030101010101" pitchFamily="2" charset="-122"/>
              </a:defRPr>
            </a:lvl2pPr>
            <a:lvl3pPr marL="1143000" indent="-228600" eaLnBrk="0" hangingPunct="0">
              <a:tabLst>
                <a:tab pos="565150" algn="r"/>
                <a:tab pos="1771650" algn="r"/>
                <a:tab pos="1993900" algn="l"/>
                <a:tab pos="3721100" algn="r"/>
                <a:tab pos="4851400" algn="r"/>
                <a:tab pos="5149850" algn="l"/>
              </a:tabLst>
              <a:defRPr baseline="-25000">
                <a:solidFill>
                  <a:schemeClr val="tx1"/>
                </a:solidFill>
                <a:latin typeface="Arial" panose="020B0604020202020204" pitchFamily="34" charset="0"/>
                <a:ea typeface="宋体" panose="02010600030101010101" pitchFamily="2" charset="-122"/>
              </a:defRPr>
            </a:lvl3pPr>
            <a:lvl4pPr marL="1600200" indent="-228600" eaLnBrk="0" hangingPunct="0">
              <a:tabLst>
                <a:tab pos="565150" algn="r"/>
                <a:tab pos="1771650" algn="r"/>
                <a:tab pos="1993900" algn="l"/>
                <a:tab pos="3721100" algn="r"/>
                <a:tab pos="4851400" algn="r"/>
                <a:tab pos="5149850" algn="l"/>
              </a:tabLst>
              <a:defRPr baseline="-25000">
                <a:solidFill>
                  <a:schemeClr val="tx1"/>
                </a:solidFill>
                <a:latin typeface="Arial" panose="020B0604020202020204" pitchFamily="34" charset="0"/>
                <a:ea typeface="宋体" panose="02010600030101010101" pitchFamily="2" charset="-122"/>
              </a:defRPr>
            </a:lvl4pPr>
            <a:lvl5pPr marL="2057400" indent="-228600" eaLnBrk="0" hangingPunct="0">
              <a:tabLst>
                <a:tab pos="565150" algn="r"/>
                <a:tab pos="1771650" algn="r"/>
                <a:tab pos="1993900" algn="l"/>
                <a:tab pos="3721100" algn="r"/>
                <a:tab pos="4851400" algn="r"/>
                <a:tab pos="5149850" algn="l"/>
              </a:tabLst>
              <a:defRPr baseline="-25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tabLst>
                <a:tab pos="565150" algn="r"/>
                <a:tab pos="1771650" algn="r"/>
                <a:tab pos="1993900" algn="l"/>
                <a:tab pos="3721100" algn="r"/>
                <a:tab pos="4851400" algn="r"/>
                <a:tab pos="5149850" algn="l"/>
              </a:tabLst>
              <a:defRPr baseline="-25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tabLst>
                <a:tab pos="565150" algn="r"/>
                <a:tab pos="1771650" algn="r"/>
                <a:tab pos="1993900" algn="l"/>
                <a:tab pos="3721100" algn="r"/>
                <a:tab pos="4851400" algn="r"/>
                <a:tab pos="5149850" algn="l"/>
              </a:tabLst>
              <a:defRPr baseline="-25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tabLst>
                <a:tab pos="565150" algn="r"/>
                <a:tab pos="1771650" algn="r"/>
                <a:tab pos="1993900" algn="l"/>
                <a:tab pos="3721100" algn="r"/>
                <a:tab pos="4851400" algn="r"/>
                <a:tab pos="5149850" algn="l"/>
              </a:tabLst>
              <a:defRPr baseline="-25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tabLst>
                <a:tab pos="565150" algn="r"/>
                <a:tab pos="1771650" algn="r"/>
                <a:tab pos="1993900" algn="l"/>
                <a:tab pos="3721100" algn="r"/>
                <a:tab pos="4851400" algn="r"/>
                <a:tab pos="5149850" algn="l"/>
              </a:tabLst>
              <a:defRPr baseline="-25000">
                <a:solidFill>
                  <a:schemeClr val="tx1"/>
                </a:solidFill>
                <a:latin typeface="Arial" panose="020B0604020202020204" pitchFamily="34" charset="0"/>
                <a:ea typeface="宋体" panose="02010600030101010101" pitchFamily="2" charset="-122"/>
              </a:defRPr>
            </a:lvl9pPr>
          </a:lstStyle>
          <a:p>
            <a:r>
              <a:rPr lang="zh-CN" altLang="en-US" sz="2400" baseline="0" dirty="0">
                <a:latin typeface="CourierPS" pitchFamily="49" charset="0"/>
              </a:rPr>
              <a:t>		</a:t>
            </a:r>
            <a:r>
              <a:rPr lang="en-US" altLang="zh-CN" sz="2800" b="1" baseline="0" dirty="0">
                <a:latin typeface="CourierPS" pitchFamily="49" charset="0"/>
              </a:rPr>
              <a:t>01000	</a:t>
            </a:r>
            <a:r>
              <a:rPr lang="en-US" altLang="zh-CN" sz="2400" baseline="0" dirty="0"/>
              <a:t>(8)</a:t>
            </a:r>
            <a:r>
              <a:rPr lang="en-US" altLang="zh-CN" sz="2400" baseline="0" dirty="0">
                <a:latin typeface="Franklin Gothic Book" panose="020B0503020102020204" pitchFamily="34" charset="0"/>
              </a:rPr>
              <a:t>		</a:t>
            </a:r>
            <a:r>
              <a:rPr lang="en-US" altLang="zh-CN" sz="2800" b="1" baseline="0" dirty="0">
                <a:latin typeface="CourierPS" pitchFamily="49" charset="0"/>
              </a:rPr>
              <a:t>11000	</a:t>
            </a:r>
            <a:r>
              <a:rPr lang="en-US" altLang="zh-CN" sz="2400" baseline="0" dirty="0"/>
              <a:t>(-8)</a:t>
            </a:r>
            <a:endParaRPr lang="en-US" altLang="zh-CN" sz="2400" baseline="0" dirty="0">
              <a:latin typeface="Franklin Gothic Book" panose="020B0503020102020204" pitchFamily="34" charset="0"/>
            </a:endParaRPr>
          </a:p>
          <a:p>
            <a:r>
              <a:rPr lang="en-US" altLang="zh-CN" sz="2800" b="1" baseline="0" dirty="0">
                <a:latin typeface="CourierPS" pitchFamily="49" charset="0"/>
              </a:rPr>
              <a:t>	+</a:t>
            </a:r>
            <a:r>
              <a:rPr lang="en-US" altLang="zh-CN" sz="2800" b="1" u="sng" baseline="0" dirty="0">
                <a:latin typeface="CourierPS" pitchFamily="49" charset="0"/>
              </a:rPr>
              <a:t>	01001</a:t>
            </a:r>
            <a:r>
              <a:rPr lang="en-US" altLang="zh-CN" sz="2800" b="1" baseline="0" dirty="0">
                <a:latin typeface="CourierPS" pitchFamily="49" charset="0"/>
              </a:rPr>
              <a:t>	</a:t>
            </a:r>
            <a:r>
              <a:rPr lang="en-US" altLang="zh-CN" sz="2400" baseline="0" dirty="0"/>
              <a:t>(9)</a:t>
            </a:r>
            <a:r>
              <a:rPr lang="en-US" altLang="zh-CN" sz="2400" baseline="0" dirty="0">
                <a:latin typeface="Franklin Gothic Book" panose="020B0503020102020204" pitchFamily="34" charset="0"/>
              </a:rPr>
              <a:t>	</a:t>
            </a:r>
            <a:r>
              <a:rPr lang="en-US" altLang="zh-CN" sz="2800" b="1" baseline="0" dirty="0">
                <a:latin typeface="CourierPS" pitchFamily="49" charset="0"/>
              </a:rPr>
              <a:t>+</a:t>
            </a:r>
            <a:r>
              <a:rPr lang="en-US" altLang="zh-CN" sz="2800" b="1" u="sng" baseline="0" dirty="0">
                <a:latin typeface="CourierPS" pitchFamily="49" charset="0"/>
              </a:rPr>
              <a:t>	10111</a:t>
            </a:r>
            <a:r>
              <a:rPr lang="en-US" altLang="zh-CN" sz="2800" b="1" baseline="0" dirty="0">
                <a:latin typeface="CourierPS" pitchFamily="49" charset="0"/>
              </a:rPr>
              <a:t>	</a:t>
            </a:r>
            <a:r>
              <a:rPr lang="en-US" altLang="zh-CN" sz="2400" baseline="0" dirty="0"/>
              <a:t>(-9)</a:t>
            </a:r>
            <a:endParaRPr lang="en-US" altLang="zh-CN" sz="2400" baseline="0" dirty="0">
              <a:latin typeface="Franklin Gothic Book" panose="020B0503020102020204" pitchFamily="34" charset="0"/>
            </a:endParaRPr>
          </a:p>
          <a:p>
            <a:r>
              <a:rPr lang="en-US" altLang="zh-CN" sz="2800" b="1" baseline="0" dirty="0">
                <a:latin typeface="CourierPS" pitchFamily="49" charset="0"/>
              </a:rPr>
              <a:t>		10001	</a:t>
            </a:r>
            <a:r>
              <a:rPr lang="en-US" altLang="zh-CN" sz="2400" baseline="0" dirty="0"/>
              <a:t>(-15)</a:t>
            </a:r>
            <a:r>
              <a:rPr lang="en-US" altLang="zh-CN" sz="2400" baseline="0" dirty="0">
                <a:latin typeface="Franklin Gothic Book" panose="020B0503020102020204" pitchFamily="34" charset="0"/>
              </a:rPr>
              <a:t>	</a:t>
            </a:r>
            <a:r>
              <a:rPr lang="en-US" altLang="zh-CN" sz="2800" b="1" baseline="0" dirty="0">
                <a:latin typeface="CourierPS" pitchFamily="49" charset="0"/>
              </a:rPr>
              <a:t>	01111</a:t>
            </a:r>
            <a:r>
              <a:rPr lang="en-US" altLang="zh-CN" sz="2400" baseline="0" dirty="0">
                <a:latin typeface="Franklin Gothic Book" panose="020B0503020102020204" pitchFamily="34" charset="0"/>
              </a:rPr>
              <a:t>	</a:t>
            </a:r>
            <a:r>
              <a:rPr lang="en-US" altLang="zh-CN" sz="2400" baseline="0" dirty="0"/>
              <a:t>(+15)</a:t>
            </a:r>
            <a:endParaRPr lang="en-US" altLang="zh-CN" sz="2400" baseline="0" dirty="0">
              <a:latin typeface="Franklin Gothic Book" panose="020B0503020102020204" pitchFamily="34" charset="0"/>
            </a:endParaRPr>
          </a:p>
        </p:txBody>
      </p:sp>
      <p:sp>
        <p:nvSpPr>
          <p:cNvPr id="2" name="灯片编号占位符 1"/>
          <p:cNvSpPr>
            <a:spLocks noGrp="1"/>
          </p:cNvSpPr>
          <p:nvPr>
            <p:ph type="sldNum" sz="quarter" idx="12"/>
          </p:nvPr>
        </p:nvSpPr>
        <p:spPr/>
        <p:txBody>
          <a:bodyPr/>
          <a:lstStyle/>
          <a:p>
            <a:pPr>
              <a:defRPr/>
            </a:pPr>
            <a:fld id="{7C93F2F6-B200-4836-9340-136DE7987878}" type="slidenum">
              <a:rPr lang="en-US" smtClean="0"/>
            </a:fld>
            <a:endParaRPr lang="en-US"/>
          </a:p>
        </p:txBody>
      </p:sp>
    </p:spTree>
  </p:cSld>
  <p:clrMapOvr>
    <a:masterClrMapping/>
  </p:clrMapOvr>
  <p:transition spd="med">
    <p:strips dir="rd"/>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3235" name="Rectangle 3"/>
          <p:cNvSpPr>
            <a:spLocks noGrp="1" noChangeArrowheads="1"/>
          </p:cNvSpPr>
          <p:nvPr>
            <p:ph type="body" idx="1"/>
          </p:nvPr>
        </p:nvSpPr>
        <p:spPr>
          <a:xfrm>
            <a:off x="2063750" y="1125538"/>
            <a:ext cx="8352730" cy="4967758"/>
          </a:xfrm>
        </p:spPr>
        <p:txBody>
          <a:bodyPr/>
          <a:lstStyle/>
          <a:p>
            <a:r>
              <a:rPr lang="en-US" altLang="zh-CN" sz="2800" dirty="0">
                <a:latin typeface="隶书" panose="02010509060101010101" pitchFamily="49" charset="-122"/>
                <a:ea typeface="隶书" panose="02010509060101010101" pitchFamily="49" charset="-122"/>
              </a:rPr>
              <a:t>2.6.1 </a:t>
            </a:r>
            <a:r>
              <a:rPr lang="zh-CN" altLang="en-US" sz="2800" dirty="0">
                <a:latin typeface="隶书" panose="02010509060101010101" pitchFamily="49" charset="-122"/>
                <a:ea typeface="隶书" panose="02010509060101010101" pitchFamily="49" charset="-122"/>
              </a:rPr>
              <a:t>“与”运算</a:t>
            </a:r>
            <a:endParaRPr lang="en-US" altLang="zh-CN" sz="2800" dirty="0">
              <a:latin typeface="隶书" panose="02010509060101010101" pitchFamily="49" charset="-122"/>
              <a:ea typeface="隶书" panose="02010509060101010101" pitchFamily="49" charset="-122"/>
            </a:endParaRPr>
          </a:p>
          <a:p>
            <a:r>
              <a:rPr lang="en-US" altLang="zh-CN" sz="2800" dirty="0">
                <a:latin typeface="隶书" panose="02010509060101010101" pitchFamily="49" charset="-122"/>
                <a:ea typeface="隶书" panose="02010509060101010101" pitchFamily="49" charset="-122"/>
              </a:rPr>
              <a:t>1. AND </a:t>
            </a:r>
            <a:r>
              <a:rPr lang="zh-CN" altLang="en-US" sz="2800" dirty="0">
                <a:latin typeface="隶书" panose="02010509060101010101" pitchFamily="49" charset="-122"/>
                <a:ea typeface="隶书" panose="02010509060101010101" pitchFamily="49" charset="-122"/>
              </a:rPr>
              <a:t>是一个二元逻辑运算。</a:t>
            </a:r>
            <a:endParaRPr lang="en-US" altLang="zh-CN" sz="2800" dirty="0">
              <a:latin typeface="隶书" panose="02010509060101010101" pitchFamily="49" charset="-122"/>
              <a:ea typeface="隶书" panose="02010509060101010101" pitchFamily="49" charset="-122"/>
            </a:endParaRPr>
          </a:p>
          <a:p>
            <a:r>
              <a:rPr lang="en-US" altLang="zh-CN" sz="2800" dirty="0">
                <a:latin typeface="隶书" panose="02010509060101010101" pitchFamily="49" charset="-122"/>
                <a:ea typeface="隶书" panose="02010509060101010101" pitchFamily="49" charset="-122"/>
              </a:rPr>
              <a:t>2. </a:t>
            </a:r>
            <a:r>
              <a:rPr lang="zh-CN" altLang="en-US" sz="2800" dirty="0">
                <a:latin typeface="隶书" panose="02010509060101010101" pitchFamily="49" charset="-122"/>
                <a:ea typeface="隶书" panose="02010509060101010101" pitchFamily="49" charset="-122"/>
              </a:rPr>
              <a:t>真值表</a:t>
            </a:r>
            <a:endParaRPr lang="en-US" altLang="zh-CN" sz="2800" dirty="0">
              <a:latin typeface="隶书" panose="02010509060101010101" pitchFamily="49" charset="-122"/>
              <a:ea typeface="隶书" panose="02010509060101010101" pitchFamily="49" charset="-122"/>
            </a:endParaRPr>
          </a:p>
          <a:p>
            <a:r>
              <a:rPr lang="en-US" altLang="zh-CN" sz="2800" dirty="0">
                <a:latin typeface="隶书" panose="02010509060101010101" pitchFamily="49" charset="-122"/>
                <a:ea typeface="隶书" panose="02010509060101010101" pitchFamily="49" charset="-122"/>
              </a:rPr>
              <a:t>3. </a:t>
            </a:r>
            <a:r>
              <a:rPr lang="zh-CN" altLang="en-US" sz="2800" dirty="0">
                <a:latin typeface="隶书" panose="02010509060101010101" pitchFamily="49" charset="-122"/>
                <a:ea typeface="隶书" panose="02010509060101010101" pitchFamily="49" charset="-122"/>
              </a:rPr>
              <a:t>用于屏蔽字位操作。</a:t>
            </a:r>
            <a:endParaRPr lang="en-US" altLang="zh-CN" sz="2800" dirty="0">
              <a:latin typeface="隶书" panose="02010509060101010101" pitchFamily="49" charset="-122"/>
              <a:ea typeface="隶书" panose="02010509060101010101" pitchFamily="49" charset="-122"/>
            </a:endParaRPr>
          </a:p>
          <a:p>
            <a:endParaRPr lang="en-US" altLang="zh-CN" sz="2800" dirty="0">
              <a:latin typeface="隶书" panose="02010509060101010101" pitchFamily="49" charset="-122"/>
              <a:ea typeface="隶书" panose="02010509060101010101" pitchFamily="49" charset="-122"/>
            </a:endParaRPr>
          </a:p>
          <a:p>
            <a:r>
              <a:rPr lang="en-US" altLang="zh-CN" sz="2800" dirty="0">
                <a:latin typeface="隶书" panose="02010509060101010101" pitchFamily="49" charset="-122"/>
                <a:ea typeface="隶书" panose="02010509060101010101" pitchFamily="49" charset="-122"/>
              </a:rPr>
              <a:t>2.6.2 </a:t>
            </a:r>
            <a:r>
              <a:rPr lang="zh-CN" altLang="en-US" sz="2800" dirty="0">
                <a:latin typeface="隶书" panose="02010509060101010101" pitchFamily="49" charset="-122"/>
                <a:ea typeface="隶书" panose="02010509060101010101" pitchFamily="49" charset="-122"/>
              </a:rPr>
              <a:t>“或”运算</a:t>
            </a:r>
            <a:endParaRPr lang="en-US" altLang="zh-CN" sz="2800" dirty="0">
              <a:latin typeface="隶书" panose="02010509060101010101" pitchFamily="49" charset="-122"/>
              <a:ea typeface="隶书" panose="02010509060101010101" pitchFamily="49" charset="-122"/>
            </a:endParaRPr>
          </a:p>
          <a:p>
            <a:r>
              <a:rPr lang="en-US" altLang="zh-CN" sz="2800" dirty="0">
                <a:latin typeface="隶书" panose="02010509060101010101" pitchFamily="49" charset="-122"/>
                <a:ea typeface="隶书" panose="02010509060101010101" pitchFamily="49" charset="-122"/>
              </a:rPr>
              <a:t>1. OR </a:t>
            </a:r>
            <a:r>
              <a:rPr lang="zh-CN" altLang="en-US" sz="2800" dirty="0">
                <a:latin typeface="隶书" panose="02010509060101010101" pitchFamily="49" charset="-122"/>
                <a:ea typeface="隶书" panose="02010509060101010101" pitchFamily="49" charset="-122"/>
              </a:rPr>
              <a:t>是一个二元逻辑运算。</a:t>
            </a:r>
            <a:endParaRPr lang="en-US" altLang="zh-CN" sz="2800" dirty="0">
              <a:latin typeface="隶书" panose="02010509060101010101" pitchFamily="49" charset="-122"/>
              <a:ea typeface="隶书" panose="02010509060101010101" pitchFamily="49" charset="-122"/>
            </a:endParaRPr>
          </a:p>
          <a:p>
            <a:r>
              <a:rPr lang="en-US" altLang="zh-CN" sz="2800" dirty="0">
                <a:latin typeface="隶书" panose="02010509060101010101" pitchFamily="49" charset="-122"/>
                <a:ea typeface="隶书" panose="02010509060101010101" pitchFamily="49" charset="-122"/>
              </a:rPr>
              <a:t>2. </a:t>
            </a:r>
            <a:r>
              <a:rPr lang="zh-CN" altLang="en-US" sz="2800" dirty="0">
                <a:latin typeface="隶书" panose="02010509060101010101" pitchFamily="49" charset="-122"/>
                <a:ea typeface="隶书" panose="02010509060101010101" pitchFamily="49" charset="-122"/>
              </a:rPr>
              <a:t>真值表</a:t>
            </a:r>
            <a:endParaRPr lang="en-US" altLang="zh-CN" sz="2800" dirty="0">
              <a:latin typeface="隶书" panose="02010509060101010101" pitchFamily="49" charset="-122"/>
              <a:ea typeface="隶书" panose="02010509060101010101" pitchFamily="49" charset="-122"/>
            </a:endParaRPr>
          </a:p>
          <a:p>
            <a:r>
              <a:rPr lang="en-US" altLang="zh-CN" sz="2800" dirty="0">
                <a:latin typeface="隶书" panose="02010509060101010101" pitchFamily="49" charset="-122"/>
                <a:ea typeface="隶书" panose="02010509060101010101" pitchFamily="49" charset="-122"/>
              </a:rPr>
              <a:t>3. </a:t>
            </a:r>
            <a:r>
              <a:rPr lang="zh-CN" altLang="en-US" sz="2800" dirty="0">
                <a:latin typeface="隶书" panose="02010509060101010101" pitchFamily="49" charset="-122"/>
                <a:ea typeface="隶书" panose="02010509060101010101" pitchFamily="49" charset="-122"/>
              </a:rPr>
              <a:t>用于屏蔽字位操作。</a:t>
            </a:r>
            <a:endParaRPr lang="en-US" altLang="zh-CN" sz="2800" dirty="0">
              <a:latin typeface="隶书" panose="02010509060101010101" pitchFamily="49" charset="-122"/>
              <a:ea typeface="隶书" panose="02010509060101010101" pitchFamily="49" charset="-122"/>
            </a:endParaRPr>
          </a:p>
          <a:p>
            <a:endParaRPr lang="zh-CN" altLang="en-US" sz="2800" dirty="0">
              <a:latin typeface="隶书" panose="02010509060101010101" pitchFamily="49" charset="-122"/>
              <a:ea typeface="隶书" panose="02010509060101010101" pitchFamily="49" charset="-122"/>
            </a:endParaRPr>
          </a:p>
        </p:txBody>
      </p:sp>
      <p:sp>
        <p:nvSpPr>
          <p:cNvPr id="223246" name="Rectangle 14"/>
          <p:cNvSpPr>
            <a:spLocks noGrp="1" noChangeArrowheads="1"/>
          </p:cNvSpPr>
          <p:nvPr>
            <p:ph type="title"/>
          </p:nvPr>
        </p:nvSpPr>
        <p:spPr>
          <a:xfrm>
            <a:off x="1991544" y="76200"/>
            <a:ext cx="8280920" cy="762000"/>
          </a:xfrm>
          <a:noFill/>
        </p:spPr>
        <p:txBody>
          <a:bodyPr/>
          <a:lstStyle/>
          <a:p>
            <a:pPr algn="ctr"/>
            <a:r>
              <a:rPr lang="en-US" altLang="zh-CN" dirty="0">
                <a:latin typeface="华文琥珀" panose="02010800040101010101" pitchFamily="2" charset="-122"/>
              </a:rPr>
              <a:t>2</a:t>
            </a:r>
            <a:r>
              <a:rPr lang="zh-CN" altLang="en-US" dirty="0">
                <a:latin typeface="华文琥珀" panose="02010800040101010101" pitchFamily="2" charset="-122"/>
              </a:rPr>
              <a:t>.</a:t>
            </a:r>
            <a:r>
              <a:rPr lang="en-US" altLang="zh-CN" dirty="0">
                <a:latin typeface="华文琥珀" panose="02010800040101010101" pitchFamily="2" charset="-122"/>
              </a:rPr>
              <a:t>6 </a:t>
            </a:r>
            <a:r>
              <a:rPr lang="en-US" altLang="zh-CN" dirty="0">
                <a:latin typeface="隶书" panose="02010509060101010101" pitchFamily="49" charset="-122"/>
                <a:ea typeface="隶书" panose="02010509060101010101" pitchFamily="49" charset="-122"/>
              </a:rPr>
              <a:t>bit</a:t>
            </a:r>
            <a:r>
              <a:rPr lang="zh-CN" altLang="en-US" dirty="0">
                <a:latin typeface="隶书" panose="02010509060101010101" pitchFamily="49" charset="-122"/>
                <a:ea typeface="隶书" panose="02010509060101010101" pitchFamily="49" charset="-122"/>
              </a:rPr>
              <a:t>运算之二：逻辑运算</a:t>
            </a:r>
            <a:endParaRPr lang="zh-CN" altLang="en-US" dirty="0">
              <a:latin typeface="华文琥珀" panose="02010800040101010101" pitchFamily="2" charset="-122"/>
            </a:endParaRPr>
          </a:p>
        </p:txBody>
      </p:sp>
      <p:graphicFrame>
        <p:nvGraphicFramePr>
          <p:cNvPr id="5" name="Group 4"/>
          <p:cNvGraphicFramePr>
            <a:graphicFrameLocks noGrp="1"/>
          </p:cNvGraphicFramePr>
          <p:nvPr/>
        </p:nvGraphicFramePr>
        <p:xfrm>
          <a:off x="7392144" y="1340768"/>
          <a:ext cx="2514600" cy="2066544"/>
        </p:xfrm>
        <a:graphic>
          <a:graphicData uri="http://schemas.openxmlformats.org/drawingml/2006/table">
            <a:tbl>
              <a:tblPr/>
              <a:tblGrid>
                <a:gridCol w="460375"/>
                <a:gridCol w="461963"/>
                <a:gridCol w="1592262"/>
              </a:tblGrid>
              <a:tr h="198438">
                <a:tc>
                  <a:txBody>
                    <a:bodyPr/>
                    <a:lstStyle>
                      <a:lvl1pPr eaLnBrk="0" hangingPunct="0">
                        <a:spcBef>
                          <a:spcPct val="20000"/>
                        </a:spcBef>
                        <a:buFont typeface="Wingdings" panose="05000000000000000000" pitchFamily="2" charset="2"/>
                        <a:defRPr sz="2000" b="1">
                          <a:solidFill>
                            <a:schemeClr val="tx1"/>
                          </a:solidFill>
                          <a:latin typeface="Arial" panose="020B0604020202020204" pitchFamily="34" charset="0"/>
                          <a:ea typeface="黑体" panose="02010609060101010101" charset="-122"/>
                        </a:defRPr>
                      </a:lvl1pPr>
                      <a:lvl2pPr marL="742950" indent="-285750" eaLnBrk="0" hangingPunct="0">
                        <a:spcBef>
                          <a:spcPct val="20000"/>
                        </a:spcBef>
                        <a:buFont typeface="Wingdings" panose="05000000000000000000" pitchFamily="2" charset="2"/>
                        <a:defRPr b="1">
                          <a:solidFill>
                            <a:schemeClr val="tx1"/>
                          </a:solidFill>
                          <a:latin typeface="Arial" panose="020B0604020202020204" pitchFamily="34" charset="0"/>
                          <a:ea typeface="楷体_GB2312" pitchFamily="49" charset="-122"/>
                        </a:defRPr>
                      </a:lvl2pPr>
                      <a:lvl3pPr marL="1143000" indent="-228600" eaLnBrk="0" hangingPunct="0">
                        <a:spcBef>
                          <a:spcPct val="20000"/>
                        </a:spcBef>
                        <a:buFont typeface="Gungsuh" pitchFamily="18" charset="-127"/>
                        <a:defRPr sz="1600"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sz="1400">
                          <a:solidFill>
                            <a:schemeClr val="tx1"/>
                          </a:solidFill>
                          <a:latin typeface="Arial" panose="020B0604020202020204" pitchFamily="34" charset="0"/>
                          <a:ea typeface="黑体" panose="02010609060101010101" charset="-122"/>
                        </a:defRPr>
                      </a:lvl4pPr>
                      <a:lvl5pPr marL="2057400" indent="-228600" eaLnBrk="0" hangingPunct="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0" fontAlgn="base" latinLnBrk="0" hangingPunct="0">
                        <a:lnSpc>
                          <a:spcPct val="100000"/>
                        </a:lnSpc>
                        <a:spcBef>
                          <a:spcPct val="20000"/>
                        </a:spcBef>
                        <a:spcAft>
                          <a:spcPct val="0"/>
                        </a:spcAft>
                        <a:buClrTx/>
                        <a:buSzTx/>
                        <a:buFont typeface="Wingdings" panose="05000000000000000000" pitchFamily="2" charset="2"/>
                        <a:buNone/>
                      </a:pPr>
                      <a:r>
                        <a:rPr kumimoji="0" lang="en-US" altLang="zh-CN" sz="2400" b="1" i="0" u="none" strike="noStrike" cap="none" normalizeH="0" baseline="0" dirty="0">
                          <a:ln>
                            <a:noFill/>
                          </a:ln>
                          <a:solidFill>
                            <a:srgbClr val="CE0000"/>
                          </a:solidFill>
                          <a:effectLst/>
                          <a:latin typeface="Arial" panose="020B0604020202020204" pitchFamily="34" charset="0"/>
                          <a:ea typeface="宋体" panose="02010600030101010101" pitchFamily="2" charset="-122"/>
                        </a:rPr>
                        <a:t>A</a:t>
                      </a:r>
                      <a:endParaRPr kumimoji="0" lang="en-US" altLang="zh-CN" sz="2400" b="1" i="0" u="none" strike="noStrike" cap="none" normalizeH="0" baseline="0" dirty="0">
                        <a:ln>
                          <a:noFill/>
                        </a:ln>
                        <a:solidFill>
                          <a:srgbClr val="CE0000"/>
                        </a:solidFill>
                        <a:effectLst/>
                        <a:latin typeface="Arial" panose="020B0604020202020204" pitchFamily="34" charset="0"/>
                        <a:ea typeface="宋体" panose="02010600030101010101" pitchFamily="2" charset="-122"/>
                      </a:endParaRPr>
                    </a:p>
                  </a:txBody>
                  <a:tcPr horzOverflow="overflow">
                    <a:lnL>
                      <a:noFill/>
                    </a:lnL>
                    <a:lnR>
                      <a:noFill/>
                    </a:lnR>
                    <a:lnT>
                      <a:noFill/>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Font typeface="Wingdings" panose="05000000000000000000" pitchFamily="2" charset="2"/>
                        <a:defRPr sz="2000" b="1">
                          <a:solidFill>
                            <a:schemeClr val="tx1"/>
                          </a:solidFill>
                          <a:latin typeface="Arial" panose="020B0604020202020204" pitchFamily="34" charset="0"/>
                          <a:ea typeface="黑体" panose="02010609060101010101" charset="-122"/>
                        </a:defRPr>
                      </a:lvl1pPr>
                      <a:lvl2pPr marL="742950" indent="-285750" eaLnBrk="0" hangingPunct="0">
                        <a:spcBef>
                          <a:spcPct val="20000"/>
                        </a:spcBef>
                        <a:buFont typeface="Wingdings" panose="05000000000000000000" pitchFamily="2" charset="2"/>
                        <a:defRPr b="1">
                          <a:solidFill>
                            <a:schemeClr val="tx1"/>
                          </a:solidFill>
                          <a:latin typeface="Arial" panose="020B0604020202020204" pitchFamily="34" charset="0"/>
                          <a:ea typeface="楷体_GB2312" pitchFamily="49" charset="-122"/>
                        </a:defRPr>
                      </a:lvl2pPr>
                      <a:lvl3pPr marL="1143000" indent="-228600" eaLnBrk="0" hangingPunct="0">
                        <a:spcBef>
                          <a:spcPct val="20000"/>
                        </a:spcBef>
                        <a:buFont typeface="Gungsuh" pitchFamily="18" charset="-127"/>
                        <a:defRPr sz="1600"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sz="1400">
                          <a:solidFill>
                            <a:schemeClr val="tx1"/>
                          </a:solidFill>
                          <a:latin typeface="Arial" panose="020B0604020202020204" pitchFamily="34" charset="0"/>
                          <a:ea typeface="黑体" panose="02010609060101010101" charset="-122"/>
                        </a:defRPr>
                      </a:lvl4pPr>
                      <a:lvl5pPr marL="2057400" indent="-228600" eaLnBrk="0" hangingPunct="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0" fontAlgn="base" latinLnBrk="0" hangingPunct="0">
                        <a:lnSpc>
                          <a:spcPct val="100000"/>
                        </a:lnSpc>
                        <a:spcBef>
                          <a:spcPct val="20000"/>
                        </a:spcBef>
                        <a:spcAft>
                          <a:spcPct val="0"/>
                        </a:spcAft>
                        <a:buClrTx/>
                        <a:buSzTx/>
                        <a:buFont typeface="Wingdings" panose="05000000000000000000" pitchFamily="2" charset="2"/>
                        <a:buNone/>
                      </a:pPr>
                      <a:r>
                        <a:rPr kumimoji="0" lang="en-US" altLang="zh-CN" sz="2400" b="1" i="0" u="none" strike="noStrike" cap="none" normalizeH="0" baseline="0">
                          <a:ln>
                            <a:noFill/>
                          </a:ln>
                          <a:solidFill>
                            <a:srgbClr val="CE0000"/>
                          </a:solidFill>
                          <a:effectLst/>
                          <a:latin typeface="Arial" panose="020B0604020202020204" pitchFamily="34" charset="0"/>
                          <a:ea typeface="宋体" panose="02010600030101010101" pitchFamily="2" charset="-122"/>
                        </a:rPr>
                        <a:t>B</a:t>
                      </a:r>
                      <a:endParaRPr kumimoji="0" lang="en-US" altLang="zh-CN" sz="2400" b="1" i="0" u="none" strike="noStrike" cap="none" normalizeH="0" baseline="0">
                        <a:ln>
                          <a:noFill/>
                        </a:ln>
                        <a:solidFill>
                          <a:srgbClr val="CE0000"/>
                        </a:solidFill>
                        <a:effectLst/>
                        <a:latin typeface="Arial" panose="020B0604020202020204" pitchFamily="34" charset="0"/>
                        <a:ea typeface="宋体" panose="02010600030101010101" pitchFamily="2" charset="-122"/>
                      </a:endParaRPr>
                    </a:p>
                  </a:txBody>
                  <a:tcPr horzOverflow="overflow">
                    <a:lnL>
                      <a:noFill/>
                    </a:lnL>
                    <a:lnR w="12700" cap="flat" cmpd="sng" algn="ctr">
                      <a:solidFill>
                        <a:schemeClr val="tx1"/>
                      </a:solidFill>
                      <a:prstDash val="solid"/>
                      <a:round/>
                      <a:headEnd type="none" w="med" len="med"/>
                      <a:tailEnd type="none" w="med" len="med"/>
                    </a:lnR>
                    <a:lnT>
                      <a:noFill/>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Font typeface="Wingdings" panose="05000000000000000000" pitchFamily="2" charset="2"/>
                        <a:defRPr sz="2000" b="1">
                          <a:solidFill>
                            <a:schemeClr val="tx1"/>
                          </a:solidFill>
                          <a:latin typeface="Arial" panose="020B0604020202020204" pitchFamily="34" charset="0"/>
                          <a:ea typeface="黑体" panose="02010609060101010101" charset="-122"/>
                        </a:defRPr>
                      </a:lvl1pPr>
                      <a:lvl2pPr marL="742950" indent="-285750" eaLnBrk="0" hangingPunct="0">
                        <a:spcBef>
                          <a:spcPct val="20000"/>
                        </a:spcBef>
                        <a:buFont typeface="Wingdings" panose="05000000000000000000" pitchFamily="2" charset="2"/>
                        <a:defRPr b="1">
                          <a:solidFill>
                            <a:schemeClr val="tx1"/>
                          </a:solidFill>
                          <a:latin typeface="Arial" panose="020B0604020202020204" pitchFamily="34" charset="0"/>
                          <a:ea typeface="楷体_GB2312" pitchFamily="49" charset="-122"/>
                        </a:defRPr>
                      </a:lvl2pPr>
                      <a:lvl3pPr marL="1143000" indent="-228600" eaLnBrk="0" hangingPunct="0">
                        <a:spcBef>
                          <a:spcPct val="20000"/>
                        </a:spcBef>
                        <a:buFont typeface="Gungsuh" pitchFamily="18" charset="-127"/>
                        <a:defRPr sz="1600"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sz="1400">
                          <a:solidFill>
                            <a:schemeClr val="tx1"/>
                          </a:solidFill>
                          <a:latin typeface="Arial" panose="020B0604020202020204" pitchFamily="34" charset="0"/>
                          <a:ea typeface="黑体" panose="02010609060101010101" charset="-122"/>
                        </a:defRPr>
                      </a:lvl4pPr>
                      <a:lvl5pPr marL="2057400" indent="-228600" eaLnBrk="0" hangingPunct="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0" fontAlgn="base" latinLnBrk="0" hangingPunct="0">
                        <a:lnSpc>
                          <a:spcPct val="100000"/>
                        </a:lnSpc>
                        <a:spcBef>
                          <a:spcPct val="20000"/>
                        </a:spcBef>
                        <a:spcAft>
                          <a:spcPct val="0"/>
                        </a:spcAft>
                        <a:buClrTx/>
                        <a:buSzTx/>
                        <a:buFont typeface="Wingdings" panose="05000000000000000000" pitchFamily="2" charset="2"/>
                        <a:buNone/>
                      </a:pPr>
                      <a:r>
                        <a:rPr kumimoji="0" lang="en-US" altLang="zh-CN" sz="2400" b="1" i="0" u="none" strike="noStrike" cap="none" normalizeH="0" baseline="0" dirty="0">
                          <a:ln>
                            <a:noFill/>
                          </a:ln>
                          <a:solidFill>
                            <a:schemeClr val="accent2"/>
                          </a:solidFill>
                          <a:effectLst/>
                          <a:latin typeface="Arial" panose="020B0604020202020204" pitchFamily="34" charset="0"/>
                          <a:ea typeface="宋体" panose="02010600030101010101" pitchFamily="2" charset="-122"/>
                        </a:rPr>
                        <a:t>A </a:t>
                      </a:r>
                      <a:r>
                        <a:rPr kumimoji="0" lang="en-US" altLang="zh-CN" sz="2400" b="1" i="0" u="none" strike="noStrike" cap="none" normalizeH="0" baseline="0" dirty="0">
                          <a:ln>
                            <a:noFill/>
                          </a:ln>
                          <a:solidFill>
                            <a:schemeClr val="accent2"/>
                          </a:solidFill>
                          <a:effectLst/>
                          <a:latin typeface="Franklin Gothic Demi" panose="020B0703020102020204" pitchFamily="34" charset="0"/>
                          <a:ea typeface="宋体" panose="02010600030101010101" pitchFamily="2" charset="-122"/>
                        </a:rPr>
                        <a:t>AND</a:t>
                      </a:r>
                      <a:r>
                        <a:rPr kumimoji="0" lang="en-US" altLang="zh-CN" sz="2400" b="1" i="0" u="none" strike="noStrike" cap="none" normalizeH="0" baseline="0" dirty="0">
                          <a:ln>
                            <a:noFill/>
                          </a:ln>
                          <a:solidFill>
                            <a:schemeClr val="accent2"/>
                          </a:solidFill>
                          <a:effectLst/>
                          <a:latin typeface="Arial" panose="020B0604020202020204" pitchFamily="34" charset="0"/>
                          <a:ea typeface="宋体" panose="02010600030101010101" pitchFamily="2" charset="-122"/>
                        </a:rPr>
                        <a:t> B</a:t>
                      </a:r>
                      <a:endParaRPr kumimoji="0" lang="en-US" altLang="zh-CN" sz="2400" b="1" i="0" u="none" strike="noStrike" cap="none" normalizeH="0" baseline="30000" dirty="0">
                        <a:ln>
                          <a:noFill/>
                        </a:ln>
                        <a:solidFill>
                          <a:schemeClr val="accent2"/>
                        </a:solidFill>
                        <a:effectLst/>
                        <a:latin typeface="Arial" panose="020B06040202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a:noFill/>
                    </a:lnR>
                    <a:lnT>
                      <a:noFill/>
                    </a:lnT>
                    <a:lnB w="12700" cap="flat" cmpd="sng" algn="ctr">
                      <a:solidFill>
                        <a:schemeClr val="tx1"/>
                      </a:solidFill>
                      <a:prstDash val="solid"/>
                      <a:round/>
                      <a:headEnd type="none" w="med" len="med"/>
                      <a:tailEnd type="none" w="med" len="med"/>
                    </a:lnB>
                    <a:lnTlToBr>
                      <a:noFill/>
                    </a:lnTlToBr>
                    <a:lnBlToTr>
                      <a:noFill/>
                    </a:lnBlToTr>
                    <a:noFill/>
                  </a:tcPr>
                </a:tc>
              </a:tr>
              <a:tr h="198438">
                <a:tc>
                  <a:txBody>
                    <a:bodyPr/>
                    <a:lstStyle>
                      <a:lvl1pPr eaLnBrk="0" hangingPunct="0">
                        <a:spcBef>
                          <a:spcPct val="20000"/>
                        </a:spcBef>
                        <a:buFont typeface="Wingdings" panose="05000000000000000000" pitchFamily="2" charset="2"/>
                        <a:defRPr sz="2000" b="1">
                          <a:solidFill>
                            <a:schemeClr val="tx1"/>
                          </a:solidFill>
                          <a:latin typeface="Arial" panose="020B0604020202020204" pitchFamily="34" charset="0"/>
                          <a:ea typeface="黑体" panose="02010609060101010101" charset="-122"/>
                        </a:defRPr>
                      </a:lvl1pPr>
                      <a:lvl2pPr marL="742950" indent="-285750" eaLnBrk="0" hangingPunct="0">
                        <a:spcBef>
                          <a:spcPct val="20000"/>
                        </a:spcBef>
                        <a:buFont typeface="Wingdings" panose="05000000000000000000" pitchFamily="2" charset="2"/>
                        <a:defRPr b="1">
                          <a:solidFill>
                            <a:schemeClr val="tx1"/>
                          </a:solidFill>
                          <a:latin typeface="Arial" panose="020B0604020202020204" pitchFamily="34" charset="0"/>
                          <a:ea typeface="楷体_GB2312" pitchFamily="49" charset="-122"/>
                        </a:defRPr>
                      </a:lvl2pPr>
                      <a:lvl3pPr marL="1143000" indent="-228600" eaLnBrk="0" hangingPunct="0">
                        <a:spcBef>
                          <a:spcPct val="20000"/>
                        </a:spcBef>
                        <a:buFont typeface="Gungsuh" pitchFamily="18" charset="-127"/>
                        <a:defRPr sz="1600"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sz="1400">
                          <a:solidFill>
                            <a:schemeClr val="tx1"/>
                          </a:solidFill>
                          <a:latin typeface="Arial" panose="020B0604020202020204" pitchFamily="34" charset="0"/>
                          <a:ea typeface="黑体" panose="02010609060101010101" charset="-122"/>
                        </a:defRPr>
                      </a:lvl4pPr>
                      <a:lvl5pPr marL="2057400" indent="-228600" eaLnBrk="0" hangingPunct="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0" fontAlgn="base" latinLnBrk="0" hangingPunct="0">
                        <a:lnSpc>
                          <a:spcPct val="85000"/>
                        </a:lnSpc>
                        <a:spcBef>
                          <a:spcPct val="20000"/>
                        </a:spcBef>
                        <a:spcAft>
                          <a:spcPct val="0"/>
                        </a:spcAft>
                        <a:buClrTx/>
                        <a:buSzTx/>
                        <a:buFont typeface="Wingdings" panose="05000000000000000000" pitchFamily="2" charset="2"/>
                        <a:buNone/>
                      </a:pPr>
                      <a:r>
                        <a:rPr kumimoji="0" lang="en-US" altLang="zh-CN" sz="2400" b="1" i="0" u="none" strike="noStrike" cap="none" normalizeH="0" baseline="0">
                          <a:ln>
                            <a:noFill/>
                          </a:ln>
                          <a:solidFill>
                            <a:srgbClr val="CE0000"/>
                          </a:solidFill>
                          <a:effectLst/>
                          <a:latin typeface="Arial" panose="020B0604020202020204" pitchFamily="34" charset="0"/>
                          <a:ea typeface="宋体" panose="02010600030101010101" pitchFamily="2" charset="-122"/>
                        </a:rPr>
                        <a:t>0</a:t>
                      </a:r>
                      <a:endParaRPr kumimoji="0" lang="en-US" altLang="zh-CN" sz="2400" b="1" i="0" u="none" strike="noStrike" cap="none" normalizeH="0" baseline="0">
                        <a:ln>
                          <a:noFill/>
                        </a:ln>
                        <a:solidFill>
                          <a:srgbClr val="CE0000"/>
                        </a:solidFill>
                        <a:effectLst/>
                        <a:latin typeface="Arial" panose="020B0604020202020204" pitchFamily="34" charset="0"/>
                        <a:ea typeface="宋体" panose="02010600030101010101" pitchFamily="2" charset="-122"/>
                      </a:endParaRPr>
                    </a:p>
                  </a:txBody>
                  <a:tcPr horzOverflow="overflow">
                    <a:lnL>
                      <a:noFill/>
                    </a:lnL>
                    <a:lnR>
                      <a:noFill/>
                    </a:lnR>
                    <a:lnT w="12700" cap="flat" cmpd="sng" algn="ctr">
                      <a:solidFill>
                        <a:schemeClr val="tx1"/>
                      </a:solidFill>
                      <a:prstDash val="solid"/>
                      <a:round/>
                      <a:headEnd type="none" w="med" len="med"/>
                      <a:tailEnd type="none" w="med" len="med"/>
                    </a:lnT>
                    <a:lnB>
                      <a:noFill/>
                    </a:lnB>
                    <a:lnTlToBr>
                      <a:noFill/>
                    </a:lnTlToBr>
                    <a:lnBlToTr>
                      <a:noFill/>
                    </a:lnBlToTr>
                    <a:noFill/>
                  </a:tcPr>
                </a:tc>
                <a:tc>
                  <a:txBody>
                    <a:bodyPr/>
                    <a:lstStyle>
                      <a:lvl1pPr eaLnBrk="0" hangingPunct="0">
                        <a:spcBef>
                          <a:spcPct val="20000"/>
                        </a:spcBef>
                        <a:buFont typeface="Wingdings" panose="05000000000000000000" pitchFamily="2" charset="2"/>
                        <a:defRPr sz="2000" b="1">
                          <a:solidFill>
                            <a:schemeClr val="tx1"/>
                          </a:solidFill>
                          <a:latin typeface="Arial" panose="020B0604020202020204" pitchFamily="34" charset="0"/>
                          <a:ea typeface="黑体" panose="02010609060101010101" charset="-122"/>
                        </a:defRPr>
                      </a:lvl1pPr>
                      <a:lvl2pPr marL="742950" indent="-285750" eaLnBrk="0" hangingPunct="0">
                        <a:spcBef>
                          <a:spcPct val="20000"/>
                        </a:spcBef>
                        <a:buFont typeface="Wingdings" panose="05000000000000000000" pitchFamily="2" charset="2"/>
                        <a:defRPr b="1">
                          <a:solidFill>
                            <a:schemeClr val="tx1"/>
                          </a:solidFill>
                          <a:latin typeface="Arial" panose="020B0604020202020204" pitchFamily="34" charset="0"/>
                          <a:ea typeface="楷体_GB2312" pitchFamily="49" charset="-122"/>
                        </a:defRPr>
                      </a:lvl2pPr>
                      <a:lvl3pPr marL="1143000" indent="-228600" eaLnBrk="0" hangingPunct="0">
                        <a:spcBef>
                          <a:spcPct val="20000"/>
                        </a:spcBef>
                        <a:buFont typeface="Gungsuh" pitchFamily="18" charset="-127"/>
                        <a:defRPr sz="1600"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sz="1400">
                          <a:solidFill>
                            <a:schemeClr val="tx1"/>
                          </a:solidFill>
                          <a:latin typeface="Arial" panose="020B0604020202020204" pitchFamily="34" charset="0"/>
                          <a:ea typeface="黑体" panose="02010609060101010101" charset="-122"/>
                        </a:defRPr>
                      </a:lvl4pPr>
                      <a:lvl5pPr marL="2057400" indent="-228600" eaLnBrk="0" hangingPunct="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0" fontAlgn="base" latinLnBrk="0" hangingPunct="0">
                        <a:lnSpc>
                          <a:spcPct val="85000"/>
                        </a:lnSpc>
                        <a:spcBef>
                          <a:spcPct val="20000"/>
                        </a:spcBef>
                        <a:spcAft>
                          <a:spcPct val="0"/>
                        </a:spcAft>
                        <a:buClrTx/>
                        <a:buSzTx/>
                        <a:buFont typeface="Wingdings" panose="05000000000000000000" pitchFamily="2" charset="2"/>
                        <a:buNone/>
                      </a:pPr>
                      <a:r>
                        <a:rPr kumimoji="0" lang="en-US" altLang="zh-CN" sz="2400" b="1" i="0" u="none" strike="noStrike" cap="none" normalizeH="0" baseline="0">
                          <a:ln>
                            <a:noFill/>
                          </a:ln>
                          <a:solidFill>
                            <a:srgbClr val="CE0000"/>
                          </a:solidFill>
                          <a:effectLst/>
                          <a:latin typeface="Arial" panose="020B0604020202020204" pitchFamily="34" charset="0"/>
                          <a:ea typeface="宋体" panose="02010600030101010101" pitchFamily="2" charset="-122"/>
                        </a:rPr>
                        <a:t>0</a:t>
                      </a:r>
                      <a:endParaRPr kumimoji="0" lang="en-US" altLang="zh-CN" sz="2400" b="1" i="0" u="none" strike="noStrike" cap="none" normalizeH="0" baseline="0">
                        <a:ln>
                          <a:noFill/>
                        </a:ln>
                        <a:solidFill>
                          <a:srgbClr val="CE0000"/>
                        </a:solidFill>
                        <a:effectLst/>
                        <a:latin typeface="Arial" panose="020B0604020202020204" pitchFamily="34" charset="0"/>
                        <a:ea typeface="宋体" panose="02010600030101010101" pitchFamily="2" charset="-122"/>
                      </a:endParaRPr>
                    </a:p>
                  </a:txBody>
                  <a:tcPr horzOverflow="overflow">
                    <a:lnL>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a:noFill/>
                    </a:lnB>
                    <a:lnTlToBr>
                      <a:noFill/>
                    </a:lnTlToBr>
                    <a:lnBlToTr>
                      <a:noFill/>
                    </a:lnBlToTr>
                    <a:noFill/>
                  </a:tcPr>
                </a:tc>
                <a:tc>
                  <a:txBody>
                    <a:bodyPr/>
                    <a:lstStyle>
                      <a:lvl1pPr eaLnBrk="0" hangingPunct="0">
                        <a:spcBef>
                          <a:spcPct val="20000"/>
                        </a:spcBef>
                        <a:buFont typeface="Wingdings" panose="05000000000000000000" pitchFamily="2" charset="2"/>
                        <a:defRPr sz="2000" b="1">
                          <a:solidFill>
                            <a:schemeClr val="tx1"/>
                          </a:solidFill>
                          <a:latin typeface="Arial" panose="020B0604020202020204" pitchFamily="34" charset="0"/>
                          <a:ea typeface="黑体" panose="02010609060101010101" charset="-122"/>
                        </a:defRPr>
                      </a:lvl1pPr>
                      <a:lvl2pPr marL="742950" indent="-285750" eaLnBrk="0" hangingPunct="0">
                        <a:spcBef>
                          <a:spcPct val="20000"/>
                        </a:spcBef>
                        <a:buFont typeface="Wingdings" panose="05000000000000000000" pitchFamily="2" charset="2"/>
                        <a:defRPr b="1">
                          <a:solidFill>
                            <a:schemeClr val="tx1"/>
                          </a:solidFill>
                          <a:latin typeface="Arial" panose="020B0604020202020204" pitchFamily="34" charset="0"/>
                          <a:ea typeface="楷体_GB2312" pitchFamily="49" charset="-122"/>
                        </a:defRPr>
                      </a:lvl2pPr>
                      <a:lvl3pPr marL="1143000" indent="-228600" eaLnBrk="0" hangingPunct="0">
                        <a:spcBef>
                          <a:spcPct val="20000"/>
                        </a:spcBef>
                        <a:buFont typeface="Gungsuh" pitchFamily="18" charset="-127"/>
                        <a:defRPr sz="1600"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sz="1400">
                          <a:solidFill>
                            <a:schemeClr val="tx1"/>
                          </a:solidFill>
                          <a:latin typeface="Arial" panose="020B0604020202020204" pitchFamily="34" charset="0"/>
                          <a:ea typeface="黑体" panose="02010609060101010101" charset="-122"/>
                        </a:defRPr>
                      </a:lvl4pPr>
                      <a:lvl5pPr marL="2057400" indent="-228600" eaLnBrk="0" hangingPunct="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0" fontAlgn="base" latinLnBrk="0" hangingPunct="0">
                        <a:lnSpc>
                          <a:spcPct val="85000"/>
                        </a:lnSpc>
                        <a:spcBef>
                          <a:spcPct val="20000"/>
                        </a:spcBef>
                        <a:spcAft>
                          <a:spcPct val="0"/>
                        </a:spcAft>
                        <a:buClrTx/>
                        <a:buSzTx/>
                        <a:buFont typeface="Wingdings" panose="05000000000000000000" pitchFamily="2" charset="2"/>
                        <a:buNone/>
                      </a:pPr>
                      <a:r>
                        <a:rPr kumimoji="0" lang="en-US" altLang="zh-CN" sz="2400" b="1" i="0" u="none" strike="noStrike" cap="none" normalizeH="0" baseline="0">
                          <a:ln>
                            <a:noFill/>
                          </a:ln>
                          <a:solidFill>
                            <a:schemeClr val="accent2"/>
                          </a:solidFill>
                          <a:effectLst/>
                          <a:latin typeface="Arial" panose="020B0604020202020204" pitchFamily="34" charset="0"/>
                          <a:ea typeface="宋体" panose="02010600030101010101" pitchFamily="2" charset="-122"/>
                        </a:rPr>
                        <a:t>0</a:t>
                      </a:r>
                      <a:endParaRPr kumimoji="0" lang="en-US" altLang="zh-CN" sz="2400" b="1" i="0" u="none" strike="noStrike" cap="none" normalizeH="0" baseline="0">
                        <a:ln>
                          <a:noFill/>
                        </a:ln>
                        <a:solidFill>
                          <a:schemeClr val="accent2"/>
                        </a:solidFill>
                        <a:effectLst/>
                        <a:latin typeface="Arial" panose="020B06040202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a:noFill/>
                    </a:lnB>
                    <a:lnTlToBr>
                      <a:noFill/>
                    </a:lnTlToBr>
                    <a:lnBlToTr>
                      <a:noFill/>
                    </a:lnBlToTr>
                    <a:noFill/>
                  </a:tcPr>
                </a:tc>
              </a:tr>
              <a:tr h="198438">
                <a:tc>
                  <a:txBody>
                    <a:bodyPr/>
                    <a:lstStyle>
                      <a:lvl1pPr eaLnBrk="0" hangingPunct="0">
                        <a:spcBef>
                          <a:spcPct val="20000"/>
                        </a:spcBef>
                        <a:buFont typeface="Wingdings" panose="05000000000000000000" pitchFamily="2" charset="2"/>
                        <a:defRPr sz="2000" b="1">
                          <a:solidFill>
                            <a:schemeClr val="tx1"/>
                          </a:solidFill>
                          <a:latin typeface="Arial" panose="020B0604020202020204" pitchFamily="34" charset="0"/>
                          <a:ea typeface="黑体" panose="02010609060101010101" charset="-122"/>
                        </a:defRPr>
                      </a:lvl1pPr>
                      <a:lvl2pPr marL="742950" indent="-285750" eaLnBrk="0" hangingPunct="0">
                        <a:spcBef>
                          <a:spcPct val="20000"/>
                        </a:spcBef>
                        <a:buFont typeface="Wingdings" panose="05000000000000000000" pitchFamily="2" charset="2"/>
                        <a:defRPr b="1">
                          <a:solidFill>
                            <a:schemeClr val="tx1"/>
                          </a:solidFill>
                          <a:latin typeface="Arial" panose="020B0604020202020204" pitchFamily="34" charset="0"/>
                          <a:ea typeface="楷体_GB2312" pitchFamily="49" charset="-122"/>
                        </a:defRPr>
                      </a:lvl2pPr>
                      <a:lvl3pPr marL="1143000" indent="-228600" eaLnBrk="0" hangingPunct="0">
                        <a:spcBef>
                          <a:spcPct val="20000"/>
                        </a:spcBef>
                        <a:buFont typeface="Gungsuh" pitchFamily="18" charset="-127"/>
                        <a:defRPr sz="1600"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sz="1400">
                          <a:solidFill>
                            <a:schemeClr val="tx1"/>
                          </a:solidFill>
                          <a:latin typeface="Arial" panose="020B0604020202020204" pitchFamily="34" charset="0"/>
                          <a:ea typeface="黑体" panose="02010609060101010101" charset="-122"/>
                        </a:defRPr>
                      </a:lvl4pPr>
                      <a:lvl5pPr marL="2057400" indent="-228600" eaLnBrk="0" hangingPunct="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0" fontAlgn="base" latinLnBrk="0" hangingPunct="0">
                        <a:lnSpc>
                          <a:spcPct val="85000"/>
                        </a:lnSpc>
                        <a:spcBef>
                          <a:spcPct val="20000"/>
                        </a:spcBef>
                        <a:spcAft>
                          <a:spcPct val="0"/>
                        </a:spcAft>
                        <a:buClrTx/>
                        <a:buSzTx/>
                        <a:buFont typeface="Wingdings" panose="05000000000000000000" pitchFamily="2" charset="2"/>
                        <a:buNone/>
                      </a:pPr>
                      <a:r>
                        <a:rPr kumimoji="0" lang="en-US" altLang="zh-CN" sz="2400" b="1" i="0" u="none" strike="noStrike" cap="none" normalizeH="0" baseline="0">
                          <a:ln>
                            <a:noFill/>
                          </a:ln>
                          <a:solidFill>
                            <a:srgbClr val="CE0000"/>
                          </a:solidFill>
                          <a:effectLst/>
                          <a:latin typeface="Arial" panose="020B0604020202020204" pitchFamily="34" charset="0"/>
                          <a:ea typeface="宋体" panose="02010600030101010101" pitchFamily="2" charset="-122"/>
                        </a:rPr>
                        <a:t>0</a:t>
                      </a:r>
                      <a:endParaRPr kumimoji="0" lang="en-US" altLang="zh-CN" sz="2400" b="1" i="0" u="none" strike="noStrike" cap="none" normalizeH="0" baseline="0">
                        <a:ln>
                          <a:noFill/>
                        </a:ln>
                        <a:solidFill>
                          <a:srgbClr val="CE0000"/>
                        </a:solidFill>
                        <a:effectLst/>
                        <a:latin typeface="Arial" panose="020B0604020202020204" pitchFamily="34" charset="0"/>
                        <a:ea typeface="宋体" panose="02010600030101010101" pitchFamily="2" charset="-122"/>
                      </a:endParaRPr>
                    </a:p>
                  </a:txBody>
                  <a:tcPr horzOverflow="overflow">
                    <a:lnL>
                      <a:noFill/>
                    </a:lnL>
                    <a:lnR>
                      <a:noFill/>
                    </a:lnR>
                    <a:lnT>
                      <a:noFill/>
                    </a:lnT>
                    <a:lnB>
                      <a:noFill/>
                    </a:lnB>
                    <a:lnTlToBr>
                      <a:noFill/>
                    </a:lnTlToBr>
                    <a:lnBlToTr>
                      <a:noFill/>
                    </a:lnBlToTr>
                    <a:noFill/>
                  </a:tcPr>
                </a:tc>
                <a:tc>
                  <a:txBody>
                    <a:bodyPr/>
                    <a:lstStyle>
                      <a:lvl1pPr eaLnBrk="0" hangingPunct="0">
                        <a:spcBef>
                          <a:spcPct val="20000"/>
                        </a:spcBef>
                        <a:buFont typeface="Wingdings" panose="05000000000000000000" pitchFamily="2" charset="2"/>
                        <a:defRPr sz="2000" b="1">
                          <a:solidFill>
                            <a:schemeClr val="tx1"/>
                          </a:solidFill>
                          <a:latin typeface="Arial" panose="020B0604020202020204" pitchFamily="34" charset="0"/>
                          <a:ea typeface="黑体" panose="02010609060101010101" charset="-122"/>
                        </a:defRPr>
                      </a:lvl1pPr>
                      <a:lvl2pPr marL="742950" indent="-285750" eaLnBrk="0" hangingPunct="0">
                        <a:spcBef>
                          <a:spcPct val="20000"/>
                        </a:spcBef>
                        <a:buFont typeface="Wingdings" panose="05000000000000000000" pitchFamily="2" charset="2"/>
                        <a:defRPr b="1">
                          <a:solidFill>
                            <a:schemeClr val="tx1"/>
                          </a:solidFill>
                          <a:latin typeface="Arial" panose="020B0604020202020204" pitchFamily="34" charset="0"/>
                          <a:ea typeface="楷体_GB2312" pitchFamily="49" charset="-122"/>
                        </a:defRPr>
                      </a:lvl2pPr>
                      <a:lvl3pPr marL="1143000" indent="-228600" eaLnBrk="0" hangingPunct="0">
                        <a:spcBef>
                          <a:spcPct val="20000"/>
                        </a:spcBef>
                        <a:buFont typeface="Gungsuh" pitchFamily="18" charset="-127"/>
                        <a:defRPr sz="1600"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sz="1400">
                          <a:solidFill>
                            <a:schemeClr val="tx1"/>
                          </a:solidFill>
                          <a:latin typeface="Arial" panose="020B0604020202020204" pitchFamily="34" charset="0"/>
                          <a:ea typeface="黑体" panose="02010609060101010101" charset="-122"/>
                        </a:defRPr>
                      </a:lvl4pPr>
                      <a:lvl5pPr marL="2057400" indent="-228600" eaLnBrk="0" hangingPunct="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0" fontAlgn="base" latinLnBrk="0" hangingPunct="0">
                        <a:lnSpc>
                          <a:spcPct val="85000"/>
                        </a:lnSpc>
                        <a:spcBef>
                          <a:spcPct val="20000"/>
                        </a:spcBef>
                        <a:spcAft>
                          <a:spcPct val="0"/>
                        </a:spcAft>
                        <a:buClrTx/>
                        <a:buSzTx/>
                        <a:buFont typeface="Wingdings" panose="05000000000000000000" pitchFamily="2" charset="2"/>
                        <a:buNone/>
                      </a:pPr>
                      <a:r>
                        <a:rPr kumimoji="0" lang="en-US" altLang="zh-CN" sz="2400" b="1" i="0" u="none" strike="noStrike" cap="none" normalizeH="0" baseline="0">
                          <a:ln>
                            <a:noFill/>
                          </a:ln>
                          <a:solidFill>
                            <a:srgbClr val="CE0000"/>
                          </a:solidFill>
                          <a:effectLst/>
                          <a:latin typeface="Arial" panose="020B0604020202020204" pitchFamily="34" charset="0"/>
                          <a:ea typeface="宋体" panose="02010600030101010101" pitchFamily="2" charset="-122"/>
                        </a:rPr>
                        <a:t>1</a:t>
                      </a:r>
                      <a:endParaRPr kumimoji="0" lang="en-US" altLang="zh-CN" sz="2400" b="1" i="0" u="none" strike="noStrike" cap="none" normalizeH="0" baseline="0">
                        <a:ln>
                          <a:noFill/>
                        </a:ln>
                        <a:solidFill>
                          <a:srgbClr val="CE0000"/>
                        </a:solidFill>
                        <a:effectLst/>
                        <a:latin typeface="Arial" panose="020B0604020202020204" pitchFamily="34" charset="0"/>
                        <a:ea typeface="宋体" panose="02010600030101010101" pitchFamily="2" charset="-122"/>
                      </a:endParaRPr>
                    </a:p>
                  </a:txBody>
                  <a:tcPr horzOverflow="overflow">
                    <a:lnL>
                      <a:noFill/>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lvl1pPr eaLnBrk="0" hangingPunct="0">
                        <a:spcBef>
                          <a:spcPct val="20000"/>
                        </a:spcBef>
                        <a:buFont typeface="Wingdings" panose="05000000000000000000" pitchFamily="2" charset="2"/>
                        <a:defRPr sz="2000" b="1">
                          <a:solidFill>
                            <a:schemeClr val="tx1"/>
                          </a:solidFill>
                          <a:latin typeface="Arial" panose="020B0604020202020204" pitchFamily="34" charset="0"/>
                          <a:ea typeface="黑体" panose="02010609060101010101" charset="-122"/>
                        </a:defRPr>
                      </a:lvl1pPr>
                      <a:lvl2pPr marL="742950" indent="-285750" eaLnBrk="0" hangingPunct="0">
                        <a:spcBef>
                          <a:spcPct val="20000"/>
                        </a:spcBef>
                        <a:buFont typeface="Wingdings" panose="05000000000000000000" pitchFamily="2" charset="2"/>
                        <a:defRPr b="1">
                          <a:solidFill>
                            <a:schemeClr val="tx1"/>
                          </a:solidFill>
                          <a:latin typeface="Arial" panose="020B0604020202020204" pitchFamily="34" charset="0"/>
                          <a:ea typeface="楷体_GB2312" pitchFamily="49" charset="-122"/>
                        </a:defRPr>
                      </a:lvl2pPr>
                      <a:lvl3pPr marL="1143000" indent="-228600" eaLnBrk="0" hangingPunct="0">
                        <a:spcBef>
                          <a:spcPct val="20000"/>
                        </a:spcBef>
                        <a:buFont typeface="Gungsuh" pitchFamily="18" charset="-127"/>
                        <a:defRPr sz="1600"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sz="1400">
                          <a:solidFill>
                            <a:schemeClr val="tx1"/>
                          </a:solidFill>
                          <a:latin typeface="Arial" panose="020B0604020202020204" pitchFamily="34" charset="0"/>
                          <a:ea typeface="黑体" panose="02010609060101010101" charset="-122"/>
                        </a:defRPr>
                      </a:lvl4pPr>
                      <a:lvl5pPr marL="2057400" indent="-228600" eaLnBrk="0" hangingPunct="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0" fontAlgn="base" latinLnBrk="0" hangingPunct="0">
                        <a:lnSpc>
                          <a:spcPct val="85000"/>
                        </a:lnSpc>
                        <a:spcBef>
                          <a:spcPct val="20000"/>
                        </a:spcBef>
                        <a:spcAft>
                          <a:spcPct val="0"/>
                        </a:spcAft>
                        <a:buClrTx/>
                        <a:buSzTx/>
                        <a:buFont typeface="Wingdings" panose="05000000000000000000" pitchFamily="2" charset="2"/>
                        <a:buNone/>
                      </a:pPr>
                      <a:r>
                        <a:rPr kumimoji="0" lang="en-US" altLang="zh-CN" sz="2400" b="1" i="0" u="none" strike="noStrike" cap="none" normalizeH="0" baseline="0">
                          <a:ln>
                            <a:noFill/>
                          </a:ln>
                          <a:solidFill>
                            <a:schemeClr val="accent2"/>
                          </a:solidFill>
                          <a:effectLst/>
                          <a:latin typeface="Arial" panose="020B0604020202020204" pitchFamily="34" charset="0"/>
                          <a:ea typeface="宋体" panose="02010600030101010101" pitchFamily="2" charset="-122"/>
                        </a:rPr>
                        <a:t>0</a:t>
                      </a:r>
                      <a:endParaRPr kumimoji="0" lang="en-US" altLang="zh-CN" sz="2400" b="1" i="0" u="none" strike="noStrike" cap="none" normalizeH="0" baseline="0">
                        <a:ln>
                          <a:noFill/>
                        </a:ln>
                        <a:solidFill>
                          <a:schemeClr val="accent2"/>
                        </a:solidFill>
                        <a:effectLst/>
                        <a:latin typeface="Arial" panose="020B06040202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a:noFill/>
                    </a:lnR>
                    <a:lnT>
                      <a:noFill/>
                    </a:lnT>
                    <a:lnB>
                      <a:noFill/>
                    </a:lnB>
                    <a:lnTlToBr>
                      <a:noFill/>
                    </a:lnTlToBr>
                    <a:lnBlToTr>
                      <a:noFill/>
                    </a:lnBlToTr>
                    <a:noFill/>
                  </a:tcPr>
                </a:tc>
              </a:tr>
              <a:tr h="198438">
                <a:tc>
                  <a:txBody>
                    <a:bodyPr/>
                    <a:lstStyle>
                      <a:lvl1pPr eaLnBrk="0" hangingPunct="0">
                        <a:spcBef>
                          <a:spcPct val="20000"/>
                        </a:spcBef>
                        <a:buFont typeface="Wingdings" panose="05000000000000000000" pitchFamily="2" charset="2"/>
                        <a:defRPr sz="2000" b="1">
                          <a:solidFill>
                            <a:schemeClr val="tx1"/>
                          </a:solidFill>
                          <a:latin typeface="Arial" panose="020B0604020202020204" pitchFamily="34" charset="0"/>
                          <a:ea typeface="黑体" panose="02010609060101010101" charset="-122"/>
                        </a:defRPr>
                      </a:lvl1pPr>
                      <a:lvl2pPr marL="742950" indent="-285750" eaLnBrk="0" hangingPunct="0">
                        <a:spcBef>
                          <a:spcPct val="20000"/>
                        </a:spcBef>
                        <a:buFont typeface="Wingdings" panose="05000000000000000000" pitchFamily="2" charset="2"/>
                        <a:defRPr b="1">
                          <a:solidFill>
                            <a:schemeClr val="tx1"/>
                          </a:solidFill>
                          <a:latin typeface="Arial" panose="020B0604020202020204" pitchFamily="34" charset="0"/>
                          <a:ea typeface="楷体_GB2312" pitchFamily="49" charset="-122"/>
                        </a:defRPr>
                      </a:lvl2pPr>
                      <a:lvl3pPr marL="1143000" indent="-228600" eaLnBrk="0" hangingPunct="0">
                        <a:spcBef>
                          <a:spcPct val="20000"/>
                        </a:spcBef>
                        <a:buFont typeface="Gungsuh" pitchFamily="18" charset="-127"/>
                        <a:defRPr sz="1600"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sz="1400">
                          <a:solidFill>
                            <a:schemeClr val="tx1"/>
                          </a:solidFill>
                          <a:latin typeface="Arial" panose="020B0604020202020204" pitchFamily="34" charset="0"/>
                          <a:ea typeface="黑体" panose="02010609060101010101" charset="-122"/>
                        </a:defRPr>
                      </a:lvl4pPr>
                      <a:lvl5pPr marL="2057400" indent="-228600" eaLnBrk="0" hangingPunct="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0" fontAlgn="base" latinLnBrk="0" hangingPunct="0">
                        <a:lnSpc>
                          <a:spcPct val="85000"/>
                        </a:lnSpc>
                        <a:spcBef>
                          <a:spcPct val="20000"/>
                        </a:spcBef>
                        <a:spcAft>
                          <a:spcPct val="0"/>
                        </a:spcAft>
                        <a:buClrTx/>
                        <a:buSzTx/>
                        <a:buFont typeface="Wingdings" panose="05000000000000000000" pitchFamily="2" charset="2"/>
                        <a:buNone/>
                      </a:pPr>
                      <a:r>
                        <a:rPr kumimoji="0" lang="en-US" altLang="zh-CN" sz="2400" b="1" i="0" u="none" strike="noStrike" cap="none" normalizeH="0" baseline="0">
                          <a:ln>
                            <a:noFill/>
                          </a:ln>
                          <a:solidFill>
                            <a:srgbClr val="CE0000"/>
                          </a:solidFill>
                          <a:effectLst/>
                          <a:latin typeface="Arial" panose="020B0604020202020204" pitchFamily="34" charset="0"/>
                          <a:ea typeface="宋体" panose="02010600030101010101" pitchFamily="2" charset="-122"/>
                        </a:rPr>
                        <a:t>1</a:t>
                      </a:r>
                      <a:endParaRPr kumimoji="0" lang="en-US" altLang="zh-CN" sz="2400" b="1" i="0" u="none" strike="noStrike" cap="none" normalizeH="0" baseline="0">
                        <a:ln>
                          <a:noFill/>
                        </a:ln>
                        <a:solidFill>
                          <a:srgbClr val="CE0000"/>
                        </a:solidFill>
                        <a:effectLst/>
                        <a:latin typeface="Arial" panose="020B0604020202020204" pitchFamily="34" charset="0"/>
                        <a:ea typeface="宋体" panose="02010600030101010101" pitchFamily="2" charset="-122"/>
                      </a:endParaRPr>
                    </a:p>
                  </a:txBody>
                  <a:tcPr horzOverflow="overflow">
                    <a:lnL>
                      <a:noFill/>
                    </a:lnL>
                    <a:lnR>
                      <a:noFill/>
                    </a:lnR>
                    <a:lnT>
                      <a:noFill/>
                    </a:lnT>
                    <a:lnB>
                      <a:noFill/>
                    </a:lnB>
                    <a:lnTlToBr>
                      <a:noFill/>
                    </a:lnTlToBr>
                    <a:lnBlToTr>
                      <a:noFill/>
                    </a:lnBlToTr>
                    <a:noFill/>
                  </a:tcPr>
                </a:tc>
                <a:tc>
                  <a:txBody>
                    <a:bodyPr/>
                    <a:lstStyle>
                      <a:lvl1pPr eaLnBrk="0" hangingPunct="0">
                        <a:spcBef>
                          <a:spcPct val="20000"/>
                        </a:spcBef>
                        <a:buFont typeface="Wingdings" panose="05000000000000000000" pitchFamily="2" charset="2"/>
                        <a:defRPr sz="2000" b="1">
                          <a:solidFill>
                            <a:schemeClr val="tx1"/>
                          </a:solidFill>
                          <a:latin typeface="Arial" panose="020B0604020202020204" pitchFamily="34" charset="0"/>
                          <a:ea typeface="黑体" panose="02010609060101010101" charset="-122"/>
                        </a:defRPr>
                      </a:lvl1pPr>
                      <a:lvl2pPr marL="742950" indent="-285750" eaLnBrk="0" hangingPunct="0">
                        <a:spcBef>
                          <a:spcPct val="20000"/>
                        </a:spcBef>
                        <a:buFont typeface="Wingdings" panose="05000000000000000000" pitchFamily="2" charset="2"/>
                        <a:defRPr b="1">
                          <a:solidFill>
                            <a:schemeClr val="tx1"/>
                          </a:solidFill>
                          <a:latin typeface="Arial" panose="020B0604020202020204" pitchFamily="34" charset="0"/>
                          <a:ea typeface="楷体_GB2312" pitchFamily="49" charset="-122"/>
                        </a:defRPr>
                      </a:lvl2pPr>
                      <a:lvl3pPr marL="1143000" indent="-228600" eaLnBrk="0" hangingPunct="0">
                        <a:spcBef>
                          <a:spcPct val="20000"/>
                        </a:spcBef>
                        <a:buFont typeface="Gungsuh" pitchFamily="18" charset="-127"/>
                        <a:defRPr sz="1600"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sz="1400">
                          <a:solidFill>
                            <a:schemeClr val="tx1"/>
                          </a:solidFill>
                          <a:latin typeface="Arial" panose="020B0604020202020204" pitchFamily="34" charset="0"/>
                          <a:ea typeface="黑体" panose="02010609060101010101" charset="-122"/>
                        </a:defRPr>
                      </a:lvl4pPr>
                      <a:lvl5pPr marL="2057400" indent="-228600" eaLnBrk="0" hangingPunct="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0" fontAlgn="base" latinLnBrk="0" hangingPunct="0">
                        <a:lnSpc>
                          <a:spcPct val="85000"/>
                        </a:lnSpc>
                        <a:spcBef>
                          <a:spcPct val="20000"/>
                        </a:spcBef>
                        <a:spcAft>
                          <a:spcPct val="0"/>
                        </a:spcAft>
                        <a:buClrTx/>
                        <a:buSzTx/>
                        <a:buFont typeface="Wingdings" panose="05000000000000000000" pitchFamily="2" charset="2"/>
                        <a:buNone/>
                      </a:pPr>
                      <a:r>
                        <a:rPr kumimoji="0" lang="en-US" altLang="zh-CN" sz="2400" b="1" i="0" u="none" strike="noStrike" cap="none" normalizeH="0" baseline="0">
                          <a:ln>
                            <a:noFill/>
                          </a:ln>
                          <a:solidFill>
                            <a:srgbClr val="CE0000"/>
                          </a:solidFill>
                          <a:effectLst/>
                          <a:latin typeface="Arial" panose="020B0604020202020204" pitchFamily="34" charset="0"/>
                          <a:ea typeface="宋体" panose="02010600030101010101" pitchFamily="2" charset="-122"/>
                        </a:rPr>
                        <a:t>0</a:t>
                      </a:r>
                      <a:endParaRPr kumimoji="0" lang="en-US" altLang="zh-CN" sz="2400" b="1" i="0" u="none" strike="noStrike" cap="none" normalizeH="0" baseline="0">
                        <a:ln>
                          <a:noFill/>
                        </a:ln>
                        <a:solidFill>
                          <a:srgbClr val="CE0000"/>
                        </a:solidFill>
                        <a:effectLst/>
                        <a:latin typeface="Arial" panose="020B0604020202020204" pitchFamily="34" charset="0"/>
                        <a:ea typeface="宋体" panose="02010600030101010101" pitchFamily="2" charset="-122"/>
                      </a:endParaRPr>
                    </a:p>
                  </a:txBody>
                  <a:tcPr horzOverflow="overflow">
                    <a:lnL>
                      <a:noFill/>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lvl1pPr eaLnBrk="0" hangingPunct="0">
                        <a:spcBef>
                          <a:spcPct val="20000"/>
                        </a:spcBef>
                        <a:buFont typeface="Wingdings" panose="05000000000000000000" pitchFamily="2" charset="2"/>
                        <a:defRPr sz="2000" b="1">
                          <a:solidFill>
                            <a:schemeClr val="tx1"/>
                          </a:solidFill>
                          <a:latin typeface="Arial" panose="020B0604020202020204" pitchFamily="34" charset="0"/>
                          <a:ea typeface="黑体" panose="02010609060101010101" charset="-122"/>
                        </a:defRPr>
                      </a:lvl1pPr>
                      <a:lvl2pPr marL="742950" indent="-285750" eaLnBrk="0" hangingPunct="0">
                        <a:spcBef>
                          <a:spcPct val="20000"/>
                        </a:spcBef>
                        <a:buFont typeface="Wingdings" panose="05000000000000000000" pitchFamily="2" charset="2"/>
                        <a:defRPr b="1">
                          <a:solidFill>
                            <a:schemeClr val="tx1"/>
                          </a:solidFill>
                          <a:latin typeface="Arial" panose="020B0604020202020204" pitchFamily="34" charset="0"/>
                          <a:ea typeface="楷体_GB2312" pitchFamily="49" charset="-122"/>
                        </a:defRPr>
                      </a:lvl2pPr>
                      <a:lvl3pPr marL="1143000" indent="-228600" eaLnBrk="0" hangingPunct="0">
                        <a:spcBef>
                          <a:spcPct val="20000"/>
                        </a:spcBef>
                        <a:buFont typeface="Gungsuh" pitchFamily="18" charset="-127"/>
                        <a:defRPr sz="1600"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sz="1400">
                          <a:solidFill>
                            <a:schemeClr val="tx1"/>
                          </a:solidFill>
                          <a:latin typeface="Arial" panose="020B0604020202020204" pitchFamily="34" charset="0"/>
                          <a:ea typeface="黑体" panose="02010609060101010101" charset="-122"/>
                        </a:defRPr>
                      </a:lvl4pPr>
                      <a:lvl5pPr marL="2057400" indent="-228600" eaLnBrk="0" hangingPunct="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0" fontAlgn="base" latinLnBrk="0" hangingPunct="0">
                        <a:lnSpc>
                          <a:spcPct val="85000"/>
                        </a:lnSpc>
                        <a:spcBef>
                          <a:spcPct val="20000"/>
                        </a:spcBef>
                        <a:spcAft>
                          <a:spcPct val="0"/>
                        </a:spcAft>
                        <a:buClrTx/>
                        <a:buSzTx/>
                        <a:buFont typeface="Wingdings" panose="05000000000000000000" pitchFamily="2" charset="2"/>
                        <a:buNone/>
                      </a:pPr>
                      <a:r>
                        <a:rPr kumimoji="0" lang="en-US" altLang="zh-CN" sz="2400" b="1" i="0" u="none" strike="noStrike" cap="none" normalizeH="0" baseline="0">
                          <a:ln>
                            <a:noFill/>
                          </a:ln>
                          <a:solidFill>
                            <a:schemeClr val="accent2"/>
                          </a:solidFill>
                          <a:effectLst/>
                          <a:latin typeface="Arial" panose="020B0604020202020204" pitchFamily="34" charset="0"/>
                          <a:ea typeface="宋体" panose="02010600030101010101" pitchFamily="2" charset="-122"/>
                        </a:rPr>
                        <a:t>0</a:t>
                      </a:r>
                      <a:endParaRPr kumimoji="0" lang="en-US" altLang="zh-CN" sz="2400" b="1" i="0" u="none" strike="noStrike" cap="none" normalizeH="0" baseline="0">
                        <a:ln>
                          <a:noFill/>
                        </a:ln>
                        <a:solidFill>
                          <a:schemeClr val="accent2"/>
                        </a:solidFill>
                        <a:effectLst/>
                        <a:latin typeface="Arial" panose="020B06040202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a:noFill/>
                    </a:lnR>
                    <a:lnT>
                      <a:noFill/>
                    </a:lnT>
                    <a:lnB>
                      <a:noFill/>
                    </a:lnB>
                    <a:lnTlToBr>
                      <a:noFill/>
                    </a:lnTlToBr>
                    <a:lnBlToTr>
                      <a:noFill/>
                    </a:lnBlToTr>
                    <a:noFill/>
                  </a:tcPr>
                </a:tc>
              </a:tr>
              <a:tr h="198438">
                <a:tc>
                  <a:txBody>
                    <a:bodyPr/>
                    <a:lstStyle>
                      <a:lvl1pPr eaLnBrk="0" hangingPunct="0">
                        <a:spcBef>
                          <a:spcPct val="20000"/>
                        </a:spcBef>
                        <a:buFont typeface="Wingdings" panose="05000000000000000000" pitchFamily="2" charset="2"/>
                        <a:defRPr sz="2000" b="1">
                          <a:solidFill>
                            <a:schemeClr val="tx1"/>
                          </a:solidFill>
                          <a:latin typeface="Arial" panose="020B0604020202020204" pitchFamily="34" charset="0"/>
                          <a:ea typeface="黑体" panose="02010609060101010101" charset="-122"/>
                        </a:defRPr>
                      </a:lvl1pPr>
                      <a:lvl2pPr marL="742950" indent="-285750" eaLnBrk="0" hangingPunct="0">
                        <a:spcBef>
                          <a:spcPct val="20000"/>
                        </a:spcBef>
                        <a:buFont typeface="Wingdings" panose="05000000000000000000" pitchFamily="2" charset="2"/>
                        <a:defRPr b="1">
                          <a:solidFill>
                            <a:schemeClr val="tx1"/>
                          </a:solidFill>
                          <a:latin typeface="Arial" panose="020B0604020202020204" pitchFamily="34" charset="0"/>
                          <a:ea typeface="楷体_GB2312" pitchFamily="49" charset="-122"/>
                        </a:defRPr>
                      </a:lvl2pPr>
                      <a:lvl3pPr marL="1143000" indent="-228600" eaLnBrk="0" hangingPunct="0">
                        <a:spcBef>
                          <a:spcPct val="20000"/>
                        </a:spcBef>
                        <a:buFont typeface="Gungsuh" pitchFamily="18" charset="-127"/>
                        <a:defRPr sz="1600"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sz="1400">
                          <a:solidFill>
                            <a:schemeClr val="tx1"/>
                          </a:solidFill>
                          <a:latin typeface="Arial" panose="020B0604020202020204" pitchFamily="34" charset="0"/>
                          <a:ea typeface="黑体" panose="02010609060101010101" charset="-122"/>
                        </a:defRPr>
                      </a:lvl4pPr>
                      <a:lvl5pPr marL="2057400" indent="-228600" eaLnBrk="0" hangingPunct="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0" fontAlgn="base" latinLnBrk="0" hangingPunct="0">
                        <a:lnSpc>
                          <a:spcPct val="85000"/>
                        </a:lnSpc>
                        <a:spcBef>
                          <a:spcPct val="20000"/>
                        </a:spcBef>
                        <a:spcAft>
                          <a:spcPct val="0"/>
                        </a:spcAft>
                        <a:buClrTx/>
                        <a:buSzTx/>
                        <a:buFont typeface="Wingdings" panose="05000000000000000000" pitchFamily="2" charset="2"/>
                        <a:buNone/>
                      </a:pPr>
                      <a:r>
                        <a:rPr kumimoji="0" lang="en-US" altLang="zh-CN" sz="2400" b="1" i="0" u="none" strike="noStrike" cap="none" normalizeH="0" baseline="0">
                          <a:ln>
                            <a:noFill/>
                          </a:ln>
                          <a:solidFill>
                            <a:srgbClr val="CE0000"/>
                          </a:solidFill>
                          <a:effectLst/>
                          <a:latin typeface="Arial" panose="020B0604020202020204" pitchFamily="34" charset="0"/>
                          <a:ea typeface="宋体" panose="02010600030101010101" pitchFamily="2" charset="-122"/>
                        </a:rPr>
                        <a:t>1</a:t>
                      </a:r>
                      <a:endParaRPr kumimoji="0" lang="en-US" altLang="zh-CN" sz="2400" b="1" i="0" u="none" strike="noStrike" cap="none" normalizeH="0" baseline="0">
                        <a:ln>
                          <a:noFill/>
                        </a:ln>
                        <a:solidFill>
                          <a:srgbClr val="CE0000"/>
                        </a:solidFill>
                        <a:effectLst/>
                        <a:latin typeface="Arial" panose="020B0604020202020204" pitchFamily="34" charset="0"/>
                        <a:ea typeface="宋体" panose="02010600030101010101" pitchFamily="2" charset="-122"/>
                      </a:endParaRPr>
                    </a:p>
                  </a:txBody>
                  <a:tcPr horzOverflow="overflow">
                    <a:lnL>
                      <a:noFill/>
                    </a:lnL>
                    <a:lnR>
                      <a:noFill/>
                    </a:lnR>
                    <a:lnT>
                      <a:noFill/>
                    </a:lnT>
                    <a:lnB>
                      <a:noFill/>
                    </a:lnB>
                    <a:lnTlToBr>
                      <a:noFill/>
                    </a:lnTlToBr>
                    <a:lnBlToTr>
                      <a:noFill/>
                    </a:lnBlToTr>
                    <a:noFill/>
                  </a:tcPr>
                </a:tc>
                <a:tc>
                  <a:txBody>
                    <a:bodyPr/>
                    <a:lstStyle>
                      <a:lvl1pPr eaLnBrk="0" hangingPunct="0">
                        <a:spcBef>
                          <a:spcPct val="20000"/>
                        </a:spcBef>
                        <a:buFont typeface="Wingdings" panose="05000000000000000000" pitchFamily="2" charset="2"/>
                        <a:defRPr sz="2000" b="1">
                          <a:solidFill>
                            <a:schemeClr val="tx1"/>
                          </a:solidFill>
                          <a:latin typeface="Arial" panose="020B0604020202020204" pitchFamily="34" charset="0"/>
                          <a:ea typeface="黑体" panose="02010609060101010101" charset="-122"/>
                        </a:defRPr>
                      </a:lvl1pPr>
                      <a:lvl2pPr marL="742950" indent="-285750" eaLnBrk="0" hangingPunct="0">
                        <a:spcBef>
                          <a:spcPct val="20000"/>
                        </a:spcBef>
                        <a:buFont typeface="Wingdings" panose="05000000000000000000" pitchFamily="2" charset="2"/>
                        <a:defRPr b="1">
                          <a:solidFill>
                            <a:schemeClr val="tx1"/>
                          </a:solidFill>
                          <a:latin typeface="Arial" panose="020B0604020202020204" pitchFamily="34" charset="0"/>
                          <a:ea typeface="楷体_GB2312" pitchFamily="49" charset="-122"/>
                        </a:defRPr>
                      </a:lvl2pPr>
                      <a:lvl3pPr marL="1143000" indent="-228600" eaLnBrk="0" hangingPunct="0">
                        <a:spcBef>
                          <a:spcPct val="20000"/>
                        </a:spcBef>
                        <a:buFont typeface="Gungsuh" pitchFamily="18" charset="-127"/>
                        <a:defRPr sz="1600"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sz="1400">
                          <a:solidFill>
                            <a:schemeClr val="tx1"/>
                          </a:solidFill>
                          <a:latin typeface="Arial" panose="020B0604020202020204" pitchFamily="34" charset="0"/>
                          <a:ea typeface="黑体" panose="02010609060101010101" charset="-122"/>
                        </a:defRPr>
                      </a:lvl4pPr>
                      <a:lvl5pPr marL="2057400" indent="-228600" eaLnBrk="0" hangingPunct="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0" fontAlgn="base" latinLnBrk="0" hangingPunct="0">
                        <a:lnSpc>
                          <a:spcPct val="85000"/>
                        </a:lnSpc>
                        <a:spcBef>
                          <a:spcPct val="20000"/>
                        </a:spcBef>
                        <a:spcAft>
                          <a:spcPct val="0"/>
                        </a:spcAft>
                        <a:buClrTx/>
                        <a:buSzTx/>
                        <a:buFont typeface="Wingdings" panose="05000000000000000000" pitchFamily="2" charset="2"/>
                        <a:buNone/>
                      </a:pPr>
                      <a:r>
                        <a:rPr kumimoji="0" lang="en-US" altLang="zh-CN" sz="2400" b="1" i="0" u="none" strike="noStrike" cap="none" normalizeH="0" baseline="0">
                          <a:ln>
                            <a:noFill/>
                          </a:ln>
                          <a:solidFill>
                            <a:srgbClr val="CE0000"/>
                          </a:solidFill>
                          <a:effectLst/>
                          <a:latin typeface="Arial" panose="020B0604020202020204" pitchFamily="34" charset="0"/>
                          <a:ea typeface="宋体" panose="02010600030101010101" pitchFamily="2" charset="-122"/>
                        </a:rPr>
                        <a:t>1</a:t>
                      </a:r>
                      <a:endParaRPr kumimoji="0" lang="en-US" altLang="zh-CN" sz="2400" b="1" i="0" u="none" strike="noStrike" cap="none" normalizeH="0" baseline="0">
                        <a:ln>
                          <a:noFill/>
                        </a:ln>
                        <a:solidFill>
                          <a:srgbClr val="CE0000"/>
                        </a:solidFill>
                        <a:effectLst/>
                        <a:latin typeface="Arial" panose="020B0604020202020204" pitchFamily="34" charset="0"/>
                        <a:ea typeface="宋体" panose="02010600030101010101" pitchFamily="2" charset="-122"/>
                      </a:endParaRPr>
                    </a:p>
                  </a:txBody>
                  <a:tcPr horzOverflow="overflow">
                    <a:lnL>
                      <a:noFill/>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lvl1pPr eaLnBrk="0" hangingPunct="0">
                        <a:spcBef>
                          <a:spcPct val="20000"/>
                        </a:spcBef>
                        <a:buFont typeface="Wingdings" panose="05000000000000000000" pitchFamily="2" charset="2"/>
                        <a:defRPr sz="2000" b="1">
                          <a:solidFill>
                            <a:schemeClr val="tx1"/>
                          </a:solidFill>
                          <a:latin typeface="Arial" panose="020B0604020202020204" pitchFamily="34" charset="0"/>
                          <a:ea typeface="黑体" panose="02010609060101010101" charset="-122"/>
                        </a:defRPr>
                      </a:lvl1pPr>
                      <a:lvl2pPr marL="742950" indent="-285750" eaLnBrk="0" hangingPunct="0">
                        <a:spcBef>
                          <a:spcPct val="20000"/>
                        </a:spcBef>
                        <a:buFont typeface="Wingdings" panose="05000000000000000000" pitchFamily="2" charset="2"/>
                        <a:defRPr b="1">
                          <a:solidFill>
                            <a:schemeClr val="tx1"/>
                          </a:solidFill>
                          <a:latin typeface="Arial" panose="020B0604020202020204" pitchFamily="34" charset="0"/>
                          <a:ea typeface="楷体_GB2312" pitchFamily="49" charset="-122"/>
                        </a:defRPr>
                      </a:lvl2pPr>
                      <a:lvl3pPr marL="1143000" indent="-228600" eaLnBrk="0" hangingPunct="0">
                        <a:spcBef>
                          <a:spcPct val="20000"/>
                        </a:spcBef>
                        <a:buFont typeface="Gungsuh" pitchFamily="18" charset="-127"/>
                        <a:defRPr sz="1600"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sz="1400">
                          <a:solidFill>
                            <a:schemeClr val="tx1"/>
                          </a:solidFill>
                          <a:latin typeface="Arial" panose="020B0604020202020204" pitchFamily="34" charset="0"/>
                          <a:ea typeface="黑体" panose="02010609060101010101" charset="-122"/>
                        </a:defRPr>
                      </a:lvl4pPr>
                      <a:lvl5pPr marL="2057400" indent="-228600" eaLnBrk="0" hangingPunct="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0" fontAlgn="base" latinLnBrk="0" hangingPunct="0">
                        <a:lnSpc>
                          <a:spcPct val="85000"/>
                        </a:lnSpc>
                        <a:spcBef>
                          <a:spcPct val="20000"/>
                        </a:spcBef>
                        <a:spcAft>
                          <a:spcPct val="0"/>
                        </a:spcAft>
                        <a:buClrTx/>
                        <a:buSzTx/>
                        <a:buFont typeface="Wingdings" panose="05000000000000000000" pitchFamily="2" charset="2"/>
                        <a:buNone/>
                      </a:pPr>
                      <a:r>
                        <a:rPr kumimoji="0" lang="en-US" altLang="zh-CN" sz="2400" b="1" i="0" u="none" strike="noStrike" cap="none" normalizeH="0" baseline="0" dirty="0">
                          <a:ln>
                            <a:noFill/>
                          </a:ln>
                          <a:solidFill>
                            <a:schemeClr val="accent2"/>
                          </a:solidFill>
                          <a:effectLst/>
                          <a:latin typeface="Arial" panose="020B0604020202020204" pitchFamily="34" charset="0"/>
                          <a:ea typeface="宋体" panose="02010600030101010101" pitchFamily="2" charset="-122"/>
                        </a:rPr>
                        <a:t>1</a:t>
                      </a:r>
                      <a:endParaRPr kumimoji="0" lang="en-US" altLang="zh-CN" sz="2400" b="1" i="0" u="none" strike="noStrike" cap="none" normalizeH="0" baseline="0" dirty="0">
                        <a:ln>
                          <a:noFill/>
                        </a:ln>
                        <a:solidFill>
                          <a:schemeClr val="accent2"/>
                        </a:solidFill>
                        <a:effectLst/>
                        <a:latin typeface="Arial" panose="020B06040202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a:noFill/>
                    </a:lnR>
                    <a:lnT>
                      <a:noFill/>
                    </a:lnT>
                    <a:lnB>
                      <a:noFill/>
                    </a:lnB>
                    <a:lnTlToBr>
                      <a:noFill/>
                    </a:lnTlToBr>
                    <a:lnBlToTr>
                      <a:noFill/>
                    </a:lnBlToTr>
                    <a:noFill/>
                  </a:tcPr>
                </a:tc>
              </a:tr>
            </a:tbl>
          </a:graphicData>
        </a:graphic>
      </p:graphicFrame>
      <p:graphicFrame>
        <p:nvGraphicFramePr>
          <p:cNvPr id="6" name="Group 38"/>
          <p:cNvGraphicFramePr>
            <a:graphicFrameLocks noGrp="1"/>
          </p:cNvGraphicFramePr>
          <p:nvPr/>
        </p:nvGraphicFramePr>
        <p:xfrm>
          <a:off x="7410400" y="3861048"/>
          <a:ext cx="2286000" cy="2066544"/>
        </p:xfrm>
        <a:graphic>
          <a:graphicData uri="http://schemas.openxmlformats.org/drawingml/2006/table">
            <a:tbl>
              <a:tblPr/>
              <a:tblGrid>
                <a:gridCol w="465138"/>
                <a:gridCol w="466725"/>
                <a:gridCol w="1354137"/>
              </a:tblGrid>
              <a:tr h="198438">
                <a:tc>
                  <a:txBody>
                    <a:bodyPr/>
                    <a:lstStyle>
                      <a:lvl1pPr eaLnBrk="0" hangingPunct="0">
                        <a:spcBef>
                          <a:spcPct val="20000"/>
                        </a:spcBef>
                        <a:buFont typeface="Wingdings" panose="05000000000000000000" pitchFamily="2" charset="2"/>
                        <a:defRPr sz="2000" b="1">
                          <a:solidFill>
                            <a:schemeClr val="tx1"/>
                          </a:solidFill>
                          <a:latin typeface="Arial" panose="020B0604020202020204" pitchFamily="34" charset="0"/>
                          <a:ea typeface="黑体" panose="02010609060101010101" charset="-122"/>
                        </a:defRPr>
                      </a:lvl1pPr>
                      <a:lvl2pPr marL="742950" indent="-285750" eaLnBrk="0" hangingPunct="0">
                        <a:spcBef>
                          <a:spcPct val="20000"/>
                        </a:spcBef>
                        <a:buFont typeface="Wingdings" panose="05000000000000000000" pitchFamily="2" charset="2"/>
                        <a:defRPr b="1">
                          <a:solidFill>
                            <a:schemeClr val="tx1"/>
                          </a:solidFill>
                          <a:latin typeface="Arial" panose="020B0604020202020204" pitchFamily="34" charset="0"/>
                          <a:ea typeface="楷体_GB2312" pitchFamily="49" charset="-122"/>
                        </a:defRPr>
                      </a:lvl2pPr>
                      <a:lvl3pPr marL="1143000" indent="-228600" eaLnBrk="0" hangingPunct="0">
                        <a:spcBef>
                          <a:spcPct val="20000"/>
                        </a:spcBef>
                        <a:buFont typeface="Gungsuh" pitchFamily="18" charset="-127"/>
                        <a:defRPr sz="1600"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sz="1400">
                          <a:solidFill>
                            <a:schemeClr val="tx1"/>
                          </a:solidFill>
                          <a:latin typeface="Arial" panose="020B0604020202020204" pitchFamily="34" charset="0"/>
                          <a:ea typeface="黑体" panose="02010609060101010101" charset="-122"/>
                        </a:defRPr>
                      </a:lvl4pPr>
                      <a:lvl5pPr marL="2057400" indent="-228600" eaLnBrk="0" hangingPunct="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0" fontAlgn="base" latinLnBrk="0" hangingPunct="0">
                        <a:lnSpc>
                          <a:spcPct val="100000"/>
                        </a:lnSpc>
                        <a:spcBef>
                          <a:spcPct val="20000"/>
                        </a:spcBef>
                        <a:spcAft>
                          <a:spcPct val="0"/>
                        </a:spcAft>
                        <a:buClrTx/>
                        <a:buSzTx/>
                        <a:buFont typeface="Wingdings" panose="05000000000000000000" pitchFamily="2" charset="2"/>
                        <a:buNone/>
                      </a:pPr>
                      <a:r>
                        <a:rPr kumimoji="0" lang="en-US" altLang="zh-CN" sz="2400" b="1" i="0" u="none" strike="noStrike" cap="none" normalizeH="0" baseline="0" dirty="0">
                          <a:ln>
                            <a:noFill/>
                          </a:ln>
                          <a:solidFill>
                            <a:srgbClr val="CE0000"/>
                          </a:solidFill>
                          <a:effectLst/>
                          <a:latin typeface="Arial" panose="020B0604020202020204" pitchFamily="34" charset="0"/>
                          <a:ea typeface="宋体" panose="02010600030101010101" pitchFamily="2" charset="-122"/>
                        </a:rPr>
                        <a:t>A</a:t>
                      </a:r>
                      <a:endParaRPr kumimoji="0" lang="en-US" altLang="zh-CN" sz="2400" b="1" i="0" u="none" strike="noStrike" cap="none" normalizeH="0" baseline="0" dirty="0">
                        <a:ln>
                          <a:noFill/>
                        </a:ln>
                        <a:solidFill>
                          <a:srgbClr val="CE0000"/>
                        </a:solidFill>
                        <a:effectLst/>
                        <a:latin typeface="Arial" panose="020B0604020202020204" pitchFamily="34" charset="0"/>
                        <a:ea typeface="宋体" panose="02010600030101010101" pitchFamily="2" charset="-122"/>
                      </a:endParaRPr>
                    </a:p>
                  </a:txBody>
                  <a:tcPr horzOverflow="overflow">
                    <a:lnL>
                      <a:noFill/>
                    </a:lnL>
                    <a:lnR>
                      <a:noFill/>
                    </a:lnR>
                    <a:lnT>
                      <a:noFill/>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Font typeface="Wingdings" panose="05000000000000000000" pitchFamily="2" charset="2"/>
                        <a:defRPr sz="2000" b="1">
                          <a:solidFill>
                            <a:schemeClr val="tx1"/>
                          </a:solidFill>
                          <a:latin typeface="Arial" panose="020B0604020202020204" pitchFamily="34" charset="0"/>
                          <a:ea typeface="黑体" panose="02010609060101010101" charset="-122"/>
                        </a:defRPr>
                      </a:lvl1pPr>
                      <a:lvl2pPr marL="742950" indent="-285750" eaLnBrk="0" hangingPunct="0">
                        <a:spcBef>
                          <a:spcPct val="20000"/>
                        </a:spcBef>
                        <a:buFont typeface="Wingdings" panose="05000000000000000000" pitchFamily="2" charset="2"/>
                        <a:defRPr b="1">
                          <a:solidFill>
                            <a:schemeClr val="tx1"/>
                          </a:solidFill>
                          <a:latin typeface="Arial" panose="020B0604020202020204" pitchFamily="34" charset="0"/>
                          <a:ea typeface="楷体_GB2312" pitchFamily="49" charset="-122"/>
                        </a:defRPr>
                      </a:lvl2pPr>
                      <a:lvl3pPr marL="1143000" indent="-228600" eaLnBrk="0" hangingPunct="0">
                        <a:spcBef>
                          <a:spcPct val="20000"/>
                        </a:spcBef>
                        <a:buFont typeface="Gungsuh" pitchFamily="18" charset="-127"/>
                        <a:defRPr sz="1600"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sz="1400">
                          <a:solidFill>
                            <a:schemeClr val="tx1"/>
                          </a:solidFill>
                          <a:latin typeface="Arial" panose="020B0604020202020204" pitchFamily="34" charset="0"/>
                          <a:ea typeface="黑体" panose="02010609060101010101" charset="-122"/>
                        </a:defRPr>
                      </a:lvl4pPr>
                      <a:lvl5pPr marL="2057400" indent="-228600" eaLnBrk="0" hangingPunct="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0" fontAlgn="base" latinLnBrk="0" hangingPunct="0">
                        <a:lnSpc>
                          <a:spcPct val="100000"/>
                        </a:lnSpc>
                        <a:spcBef>
                          <a:spcPct val="20000"/>
                        </a:spcBef>
                        <a:spcAft>
                          <a:spcPct val="0"/>
                        </a:spcAft>
                        <a:buClrTx/>
                        <a:buSzTx/>
                        <a:buFont typeface="Wingdings" panose="05000000000000000000" pitchFamily="2" charset="2"/>
                        <a:buNone/>
                      </a:pPr>
                      <a:r>
                        <a:rPr kumimoji="0" lang="en-US" altLang="zh-CN" sz="2400" b="1" i="0" u="none" strike="noStrike" cap="none" normalizeH="0" baseline="0">
                          <a:ln>
                            <a:noFill/>
                          </a:ln>
                          <a:solidFill>
                            <a:srgbClr val="CE0000"/>
                          </a:solidFill>
                          <a:effectLst/>
                          <a:latin typeface="Arial" panose="020B0604020202020204" pitchFamily="34" charset="0"/>
                          <a:ea typeface="宋体" panose="02010600030101010101" pitchFamily="2" charset="-122"/>
                        </a:rPr>
                        <a:t>B</a:t>
                      </a:r>
                      <a:endParaRPr kumimoji="0" lang="en-US" altLang="zh-CN" sz="2400" b="1" i="0" u="none" strike="noStrike" cap="none" normalizeH="0" baseline="0">
                        <a:ln>
                          <a:noFill/>
                        </a:ln>
                        <a:solidFill>
                          <a:srgbClr val="CE0000"/>
                        </a:solidFill>
                        <a:effectLst/>
                        <a:latin typeface="Arial" panose="020B0604020202020204" pitchFamily="34" charset="0"/>
                        <a:ea typeface="宋体" panose="02010600030101010101" pitchFamily="2" charset="-122"/>
                      </a:endParaRPr>
                    </a:p>
                  </a:txBody>
                  <a:tcPr horzOverflow="overflow">
                    <a:lnL>
                      <a:noFill/>
                    </a:lnL>
                    <a:lnR w="12700" cap="flat" cmpd="sng" algn="ctr">
                      <a:solidFill>
                        <a:schemeClr val="tx1"/>
                      </a:solidFill>
                      <a:prstDash val="solid"/>
                      <a:round/>
                      <a:headEnd type="none" w="med" len="med"/>
                      <a:tailEnd type="none" w="med" len="med"/>
                    </a:lnR>
                    <a:lnT>
                      <a:noFill/>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Font typeface="Wingdings" panose="05000000000000000000" pitchFamily="2" charset="2"/>
                        <a:defRPr sz="2000" b="1">
                          <a:solidFill>
                            <a:schemeClr val="tx1"/>
                          </a:solidFill>
                          <a:latin typeface="Arial" panose="020B0604020202020204" pitchFamily="34" charset="0"/>
                          <a:ea typeface="黑体" panose="02010609060101010101" charset="-122"/>
                        </a:defRPr>
                      </a:lvl1pPr>
                      <a:lvl2pPr marL="742950" indent="-285750" eaLnBrk="0" hangingPunct="0">
                        <a:spcBef>
                          <a:spcPct val="20000"/>
                        </a:spcBef>
                        <a:buFont typeface="Wingdings" panose="05000000000000000000" pitchFamily="2" charset="2"/>
                        <a:defRPr b="1">
                          <a:solidFill>
                            <a:schemeClr val="tx1"/>
                          </a:solidFill>
                          <a:latin typeface="Arial" panose="020B0604020202020204" pitchFamily="34" charset="0"/>
                          <a:ea typeface="楷体_GB2312" pitchFamily="49" charset="-122"/>
                        </a:defRPr>
                      </a:lvl2pPr>
                      <a:lvl3pPr marL="1143000" indent="-228600" eaLnBrk="0" hangingPunct="0">
                        <a:spcBef>
                          <a:spcPct val="20000"/>
                        </a:spcBef>
                        <a:buFont typeface="Gungsuh" pitchFamily="18" charset="-127"/>
                        <a:defRPr sz="1600"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sz="1400">
                          <a:solidFill>
                            <a:schemeClr val="tx1"/>
                          </a:solidFill>
                          <a:latin typeface="Arial" panose="020B0604020202020204" pitchFamily="34" charset="0"/>
                          <a:ea typeface="黑体" panose="02010609060101010101" charset="-122"/>
                        </a:defRPr>
                      </a:lvl4pPr>
                      <a:lvl5pPr marL="2057400" indent="-228600" eaLnBrk="0" hangingPunct="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0" fontAlgn="base" latinLnBrk="0" hangingPunct="0">
                        <a:lnSpc>
                          <a:spcPct val="100000"/>
                        </a:lnSpc>
                        <a:spcBef>
                          <a:spcPct val="20000"/>
                        </a:spcBef>
                        <a:spcAft>
                          <a:spcPct val="0"/>
                        </a:spcAft>
                        <a:buClrTx/>
                        <a:buSzTx/>
                        <a:buFont typeface="Wingdings" panose="05000000000000000000" pitchFamily="2" charset="2"/>
                        <a:buNone/>
                      </a:pPr>
                      <a:r>
                        <a:rPr kumimoji="0" lang="en-US" altLang="zh-CN" sz="2400" b="1" i="0" u="none" strike="noStrike" cap="none" normalizeH="0" baseline="0">
                          <a:ln>
                            <a:noFill/>
                          </a:ln>
                          <a:solidFill>
                            <a:schemeClr val="accent2"/>
                          </a:solidFill>
                          <a:effectLst/>
                          <a:latin typeface="Arial" panose="020B0604020202020204" pitchFamily="34" charset="0"/>
                          <a:ea typeface="宋体" panose="02010600030101010101" pitchFamily="2" charset="-122"/>
                        </a:rPr>
                        <a:t>A </a:t>
                      </a:r>
                      <a:r>
                        <a:rPr kumimoji="0" lang="en-US" altLang="zh-CN" sz="2400" b="1" i="0" u="none" strike="noStrike" cap="none" normalizeH="0" baseline="0">
                          <a:ln>
                            <a:noFill/>
                          </a:ln>
                          <a:solidFill>
                            <a:schemeClr val="accent2"/>
                          </a:solidFill>
                          <a:effectLst/>
                          <a:latin typeface="Franklin Gothic Demi" panose="020B0703020102020204" pitchFamily="34" charset="0"/>
                          <a:ea typeface="宋体" panose="02010600030101010101" pitchFamily="2" charset="-122"/>
                        </a:rPr>
                        <a:t>OR</a:t>
                      </a:r>
                      <a:r>
                        <a:rPr kumimoji="0" lang="en-US" altLang="zh-CN" sz="2400" b="1" i="0" u="none" strike="noStrike" cap="none" normalizeH="0" baseline="0">
                          <a:ln>
                            <a:noFill/>
                          </a:ln>
                          <a:solidFill>
                            <a:schemeClr val="accent2"/>
                          </a:solidFill>
                          <a:effectLst/>
                          <a:latin typeface="Arial" panose="020B0604020202020204" pitchFamily="34" charset="0"/>
                          <a:ea typeface="宋体" panose="02010600030101010101" pitchFamily="2" charset="-122"/>
                        </a:rPr>
                        <a:t> B</a:t>
                      </a:r>
                      <a:endParaRPr kumimoji="0" lang="en-US" altLang="zh-CN" sz="2400" b="1" i="0" u="none" strike="noStrike" cap="none" normalizeH="0" baseline="30000">
                        <a:ln>
                          <a:noFill/>
                        </a:ln>
                        <a:solidFill>
                          <a:schemeClr val="accent2"/>
                        </a:solidFill>
                        <a:effectLst/>
                        <a:latin typeface="Arial" panose="020B06040202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a:noFill/>
                    </a:lnR>
                    <a:lnT>
                      <a:noFill/>
                    </a:lnT>
                    <a:lnB w="12700" cap="flat" cmpd="sng" algn="ctr">
                      <a:solidFill>
                        <a:schemeClr val="tx1"/>
                      </a:solidFill>
                      <a:prstDash val="solid"/>
                      <a:round/>
                      <a:headEnd type="none" w="med" len="med"/>
                      <a:tailEnd type="none" w="med" len="med"/>
                    </a:lnB>
                    <a:lnTlToBr>
                      <a:noFill/>
                    </a:lnTlToBr>
                    <a:lnBlToTr>
                      <a:noFill/>
                    </a:lnBlToTr>
                    <a:noFill/>
                  </a:tcPr>
                </a:tc>
              </a:tr>
              <a:tr h="198438">
                <a:tc>
                  <a:txBody>
                    <a:bodyPr/>
                    <a:lstStyle>
                      <a:lvl1pPr eaLnBrk="0" hangingPunct="0">
                        <a:spcBef>
                          <a:spcPct val="20000"/>
                        </a:spcBef>
                        <a:buFont typeface="Wingdings" panose="05000000000000000000" pitchFamily="2" charset="2"/>
                        <a:defRPr sz="2000" b="1">
                          <a:solidFill>
                            <a:schemeClr val="tx1"/>
                          </a:solidFill>
                          <a:latin typeface="Arial" panose="020B0604020202020204" pitchFamily="34" charset="0"/>
                          <a:ea typeface="黑体" panose="02010609060101010101" charset="-122"/>
                        </a:defRPr>
                      </a:lvl1pPr>
                      <a:lvl2pPr marL="742950" indent="-285750" eaLnBrk="0" hangingPunct="0">
                        <a:spcBef>
                          <a:spcPct val="20000"/>
                        </a:spcBef>
                        <a:buFont typeface="Wingdings" panose="05000000000000000000" pitchFamily="2" charset="2"/>
                        <a:defRPr b="1">
                          <a:solidFill>
                            <a:schemeClr val="tx1"/>
                          </a:solidFill>
                          <a:latin typeface="Arial" panose="020B0604020202020204" pitchFamily="34" charset="0"/>
                          <a:ea typeface="楷体_GB2312" pitchFamily="49" charset="-122"/>
                        </a:defRPr>
                      </a:lvl2pPr>
                      <a:lvl3pPr marL="1143000" indent="-228600" eaLnBrk="0" hangingPunct="0">
                        <a:spcBef>
                          <a:spcPct val="20000"/>
                        </a:spcBef>
                        <a:buFont typeface="Gungsuh" pitchFamily="18" charset="-127"/>
                        <a:defRPr sz="1600"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sz="1400">
                          <a:solidFill>
                            <a:schemeClr val="tx1"/>
                          </a:solidFill>
                          <a:latin typeface="Arial" panose="020B0604020202020204" pitchFamily="34" charset="0"/>
                          <a:ea typeface="黑体" panose="02010609060101010101" charset="-122"/>
                        </a:defRPr>
                      </a:lvl4pPr>
                      <a:lvl5pPr marL="2057400" indent="-228600" eaLnBrk="0" hangingPunct="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0" fontAlgn="base" latinLnBrk="0" hangingPunct="0">
                        <a:lnSpc>
                          <a:spcPct val="85000"/>
                        </a:lnSpc>
                        <a:spcBef>
                          <a:spcPct val="20000"/>
                        </a:spcBef>
                        <a:spcAft>
                          <a:spcPct val="0"/>
                        </a:spcAft>
                        <a:buClrTx/>
                        <a:buSzTx/>
                        <a:buFont typeface="Wingdings" panose="05000000000000000000" pitchFamily="2" charset="2"/>
                        <a:buNone/>
                      </a:pPr>
                      <a:r>
                        <a:rPr kumimoji="0" lang="en-US" altLang="zh-CN" sz="2400" b="1" i="0" u="none" strike="noStrike" cap="none" normalizeH="0" baseline="0">
                          <a:ln>
                            <a:noFill/>
                          </a:ln>
                          <a:solidFill>
                            <a:srgbClr val="CE0000"/>
                          </a:solidFill>
                          <a:effectLst/>
                          <a:latin typeface="Arial" panose="020B0604020202020204" pitchFamily="34" charset="0"/>
                          <a:ea typeface="宋体" panose="02010600030101010101" pitchFamily="2" charset="-122"/>
                        </a:rPr>
                        <a:t>0</a:t>
                      </a:r>
                      <a:endParaRPr kumimoji="0" lang="en-US" altLang="zh-CN" sz="2400" b="1" i="0" u="none" strike="noStrike" cap="none" normalizeH="0" baseline="0">
                        <a:ln>
                          <a:noFill/>
                        </a:ln>
                        <a:solidFill>
                          <a:srgbClr val="CE0000"/>
                        </a:solidFill>
                        <a:effectLst/>
                        <a:latin typeface="Arial" panose="020B0604020202020204" pitchFamily="34" charset="0"/>
                        <a:ea typeface="宋体" panose="02010600030101010101" pitchFamily="2" charset="-122"/>
                      </a:endParaRPr>
                    </a:p>
                  </a:txBody>
                  <a:tcPr horzOverflow="overflow">
                    <a:lnL>
                      <a:noFill/>
                    </a:lnL>
                    <a:lnR>
                      <a:noFill/>
                    </a:lnR>
                    <a:lnT w="12700" cap="flat" cmpd="sng" algn="ctr">
                      <a:solidFill>
                        <a:schemeClr val="tx1"/>
                      </a:solidFill>
                      <a:prstDash val="solid"/>
                      <a:round/>
                      <a:headEnd type="none" w="med" len="med"/>
                      <a:tailEnd type="none" w="med" len="med"/>
                    </a:lnT>
                    <a:lnB>
                      <a:noFill/>
                    </a:lnB>
                    <a:lnTlToBr>
                      <a:noFill/>
                    </a:lnTlToBr>
                    <a:lnBlToTr>
                      <a:noFill/>
                    </a:lnBlToTr>
                    <a:noFill/>
                  </a:tcPr>
                </a:tc>
                <a:tc>
                  <a:txBody>
                    <a:bodyPr/>
                    <a:lstStyle>
                      <a:lvl1pPr eaLnBrk="0" hangingPunct="0">
                        <a:spcBef>
                          <a:spcPct val="20000"/>
                        </a:spcBef>
                        <a:buFont typeface="Wingdings" panose="05000000000000000000" pitchFamily="2" charset="2"/>
                        <a:defRPr sz="2000" b="1">
                          <a:solidFill>
                            <a:schemeClr val="tx1"/>
                          </a:solidFill>
                          <a:latin typeface="Arial" panose="020B0604020202020204" pitchFamily="34" charset="0"/>
                          <a:ea typeface="黑体" panose="02010609060101010101" charset="-122"/>
                        </a:defRPr>
                      </a:lvl1pPr>
                      <a:lvl2pPr marL="742950" indent="-285750" eaLnBrk="0" hangingPunct="0">
                        <a:spcBef>
                          <a:spcPct val="20000"/>
                        </a:spcBef>
                        <a:buFont typeface="Wingdings" panose="05000000000000000000" pitchFamily="2" charset="2"/>
                        <a:defRPr b="1">
                          <a:solidFill>
                            <a:schemeClr val="tx1"/>
                          </a:solidFill>
                          <a:latin typeface="Arial" panose="020B0604020202020204" pitchFamily="34" charset="0"/>
                          <a:ea typeface="楷体_GB2312" pitchFamily="49" charset="-122"/>
                        </a:defRPr>
                      </a:lvl2pPr>
                      <a:lvl3pPr marL="1143000" indent="-228600" eaLnBrk="0" hangingPunct="0">
                        <a:spcBef>
                          <a:spcPct val="20000"/>
                        </a:spcBef>
                        <a:buFont typeface="Gungsuh" pitchFamily="18" charset="-127"/>
                        <a:defRPr sz="1600"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sz="1400">
                          <a:solidFill>
                            <a:schemeClr val="tx1"/>
                          </a:solidFill>
                          <a:latin typeface="Arial" panose="020B0604020202020204" pitchFamily="34" charset="0"/>
                          <a:ea typeface="黑体" panose="02010609060101010101" charset="-122"/>
                        </a:defRPr>
                      </a:lvl4pPr>
                      <a:lvl5pPr marL="2057400" indent="-228600" eaLnBrk="0" hangingPunct="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0" fontAlgn="base" latinLnBrk="0" hangingPunct="0">
                        <a:lnSpc>
                          <a:spcPct val="85000"/>
                        </a:lnSpc>
                        <a:spcBef>
                          <a:spcPct val="20000"/>
                        </a:spcBef>
                        <a:spcAft>
                          <a:spcPct val="0"/>
                        </a:spcAft>
                        <a:buClrTx/>
                        <a:buSzTx/>
                        <a:buFont typeface="Wingdings" panose="05000000000000000000" pitchFamily="2" charset="2"/>
                        <a:buNone/>
                      </a:pPr>
                      <a:r>
                        <a:rPr kumimoji="0" lang="en-US" altLang="zh-CN" sz="2400" b="1" i="0" u="none" strike="noStrike" cap="none" normalizeH="0" baseline="0" dirty="0">
                          <a:ln>
                            <a:noFill/>
                          </a:ln>
                          <a:solidFill>
                            <a:srgbClr val="CE0000"/>
                          </a:solidFill>
                          <a:effectLst/>
                          <a:latin typeface="Arial" panose="020B0604020202020204" pitchFamily="34" charset="0"/>
                          <a:ea typeface="宋体" panose="02010600030101010101" pitchFamily="2" charset="-122"/>
                        </a:rPr>
                        <a:t>0</a:t>
                      </a:r>
                      <a:endParaRPr kumimoji="0" lang="en-US" altLang="zh-CN" sz="2400" b="1" i="0" u="none" strike="noStrike" cap="none" normalizeH="0" baseline="0" dirty="0">
                        <a:ln>
                          <a:noFill/>
                        </a:ln>
                        <a:solidFill>
                          <a:srgbClr val="CE0000"/>
                        </a:solidFill>
                        <a:effectLst/>
                        <a:latin typeface="Arial" panose="020B0604020202020204" pitchFamily="34" charset="0"/>
                        <a:ea typeface="宋体" panose="02010600030101010101" pitchFamily="2" charset="-122"/>
                      </a:endParaRPr>
                    </a:p>
                  </a:txBody>
                  <a:tcPr horzOverflow="overflow">
                    <a:lnL>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a:noFill/>
                    </a:lnB>
                    <a:lnTlToBr>
                      <a:noFill/>
                    </a:lnTlToBr>
                    <a:lnBlToTr>
                      <a:noFill/>
                    </a:lnBlToTr>
                    <a:noFill/>
                  </a:tcPr>
                </a:tc>
                <a:tc>
                  <a:txBody>
                    <a:bodyPr/>
                    <a:lstStyle>
                      <a:lvl1pPr eaLnBrk="0" hangingPunct="0">
                        <a:spcBef>
                          <a:spcPct val="20000"/>
                        </a:spcBef>
                        <a:buFont typeface="Wingdings" panose="05000000000000000000" pitchFamily="2" charset="2"/>
                        <a:defRPr sz="2000" b="1">
                          <a:solidFill>
                            <a:schemeClr val="tx1"/>
                          </a:solidFill>
                          <a:latin typeface="Arial" panose="020B0604020202020204" pitchFamily="34" charset="0"/>
                          <a:ea typeface="黑体" panose="02010609060101010101" charset="-122"/>
                        </a:defRPr>
                      </a:lvl1pPr>
                      <a:lvl2pPr marL="742950" indent="-285750" eaLnBrk="0" hangingPunct="0">
                        <a:spcBef>
                          <a:spcPct val="20000"/>
                        </a:spcBef>
                        <a:buFont typeface="Wingdings" panose="05000000000000000000" pitchFamily="2" charset="2"/>
                        <a:defRPr b="1">
                          <a:solidFill>
                            <a:schemeClr val="tx1"/>
                          </a:solidFill>
                          <a:latin typeface="Arial" panose="020B0604020202020204" pitchFamily="34" charset="0"/>
                          <a:ea typeface="楷体_GB2312" pitchFamily="49" charset="-122"/>
                        </a:defRPr>
                      </a:lvl2pPr>
                      <a:lvl3pPr marL="1143000" indent="-228600" eaLnBrk="0" hangingPunct="0">
                        <a:spcBef>
                          <a:spcPct val="20000"/>
                        </a:spcBef>
                        <a:buFont typeface="Gungsuh" pitchFamily="18" charset="-127"/>
                        <a:defRPr sz="1600"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sz="1400">
                          <a:solidFill>
                            <a:schemeClr val="tx1"/>
                          </a:solidFill>
                          <a:latin typeface="Arial" panose="020B0604020202020204" pitchFamily="34" charset="0"/>
                          <a:ea typeface="黑体" panose="02010609060101010101" charset="-122"/>
                        </a:defRPr>
                      </a:lvl4pPr>
                      <a:lvl5pPr marL="2057400" indent="-228600" eaLnBrk="0" hangingPunct="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0" fontAlgn="base" latinLnBrk="0" hangingPunct="0">
                        <a:lnSpc>
                          <a:spcPct val="85000"/>
                        </a:lnSpc>
                        <a:spcBef>
                          <a:spcPct val="20000"/>
                        </a:spcBef>
                        <a:spcAft>
                          <a:spcPct val="0"/>
                        </a:spcAft>
                        <a:buClrTx/>
                        <a:buSzTx/>
                        <a:buFont typeface="Wingdings" panose="05000000000000000000" pitchFamily="2" charset="2"/>
                        <a:buNone/>
                      </a:pPr>
                      <a:r>
                        <a:rPr kumimoji="0" lang="en-US" altLang="zh-CN" sz="2400" b="1" i="0" u="none" strike="noStrike" cap="none" normalizeH="0" baseline="0">
                          <a:ln>
                            <a:noFill/>
                          </a:ln>
                          <a:solidFill>
                            <a:schemeClr val="accent2"/>
                          </a:solidFill>
                          <a:effectLst/>
                          <a:latin typeface="Arial" panose="020B0604020202020204" pitchFamily="34" charset="0"/>
                          <a:ea typeface="宋体" panose="02010600030101010101" pitchFamily="2" charset="-122"/>
                        </a:rPr>
                        <a:t>0</a:t>
                      </a:r>
                      <a:endParaRPr kumimoji="0" lang="en-US" altLang="zh-CN" sz="2400" b="1" i="0" u="none" strike="noStrike" cap="none" normalizeH="0" baseline="0">
                        <a:ln>
                          <a:noFill/>
                        </a:ln>
                        <a:solidFill>
                          <a:schemeClr val="accent2"/>
                        </a:solidFill>
                        <a:effectLst/>
                        <a:latin typeface="Arial" panose="020B06040202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a:noFill/>
                    </a:lnB>
                    <a:lnTlToBr>
                      <a:noFill/>
                    </a:lnTlToBr>
                    <a:lnBlToTr>
                      <a:noFill/>
                    </a:lnBlToTr>
                    <a:noFill/>
                  </a:tcPr>
                </a:tc>
              </a:tr>
              <a:tr h="198438">
                <a:tc>
                  <a:txBody>
                    <a:bodyPr/>
                    <a:lstStyle>
                      <a:lvl1pPr eaLnBrk="0" hangingPunct="0">
                        <a:spcBef>
                          <a:spcPct val="20000"/>
                        </a:spcBef>
                        <a:buFont typeface="Wingdings" panose="05000000000000000000" pitchFamily="2" charset="2"/>
                        <a:defRPr sz="2000" b="1">
                          <a:solidFill>
                            <a:schemeClr val="tx1"/>
                          </a:solidFill>
                          <a:latin typeface="Arial" panose="020B0604020202020204" pitchFamily="34" charset="0"/>
                          <a:ea typeface="黑体" panose="02010609060101010101" charset="-122"/>
                        </a:defRPr>
                      </a:lvl1pPr>
                      <a:lvl2pPr marL="742950" indent="-285750" eaLnBrk="0" hangingPunct="0">
                        <a:spcBef>
                          <a:spcPct val="20000"/>
                        </a:spcBef>
                        <a:buFont typeface="Wingdings" panose="05000000000000000000" pitchFamily="2" charset="2"/>
                        <a:defRPr b="1">
                          <a:solidFill>
                            <a:schemeClr val="tx1"/>
                          </a:solidFill>
                          <a:latin typeface="Arial" panose="020B0604020202020204" pitchFamily="34" charset="0"/>
                          <a:ea typeface="楷体_GB2312" pitchFamily="49" charset="-122"/>
                        </a:defRPr>
                      </a:lvl2pPr>
                      <a:lvl3pPr marL="1143000" indent="-228600" eaLnBrk="0" hangingPunct="0">
                        <a:spcBef>
                          <a:spcPct val="20000"/>
                        </a:spcBef>
                        <a:buFont typeface="Gungsuh" pitchFamily="18" charset="-127"/>
                        <a:defRPr sz="1600"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sz="1400">
                          <a:solidFill>
                            <a:schemeClr val="tx1"/>
                          </a:solidFill>
                          <a:latin typeface="Arial" panose="020B0604020202020204" pitchFamily="34" charset="0"/>
                          <a:ea typeface="黑体" panose="02010609060101010101" charset="-122"/>
                        </a:defRPr>
                      </a:lvl4pPr>
                      <a:lvl5pPr marL="2057400" indent="-228600" eaLnBrk="0" hangingPunct="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0" fontAlgn="base" latinLnBrk="0" hangingPunct="0">
                        <a:lnSpc>
                          <a:spcPct val="85000"/>
                        </a:lnSpc>
                        <a:spcBef>
                          <a:spcPct val="20000"/>
                        </a:spcBef>
                        <a:spcAft>
                          <a:spcPct val="0"/>
                        </a:spcAft>
                        <a:buClrTx/>
                        <a:buSzTx/>
                        <a:buFont typeface="Wingdings" panose="05000000000000000000" pitchFamily="2" charset="2"/>
                        <a:buNone/>
                      </a:pPr>
                      <a:r>
                        <a:rPr kumimoji="0" lang="en-US" altLang="zh-CN" sz="2400" b="1" i="0" u="none" strike="noStrike" cap="none" normalizeH="0" baseline="0">
                          <a:ln>
                            <a:noFill/>
                          </a:ln>
                          <a:solidFill>
                            <a:srgbClr val="CE0000"/>
                          </a:solidFill>
                          <a:effectLst/>
                          <a:latin typeface="Arial" panose="020B0604020202020204" pitchFamily="34" charset="0"/>
                          <a:ea typeface="宋体" panose="02010600030101010101" pitchFamily="2" charset="-122"/>
                        </a:rPr>
                        <a:t>0</a:t>
                      </a:r>
                      <a:endParaRPr kumimoji="0" lang="en-US" altLang="zh-CN" sz="2400" b="1" i="0" u="none" strike="noStrike" cap="none" normalizeH="0" baseline="0">
                        <a:ln>
                          <a:noFill/>
                        </a:ln>
                        <a:solidFill>
                          <a:srgbClr val="CE0000"/>
                        </a:solidFill>
                        <a:effectLst/>
                        <a:latin typeface="Arial" panose="020B0604020202020204" pitchFamily="34" charset="0"/>
                        <a:ea typeface="宋体" panose="02010600030101010101" pitchFamily="2" charset="-122"/>
                      </a:endParaRPr>
                    </a:p>
                  </a:txBody>
                  <a:tcPr horzOverflow="overflow">
                    <a:lnL>
                      <a:noFill/>
                    </a:lnL>
                    <a:lnR>
                      <a:noFill/>
                    </a:lnR>
                    <a:lnT>
                      <a:noFill/>
                    </a:lnT>
                    <a:lnB>
                      <a:noFill/>
                    </a:lnB>
                    <a:lnTlToBr>
                      <a:noFill/>
                    </a:lnTlToBr>
                    <a:lnBlToTr>
                      <a:noFill/>
                    </a:lnBlToTr>
                    <a:noFill/>
                  </a:tcPr>
                </a:tc>
                <a:tc>
                  <a:txBody>
                    <a:bodyPr/>
                    <a:lstStyle>
                      <a:lvl1pPr eaLnBrk="0" hangingPunct="0">
                        <a:spcBef>
                          <a:spcPct val="20000"/>
                        </a:spcBef>
                        <a:buFont typeface="Wingdings" panose="05000000000000000000" pitchFamily="2" charset="2"/>
                        <a:defRPr sz="2000" b="1">
                          <a:solidFill>
                            <a:schemeClr val="tx1"/>
                          </a:solidFill>
                          <a:latin typeface="Arial" panose="020B0604020202020204" pitchFamily="34" charset="0"/>
                          <a:ea typeface="黑体" panose="02010609060101010101" charset="-122"/>
                        </a:defRPr>
                      </a:lvl1pPr>
                      <a:lvl2pPr marL="742950" indent="-285750" eaLnBrk="0" hangingPunct="0">
                        <a:spcBef>
                          <a:spcPct val="20000"/>
                        </a:spcBef>
                        <a:buFont typeface="Wingdings" panose="05000000000000000000" pitchFamily="2" charset="2"/>
                        <a:defRPr b="1">
                          <a:solidFill>
                            <a:schemeClr val="tx1"/>
                          </a:solidFill>
                          <a:latin typeface="Arial" panose="020B0604020202020204" pitchFamily="34" charset="0"/>
                          <a:ea typeface="楷体_GB2312" pitchFamily="49" charset="-122"/>
                        </a:defRPr>
                      </a:lvl2pPr>
                      <a:lvl3pPr marL="1143000" indent="-228600" eaLnBrk="0" hangingPunct="0">
                        <a:spcBef>
                          <a:spcPct val="20000"/>
                        </a:spcBef>
                        <a:buFont typeface="Gungsuh" pitchFamily="18" charset="-127"/>
                        <a:defRPr sz="1600"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sz="1400">
                          <a:solidFill>
                            <a:schemeClr val="tx1"/>
                          </a:solidFill>
                          <a:latin typeface="Arial" panose="020B0604020202020204" pitchFamily="34" charset="0"/>
                          <a:ea typeface="黑体" panose="02010609060101010101" charset="-122"/>
                        </a:defRPr>
                      </a:lvl4pPr>
                      <a:lvl5pPr marL="2057400" indent="-228600" eaLnBrk="0" hangingPunct="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0" fontAlgn="base" latinLnBrk="0" hangingPunct="0">
                        <a:lnSpc>
                          <a:spcPct val="85000"/>
                        </a:lnSpc>
                        <a:spcBef>
                          <a:spcPct val="20000"/>
                        </a:spcBef>
                        <a:spcAft>
                          <a:spcPct val="0"/>
                        </a:spcAft>
                        <a:buClrTx/>
                        <a:buSzTx/>
                        <a:buFont typeface="Wingdings" panose="05000000000000000000" pitchFamily="2" charset="2"/>
                        <a:buNone/>
                      </a:pPr>
                      <a:r>
                        <a:rPr kumimoji="0" lang="en-US" altLang="zh-CN" sz="2400" b="1" i="0" u="none" strike="noStrike" cap="none" normalizeH="0" baseline="0">
                          <a:ln>
                            <a:noFill/>
                          </a:ln>
                          <a:solidFill>
                            <a:srgbClr val="CE0000"/>
                          </a:solidFill>
                          <a:effectLst/>
                          <a:latin typeface="Arial" panose="020B0604020202020204" pitchFamily="34" charset="0"/>
                          <a:ea typeface="宋体" panose="02010600030101010101" pitchFamily="2" charset="-122"/>
                        </a:rPr>
                        <a:t>1</a:t>
                      </a:r>
                      <a:endParaRPr kumimoji="0" lang="en-US" altLang="zh-CN" sz="2400" b="1" i="0" u="none" strike="noStrike" cap="none" normalizeH="0" baseline="0">
                        <a:ln>
                          <a:noFill/>
                        </a:ln>
                        <a:solidFill>
                          <a:srgbClr val="CE0000"/>
                        </a:solidFill>
                        <a:effectLst/>
                        <a:latin typeface="Arial" panose="020B0604020202020204" pitchFamily="34" charset="0"/>
                        <a:ea typeface="宋体" panose="02010600030101010101" pitchFamily="2" charset="-122"/>
                      </a:endParaRPr>
                    </a:p>
                  </a:txBody>
                  <a:tcPr horzOverflow="overflow">
                    <a:lnL>
                      <a:noFill/>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lvl1pPr eaLnBrk="0" hangingPunct="0">
                        <a:spcBef>
                          <a:spcPct val="20000"/>
                        </a:spcBef>
                        <a:buFont typeface="Wingdings" panose="05000000000000000000" pitchFamily="2" charset="2"/>
                        <a:defRPr sz="2000" b="1">
                          <a:solidFill>
                            <a:schemeClr val="tx1"/>
                          </a:solidFill>
                          <a:latin typeface="Arial" panose="020B0604020202020204" pitchFamily="34" charset="0"/>
                          <a:ea typeface="黑体" panose="02010609060101010101" charset="-122"/>
                        </a:defRPr>
                      </a:lvl1pPr>
                      <a:lvl2pPr marL="742950" indent="-285750" eaLnBrk="0" hangingPunct="0">
                        <a:spcBef>
                          <a:spcPct val="20000"/>
                        </a:spcBef>
                        <a:buFont typeface="Wingdings" panose="05000000000000000000" pitchFamily="2" charset="2"/>
                        <a:defRPr b="1">
                          <a:solidFill>
                            <a:schemeClr val="tx1"/>
                          </a:solidFill>
                          <a:latin typeface="Arial" panose="020B0604020202020204" pitchFamily="34" charset="0"/>
                          <a:ea typeface="楷体_GB2312" pitchFamily="49" charset="-122"/>
                        </a:defRPr>
                      </a:lvl2pPr>
                      <a:lvl3pPr marL="1143000" indent="-228600" eaLnBrk="0" hangingPunct="0">
                        <a:spcBef>
                          <a:spcPct val="20000"/>
                        </a:spcBef>
                        <a:buFont typeface="Gungsuh" pitchFamily="18" charset="-127"/>
                        <a:defRPr sz="1600"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sz="1400">
                          <a:solidFill>
                            <a:schemeClr val="tx1"/>
                          </a:solidFill>
                          <a:latin typeface="Arial" panose="020B0604020202020204" pitchFamily="34" charset="0"/>
                          <a:ea typeface="黑体" panose="02010609060101010101" charset="-122"/>
                        </a:defRPr>
                      </a:lvl4pPr>
                      <a:lvl5pPr marL="2057400" indent="-228600" eaLnBrk="0" hangingPunct="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0" fontAlgn="base" latinLnBrk="0" hangingPunct="0">
                        <a:lnSpc>
                          <a:spcPct val="85000"/>
                        </a:lnSpc>
                        <a:spcBef>
                          <a:spcPct val="20000"/>
                        </a:spcBef>
                        <a:spcAft>
                          <a:spcPct val="0"/>
                        </a:spcAft>
                        <a:buClrTx/>
                        <a:buSzTx/>
                        <a:buFont typeface="Wingdings" panose="05000000000000000000" pitchFamily="2" charset="2"/>
                        <a:buNone/>
                      </a:pPr>
                      <a:r>
                        <a:rPr kumimoji="0" lang="en-US" altLang="zh-CN" sz="2400" b="1" i="0" u="none" strike="noStrike" cap="none" normalizeH="0" baseline="0">
                          <a:ln>
                            <a:noFill/>
                          </a:ln>
                          <a:solidFill>
                            <a:schemeClr val="accent2"/>
                          </a:solidFill>
                          <a:effectLst/>
                          <a:latin typeface="Arial" panose="020B0604020202020204" pitchFamily="34" charset="0"/>
                          <a:ea typeface="宋体" panose="02010600030101010101" pitchFamily="2" charset="-122"/>
                        </a:rPr>
                        <a:t>1</a:t>
                      </a:r>
                      <a:endParaRPr kumimoji="0" lang="en-US" altLang="zh-CN" sz="2400" b="1" i="0" u="none" strike="noStrike" cap="none" normalizeH="0" baseline="0">
                        <a:ln>
                          <a:noFill/>
                        </a:ln>
                        <a:solidFill>
                          <a:schemeClr val="accent2"/>
                        </a:solidFill>
                        <a:effectLst/>
                        <a:latin typeface="Arial" panose="020B06040202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a:noFill/>
                    </a:lnR>
                    <a:lnT>
                      <a:noFill/>
                    </a:lnT>
                    <a:lnB>
                      <a:noFill/>
                    </a:lnB>
                    <a:lnTlToBr>
                      <a:noFill/>
                    </a:lnTlToBr>
                    <a:lnBlToTr>
                      <a:noFill/>
                    </a:lnBlToTr>
                    <a:noFill/>
                  </a:tcPr>
                </a:tc>
              </a:tr>
              <a:tr h="198438">
                <a:tc>
                  <a:txBody>
                    <a:bodyPr/>
                    <a:lstStyle>
                      <a:lvl1pPr eaLnBrk="0" hangingPunct="0">
                        <a:spcBef>
                          <a:spcPct val="20000"/>
                        </a:spcBef>
                        <a:buFont typeface="Wingdings" panose="05000000000000000000" pitchFamily="2" charset="2"/>
                        <a:defRPr sz="2000" b="1">
                          <a:solidFill>
                            <a:schemeClr val="tx1"/>
                          </a:solidFill>
                          <a:latin typeface="Arial" panose="020B0604020202020204" pitchFamily="34" charset="0"/>
                          <a:ea typeface="黑体" panose="02010609060101010101" charset="-122"/>
                        </a:defRPr>
                      </a:lvl1pPr>
                      <a:lvl2pPr marL="742950" indent="-285750" eaLnBrk="0" hangingPunct="0">
                        <a:spcBef>
                          <a:spcPct val="20000"/>
                        </a:spcBef>
                        <a:buFont typeface="Wingdings" panose="05000000000000000000" pitchFamily="2" charset="2"/>
                        <a:defRPr b="1">
                          <a:solidFill>
                            <a:schemeClr val="tx1"/>
                          </a:solidFill>
                          <a:latin typeface="Arial" panose="020B0604020202020204" pitchFamily="34" charset="0"/>
                          <a:ea typeface="楷体_GB2312" pitchFamily="49" charset="-122"/>
                        </a:defRPr>
                      </a:lvl2pPr>
                      <a:lvl3pPr marL="1143000" indent="-228600" eaLnBrk="0" hangingPunct="0">
                        <a:spcBef>
                          <a:spcPct val="20000"/>
                        </a:spcBef>
                        <a:buFont typeface="Gungsuh" pitchFamily="18" charset="-127"/>
                        <a:defRPr sz="1600"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sz="1400">
                          <a:solidFill>
                            <a:schemeClr val="tx1"/>
                          </a:solidFill>
                          <a:latin typeface="Arial" panose="020B0604020202020204" pitchFamily="34" charset="0"/>
                          <a:ea typeface="黑体" panose="02010609060101010101" charset="-122"/>
                        </a:defRPr>
                      </a:lvl4pPr>
                      <a:lvl5pPr marL="2057400" indent="-228600" eaLnBrk="0" hangingPunct="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0" fontAlgn="base" latinLnBrk="0" hangingPunct="0">
                        <a:lnSpc>
                          <a:spcPct val="85000"/>
                        </a:lnSpc>
                        <a:spcBef>
                          <a:spcPct val="20000"/>
                        </a:spcBef>
                        <a:spcAft>
                          <a:spcPct val="0"/>
                        </a:spcAft>
                        <a:buClrTx/>
                        <a:buSzTx/>
                        <a:buFont typeface="Wingdings" panose="05000000000000000000" pitchFamily="2" charset="2"/>
                        <a:buNone/>
                      </a:pPr>
                      <a:r>
                        <a:rPr kumimoji="0" lang="en-US" altLang="zh-CN" sz="2400" b="1" i="0" u="none" strike="noStrike" cap="none" normalizeH="0" baseline="0">
                          <a:ln>
                            <a:noFill/>
                          </a:ln>
                          <a:solidFill>
                            <a:srgbClr val="CE0000"/>
                          </a:solidFill>
                          <a:effectLst/>
                          <a:latin typeface="Arial" panose="020B0604020202020204" pitchFamily="34" charset="0"/>
                          <a:ea typeface="宋体" panose="02010600030101010101" pitchFamily="2" charset="-122"/>
                        </a:rPr>
                        <a:t>1</a:t>
                      </a:r>
                      <a:endParaRPr kumimoji="0" lang="en-US" altLang="zh-CN" sz="2400" b="1" i="0" u="none" strike="noStrike" cap="none" normalizeH="0" baseline="0">
                        <a:ln>
                          <a:noFill/>
                        </a:ln>
                        <a:solidFill>
                          <a:srgbClr val="CE0000"/>
                        </a:solidFill>
                        <a:effectLst/>
                        <a:latin typeface="Arial" panose="020B0604020202020204" pitchFamily="34" charset="0"/>
                        <a:ea typeface="宋体" panose="02010600030101010101" pitchFamily="2" charset="-122"/>
                      </a:endParaRPr>
                    </a:p>
                  </a:txBody>
                  <a:tcPr horzOverflow="overflow">
                    <a:lnL>
                      <a:noFill/>
                    </a:lnL>
                    <a:lnR>
                      <a:noFill/>
                    </a:lnR>
                    <a:lnT>
                      <a:noFill/>
                    </a:lnT>
                    <a:lnB>
                      <a:noFill/>
                    </a:lnB>
                    <a:lnTlToBr>
                      <a:noFill/>
                    </a:lnTlToBr>
                    <a:lnBlToTr>
                      <a:noFill/>
                    </a:lnBlToTr>
                    <a:noFill/>
                  </a:tcPr>
                </a:tc>
                <a:tc>
                  <a:txBody>
                    <a:bodyPr/>
                    <a:lstStyle>
                      <a:lvl1pPr eaLnBrk="0" hangingPunct="0">
                        <a:spcBef>
                          <a:spcPct val="20000"/>
                        </a:spcBef>
                        <a:buFont typeface="Wingdings" panose="05000000000000000000" pitchFamily="2" charset="2"/>
                        <a:defRPr sz="2000" b="1">
                          <a:solidFill>
                            <a:schemeClr val="tx1"/>
                          </a:solidFill>
                          <a:latin typeface="Arial" panose="020B0604020202020204" pitchFamily="34" charset="0"/>
                          <a:ea typeface="黑体" panose="02010609060101010101" charset="-122"/>
                        </a:defRPr>
                      </a:lvl1pPr>
                      <a:lvl2pPr marL="742950" indent="-285750" eaLnBrk="0" hangingPunct="0">
                        <a:spcBef>
                          <a:spcPct val="20000"/>
                        </a:spcBef>
                        <a:buFont typeface="Wingdings" panose="05000000000000000000" pitchFamily="2" charset="2"/>
                        <a:defRPr b="1">
                          <a:solidFill>
                            <a:schemeClr val="tx1"/>
                          </a:solidFill>
                          <a:latin typeface="Arial" panose="020B0604020202020204" pitchFamily="34" charset="0"/>
                          <a:ea typeface="楷体_GB2312" pitchFamily="49" charset="-122"/>
                        </a:defRPr>
                      </a:lvl2pPr>
                      <a:lvl3pPr marL="1143000" indent="-228600" eaLnBrk="0" hangingPunct="0">
                        <a:spcBef>
                          <a:spcPct val="20000"/>
                        </a:spcBef>
                        <a:buFont typeface="Gungsuh" pitchFamily="18" charset="-127"/>
                        <a:defRPr sz="1600"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sz="1400">
                          <a:solidFill>
                            <a:schemeClr val="tx1"/>
                          </a:solidFill>
                          <a:latin typeface="Arial" panose="020B0604020202020204" pitchFamily="34" charset="0"/>
                          <a:ea typeface="黑体" panose="02010609060101010101" charset="-122"/>
                        </a:defRPr>
                      </a:lvl4pPr>
                      <a:lvl5pPr marL="2057400" indent="-228600" eaLnBrk="0" hangingPunct="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0" fontAlgn="base" latinLnBrk="0" hangingPunct="0">
                        <a:lnSpc>
                          <a:spcPct val="85000"/>
                        </a:lnSpc>
                        <a:spcBef>
                          <a:spcPct val="20000"/>
                        </a:spcBef>
                        <a:spcAft>
                          <a:spcPct val="0"/>
                        </a:spcAft>
                        <a:buClrTx/>
                        <a:buSzTx/>
                        <a:buFont typeface="Wingdings" panose="05000000000000000000" pitchFamily="2" charset="2"/>
                        <a:buNone/>
                      </a:pPr>
                      <a:r>
                        <a:rPr kumimoji="0" lang="en-US" altLang="zh-CN" sz="2400" b="1" i="0" u="none" strike="noStrike" cap="none" normalizeH="0" baseline="0">
                          <a:ln>
                            <a:noFill/>
                          </a:ln>
                          <a:solidFill>
                            <a:srgbClr val="CE0000"/>
                          </a:solidFill>
                          <a:effectLst/>
                          <a:latin typeface="Arial" panose="020B0604020202020204" pitchFamily="34" charset="0"/>
                          <a:ea typeface="宋体" panose="02010600030101010101" pitchFamily="2" charset="-122"/>
                        </a:rPr>
                        <a:t>0</a:t>
                      </a:r>
                      <a:endParaRPr kumimoji="0" lang="en-US" altLang="zh-CN" sz="2400" b="1" i="0" u="none" strike="noStrike" cap="none" normalizeH="0" baseline="0">
                        <a:ln>
                          <a:noFill/>
                        </a:ln>
                        <a:solidFill>
                          <a:srgbClr val="CE0000"/>
                        </a:solidFill>
                        <a:effectLst/>
                        <a:latin typeface="Arial" panose="020B0604020202020204" pitchFamily="34" charset="0"/>
                        <a:ea typeface="宋体" panose="02010600030101010101" pitchFamily="2" charset="-122"/>
                      </a:endParaRPr>
                    </a:p>
                  </a:txBody>
                  <a:tcPr horzOverflow="overflow">
                    <a:lnL>
                      <a:noFill/>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lvl1pPr eaLnBrk="0" hangingPunct="0">
                        <a:spcBef>
                          <a:spcPct val="20000"/>
                        </a:spcBef>
                        <a:buFont typeface="Wingdings" panose="05000000000000000000" pitchFamily="2" charset="2"/>
                        <a:defRPr sz="2000" b="1">
                          <a:solidFill>
                            <a:schemeClr val="tx1"/>
                          </a:solidFill>
                          <a:latin typeface="Arial" panose="020B0604020202020204" pitchFamily="34" charset="0"/>
                          <a:ea typeface="黑体" panose="02010609060101010101" charset="-122"/>
                        </a:defRPr>
                      </a:lvl1pPr>
                      <a:lvl2pPr marL="742950" indent="-285750" eaLnBrk="0" hangingPunct="0">
                        <a:spcBef>
                          <a:spcPct val="20000"/>
                        </a:spcBef>
                        <a:buFont typeface="Wingdings" panose="05000000000000000000" pitchFamily="2" charset="2"/>
                        <a:defRPr b="1">
                          <a:solidFill>
                            <a:schemeClr val="tx1"/>
                          </a:solidFill>
                          <a:latin typeface="Arial" panose="020B0604020202020204" pitchFamily="34" charset="0"/>
                          <a:ea typeface="楷体_GB2312" pitchFamily="49" charset="-122"/>
                        </a:defRPr>
                      </a:lvl2pPr>
                      <a:lvl3pPr marL="1143000" indent="-228600" eaLnBrk="0" hangingPunct="0">
                        <a:spcBef>
                          <a:spcPct val="20000"/>
                        </a:spcBef>
                        <a:buFont typeface="Gungsuh" pitchFamily="18" charset="-127"/>
                        <a:defRPr sz="1600"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sz="1400">
                          <a:solidFill>
                            <a:schemeClr val="tx1"/>
                          </a:solidFill>
                          <a:latin typeface="Arial" panose="020B0604020202020204" pitchFamily="34" charset="0"/>
                          <a:ea typeface="黑体" panose="02010609060101010101" charset="-122"/>
                        </a:defRPr>
                      </a:lvl4pPr>
                      <a:lvl5pPr marL="2057400" indent="-228600" eaLnBrk="0" hangingPunct="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0" fontAlgn="base" latinLnBrk="0" hangingPunct="0">
                        <a:lnSpc>
                          <a:spcPct val="85000"/>
                        </a:lnSpc>
                        <a:spcBef>
                          <a:spcPct val="20000"/>
                        </a:spcBef>
                        <a:spcAft>
                          <a:spcPct val="0"/>
                        </a:spcAft>
                        <a:buClrTx/>
                        <a:buSzTx/>
                        <a:buFont typeface="Wingdings" panose="05000000000000000000" pitchFamily="2" charset="2"/>
                        <a:buNone/>
                      </a:pPr>
                      <a:r>
                        <a:rPr kumimoji="0" lang="en-US" altLang="zh-CN" sz="2400" b="1" i="0" u="none" strike="noStrike" cap="none" normalizeH="0" baseline="0">
                          <a:ln>
                            <a:noFill/>
                          </a:ln>
                          <a:solidFill>
                            <a:schemeClr val="accent2"/>
                          </a:solidFill>
                          <a:effectLst/>
                          <a:latin typeface="Arial" panose="020B0604020202020204" pitchFamily="34" charset="0"/>
                          <a:ea typeface="宋体" panose="02010600030101010101" pitchFamily="2" charset="-122"/>
                        </a:rPr>
                        <a:t>1</a:t>
                      </a:r>
                      <a:endParaRPr kumimoji="0" lang="en-US" altLang="zh-CN" sz="2400" b="1" i="0" u="none" strike="noStrike" cap="none" normalizeH="0" baseline="0">
                        <a:ln>
                          <a:noFill/>
                        </a:ln>
                        <a:solidFill>
                          <a:schemeClr val="accent2"/>
                        </a:solidFill>
                        <a:effectLst/>
                        <a:latin typeface="Arial" panose="020B06040202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a:noFill/>
                    </a:lnR>
                    <a:lnT>
                      <a:noFill/>
                    </a:lnT>
                    <a:lnB>
                      <a:noFill/>
                    </a:lnB>
                    <a:lnTlToBr>
                      <a:noFill/>
                    </a:lnTlToBr>
                    <a:lnBlToTr>
                      <a:noFill/>
                    </a:lnBlToTr>
                    <a:noFill/>
                  </a:tcPr>
                </a:tc>
              </a:tr>
              <a:tr h="198438">
                <a:tc>
                  <a:txBody>
                    <a:bodyPr/>
                    <a:lstStyle>
                      <a:lvl1pPr eaLnBrk="0" hangingPunct="0">
                        <a:spcBef>
                          <a:spcPct val="20000"/>
                        </a:spcBef>
                        <a:buFont typeface="Wingdings" panose="05000000000000000000" pitchFamily="2" charset="2"/>
                        <a:defRPr sz="2000" b="1">
                          <a:solidFill>
                            <a:schemeClr val="tx1"/>
                          </a:solidFill>
                          <a:latin typeface="Arial" panose="020B0604020202020204" pitchFamily="34" charset="0"/>
                          <a:ea typeface="黑体" panose="02010609060101010101" charset="-122"/>
                        </a:defRPr>
                      </a:lvl1pPr>
                      <a:lvl2pPr marL="742950" indent="-285750" eaLnBrk="0" hangingPunct="0">
                        <a:spcBef>
                          <a:spcPct val="20000"/>
                        </a:spcBef>
                        <a:buFont typeface="Wingdings" panose="05000000000000000000" pitchFamily="2" charset="2"/>
                        <a:defRPr b="1">
                          <a:solidFill>
                            <a:schemeClr val="tx1"/>
                          </a:solidFill>
                          <a:latin typeface="Arial" panose="020B0604020202020204" pitchFamily="34" charset="0"/>
                          <a:ea typeface="楷体_GB2312" pitchFamily="49" charset="-122"/>
                        </a:defRPr>
                      </a:lvl2pPr>
                      <a:lvl3pPr marL="1143000" indent="-228600" eaLnBrk="0" hangingPunct="0">
                        <a:spcBef>
                          <a:spcPct val="20000"/>
                        </a:spcBef>
                        <a:buFont typeface="Gungsuh" pitchFamily="18" charset="-127"/>
                        <a:defRPr sz="1600"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sz="1400">
                          <a:solidFill>
                            <a:schemeClr val="tx1"/>
                          </a:solidFill>
                          <a:latin typeface="Arial" panose="020B0604020202020204" pitchFamily="34" charset="0"/>
                          <a:ea typeface="黑体" panose="02010609060101010101" charset="-122"/>
                        </a:defRPr>
                      </a:lvl4pPr>
                      <a:lvl5pPr marL="2057400" indent="-228600" eaLnBrk="0" hangingPunct="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0" fontAlgn="base" latinLnBrk="0" hangingPunct="0">
                        <a:lnSpc>
                          <a:spcPct val="85000"/>
                        </a:lnSpc>
                        <a:spcBef>
                          <a:spcPct val="20000"/>
                        </a:spcBef>
                        <a:spcAft>
                          <a:spcPct val="0"/>
                        </a:spcAft>
                        <a:buClrTx/>
                        <a:buSzTx/>
                        <a:buFont typeface="Wingdings" panose="05000000000000000000" pitchFamily="2" charset="2"/>
                        <a:buNone/>
                      </a:pPr>
                      <a:r>
                        <a:rPr kumimoji="0" lang="en-US" altLang="zh-CN" sz="2400" b="1" i="0" u="none" strike="noStrike" cap="none" normalizeH="0" baseline="0">
                          <a:ln>
                            <a:noFill/>
                          </a:ln>
                          <a:solidFill>
                            <a:srgbClr val="CE0000"/>
                          </a:solidFill>
                          <a:effectLst/>
                          <a:latin typeface="Arial" panose="020B0604020202020204" pitchFamily="34" charset="0"/>
                          <a:ea typeface="宋体" panose="02010600030101010101" pitchFamily="2" charset="-122"/>
                        </a:rPr>
                        <a:t>1</a:t>
                      </a:r>
                      <a:endParaRPr kumimoji="0" lang="en-US" altLang="zh-CN" sz="2400" b="1" i="0" u="none" strike="noStrike" cap="none" normalizeH="0" baseline="0">
                        <a:ln>
                          <a:noFill/>
                        </a:ln>
                        <a:solidFill>
                          <a:srgbClr val="CE0000"/>
                        </a:solidFill>
                        <a:effectLst/>
                        <a:latin typeface="Arial" panose="020B0604020202020204" pitchFamily="34" charset="0"/>
                        <a:ea typeface="宋体" panose="02010600030101010101" pitchFamily="2" charset="-122"/>
                      </a:endParaRPr>
                    </a:p>
                  </a:txBody>
                  <a:tcPr horzOverflow="overflow">
                    <a:lnL>
                      <a:noFill/>
                    </a:lnL>
                    <a:lnR>
                      <a:noFill/>
                    </a:lnR>
                    <a:lnT>
                      <a:noFill/>
                    </a:lnT>
                    <a:lnB>
                      <a:noFill/>
                    </a:lnB>
                    <a:lnTlToBr>
                      <a:noFill/>
                    </a:lnTlToBr>
                    <a:lnBlToTr>
                      <a:noFill/>
                    </a:lnBlToTr>
                    <a:noFill/>
                  </a:tcPr>
                </a:tc>
                <a:tc>
                  <a:txBody>
                    <a:bodyPr/>
                    <a:lstStyle>
                      <a:lvl1pPr eaLnBrk="0" hangingPunct="0">
                        <a:spcBef>
                          <a:spcPct val="20000"/>
                        </a:spcBef>
                        <a:buFont typeface="Wingdings" panose="05000000000000000000" pitchFamily="2" charset="2"/>
                        <a:defRPr sz="2000" b="1">
                          <a:solidFill>
                            <a:schemeClr val="tx1"/>
                          </a:solidFill>
                          <a:latin typeface="Arial" panose="020B0604020202020204" pitchFamily="34" charset="0"/>
                          <a:ea typeface="黑体" panose="02010609060101010101" charset="-122"/>
                        </a:defRPr>
                      </a:lvl1pPr>
                      <a:lvl2pPr marL="742950" indent="-285750" eaLnBrk="0" hangingPunct="0">
                        <a:spcBef>
                          <a:spcPct val="20000"/>
                        </a:spcBef>
                        <a:buFont typeface="Wingdings" panose="05000000000000000000" pitchFamily="2" charset="2"/>
                        <a:defRPr b="1">
                          <a:solidFill>
                            <a:schemeClr val="tx1"/>
                          </a:solidFill>
                          <a:latin typeface="Arial" panose="020B0604020202020204" pitchFamily="34" charset="0"/>
                          <a:ea typeface="楷体_GB2312" pitchFamily="49" charset="-122"/>
                        </a:defRPr>
                      </a:lvl2pPr>
                      <a:lvl3pPr marL="1143000" indent="-228600" eaLnBrk="0" hangingPunct="0">
                        <a:spcBef>
                          <a:spcPct val="20000"/>
                        </a:spcBef>
                        <a:buFont typeface="Gungsuh" pitchFamily="18" charset="-127"/>
                        <a:defRPr sz="1600"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sz="1400">
                          <a:solidFill>
                            <a:schemeClr val="tx1"/>
                          </a:solidFill>
                          <a:latin typeface="Arial" panose="020B0604020202020204" pitchFamily="34" charset="0"/>
                          <a:ea typeface="黑体" panose="02010609060101010101" charset="-122"/>
                        </a:defRPr>
                      </a:lvl4pPr>
                      <a:lvl5pPr marL="2057400" indent="-228600" eaLnBrk="0" hangingPunct="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0" fontAlgn="base" latinLnBrk="0" hangingPunct="0">
                        <a:lnSpc>
                          <a:spcPct val="85000"/>
                        </a:lnSpc>
                        <a:spcBef>
                          <a:spcPct val="20000"/>
                        </a:spcBef>
                        <a:spcAft>
                          <a:spcPct val="0"/>
                        </a:spcAft>
                        <a:buClrTx/>
                        <a:buSzTx/>
                        <a:buFont typeface="Wingdings" panose="05000000000000000000" pitchFamily="2" charset="2"/>
                        <a:buNone/>
                      </a:pPr>
                      <a:r>
                        <a:rPr kumimoji="0" lang="en-US" altLang="zh-CN" sz="2400" b="1" i="0" u="none" strike="noStrike" cap="none" normalizeH="0" baseline="0">
                          <a:ln>
                            <a:noFill/>
                          </a:ln>
                          <a:solidFill>
                            <a:srgbClr val="CE0000"/>
                          </a:solidFill>
                          <a:effectLst/>
                          <a:latin typeface="Arial" panose="020B0604020202020204" pitchFamily="34" charset="0"/>
                          <a:ea typeface="宋体" panose="02010600030101010101" pitchFamily="2" charset="-122"/>
                        </a:rPr>
                        <a:t>1</a:t>
                      </a:r>
                      <a:endParaRPr kumimoji="0" lang="en-US" altLang="zh-CN" sz="2400" b="1" i="0" u="none" strike="noStrike" cap="none" normalizeH="0" baseline="0">
                        <a:ln>
                          <a:noFill/>
                        </a:ln>
                        <a:solidFill>
                          <a:srgbClr val="CE0000"/>
                        </a:solidFill>
                        <a:effectLst/>
                        <a:latin typeface="Arial" panose="020B0604020202020204" pitchFamily="34" charset="0"/>
                        <a:ea typeface="宋体" panose="02010600030101010101" pitchFamily="2" charset="-122"/>
                      </a:endParaRPr>
                    </a:p>
                  </a:txBody>
                  <a:tcPr horzOverflow="overflow">
                    <a:lnL>
                      <a:noFill/>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lvl1pPr eaLnBrk="0" hangingPunct="0">
                        <a:spcBef>
                          <a:spcPct val="20000"/>
                        </a:spcBef>
                        <a:buFont typeface="Wingdings" panose="05000000000000000000" pitchFamily="2" charset="2"/>
                        <a:defRPr sz="2000" b="1">
                          <a:solidFill>
                            <a:schemeClr val="tx1"/>
                          </a:solidFill>
                          <a:latin typeface="Arial" panose="020B0604020202020204" pitchFamily="34" charset="0"/>
                          <a:ea typeface="黑体" panose="02010609060101010101" charset="-122"/>
                        </a:defRPr>
                      </a:lvl1pPr>
                      <a:lvl2pPr marL="742950" indent="-285750" eaLnBrk="0" hangingPunct="0">
                        <a:spcBef>
                          <a:spcPct val="20000"/>
                        </a:spcBef>
                        <a:buFont typeface="Wingdings" panose="05000000000000000000" pitchFamily="2" charset="2"/>
                        <a:defRPr b="1">
                          <a:solidFill>
                            <a:schemeClr val="tx1"/>
                          </a:solidFill>
                          <a:latin typeface="Arial" panose="020B0604020202020204" pitchFamily="34" charset="0"/>
                          <a:ea typeface="楷体_GB2312" pitchFamily="49" charset="-122"/>
                        </a:defRPr>
                      </a:lvl2pPr>
                      <a:lvl3pPr marL="1143000" indent="-228600" eaLnBrk="0" hangingPunct="0">
                        <a:spcBef>
                          <a:spcPct val="20000"/>
                        </a:spcBef>
                        <a:buFont typeface="Gungsuh" pitchFamily="18" charset="-127"/>
                        <a:defRPr sz="1600"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sz="1400">
                          <a:solidFill>
                            <a:schemeClr val="tx1"/>
                          </a:solidFill>
                          <a:latin typeface="Arial" panose="020B0604020202020204" pitchFamily="34" charset="0"/>
                          <a:ea typeface="黑体" panose="02010609060101010101" charset="-122"/>
                        </a:defRPr>
                      </a:lvl4pPr>
                      <a:lvl5pPr marL="2057400" indent="-228600" eaLnBrk="0" hangingPunct="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0" fontAlgn="base" latinLnBrk="0" hangingPunct="0">
                        <a:lnSpc>
                          <a:spcPct val="85000"/>
                        </a:lnSpc>
                        <a:spcBef>
                          <a:spcPct val="20000"/>
                        </a:spcBef>
                        <a:spcAft>
                          <a:spcPct val="0"/>
                        </a:spcAft>
                        <a:buClrTx/>
                        <a:buSzTx/>
                        <a:buFont typeface="Wingdings" panose="05000000000000000000" pitchFamily="2" charset="2"/>
                        <a:buNone/>
                      </a:pPr>
                      <a:r>
                        <a:rPr kumimoji="0" lang="en-US" altLang="zh-CN" sz="2400" b="1" i="0" u="none" strike="noStrike" cap="none" normalizeH="0" baseline="0" dirty="0">
                          <a:ln>
                            <a:noFill/>
                          </a:ln>
                          <a:solidFill>
                            <a:schemeClr val="accent2"/>
                          </a:solidFill>
                          <a:effectLst/>
                          <a:latin typeface="Arial" panose="020B0604020202020204" pitchFamily="34" charset="0"/>
                          <a:ea typeface="宋体" panose="02010600030101010101" pitchFamily="2" charset="-122"/>
                        </a:rPr>
                        <a:t>1</a:t>
                      </a:r>
                      <a:endParaRPr kumimoji="0" lang="en-US" altLang="zh-CN" sz="2400" b="1" i="0" u="none" strike="noStrike" cap="none" normalizeH="0" baseline="0" dirty="0">
                        <a:ln>
                          <a:noFill/>
                        </a:ln>
                        <a:solidFill>
                          <a:schemeClr val="accent2"/>
                        </a:solidFill>
                        <a:effectLst/>
                        <a:latin typeface="Arial" panose="020B06040202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a:noFill/>
                    </a:lnR>
                    <a:lnT>
                      <a:noFill/>
                    </a:lnT>
                    <a:lnB>
                      <a:noFill/>
                    </a:lnB>
                    <a:lnTlToBr>
                      <a:noFill/>
                    </a:lnTlToBr>
                    <a:lnBlToTr>
                      <a:noFill/>
                    </a:lnBlToTr>
                    <a:noFill/>
                  </a:tcPr>
                </a:tc>
              </a:tr>
            </a:tbl>
          </a:graphicData>
        </a:graphic>
      </p:graphicFrame>
      <p:sp>
        <p:nvSpPr>
          <p:cNvPr id="2" name="灯片编号占位符 1"/>
          <p:cNvSpPr>
            <a:spLocks noGrp="1"/>
          </p:cNvSpPr>
          <p:nvPr>
            <p:ph type="sldNum" sz="quarter" idx="12"/>
          </p:nvPr>
        </p:nvSpPr>
        <p:spPr/>
        <p:txBody>
          <a:bodyPr/>
          <a:lstStyle/>
          <a:p>
            <a:pPr>
              <a:defRPr/>
            </a:pPr>
            <a:fld id="{7C93F2F6-B200-4836-9340-136DE7987878}" type="slidenum">
              <a:rPr lang="en-US" smtClean="0"/>
            </a:fld>
            <a:endParaRPr lang="en-US"/>
          </a:p>
        </p:txBody>
      </p:sp>
    </p:spTree>
  </p:cSld>
  <p:clrMapOvr>
    <a:masterClrMapping/>
  </p:clrMapOvr>
  <p:transition spd="med">
    <p:strips dir="rd"/>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3235" name="Rectangle 3"/>
          <p:cNvSpPr>
            <a:spLocks noGrp="1" noChangeArrowheads="1"/>
          </p:cNvSpPr>
          <p:nvPr>
            <p:ph type="body" idx="1"/>
          </p:nvPr>
        </p:nvSpPr>
        <p:spPr>
          <a:xfrm>
            <a:off x="2063750" y="1125538"/>
            <a:ext cx="8352730" cy="4967758"/>
          </a:xfrm>
        </p:spPr>
        <p:txBody>
          <a:bodyPr/>
          <a:lstStyle/>
          <a:p>
            <a:r>
              <a:rPr lang="en-US" altLang="zh-CN" sz="2800" dirty="0">
                <a:latin typeface="隶书" panose="02010509060101010101" pitchFamily="49" charset="-122"/>
                <a:ea typeface="隶书" panose="02010509060101010101" pitchFamily="49" charset="-122"/>
              </a:rPr>
              <a:t>2.6.3 </a:t>
            </a:r>
            <a:r>
              <a:rPr lang="zh-CN" altLang="en-US" sz="2800" dirty="0">
                <a:latin typeface="隶书" panose="02010509060101010101" pitchFamily="49" charset="-122"/>
                <a:ea typeface="隶书" panose="02010509060101010101" pitchFamily="49" charset="-122"/>
              </a:rPr>
              <a:t>“非”运算</a:t>
            </a:r>
            <a:endParaRPr lang="en-US" altLang="zh-CN" sz="2800" dirty="0">
              <a:latin typeface="隶书" panose="02010509060101010101" pitchFamily="49" charset="-122"/>
              <a:ea typeface="隶书" panose="02010509060101010101" pitchFamily="49" charset="-122"/>
            </a:endParaRPr>
          </a:p>
          <a:p>
            <a:r>
              <a:rPr lang="en-US" altLang="zh-CN" sz="2800" dirty="0">
                <a:latin typeface="隶书" panose="02010509060101010101" pitchFamily="49" charset="-122"/>
                <a:ea typeface="隶书" panose="02010509060101010101" pitchFamily="49" charset="-122"/>
              </a:rPr>
              <a:t>1. NOT </a:t>
            </a:r>
            <a:r>
              <a:rPr lang="zh-CN" altLang="en-US" sz="2800" dirty="0">
                <a:latin typeface="隶书" panose="02010509060101010101" pitchFamily="49" charset="-122"/>
                <a:ea typeface="隶书" panose="02010509060101010101" pitchFamily="49" charset="-122"/>
              </a:rPr>
              <a:t>是一个一元逻辑运算。</a:t>
            </a:r>
            <a:endParaRPr lang="en-US" altLang="zh-CN" sz="2800" dirty="0">
              <a:latin typeface="隶书" panose="02010509060101010101" pitchFamily="49" charset="-122"/>
              <a:ea typeface="隶书" panose="02010509060101010101" pitchFamily="49" charset="-122"/>
            </a:endParaRPr>
          </a:p>
          <a:p>
            <a:r>
              <a:rPr lang="en-US" altLang="zh-CN" sz="2800" dirty="0">
                <a:latin typeface="隶书" panose="02010509060101010101" pitchFamily="49" charset="-122"/>
                <a:ea typeface="隶书" panose="02010509060101010101" pitchFamily="49" charset="-122"/>
              </a:rPr>
              <a:t>2. </a:t>
            </a:r>
            <a:r>
              <a:rPr lang="zh-CN" altLang="en-US" sz="2800" dirty="0">
                <a:latin typeface="隶书" panose="02010509060101010101" pitchFamily="49" charset="-122"/>
                <a:ea typeface="隶书" panose="02010509060101010101" pitchFamily="49" charset="-122"/>
              </a:rPr>
              <a:t>真值表</a:t>
            </a:r>
            <a:endParaRPr lang="en-US" altLang="zh-CN" sz="2800" dirty="0">
              <a:latin typeface="隶书" panose="02010509060101010101" pitchFamily="49" charset="-122"/>
              <a:ea typeface="隶书" panose="02010509060101010101" pitchFamily="49" charset="-122"/>
            </a:endParaRPr>
          </a:p>
          <a:p>
            <a:r>
              <a:rPr lang="en-US" altLang="zh-CN" sz="2800" dirty="0">
                <a:latin typeface="隶书" panose="02010509060101010101" pitchFamily="49" charset="-122"/>
                <a:ea typeface="隶书" panose="02010509060101010101" pitchFamily="49" charset="-122"/>
              </a:rPr>
              <a:t>3. </a:t>
            </a:r>
            <a:r>
              <a:rPr lang="zh-CN" altLang="en-US" sz="2800" dirty="0">
                <a:latin typeface="隶书" panose="02010509060101010101" pitchFamily="49" charset="-122"/>
                <a:ea typeface="隶书" panose="02010509060101010101" pitchFamily="49" charset="-122"/>
              </a:rPr>
              <a:t>可进行按位取反操作。</a:t>
            </a:r>
            <a:endParaRPr lang="en-US" altLang="zh-CN" sz="2800" dirty="0">
              <a:latin typeface="隶书" panose="02010509060101010101" pitchFamily="49" charset="-122"/>
              <a:ea typeface="隶书" panose="02010509060101010101" pitchFamily="49" charset="-122"/>
            </a:endParaRPr>
          </a:p>
          <a:p>
            <a:endParaRPr lang="en-US" altLang="zh-CN" sz="2800" dirty="0">
              <a:latin typeface="隶书" panose="02010509060101010101" pitchFamily="49" charset="-122"/>
              <a:ea typeface="隶书" panose="02010509060101010101" pitchFamily="49" charset="-122"/>
            </a:endParaRPr>
          </a:p>
          <a:p>
            <a:r>
              <a:rPr lang="en-US" altLang="zh-CN" sz="2800" dirty="0">
                <a:latin typeface="隶书" panose="02010509060101010101" pitchFamily="49" charset="-122"/>
                <a:ea typeface="隶书" panose="02010509060101010101" pitchFamily="49" charset="-122"/>
              </a:rPr>
              <a:t>2.6.4 </a:t>
            </a:r>
            <a:r>
              <a:rPr lang="zh-CN" altLang="en-US" sz="2800" dirty="0">
                <a:latin typeface="隶书" panose="02010509060101010101" pitchFamily="49" charset="-122"/>
                <a:ea typeface="隶书" panose="02010509060101010101" pitchFamily="49" charset="-122"/>
              </a:rPr>
              <a:t>“异或”运算</a:t>
            </a:r>
            <a:endParaRPr lang="en-US" altLang="zh-CN" sz="2800" dirty="0">
              <a:latin typeface="隶书" panose="02010509060101010101" pitchFamily="49" charset="-122"/>
              <a:ea typeface="隶书" panose="02010509060101010101" pitchFamily="49" charset="-122"/>
            </a:endParaRPr>
          </a:p>
          <a:p>
            <a:r>
              <a:rPr lang="en-US" altLang="zh-CN" sz="2800" dirty="0">
                <a:latin typeface="隶书" panose="02010509060101010101" pitchFamily="49" charset="-122"/>
                <a:ea typeface="隶书" panose="02010509060101010101" pitchFamily="49" charset="-122"/>
              </a:rPr>
              <a:t>1. XOR </a:t>
            </a:r>
            <a:r>
              <a:rPr lang="zh-CN" altLang="en-US" sz="2800" dirty="0">
                <a:latin typeface="隶书" panose="02010509060101010101" pitchFamily="49" charset="-122"/>
                <a:ea typeface="隶书" panose="02010509060101010101" pitchFamily="49" charset="-122"/>
              </a:rPr>
              <a:t>是一个二元逻辑运算。相异为</a:t>
            </a:r>
            <a:r>
              <a:rPr lang="en-US" altLang="zh-CN" sz="2800" dirty="0">
                <a:latin typeface="隶书" panose="02010509060101010101" pitchFamily="49" charset="-122"/>
                <a:ea typeface="隶书" panose="02010509060101010101" pitchFamily="49" charset="-122"/>
              </a:rPr>
              <a:t>1</a:t>
            </a:r>
            <a:r>
              <a:rPr lang="zh-CN" altLang="en-US" sz="2800" dirty="0">
                <a:latin typeface="隶书" panose="02010509060101010101" pitchFamily="49" charset="-122"/>
                <a:ea typeface="隶书" panose="02010509060101010101" pitchFamily="49" charset="-122"/>
              </a:rPr>
              <a:t>，相同为</a:t>
            </a:r>
            <a:r>
              <a:rPr lang="en-US" altLang="zh-CN" sz="2800" dirty="0">
                <a:latin typeface="隶书" panose="02010509060101010101" pitchFamily="49" charset="-122"/>
                <a:ea typeface="隶书" panose="02010509060101010101" pitchFamily="49" charset="-122"/>
              </a:rPr>
              <a:t>0.</a:t>
            </a:r>
            <a:endParaRPr lang="en-US" altLang="zh-CN" sz="2800" dirty="0">
              <a:latin typeface="隶书" panose="02010509060101010101" pitchFamily="49" charset="-122"/>
              <a:ea typeface="隶书" panose="02010509060101010101" pitchFamily="49" charset="-122"/>
            </a:endParaRPr>
          </a:p>
          <a:p>
            <a:r>
              <a:rPr lang="en-US" altLang="zh-CN" sz="2800" dirty="0">
                <a:latin typeface="隶书" panose="02010509060101010101" pitchFamily="49" charset="-122"/>
                <a:ea typeface="隶书" panose="02010509060101010101" pitchFamily="49" charset="-122"/>
              </a:rPr>
              <a:t>2. </a:t>
            </a:r>
            <a:r>
              <a:rPr lang="zh-CN" altLang="en-US" sz="2800" dirty="0">
                <a:latin typeface="隶书" panose="02010509060101010101" pitchFamily="49" charset="-122"/>
                <a:ea typeface="隶书" panose="02010509060101010101" pitchFamily="49" charset="-122"/>
              </a:rPr>
              <a:t>真值表</a:t>
            </a:r>
            <a:endParaRPr lang="en-US" altLang="zh-CN" sz="2800" dirty="0">
              <a:latin typeface="隶书" panose="02010509060101010101" pitchFamily="49" charset="-122"/>
              <a:ea typeface="隶书" panose="02010509060101010101" pitchFamily="49" charset="-122"/>
            </a:endParaRPr>
          </a:p>
          <a:p>
            <a:r>
              <a:rPr lang="en-US" altLang="zh-CN" sz="2800" dirty="0">
                <a:latin typeface="隶书" panose="02010509060101010101" pitchFamily="49" charset="-122"/>
                <a:ea typeface="隶书" panose="02010509060101010101" pitchFamily="49" charset="-122"/>
              </a:rPr>
              <a:t>3. </a:t>
            </a:r>
            <a:r>
              <a:rPr lang="zh-CN" altLang="en-US" sz="2800" dirty="0">
                <a:latin typeface="隶书" panose="02010509060101010101" pitchFamily="49" charset="-122"/>
                <a:ea typeface="隶书" panose="02010509060101010101" pitchFamily="49" charset="-122"/>
              </a:rPr>
              <a:t>可以用于判断两个二进制数是否相同，若相同，则</a:t>
            </a:r>
            <a:r>
              <a:rPr lang="en-US" altLang="zh-CN" sz="2800" dirty="0">
                <a:latin typeface="隶书" panose="02010509060101010101" pitchFamily="49" charset="-122"/>
                <a:ea typeface="隶书" panose="02010509060101010101" pitchFamily="49" charset="-122"/>
              </a:rPr>
              <a:t>XOR</a:t>
            </a:r>
            <a:r>
              <a:rPr lang="zh-CN" altLang="en-US" sz="2800" dirty="0">
                <a:latin typeface="隶书" panose="02010509060101010101" pitchFamily="49" charset="-122"/>
                <a:ea typeface="隶书" panose="02010509060101010101" pitchFamily="49" charset="-122"/>
              </a:rPr>
              <a:t>后输出为</a:t>
            </a:r>
            <a:r>
              <a:rPr lang="en-US" altLang="zh-CN" sz="2800" dirty="0">
                <a:latin typeface="隶书" panose="02010509060101010101" pitchFamily="49" charset="-122"/>
                <a:ea typeface="隶书" panose="02010509060101010101" pitchFamily="49" charset="-122"/>
              </a:rPr>
              <a:t>0</a:t>
            </a:r>
            <a:r>
              <a:rPr lang="zh-CN" altLang="en-US" sz="2800" dirty="0">
                <a:latin typeface="隶书" panose="02010509060101010101" pitchFamily="49" charset="-122"/>
                <a:ea typeface="隶书" panose="02010509060101010101" pitchFamily="49" charset="-122"/>
              </a:rPr>
              <a:t>。</a:t>
            </a:r>
            <a:endParaRPr lang="en-US" altLang="zh-CN" sz="2800" dirty="0">
              <a:latin typeface="隶书" panose="02010509060101010101" pitchFamily="49" charset="-122"/>
              <a:ea typeface="隶书" panose="02010509060101010101" pitchFamily="49" charset="-122"/>
            </a:endParaRPr>
          </a:p>
          <a:p>
            <a:endParaRPr lang="zh-CN" altLang="en-US" sz="2800" dirty="0">
              <a:latin typeface="隶书" panose="02010509060101010101" pitchFamily="49" charset="-122"/>
              <a:ea typeface="隶书" panose="02010509060101010101" pitchFamily="49" charset="-122"/>
            </a:endParaRPr>
          </a:p>
        </p:txBody>
      </p:sp>
      <p:sp>
        <p:nvSpPr>
          <p:cNvPr id="223246" name="Rectangle 14"/>
          <p:cNvSpPr>
            <a:spLocks noGrp="1" noChangeArrowheads="1"/>
          </p:cNvSpPr>
          <p:nvPr>
            <p:ph type="title"/>
          </p:nvPr>
        </p:nvSpPr>
        <p:spPr>
          <a:xfrm>
            <a:off x="1991544" y="76200"/>
            <a:ext cx="8280920" cy="762000"/>
          </a:xfrm>
          <a:noFill/>
        </p:spPr>
        <p:txBody>
          <a:bodyPr/>
          <a:lstStyle/>
          <a:p>
            <a:pPr algn="ctr"/>
            <a:r>
              <a:rPr lang="en-US" altLang="zh-CN" dirty="0">
                <a:latin typeface="华文琥珀" panose="02010800040101010101" pitchFamily="2" charset="-122"/>
              </a:rPr>
              <a:t>2</a:t>
            </a:r>
            <a:r>
              <a:rPr lang="zh-CN" altLang="en-US" dirty="0">
                <a:latin typeface="华文琥珀" panose="02010800040101010101" pitchFamily="2" charset="-122"/>
              </a:rPr>
              <a:t>.</a:t>
            </a:r>
            <a:r>
              <a:rPr lang="en-US" altLang="zh-CN" dirty="0">
                <a:latin typeface="华文琥珀" panose="02010800040101010101" pitchFamily="2" charset="-122"/>
              </a:rPr>
              <a:t>6 </a:t>
            </a:r>
            <a:r>
              <a:rPr lang="en-US" altLang="zh-CN" dirty="0">
                <a:latin typeface="隶书" panose="02010509060101010101" pitchFamily="49" charset="-122"/>
                <a:ea typeface="隶书" panose="02010509060101010101" pitchFamily="49" charset="-122"/>
              </a:rPr>
              <a:t>bit</a:t>
            </a:r>
            <a:r>
              <a:rPr lang="zh-CN" altLang="en-US" dirty="0">
                <a:latin typeface="隶书" panose="02010509060101010101" pitchFamily="49" charset="-122"/>
                <a:ea typeface="隶书" panose="02010509060101010101" pitchFamily="49" charset="-122"/>
              </a:rPr>
              <a:t>运算之二：逻辑运算</a:t>
            </a:r>
            <a:endParaRPr lang="zh-CN" altLang="en-US" dirty="0">
              <a:latin typeface="华文琥珀" panose="02010800040101010101" pitchFamily="2" charset="-122"/>
            </a:endParaRPr>
          </a:p>
        </p:txBody>
      </p:sp>
      <p:graphicFrame>
        <p:nvGraphicFramePr>
          <p:cNvPr id="5" name="Group 72"/>
          <p:cNvGraphicFramePr>
            <a:graphicFrameLocks noGrp="1"/>
          </p:cNvGraphicFramePr>
          <p:nvPr/>
        </p:nvGraphicFramePr>
        <p:xfrm>
          <a:off x="7752184" y="908720"/>
          <a:ext cx="1676400" cy="1261872"/>
        </p:xfrm>
        <a:graphic>
          <a:graphicData uri="http://schemas.openxmlformats.org/drawingml/2006/table">
            <a:tbl>
              <a:tblPr/>
              <a:tblGrid>
                <a:gridCol w="419100"/>
                <a:gridCol w="1257300"/>
              </a:tblGrid>
              <a:tr h="198438">
                <a:tc>
                  <a:txBody>
                    <a:bodyPr/>
                    <a:lstStyle>
                      <a:lvl1pPr eaLnBrk="0" hangingPunct="0">
                        <a:spcBef>
                          <a:spcPct val="20000"/>
                        </a:spcBef>
                        <a:buFont typeface="Wingdings" panose="05000000000000000000" pitchFamily="2" charset="2"/>
                        <a:defRPr sz="2000" b="1">
                          <a:solidFill>
                            <a:schemeClr val="tx1"/>
                          </a:solidFill>
                          <a:latin typeface="Arial" panose="020B0604020202020204" pitchFamily="34" charset="0"/>
                          <a:ea typeface="黑体" panose="02010609060101010101" charset="-122"/>
                        </a:defRPr>
                      </a:lvl1pPr>
                      <a:lvl2pPr marL="742950" indent="-285750" eaLnBrk="0" hangingPunct="0">
                        <a:spcBef>
                          <a:spcPct val="20000"/>
                        </a:spcBef>
                        <a:buFont typeface="Wingdings" panose="05000000000000000000" pitchFamily="2" charset="2"/>
                        <a:defRPr b="1">
                          <a:solidFill>
                            <a:schemeClr val="tx1"/>
                          </a:solidFill>
                          <a:latin typeface="Arial" panose="020B0604020202020204" pitchFamily="34" charset="0"/>
                          <a:ea typeface="楷体_GB2312" pitchFamily="49" charset="-122"/>
                        </a:defRPr>
                      </a:lvl2pPr>
                      <a:lvl3pPr marL="1143000" indent="-228600" eaLnBrk="0" hangingPunct="0">
                        <a:spcBef>
                          <a:spcPct val="20000"/>
                        </a:spcBef>
                        <a:buFont typeface="Gungsuh" pitchFamily="18" charset="-127"/>
                        <a:defRPr sz="1600"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sz="1400">
                          <a:solidFill>
                            <a:schemeClr val="tx1"/>
                          </a:solidFill>
                          <a:latin typeface="Arial" panose="020B0604020202020204" pitchFamily="34" charset="0"/>
                          <a:ea typeface="黑体" panose="02010609060101010101" charset="-122"/>
                        </a:defRPr>
                      </a:lvl4pPr>
                      <a:lvl5pPr marL="2057400" indent="-228600" eaLnBrk="0" hangingPunct="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0" fontAlgn="base" latinLnBrk="0" hangingPunct="0">
                        <a:lnSpc>
                          <a:spcPct val="100000"/>
                        </a:lnSpc>
                        <a:spcBef>
                          <a:spcPct val="20000"/>
                        </a:spcBef>
                        <a:spcAft>
                          <a:spcPct val="0"/>
                        </a:spcAft>
                        <a:buClrTx/>
                        <a:buSzTx/>
                        <a:buFont typeface="Wingdings" panose="05000000000000000000" pitchFamily="2" charset="2"/>
                        <a:buNone/>
                      </a:pPr>
                      <a:r>
                        <a:rPr kumimoji="0" lang="en-US" altLang="zh-CN" sz="2400" b="1" i="0" u="none" strike="noStrike" cap="none" normalizeH="0" baseline="0" dirty="0">
                          <a:ln>
                            <a:noFill/>
                          </a:ln>
                          <a:solidFill>
                            <a:srgbClr val="CE0000"/>
                          </a:solidFill>
                          <a:effectLst/>
                          <a:latin typeface="Arial" panose="020B0604020202020204" pitchFamily="34" charset="0"/>
                          <a:ea typeface="宋体" panose="02010600030101010101" pitchFamily="2" charset="-122"/>
                        </a:rPr>
                        <a:t>A</a:t>
                      </a:r>
                      <a:endParaRPr kumimoji="0" lang="en-US" altLang="zh-CN" sz="2400" b="1" i="0" u="none" strike="noStrike" cap="none" normalizeH="0" baseline="0" dirty="0">
                        <a:ln>
                          <a:noFill/>
                        </a:ln>
                        <a:solidFill>
                          <a:srgbClr val="CE0000"/>
                        </a:solidFill>
                        <a:effectLst/>
                        <a:latin typeface="Arial" panose="020B0604020202020204" pitchFamily="34" charset="0"/>
                        <a:ea typeface="宋体" panose="02010600030101010101" pitchFamily="2" charset="-122"/>
                      </a:endParaRPr>
                    </a:p>
                  </a:txBody>
                  <a:tcPr horzOverflow="overflow">
                    <a:lnL>
                      <a:noFill/>
                    </a:lnL>
                    <a:lnR w="12700" cap="flat" cmpd="sng" algn="ctr">
                      <a:solidFill>
                        <a:schemeClr val="tx1"/>
                      </a:solidFill>
                      <a:prstDash val="solid"/>
                      <a:round/>
                      <a:headEnd type="none" w="med" len="med"/>
                      <a:tailEnd type="none" w="med" len="med"/>
                    </a:lnR>
                    <a:lnT>
                      <a:noFill/>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Font typeface="Wingdings" panose="05000000000000000000" pitchFamily="2" charset="2"/>
                        <a:defRPr sz="2000" b="1">
                          <a:solidFill>
                            <a:schemeClr val="tx1"/>
                          </a:solidFill>
                          <a:latin typeface="Arial" panose="020B0604020202020204" pitchFamily="34" charset="0"/>
                          <a:ea typeface="黑体" panose="02010609060101010101" charset="-122"/>
                        </a:defRPr>
                      </a:lvl1pPr>
                      <a:lvl2pPr marL="742950" indent="-285750" eaLnBrk="0" hangingPunct="0">
                        <a:spcBef>
                          <a:spcPct val="20000"/>
                        </a:spcBef>
                        <a:buFont typeface="Wingdings" panose="05000000000000000000" pitchFamily="2" charset="2"/>
                        <a:defRPr b="1">
                          <a:solidFill>
                            <a:schemeClr val="tx1"/>
                          </a:solidFill>
                          <a:latin typeface="Arial" panose="020B0604020202020204" pitchFamily="34" charset="0"/>
                          <a:ea typeface="楷体_GB2312" pitchFamily="49" charset="-122"/>
                        </a:defRPr>
                      </a:lvl2pPr>
                      <a:lvl3pPr marL="1143000" indent="-228600" eaLnBrk="0" hangingPunct="0">
                        <a:spcBef>
                          <a:spcPct val="20000"/>
                        </a:spcBef>
                        <a:buFont typeface="Gungsuh" pitchFamily="18" charset="-127"/>
                        <a:defRPr sz="1600"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sz="1400">
                          <a:solidFill>
                            <a:schemeClr val="tx1"/>
                          </a:solidFill>
                          <a:latin typeface="Arial" panose="020B0604020202020204" pitchFamily="34" charset="0"/>
                          <a:ea typeface="黑体" panose="02010609060101010101" charset="-122"/>
                        </a:defRPr>
                      </a:lvl4pPr>
                      <a:lvl5pPr marL="2057400" indent="-228600" eaLnBrk="0" hangingPunct="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0" fontAlgn="base" latinLnBrk="0" hangingPunct="0">
                        <a:lnSpc>
                          <a:spcPct val="100000"/>
                        </a:lnSpc>
                        <a:spcBef>
                          <a:spcPct val="20000"/>
                        </a:spcBef>
                        <a:spcAft>
                          <a:spcPct val="0"/>
                        </a:spcAft>
                        <a:buClrTx/>
                        <a:buSzTx/>
                        <a:buFont typeface="Wingdings" panose="05000000000000000000" pitchFamily="2" charset="2"/>
                        <a:buNone/>
                      </a:pPr>
                      <a:r>
                        <a:rPr kumimoji="0" lang="en-US" altLang="zh-CN" sz="2400" b="1" i="0" u="none" strike="noStrike" cap="none" normalizeH="0" baseline="0" dirty="0">
                          <a:ln>
                            <a:noFill/>
                          </a:ln>
                          <a:solidFill>
                            <a:schemeClr val="accent2"/>
                          </a:solidFill>
                          <a:effectLst/>
                          <a:latin typeface="Franklin Gothic Demi" panose="020B0703020102020204" pitchFamily="34" charset="0"/>
                          <a:ea typeface="宋体" panose="02010600030101010101" pitchFamily="2" charset="-122"/>
                        </a:rPr>
                        <a:t>NOT</a:t>
                      </a:r>
                      <a:r>
                        <a:rPr kumimoji="0" lang="en-US" altLang="zh-CN" sz="2400" b="1" i="0" u="none" strike="noStrike" cap="none" normalizeH="0" baseline="0" dirty="0">
                          <a:ln>
                            <a:noFill/>
                          </a:ln>
                          <a:solidFill>
                            <a:schemeClr val="accent2"/>
                          </a:solidFill>
                          <a:effectLst/>
                          <a:latin typeface="Arial" panose="020B0604020202020204" pitchFamily="34" charset="0"/>
                          <a:ea typeface="宋体" panose="02010600030101010101" pitchFamily="2" charset="-122"/>
                        </a:rPr>
                        <a:t> A</a:t>
                      </a:r>
                      <a:endParaRPr kumimoji="0" lang="en-US" altLang="zh-CN" sz="2400" b="1" i="0" u="none" strike="noStrike" cap="none" normalizeH="0" baseline="30000" dirty="0">
                        <a:ln>
                          <a:noFill/>
                        </a:ln>
                        <a:solidFill>
                          <a:schemeClr val="accent2"/>
                        </a:solidFill>
                        <a:effectLst/>
                        <a:latin typeface="Arial" panose="020B06040202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a:noFill/>
                    </a:lnR>
                    <a:lnT>
                      <a:noFill/>
                    </a:lnT>
                    <a:lnB w="12700" cap="flat" cmpd="sng" algn="ctr">
                      <a:solidFill>
                        <a:schemeClr val="tx1"/>
                      </a:solidFill>
                      <a:prstDash val="solid"/>
                      <a:round/>
                      <a:headEnd type="none" w="med" len="med"/>
                      <a:tailEnd type="none" w="med" len="med"/>
                    </a:lnB>
                    <a:lnTlToBr>
                      <a:noFill/>
                    </a:lnTlToBr>
                    <a:lnBlToTr>
                      <a:noFill/>
                    </a:lnBlToTr>
                    <a:noFill/>
                  </a:tcPr>
                </a:tc>
              </a:tr>
              <a:tr h="198438">
                <a:tc>
                  <a:txBody>
                    <a:bodyPr/>
                    <a:lstStyle>
                      <a:lvl1pPr eaLnBrk="0" hangingPunct="0">
                        <a:spcBef>
                          <a:spcPct val="20000"/>
                        </a:spcBef>
                        <a:buFont typeface="Wingdings" panose="05000000000000000000" pitchFamily="2" charset="2"/>
                        <a:defRPr sz="2000" b="1">
                          <a:solidFill>
                            <a:schemeClr val="tx1"/>
                          </a:solidFill>
                          <a:latin typeface="Arial" panose="020B0604020202020204" pitchFamily="34" charset="0"/>
                          <a:ea typeface="黑体" panose="02010609060101010101" charset="-122"/>
                        </a:defRPr>
                      </a:lvl1pPr>
                      <a:lvl2pPr marL="742950" indent="-285750" eaLnBrk="0" hangingPunct="0">
                        <a:spcBef>
                          <a:spcPct val="20000"/>
                        </a:spcBef>
                        <a:buFont typeface="Wingdings" panose="05000000000000000000" pitchFamily="2" charset="2"/>
                        <a:defRPr b="1">
                          <a:solidFill>
                            <a:schemeClr val="tx1"/>
                          </a:solidFill>
                          <a:latin typeface="Arial" panose="020B0604020202020204" pitchFamily="34" charset="0"/>
                          <a:ea typeface="楷体_GB2312" pitchFamily="49" charset="-122"/>
                        </a:defRPr>
                      </a:lvl2pPr>
                      <a:lvl3pPr marL="1143000" indent="-228600" eaLnBrk="0" hangingPunct="0">
                        <a:spcBef>
                          <a:spcPct val="20000"/>
                        </a:spcBef>
                        <a:buFont typeface="Gungsuh" pitchFamily="18" charset="-127"/>
                        <a:defRPr sz="1600"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sz="1400">
                          <a:solidFill>
                            <a:schemeClr val="tx1"/>
                          </a:solidFill>
                          <a:latin typeface="Arial" panose="020B0604020202020204" pitchFamily="34" charset="0"/>
                          <a:ea typeface="黑体" panose="02010609060101010101" charset="-122"/>
                        </a:defRPr>
                      </a:lvl4pPr>
                      <a:lvl5pPr marL="2057400" indent="-228600" eaLnBrk="0" hangingPunct="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0" fontAlgn="base" latinLnBrk="0" hangingPunct="0">
                        <a:lnSpc>
                          <a:spcPct val="85000"/>
                        </a:lnSpc>
                        <a:spcBef>
                          <a:spcPct val="20000"/>
                        </a:spcBef>
                        <a:spcAft>
                          <a:spcPct val="0"/>
                        </a:spcAft>
                        <a:buClrTx/>
                        <a:buSzTx/>
                        <a:buFont typeface="Wingdings" panose="05000000000000000000" pitchFamily="2" charset="2"/>
                        <a:buNone/>
                      </a:pPr>
                      <a:r>
                        <a:rPr kumimoji="0" lang="en-US" altLang="zh-CN" sz="2400" b="1" i="0" u="none" strike="noStrike" cap="none" normalizeH="0" baseline="0">
                          <a:ln>
                            <a:noFill/>
                          </a:ln>
                          <a:solidFill>
                            <a:srgbClr val="CE0000"/>
                          </a:solidFill>
                          <a:effectLst/>
                          <a:latin typeface="Arial" panose="020B0604020202020204" pitchFamily="34" charset="0"/>
                          <a:ea typeface="宋体" panose="02010600030101010101" pitchFamily="2" charset="-122"/>
                        </a:rPr>
                        <a:t>0</a:t>
                      </a:r>
                      <a:endParaRPr kumimoji="0" lang="en-US" altLang="zh-CN" sz="2400" b="1" i="0" u="none" strike="noStrike" cap="none" normalizeH="0" baseline="0">
                        <a:ln>
                          <a:noFill/>
                        </a:ln>
                        <a:solidFill>
                          <a:srgbClr val="CE0000"/>
                        </a:solidFill>
                        <a:effectLst/>
                        <a:latin typeface="Arial" panose="020B0604020202020204" pitchFamily="34" charset="0"/>
                        <a:ea typeface="宋体" panose="02010600030101010101" pitchFamily="2" charset="-122"/>
                      </a:endParaRPr>
                    </a:p>
                  </a:txBody>
                  <a:tcPr horzOverflow="overflow">
                    <a:lnL>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a:noFill/>
                    </a:lnB>
                    <a:lnTlToBr>
                      <a:noFill/>
                    </a:lnTlToBr>
                    <a:lnBlToTr>
                      <a:noFill/>
                    </a:lnBlToTr>
                    <a:noFill/>
                  </a:tcPr>
                </a:tc>
                <a:tc>
                  <a:txBody>
                    <a:bodyPr/>
                    <a:lstStyle>
                      <a:lvl1pPr eaLnBrk="0" hangingPunct="0">
                        <a:spcBef>
                          <a:spcPct val="20000"/>
                        </a:spcBef>
                        <a:buFont typeface="Wingdings" panose="05000000000000000000" pitchFamily="2" charset="2"/>
                        <a:defRPr sz="2000" b="1">
                          <a:solidFill>
                            <a:schemeClr val="tx1"/>
                          </a:solidFill>
                          <a:latin typeface="Arial" panose="020B0604020202020204" pitchFamily="34" charset="0"/>
                          <a:ea typeface="黑体" panose="02010609060101010101" charset="-122"/>
                        </a:defRPr>
                      </a:lvl1pPr>
                      <a:lvl2pPr marL="742950" indent="-285750" eaLnBrk="0" hangingPunct="0">
                        <a:spcBef>
                          <a:spcPct val="20000"/>
                        </a:spcBef>
                        <a:buFont typeface="Wingdings" panose="05000000000000000000" pitchFamily="2" charset="2"/>
                        <a:defRPr b="1">
                          <a:solidFill>
                            <a:schemeClr val="tx1"/>
                          </a:solidFill>
                          <a:latin typeface="Arial" panose="020B0604020202020204" pitchFamily="34" charset="0"/>
                          <a:ea typeface="楷体_GB2312" pitchFamily="49" charset="-122"/>
                        </a:defRPr>
                      </a:lvl2pPr>
                      <a:lvl3pPr marL="1143000" indent="-228600" eaLnBrk="0" hangingPunct="0">
                        <a:spcBef>
                          <a:spcPct val="20000"/>
                        </a:spcBef>
                        <a:buFont typeface="Gungsuh" pitchFamily="18" charset="-127"/>
                        <a:defRPr sz="1600"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sz="1400">
                          <a:solidFill>
                            <a:schemeClr val="tx1"/>
                          </a:solidFill>
                          <a:latin typeface="Arial" panose="020B0604020202020204" pitchFamily="34" charset="0"/>
                          <a:ea typeface="黑体" panose="02010609060101010101" charset="-122"/>
                        </a:defRPr>
                      </a:lvl4pPr>
                      <a:lvl5pPr marL="2057400" indent="-228600" eaLnBrk="0" hangingPunct="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0" fontAlgn="base" latinLnBrk="0" hangingPunct="0">
                        <a:lnSpc>
                          <a:spcPct val="85000"/>
                        </a:lnSpc>
                        <a:spcBef>
                          <a:spcPct val="20000"/>
                        </a:spcBef>
                        <a:spcAft>
                          <a:spcPct val="0"/>
                        </a:spcAft>
                        <a:buClrTx/>
                        <a:buSzTx/>
                        <a:buFont typeface="Wingdings" panose="05000000000000000000" pitchFamily="2" charset="2"/>
                        <a:buNone/>
                      </a:pPr>
                      <a:r>
                        <a:rPr kumimoji="0" lang="en-US" altLang="zh-CN" sz="2400" b="1" i="0" u="none" strike="noStrike" cap="none" normalizeH="0" baseline="0">
                          <a:ln>
                            <a:noFill/>
                          </a:ln>
                          <a:solidFill>
                            <a:schemeClr val="accent2"/>
                          </a:solidFill>
                          <a:effectLst/>
                          <a:latin typeface="Arial" panose="020B0604020202020204" pitchFamily="34" charset="0"/>
                          <a:ea typeface="宋体" panose="02010600030101010101" pitchFamily="2" charset="-122"/>
                        </a:rPr>
                        <a:t>1</a:t>
                      </a:r>
                      <a:endParaRPr kumimoji="0" lang="en-US" altLang="zh-CN" sz="2400" b="1" i="0" u="none" strike="noStrike" cap="none" normalizeH="0" baseline="0">
                        <a:ln>
                          <a:noFill/>
                        </a:ln>
                        <a:solidFill>
                          <a:schemeClr val="accent2"/>
                        </a:solidFill>
                        <a:effectLst/>
                        <a:latin typeface="Arial" panose="020B06040202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a:noFill/>
                    </a:lnB>
                    <a:lnTlToBr>
                      <a:noFill/>
                    </a:lnTlToBr>
                    <a:lnBlToTr>
                      <a:noFill/>
                    </a:lnBlToTr>
                    <a:noFill/>
                  </a:tcPr>
                </a:tc>
              </a:tr>
              <a:tr h="198438">
                <a:tc>
                  <a:txBody>
                    <a:bodyPr/>
                    <a:lstStyle>
                      <a:lvl1pPr eaLnBrk="0" hangingPunct="0">
                        <a:spcBef>
                          <a:spcPct val="20000"/>
                        </a:spcBef>
                        <a:buFont typeface="Wingdings" panose="05000000000000000000" pitchFamily="2" charset="2"/>
                        <a:defRPr sz="2000" b="1">
                          <a:solidFill>
                            <a:schemeClr val="tx1"/>
                          </a:solidFill>
                          <a:latin typeface="Arial" panose="020B0604020202020204" pitchFamily="34" charset="0"/>
                          <a:ea typeface="黑体" panose="02010609060101010101" charset="-122"/>
                        </a:defRPr>
                      </a:lvl1pPr>
                      <a:lvl2pPr marL="742950" indent="-285750" eaLnBrk="0" hangingPunct="0">
                        <a:spcBef>
                          <a:spcPct val="20000"/>
                        </a:spcBef>
                        <a:buFont typeface="Wingdings" panose="05000000000000000000" pitchFamily="2" charset="2"/>
                        <a:defRPr b="1">
                          <a:solidFill>
                            <a:schemeClr val="tx1"/>
                          </a:solidFill>
                          <a:latin typeface="Arial" panose="020B0604020202020204" pitchFamily="34" charset="0"/>
                          <a:ea typeface="楷体_GB2312" pitchFamily="49" charset="-122"/>
                        </a:defRPr>
                      </a:lvl2pPr>
                      <a:lvl3pPr marL="1143000" indent="-228600" eaLnBrk="0" hangingPunct="0">
                        <a:spcBef>
                          <a:spcPct val="20000"/>
                        </a:spcBef>
                        <a:buFont typeface="Gungsuh" pitchFamily="18" charset="-127"/>
                        <a:defRPr sz="1600"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sz="1400">
                          <a:solidFill>
                            <a:schemeClr val="tx1"/>
                          </a:solidFill>
                          <a:latin typeface="Arial" panose="020B0604020202020204" pitchFamily="34" charset="0"/>
                          <a:ea typeface="黑体" panose="02010609060101010101" charset="-122"/>
                        </a:defRPr>
                      </a:lvl4pPr>
                      <a:lvl5pPr marL="2057400" indent="-228600" eaLnBrk="0" hangingPunct="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0" fontAlgn="base" latinLnBrk="0" hangingPunct="0">
                        <a:lnSpc>
                          <a:spcPct val="85000"/>
                        </a:lnSpc>
                        <a:spcBef>
                          <a:spcPct val="20000"/>
                        </a:spcBef>
                        <a:spcAft>
                          <a:spcPct val="0"/>
                        </a:spcAft>
                        <a:buClrTx/>
                        <a:buSzTx/>
                        <a:buFont typeface="Wingdings" panose="05000000000000000000" pitchFamily="2" charset="2"/>
                        <a:buNone/>
                      </a:pPr>
                      <a:r>
                        <a:rPr kumimoji="0" lang="en-US" altLang="zh-CN" sz="2400" b="1" i="0" u="none" strike="noStrike" cap="none" normalizeH="0" baseline="0">
                          <a:ln>
                            <a:noFill/>
                          </a:ln>
                          <a:solidFill>
                            <a:srgbClr val="CE0000"/>
                          </a:solidFill>
                          <a:effectLst/>
                          <a:latin typeface="Arial" panose="020B0604020202020204" pitchFamily="34" charset="0"/>
                          <a:ea typeface="宋体" panose="02010600030101010101" pitchFamily="2" charset="-122"/>
                        </a:rPr>
                        <a:t>1</a:t>
                      </a:r>
                      <a:endParaRPr kumimoji="0" lang="en-US" altLang="zh-CN" sz="2400" b="1" i="0" u="none" strike="noStrike" cap="none" normalizeH="0" baseline="0">
                        <a:ln>
                          <a:noFill/>
                        </a:ln>
                        <a:solidFill>
                          <a:srgbClr val="CE0000"/>
                        </a:solidFill>
                        <a:effectLst/>
                        <a:latin typeface="Arial" panose="020B0604020202020204" pitchFamily="34" charset="0"/>
                        <a:ea typeface="宋体" panose="02010600030101010101" pitchFamily="2" charset="-122"/>
                      </a:endParaRPr>
                    </a:p>
                  </a:txBody>
                  <a:tcPr horzOverflow="overflow">
                    <a:lnL>
                      <a:noFill/>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lvl1pPr eaLnBrk="0" hangingPunct="0">
                        <a:spcBef>
                          <a:spcPct val="20000"/>
                        </a:spcBef>
                        <a:buFont typeface="Wingdings" panose="05000000000000000000" pitchFamily="2" charset="2"/>
                        <a:defRPr sz="2000" b="1">
                          <a:solidFill>
                            <a:schemeClr val="tx1"/>
                          </a:solidFill>
                          <a:latin typeface="Arial" panose="020B0604020202020204" pitchFamily="34" charset="0"/>
                          <a:ea typeface="黑体" panose="02010609060101010101" charset="-122"/>
                        </a:defRPr>
                      </a:lvl1pPr>
                      <a:lvl2pPr marL="742950" indent="-285750" eaLnBrk="0" hangingPunct="0">
                        <a:spcBef>
                          <a:spcPct val="20000"/>
                        </a:spcBef>
                        <a:buFont typeface="Wingdings" panose="05000000000000000000" pitchFamily="2" charset="2"/>
                        <a:defRPr b="1">
                          <a:solidFill>
                            <a:schemeClr val="tx1"/>
                          </a:solidFill>
                          <a:latin typeface="Arial" panose="020B0604020202020204" pitchFamily="34" charset="0"/>
                          <a:ea typeface="楷体_GB2312" pitchFamily="49" charset="-122"/>
                        </a:defRPr>
                      </a:lvl2pPr>
                      <a:lvl3pPr marL="1143000" indent="-228600" eaLnBrk="0" hangingPunct="0">
                        <a:spcBef>
                          <a:spcPct val="20000"/>
                        </a:spcBef>
                        <a:buFont typeface="Gungsuh" pitchFamily="18" charset="-127"/>
                        <a:defRPr sz="1600"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sz="1400">
                          <a:solidFill>
                            <a:schemeClr val="tx1"/>
                          </a:solidFill>
                          <a:latin typeface="Arial" panose="020B0604020202020204" pitchFamily="34" charset="0"/>
                          <a:ea typeface="黑体" panose="02010609060101010101" charset="-122"/>
                        </a:defRPr>
                      </a:lvl4pPr>
                      <a:lvl5pPr marL="2057400" indent="-228600" eaLnBrk="0" hangingPunct="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0" fontAlgn="base" latinLnBrk="0" hangingPunct="0">
                        <a:lnSpc>
                          <a:spcPct val="85000"/>
                        </a:lnSpc>
                        <a:spcBef>
                          <a:spcPct val="20000"/>
                        </a:spcBef>
                        <a:spcAft>
                          <a:spcPct val="0"/>
                        </a:spcAft>
                        <a:buClrTx/>
                        <a:buSzTx/>
                        <a:buFont typeface="Wingdings" panose="05000000000000000000" pitchFamily="2" charset="2"/>
                        <a:buNone/>
                      </a:pPr>
                      <a:r>
                        <a:rPr kumimoji="0" lang="en-US" altLang="zh-CN" sz="2400" b="1" i="0" u="none" strike="noStrike" cap="none" normalizeH="0" baseline="0" dirty="0">
                          <a:ln>
                            <a:noFill/>
                          </a:ln>
                          <a:solidFill>
                            <a:schemeClr val="accent2"/>
                          </a:solidFill>
                          <a:effectLst/>
                          <a:latin typeface="Arial" panose="020B0604020202020204" pitchFamily="34" charset="0"/>
                          <a:ea typeface="宋体" panose="02010600030101010101" pitchFamily="2" charset="-122"/>
                        </a:rPr>
                        <a:t>0</a:t>
                      </a:r>
                      <a:endParaRPr kumimoji="0" lang="en-US" altLang="zh-CN" sz="2400" b="1" i="0" u="none" strike="noStrike" cap="none" normalizeH="0" baseline="0" dirty="0">
                        <a:ln>
                          <a:noFill/>
                        </a:ln>
                        <a:solidFill>
                          <a:schemeClr val="accent2"/>
                        </a:solidFill>
                        <a:effectLst/>
                        <a:latin typeface="Arial" panose="020B06040202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a:noFill/>
                    </a:lnR>
                    <a:lnT>
                      <a:noFill/>
                    </a:lnT>
                    <a:lnB>
                      <a:noFill/>
                    </a:lnB>
                    <a:lnTlToBr>
                      <a:noFill/>
                    </a:lnTlToBr>
                    <a:lnBlToTr>
                      <a:noFill/>
                    </a:lnBlToTr>
                    <a:noFill/>
                  </a:tcPr>
                </a:tc>
              </a:tr>
            </a:tbl>
          </a:graphicData>
        </a:graphic>
      </p:graphicFrame>
      <p:graphicFrame>
        <p:nvGraphicFramePr>
          <p:cNvPr id="6" name="Group 38"/>
          <p:cNvGraphicFramePr>
            <a:graphicFrameLocks noGrp="1"/>
          </p:cNvGraphicFramePr>
          <p:nvPr/>
        </p:nvGraphicFramePr>
        <p:xfrm>
          <a:off x="7536160" y="2276872"/>
          <a:ext cx="2520280" cy="2066544"/>
        </p:xfrm>
        <a:graphic>
          <a:graphicData uri="http://schemas.openxmlformats.org/drawingml/2006/table">
            <a:tbl>
              <a:tblPr/>
              <a:tblGrid>
                <a:gridCol w="512808"/>
                <a:gridCol w="514557"/>
                <a:gridCol w="1492915"/>
              </a:tblGrid>
              <a:tr h="198438">
                <a:tc>
                  <a:txBody>
                    <a:bodyPr/>
                    <a:lstStyle>
                      <a:lvl1pPr eaLnBrk="0" hangingPunct="0">
                        <a:spcBef>
                          <a:spcPct val="20000"/>
                        </a:spcBef>
                        <a:buFont typeface="Wingdings" panose="05000000000000000000" pitchFamily="2" charset="2"/>
                        <a:defRPr sz="2000" b="1">
                          <a:solidFill>
                            <a:schemeClr val="tx1"/>
                          </a:solidFill>
                          <a:latin typeface="Arial" panose="020B0604020202020204" pitchFamily="34" charset="0"/>
                          <a:ea typeface="黑体" panose="02010609060101010101" charset="-122"/>
                        </a:defRPr>
                      </a:lvl1pPr>
                      <a:lvl2pPr marL="742950" indent="-285750" eaLnBrk="0" hangingPunct="0">
                        <a:spcBef>
                          <a:spcPct val="20000"/>
                        </a:spcBef>
                        <a:buFont typeface="Wingdings" panose="05000000000000000000" pitchFamily="2" charset="2"/>
                        <a:defRPr b="1">
                          <a:solidFill>
                            <a:schemeClr val="tx1"/>
                          </a:solidFill>
                          <a:latin typeface="Arial" panose="020B0604020202020204" pitchFamily="34" charset="0"/>
                          <a:ea typeface="楷体_GB2312" pitchFamily="49" charset="-122"/>
                        </a:defRPr>
                      </a:lvl2pPr>
                      <a:lvl3pPr marL="1143000" indent="-228600" eaLnBrk="0" hangingPunct="0">
                        <a:spcBef>
                          <a:spcPct val="20000"/>
                        </a:spcBef>
                        <a:buFont typeface="Gungsuh" pitchFamily="18" charset="-127"/>
                        <a:defRPr sz="1600"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sz="1400">
                          <a:solidFill>
                            <a:schemeClr val="tx1"/>
                          </a:solidFill>
                          <a:latin typeface="Arial" panose="020B0604020202020204" pitchFamily="34" charset="0"/>
                          <a:ea typeface="黑体" panose="02010609060101010101" charset="-122"/>
                        </a:defRPr>
                      </a:lvl4pPr>
                      <a:lvl5pPr marL="2057400" indent="-228600" eaLnBrk="0" hangingPunct="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0" fontAlgn="base" latinLnBrk="0" hangingPunct="0">
                        <a:lnSpc>
                          <a:spcPct val="100000"/>
                        </a:lnSpc>
                        <a:spcBef>
                          <a:spcPct val="20000"/>
                        </a:spcBef>
                        <a:spcAft>
                          <a:spcPct val="0"/>
                        </a:spcAft>
                        <a:buClrTx/>
                        <a:buSzTx/>
                        <a:buFont typeface="Wingdings" panose="05000000000000000000" pitchFamily="2" charset="2"/>
                        <a:buNone/>
                      </a:pPr>
                      <a:r>
                        <a:rPr kumimoji="0" lang="en-US" altLang="zh-CN" sz="2400" b="1" i="0" u="none" strike="noStrike" cap="none" normalizeH="0" baseline="0" dirty="0">
                          <a:ln>
                            <a:noFill/>
                          </a:ln>
                          <a:solidFill>
                            <a:srgbClr val="CE0000"/>
                          </a:solidFill>
                          <a:effectLst/>
                          <a:latin typeface="Arial" panose="020B0604020202020204" pitchFamily="34" charset="0"/>
                          <a:ea typeface="宋体" panose="02010600030101010101" pitchFamily="2" charset="-122"/>
                        </a:rPr>
                        <a:t>A</a:t>
                      </a:r>
                      <a:endParaRPr kumimoji="0" lang="en-US" altLang="zh-CN" sz="2400" b="1" i="0" u="none" strike="noStrike" cap="none" normalizeH="0" baseline="0" dirty="0">
                        <a:ln>
                          <a:noFill/>
                        </a:ln>
                        <a:solidFill>
                          <a:srgbClr val="CE0000"/>
                        </a:solidFill>
                        <a:effectLst/>
                        <a:latin typeface="Arial" panose="020B0604020202020204" pitchFamily="34" charset="0"/>
                        <a:ea typeface="宋体" panose="02010600030101010101" pitchFamily="2" charset="-122"/>
                      </a:endParaRPr>
                    </a:p>
                  </a:txBody>
                  <a:tcPr horzOverflow="overflow">
                    <a:lnL>
                      <a:noFill/>
                    </a:lnL>
                    <a:lnR>
                      <a:noFill/>
                    </a:lnR>
                    <a:lnT>
                      <a:noFill/>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Font typeface="Wingdings" panose="05000000000000000000" pitchFamily="2" charset="2"/>
                        <a:defRPr sz="2000" b="1">
                          <a:solidFill>
                            <a:schemeClr val="tx1"/>
                          </a:solidFill>
                          <a:latin typeface="Arial" panose="020B0604020202020204" pitchFamily="34" charset="0"/>
                          <a:ea typeface="黑体" panose="02010609060101010101" charset="-122"/>
                        </a:defRPr>
                      </a:lvl1pPr>
                      <a:lvl2pPr marL="742950" indent="-285750" eaLnBrk="0" hangingPunct="0">
                        <a:spcBef>
                          <a:spcPct val="20000"/>
                        </a:spcBef>
                        <a:buFont typeface="Wingdings" panose="05000000000000000000" pitchFamily="2" charset="2"/>
                        <a:defRPr b="1">
                          <a:solidFill>
                            <a:schemeClr val="tx1"/>
                          </a:solidFill>
                          <a:latin typeface="Arial" panose="020B0604020202020204" pitchFamily="34" charset="0"/>
                          <a:ea typeface="楷体_GB2312" pitchFamily="49" charset="-122"/>
                        </a:defRPr>
                      </a:lvl2pPr>
                      <a:lvl3pPr marL="1143000" indent="-228600" eaLnBrk="0" hangingPunct="0">
                        <a:spcBef>
                          <a:spcPct val="20000"/>
                        </a:spcBef>
                        <a:buFont typeface="Gungsuh" pitchFamily="18" charset="-127"/>
                        <a:defRPr sz="1600"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sz="1400">
                          <a:solidFill>
                            <a:schemeClr val="tx1"/>
                          </a:solidFill>
                          <a:latin typeface="Arial" panose="020B0604020202020204" pitchFamily="34" charset="0"/>
                          <a:ea typeface="黑体" panose="02010609060101010101" charset="-122"/>
                        </a:defRPr>
                      </a:lvl4pPr>
                      <a:lvl5pPr marL="2057400" indent="-228600" eaLnBrk="0" hangingPunct="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0" fontAlgn="base" latinLnBrk="0" hangingPunct="0">
                        <a:lnSpc>
                          <a:spcPct val="100000"/>
                        </a:lnSpc>
                        <a:spcBef>
                          <a:spcPct val="20000"/>
                        </a:spcBef>
                        <a:spcAft>
                          <a:spcPct val="0"/>
                        </a:spcAft>
                        <a:buClrTx/>
                        <a:buSzTx/>
                        <a:buFont typeface="Wingdings" panose="05000000000000000000" pitchFamily="2" charset="2"/>
                        <a:buNone/>
                      </a:pPr>
                      <a:r>
                        <a:rPr kumimoji="0" lang="en-US" altLang="zh-CN" sz="2400" b="1" i="0" u="none" strike="noStrike" cap="none" normalizeH="0" baseline="0" dirty="0">
                          <a:ln>
                            <a:noFill/>
                          </a:ln>
                          <a:solidFill>
                            <a:srgbClr val="CE0000"/>
                          </a:solidFill>
                          <a:effectLst/>
                          <a:latin typeface="Arial" panose="020B0604020202020204" pitchFamily="34" charset="0"/>
                          <a:ea typeface="宋体" panose="02010600030101010101" pitchFamily="2" charset="-122"/>
                        </a:rPr>
                        <a:t>B</a:t>
                      </a:r>
                      <a:endParaRPr kumimoji="0" lang="en-US" altLang="zh-CN" sz="2400" b="1" i="0" u="none" strike="noStrike" cap="none" normalizeH="0" baseline="0" dirty="0">
                        <a:ln>
                          <a:noFill/>
                        </a:ln>
                        <a:solidFill>
                          <a:srgbClr val="CE0000"/>
                        </a:solidFill>
                        <a:effectLst/>
                        <a:latin typeface="Arial" panose="020B0604020202020204" pitchFamily="34" charset="0"/>
                        <a:ea typeface="宋体" panose="02010600030101010101" pitchFamily="2" charset="-122"/>
                      </a:endParaRPr>
                    </a:p>
                  </a:txBody>
                  <a:tcPr horzOverflow="overflow">
                    <a:lnL>
                      <a:noFill/>
                    </a:lnL>
                    <a:lnR w="12700" cap="flat" cmpd="sng" algn="ctr">
                      <a:solidFill>
                        <a:schemeClr val="tx1"/>
                      </a:solidFill>
                      <a:prstDash val="solid"/>
                      <a:round/>
                      <a:headEnd type="none" w="med" len="med"/>
                      <a:tailEnd type="none" w="med" len="med"/>
                    </a:lnR>
                    <a:lnT>
                      <a:noFill/>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Font typeface="Wingdings" panose="05000000000000000000" pitchFamily="2" charset="2"/>
                        <a:defRPr sz="2000" b="1">
                          <a:solidFill>
                            <a:schemeClr val="tx1"/>
                          </a:solidFill>
                          <a:latin typeface="Arial" panose="020B0604020202020204" pitchFamily="34" charset="0"/>
                          <a:ea typeface="黑体" panose="02010609060101010101" charset="-122"/>
                        </a:defRPr>
                      </a:lvl1pPr>
                      <a:lvl2pPr marL="742950" indent="-285750" eaLnBrk="0" hangingPunct="0">
                        <a:spcBef>
                          <a:spcPct val="20000"/>
                        </a:spcBef>
                        <a:buFont typeface="Wingdings" panose="05000000000000000000" pitchFamily="2" charset="2"/>
                        <a:defRPr b="1">
                          <a:solidFill>
                            <a:schemeClr val="tx1"/>
                          </a:solidFill>
                          <a:latin typeface="Arial" panose="020B0604020202020204" pitchFamily="34" charset="0"/>
                          <a:ea typeface="楷体_GB2312" pitchFamily="49" charset="-122"/>
                        </a:defRPr>
                      </a:lvl2pPr>
                      <a:lvl3pPr marL="1143000" indent="-228600" eaLnBrk="0" hangingPunct="0">
                        <a:spcBef>
                          <a:spcPct val="20000"/>
                        </a:spcBef>
                        <a:buFont typeface="Gungsuh" pitchFamily="18" charset="-127"/>
                        <a:defRPr sz="1600"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sz="1400">
                          <a:solidFill>
                            <a:schemeClr val="tx1"/>
                          </a:solidFill>
                          <a:latin typeface="Arial" panose="020B0604020202020204" pitchFamily="34" charset="0"/>
                          <a:ea typeface="黑体" panose="02010609060101010101" charset="-122"/>
                        </a:defRPr>
                      </a:lvl4pPr>
                      <a:lvl5pPr marL="2057400" indent="-228600" eaLnBrk="0" hangingPunct="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0" fontAlgn="base" latinLnBrk="0" hangingPunct="0">
                        <a:lnSpc>
                          <a:spcPct val="100000"/>
                        </a:lnSpc>
                        <a:spcBef>
                          <a:spcPct val="20000"/>
                        </a:spcBef>
                        <a:spcAft>
                          <a:spcPct val="0"/>
                        </a:spcAft>
                        <a:buClrTx/>
                        <a:buSzTx/>
                        <a:buFont typeface="Wingdings" panose="05000000000000000000" pitchFamily="2" charset="2"/>
                        <a:buNone/>
                      </a:pPr>
                      <a:r>
                        <a:rPr kumimoji="0" lang="en-US" altLang="zh-CN" sz="2400" b="1" i="0" u="none" strike="noStrike" cap="none" normalizeH="0" baseline="0" dirty="0">
                          <a:ln>
                            <a:noFill/>
                          </a:ln>
                          <a:solidFill>
                            <a:schemeClr val="accent2"/>
                          </a:solidFill>
                          <a:effectLst/>
                          <a:latin typeface="Arial" panose="020B0604020202020204" pitchFamily="34" charset="0"/>
                          <a:ea typeface="宋体" panose="02010600030101010101" pitchFamily="2" charset="-122"/>
                        </a:rPr>
                        <a:t>A X</a:t>
                      </a:r>
                      <a:r>
                        <a:rPr kumimoji="0" lang="en-US" altLang="zh-CN" sz="2400" b="1" i="0" u="none" strike="noStrike" cap="none" normalizeH="0" baseline="0" dirty="0">
                          <a:ln>
                            <a:noFill/>
                          </a:ln>
                          <a:solidFill>
                            <a:schemeClr val="accent2"/>
                          </a:solidFill>
                          <a:effectLst/>
                          <a:latin typeface="Franklin Gothic Demi" panose="020B0703020102020204" pitchFamily="34" charset="0"/>
                          <a:ea typeface="宋体" panose="02010600030101010101" pitchFamily="2" charset="-122"/>
                        </a:rPr>
                        <a:t>OR</a:t>
                      </a:r>
                      <a:r>
                        <a:rPr kumimoji="0" lang="en-US" altLang="zh-CN" sz="2400" b="1" i="0" u="none" strike="noStrike" cap="none" normalizeH="0" baseline="0" dirty="0">
                          <a:ln>
                            <a:noFill/>
                          </a:ln>
                          <a:solidFill>
                            <a:schemeClr val="accent2"/>
                          </a:solidFill>
                          <a:effectLst/>
                          <a:latin typeface="Arial" panose="020B0604020202020204" pitchFamily="34" charset="0"/>
                          <a:ea typeface="宋体" panose="02010600030101010101" pitchFamily="2" charset="-122"/>
                        </a:rPr>
                        <a:t> B</a:t>
                      </a:r>
                      <a:endParaRPr kumimoji="0" lang="en-US" altLang="zh-CN" sz="2400" b="1" i="0" u="none" strike="noStrike" cap="none" normalizeH="0" baseline="30000" dirty="0">
                        <a:ln>
                          <a:noFill/>
                        </a:ln>
                        <a:solidFill>
                          <a:schemeClr val="accent2"/>
                        </a:solidFill>
                        <a:effectLst/>
                        <a:latin typeface="Arial" panose="020B06040202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a:noFill/>
                    </a:lnR>
                    <a:lnT>
                      <a:noFill/>
                    </a:lnT>
                    <a:lnB w="12700" cap="flat" cmpd="sng" algn="ctr">
                      <a:solidFill>
                        <a:schemeClr val="tx1"/>
                      </a:solidFill>
                      <a:prstDash val="solid"/>
                      <a:round/>
                      <a:headEnd type="none" w="med" len="med"/>
                      <a:tailEnd type="none" w="med" len="med"/>
                    </a:lnB>
                    <a:lnTlToBr>
                      <a:noFill/>
                    </a:lnTlToBr>
                    <a:lnBlToTr>
                      <a:noFill/>
                    </a:lnBlToTr>
                    <a:noFill/>
                  </a:tcPr>
                </a:tc>
              </a:tr>
              <a:tr h="198438">
                <a:tc>
                  <a:txBody>
                    <a:bodyPr/>
                    <a:lstStyle>
                      <a:lvl1pPr eaLnBrk="0" hangingPunct="0">
                        <a:spcBef>
                          <a:spcPct val="20000"/>
                        </a:spcBef>
                        <a:buFont typeface="Wingdings" panose="05000000000000000000" pitchFamily="2" charset="2"/>
                        <a:defRPr sz="2000" b="1">
                          <a:solidFill>
                            <a:schemeClr val="tx1"/>
                          </a:solidFill>
                          <a:latin typeface="Arial" panose="020B0604020202020204" pitchFamily="34" charset="0"/>
                          <a:ea typeface="黑体" panose="02010609060101010101" charset="-122"/>
                        </a:defRPr>
                      </a:lvl1pPr>
                      <a:lvl2pPr marL="742950" indent="-285750" eaLnBrk="0" hangingPunct="0">
                        <a:spcBef>
                          <a:spcPct val="20000"/>
                        </a:spcBef>
                        <a:buFont typeface="Wingdings" panose="05000000000000000000" pitchFamily="2" charset="2"/>
                        <a:defRPr b="1">
                          <a:solidFill>
                            <a:schemeClr val="tx1"/>
                          </a:solidFill>
                          <a:latin typeface="Arial" panose="020B0604020202020204" pitchFamily="34" charset="0"/>
                          <a:ea typeface="楷体_GB2312" pitchFamily="49" charset="-122"/>
                        </a:defRPr>
                      </a:lvl2pPr>
                      <a:lvl3pPr marL="1143000" indent="-228600" eaLnBrk="0" hangingPunct="0">
                        <a:spcBef>
                          <a:spcPct val="20000"/>
                        </a:spcBef>
                        <a:buFont typeface="Gungsuh" pitchFamily="18" charset="-127"/>
                        <a:defRPr sz="1600"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sz="1400">
                          <a:solidFill>
                            <a:schemeClr val="tx1"/>
                          </a:solidFill>
                          <a:latin typeface="Arial" panose="020B0604020202020204" pitchFamily="34" charset="0"/>
                          <a:ea typeface="黑体" panose="02010609060101010101" charset="-122"/>
                        </a:defRPr>
                      </a:lvl4pPr>
                      <a:lvl5pPr marL="2057400" indent="-228600" eaLnBrk="0" hangingPunct="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0" fontAlgn="base" latinLnBrk="0" hangingPunct="0">
                        <a:lnSpc>
                          <a:spcPct val="85000"/>
                        </a:lnSpc>
                        <a:spcBef>
                          <a:spcPct val="20000"/>
                        </a:spcBef>
                        <a:spcAft>
                          <a:spcPct val="0"/>
                        </a:spcAft>
                        <a:buClrTx/>
                        <a:buSzTx/>
                        <a:buFont typeface="Wingdings" panose="05000000000000000000" pitchFamily="2" charset="2"/>
                        <a:buNone/>
                      </a:pPr>
                      <a:r>
                        <a:rPr kumimoji="0" lang="en-US" altLang="zh-CN" sz="2400" b="1" i="0" u="none" strike="noStrike" cap="none" normalizeH="0" baseline="0">
                          <a:ln>
                            <a:noFill/>
                          </a:ln>
                          <a:solidFill>
                            <a:srgbClr val="CE0000"/>
                          </a:solidFill>
                          <a:effectLst/>
                          <a:latin typeface="Arial" panose="020B0604020202020204" pitchFamily="34" charset="0"/>
                          <a:ea typeface="宋体" panose="02010600030101010101" pitchFamily="2" charset="-122"/>
                        </a:rPr>
                        <a:t>0</a:t>
                      </a:r>
                      <a:endParaRPr kumimoji="0" lang="en-US" altLang="zh-CN" sz="2400" b="1" i="0" u="none" strike="noStrike" cap="none" normalizeH="0" baseline="0">
                        <a:ln>
                          <a:noFill/>
                        </a:ln>
                        <a:solidFill>
                          <a:srgbClr val="CE0000"/>
                        </a:solidFill>
                        <a:effectLst/>
                        <a:latin typeface="Arial" panose="020B0604020202020204" pitchFamily="34" charset="0"/>
                        <a:ea typeface="宋体" panose="02010600030101010101" pitchFamily="2" charset="-122"/>
                      </a:endParaRPr>
                    </a:p>
                  </a:txBody>
                  <a:tcPr horzOverflow="overflow">
                    <a:lnL>
                      <a:noFill/>
                    </a:lnL>
                    <a:lnR>
                      <a:noFill/>
                    </a:lnR>
                    <a:lnT w="12700" cap="flat" cmpd="sng" algn="ctr">
                      <a:solidFill>
                        <a:schemeClr val="tx1"/>
                      </a:solidFill>
                      <a:prstDash val="solid"/>
                      <a:round/>
                      <a:headEnd type="none" w="med" len="med"/>
                      <a:tailEnd type="none" w="med" len="med"/>
                    </a:lnT>
                    <a:lnB>
                      <a:noFill/>
                    </a:lnB>
                    <a:lnTlToBr>
                      <a:noFill/>
                    </a:lnTlToBr>
                    <a:lnBlToTr>
                      <a:noFill/>
                    </a:lnBlToTr>
                    <a:noFill/>
                  </a:tcPr>
                </a:tc>
                <a:tc>
                  <a:txBody>
                    <a:bodyPr/>
                    <a:lstStyle>
                      <a:lvl1pPr eaLnBrk="0" hangingPunct="0">
                        <a:spcBef>
                          <a:spcPct val="20000"/>
                        </a:spcBef>
                        <a:buFont typeface="Wingdings" panose="05000000000000000000" pitchFamily="2" charset="2"/>
                        <a:defRPr sz="2000" b="1">
                          <a:solidFill>
                            <a:schemeClr val="tx1"/>
                          </a:solidFill>
                          <a:latin typeface="Arial" panose="020B0604020202020204" pitchFamily="34" charset="0"/>
                          <a:ea typeface="黑体" panose="02010609060101010101" charset="-122"/>
                        </a:defRPr>
                      </a:lvl1pPr>
                      <a:lvl2pPr marL="742950" indent="-285750" eaLnBrk="0" hangingPunct="0">
                        <a:spcBef>
                          <a:spcPct val="20000"/>
                        </a:spcBef>
                        <a:buFont typeface="Wingdings" panose="05000000000000000000" pitchFamily="2" charset="2"/>
                        <a:defRPr b="1">
                          <a:solidFill>
                            <a:schemeClr val="tx1"/>
                          </a:solidFill>
                          <a:latin typeface="Arial" panose="020B0604020202020204" pitchFamily="34" charset="0"/>
                          <a:ea typeface="楷体_GB2312" pitchFamily="49" charset="-122"/>
                        </a:defRPr>
                      </a:lvl2pPr>
                      <a:lvl3pPr marL="1143000" indent="-228600" eaLnBrk="0" hangingPunct="0">
                        <a:spcBef>
                          <a:spcPct val="20000"/>
                        </a:spcBef>
                        <a:buFont typeface="Gungsuh" pitchFamily="18" charset="-127"/>
                        <a:defRPr sz="1600"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sz="1400">
                          <a:solidFill>
                            <a:schemeClr val="tx1"/>
                          </a:solidFill>
                          <a:latin typeface="Arial" panose="020B0604020202020204" pitchFamily="34" charset="0"/>
                          <a:ea typeface="黑体" panose="02010609060101010101" charset="-122"/>
                        </a:defRPr>
                      </a:lvl4pPr>
                      <a:lvl5pPr marL="2057400" indent="-228600" eaLnBrk="0" hangingPunct="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0" fontAlgn="base" latinLnBrk="0" hangingPunct="0">
                        <a:lnSpc>
                          <a:spcPct val="85000"/>
                        </a:lnSpc>
                        <a:spcBef>
                          <a:spcPct val="20000"/>
                        </a:spcBef>
                        <a:spcAft>
                          <a:spcPct val="0"/>
                        </a:spcAft>
                        <a:buClrTx/>
                        <a:buSzTx/>
                        <a:buFont typeface="Wingdings" panose="05000000000000000000" pitchFamily="2" charset="2"/>
                        <a:buNone/>
                      </a:pPr>
                      <a:r>
                        <a:rPr kumimoji="0" lang="en-US" altLang="zh-CN" sz="2400" b="1" i="0" u="none" strike="noStrike" cap="none" normalizeH="0" baseline="0" dirty="0">
                          <a:ln>
                            <a:noFill/>
                          </a:ln>
                          <a:solidFill>
                            <a:srgbClr val="CE0000"/>
                          </a:solidFill>
                          <a:effectLst/>
                          <a:latin typeface="Arial" panose="020B0604020202020204" pitchFamily="34" charset="0"/>
                          <a:ea typeface="宋体" panose="02010600030101010101" pitchFamily="2" charset="-122"/>
                        </a:rPr>
                        <a:t>0</a:t>
                      </a:r>
                      <a:endParaRPr kumimoji="0" lang="en-US" altLang="zh-CN" sz="2400" b="1" i="0" u="none" strike="noStrike" cap="none" normalizeH="0" baseline="0" dirty="0">
                        <a:ln>
                          <a:noFill/>
                        </a:ln>
                        <a:solidFill>
                          <a:srgbClr val="CE0000"/>
                        </a:solidFill>
                        <a:effectLst/>
                        <a:latin typeface="Arial" panose="020B0604020202020204" pitchFamily="34" charset="0"/>
                        <a:ea typeface="宋体" panose="02010600030101010101" pitchFamily="2" charset="-122"/>
                      </a:endParaRPr>
                    </a:p>
                  </a:txBody>
                  <a:tcPr horzOverflow="overflow">
                    <a:lnL>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a:noFill/>
                    </a:lnB>
                    <a:lnTlToBr>
                      <a:noFill/>
                    </a:lnTlToBr>
                    <a:lnBlToTr>
                      <a:noFill/>
                    </a:lnBlToTr>
                    <a:noFill/>
                  </a:tcPr>
                </a:tc>
                <a:tc>
                  <a:txBody>
                    <a:bodyPr/>
                    <a:lstStyle>
                      <a:lvl1pPr eaLnBrk="0" hangingPunct="0">
                        <a:spcBef>
                          <a:spcPct val="20000"/>
                        </a:spcBef>
                        <a:buFont typeface="Wingdings" panose="05000000000000000000" pitchFamily="2" charset="2"/>
                        <a:defRPr sz="2000" b="1">
                          <a:solidFill>
                            <a:schemeClr val="tx1"/>
                          </a:solidFill>
                          <a:latin typeface="Arial" panose="020B0604020202020204" pitchFamily="34" charset="0"/>
                          <a:ea typeface="黑体" panose="02010609060101010101" charset="-122"/>
                        </a:defRPr>
                      </a:lvl1pPr>
                      <a:lvl2pPr marL="742950" indent="-285750" eaLnBrk="0" hangingPunct="0">
                        <a:spcBef>
                          <a:spcPct val="20000"/>
                        </a:spcBef>
                        <a:buFont typeface="Wingdings" panose="05000000000000000000" pitchFamily="2" charset="2"/>
                        <a:defRPr b="1">
                          <a:solidFill>
                            <a:schemeClr val="tx1"/>
                          </a:solidFill>
                          <a:latin typeface="Arial" panose="020B0604020202020204" pitchFamily="34" charset="0"/>
                          <a:ea typeface="楷体_GB2312" pitchFamily="49" charset="-122"/>
                        </a:defRPr>
                      </a:lvl2pPr>
                      <a:lvl3pPr marL="1143000" indent="-228600" eaLnBrk="0" hangingPunct="0">
                        <a:spcBef>
                          <a:spcPct val="20000"/>
                        </a:spcBef>
                        <a:buFont typeface="Gungsuh" pitchFamily="18" charset="-127"/>
                        <a:defRPr sz="1600"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sz="1400">
                          <a:solidFill>
                            <a:schemeClr val="tx1"/>
                          </a:solidFill>
                          <a:latin typeface="Arial" panose="020B0604020202020204" pitchFamily="34" charset="0"/>
                          <a:ea typeface="黑体" panose="02010609060101010101" charset="-122"/>
                        </a:defRPr>
                      </a:lvl4pPr>
                      <a:lvl5pPr marL="2057400" indent="-228600" eaLnBrk="0" hangingPunct="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0" fontAlgn="base" latinLnBrk="0" hangingPunct="0">
                        <a:lnSpc>
                          <a:spcPct val="85000"/>
                        </a:lnSpc>
                        <a:spcBef>
                          <a:spcPct val="20000"/>
                        </a:spcBef>
                        <a:spcAft>
                          <a:spcPct val="0"/>
                        </a:spcAft>
                        <a:buClrTx/>
                        <a:buSzTx/>
                        <a:buFont typeface="Wingdings" panose="05000000000000000000" pitchFamily="2" charset="2"/>
                        <a:buNone/>
                      </a:pPr>
                      <a:r>
                        <a:rPr kumimoji="0" lang="en-US" altLang="zh-CN" sz="2400" b="1" i="0" u="none" strike="noStrike" cap="none" normalizeH="0" baseline="0" dirty="0">
                          <a:ln>
                            <a:noFill/>
                          </a:ln>
                          <a:solidFill>
                            <a:schemeClr val="accent2"/>
                          </a:solidFill>
                          <a:effectLst/>
                          <a:latin typeface="Arial" panose="020B0604020202020204" pitchFamily="34" charset="0"/>
                          <a:ea typeface="宋体" panose="02010600030101010101" pitchFamily="2" charset="-122"/>
                        </a:rPr>
                        <a:t>0</a:t>
                      </a:r>
                      <a:endParaRPr kumimoji="0" lang="en-US" altLang="zh-CN" sz="2400" b="1" i="0" u="none" strike="noStrike" cap="none" normalizeH="0" baseline="0" dirty="0">
                        <a:ln>
                          <a:noFill/>
                        </a:ln>
                        <a:solidFill>
                          <a:schemeClr val="accent2"/>
                        </a:solidFill>
                        <a:effectLst/>
                        <a:latin typeface="Arial" panose="020B06040202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a:noFill/>
                    </a:lnB>
                    <a:lnTlToBr>
                      <a:noFill/>
                    </a:lnTlToBr>
                    <a:lnBlToTr>
                      <a:noFill/>
                    </a:lnBlToTr>
                    <a:noFill/>
                  </a:tcPr>
                </a:tc>
              </a:tr>
              <a:tr h="198438">
                <a:tc>
                  <a:txBody>
                    <a:bodyPr/>
                    <a:lstStyle>
                      <a:lvl1pPr eaLnBrk="0" hangingPunct="0">
                        <a:spcBef>
                          <a:spcPct val="20000"/>
                        </a:spcBef>
                        <a:buFont typeface="Wingdings" panose="05000000000000000000" pitchFamily="2" charset="2"/>
                        <a:defRPr sz="2000" b="1">
                          <a:solidFill>
                            <a:schemeClr val="tx1"/>
                          </a:solidFill>
                          <a:latin typeface="Arial" panose="020B0604020202020204" pitchFamily="34" charset="0"/>
                          <a:ea typeface="黑体" panose="02010609060101010101" charset="-122"/>
                        </a:defRPr>
                      </a:lvl1pPr>
                      <a:lvl2pPr marL="742950" indent="-285750" eaLnBrk="0" hangingPunct="0">
                        <a:spcBef>
                          <a:spcPct val="20000"/>
                        </a:spcBef>
                        <a:buFont typeface="Wingdings" panose="05000000000000000000" pitchFamily="2" charset="2"/>
                        <a:defRPr b="1">
                          <a:solidFill>
                            <a:schemeClr val="tx1"/>
                          </a:solidFill>
                          <a:latin typeface="Arial" panose="020B0604020202020204" pitchFamily="34" charset="0"/>
                          <a:ea typeface="楷体_GB2312" pitchFamily="49" charset="-122"/>
                        </a:defRPr>
                      </a:lvl2pPr>
                      <a:lvl3pPr marL="1143000" indent="-228600" eaLnBrk="0" hangingPunct="0">
                        <a:spcBef>
                          <a:spcPct val="20000"/>
                        </a:spcBef>
                        <a:buFont typeface="Gungsuh" pitchFamily="18" charset="-127"/>
                        <a:defRPr sz="1600"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sz="1400">
                          <a:solidFill>
                            <a:schemeClr val="tx1"/>
                          </a:solidFill>
                          <a:latin typeface="Arial" panose="020B0604020202020204" pitchFamily="34" charset="0"/>
                          <a:ea typeface="黑体" panose="02010609060101010101" charset="-122"/>
                        </a:defRPr>
                      </a:lvl4pPr>
                      <a:lvl5pPr marL="2057400" indent="-228600" eaLnBrk="0" hangingPunct="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0" fontAlgn="base" latinLnBrk="0" hangingPunct="0">
                        <a:lnSpc>
                          <a:spcPct val="85000"/>
                        </a:lnSpc>
                        <a:spcBef>
                          <a:spcPct val="20000"/>
                        </a:spcBef>
                        <a:spcAft>
                          <a:spcPct val="0"/>
                        </a:spcAft>
                        <a:buClrTx/>
                        <a:buSzTx/>
                        <a:buFont typeface="Wingdings" panose="05000000000000000000" pitchFamily="2" charset="2"/>
                        <a:buNone/>
                      </a:pPr>
                      <a:r>
                        <a:rPr kumimoji="0" lang="en-US" altLang="zh-CN" sz="2400" b="1" i="0" u="none" strike="noStrike" cap="none" normalizeH="0" baseline="0">
                          <a:ln>
                            <a:noFill/>
                          </a:ln>
                          <a:solidFill>
                            <a:srgbClr val="CE0000"/>
                          </a:solidFill>
                          <a:effectLst/>
                          <a:latin typeface="Arial" panose="020B0604020202020204" pitchFamily="34" charset="0"/>
                          <a:ea typeface="宋体" panose="02010600030101010101" pitchFamily="2" charset="-122"/>
                        </a:rPr>
                        <a:t>0</a:t>
                      </a:r>
                      <a:endParaRPr kumimoji="0" lang="en-US" altLang="zh-CN" sz="2400" b="1" i="0" u="none" strike="noStrike" cap="none" normalizeH="0" baseline="0">
                        <a:ln>
                          <a:noFill/>
                        </a:ln>
                        <a:solidFill>
                          <a:srgbClr val="CE0000"/>
                        </a:solidFill>
                        <a:effectLst/>
                        <a:latin typeface="Arial" panose="020B0604020202020204" pitchFamily="34" charset="0"/>
                        <a:ea typeface="宋体" panose="02010600030101010101" pitchFamily="2" charset="-122"/>
                      </a:endParaRPr>
                    </a:p>
                  </a:txBody>
                  <a:tcPr horzOverflow="overflow">
                    <a:lnL>
                      <a:noFill/>
                    </a:lnL>
                    <a:lnR>
                      <a:noFill/>
                    </a:lnR>
                    <a:lnT>
                      <a:noFill/>
                    </a:lnT>
                    <a:lnB>
                      <a:noFill/>
                    </a:lnB>
                    <a:lnTlToBr>
                      <a:noFill/>
                    </a:lnTlToBr>
                    <a:lnBlToTr>
                      <a:noFill/>
                    </a:lnBlToTr>
                    <a:noFill/>
                  </a:tcPr>
                </a:tc>
                <a:tc>
                  <a:txBody>
                    <a:bodyPr/>
                    <a:lstStyle>
                      <a:lvl1pPr eaLnBrk="0" hangingPunct="0">
                        <a:spcBef>
                          <a:spcPct val="20000"/>
                        </a:spcBef>
                        <a:buFont typeface="Wingdings" panose="05000000000000000000" pitchFamily="2" charset="2"/>
                        <a:defRPr sz="2000" b="1">
                          <a:solidFill>
                            <a:schemeClr val="tx1"/>
                          </a:solidFill>
                          <a:latin typeface="Arial" panose="020B0604020202020204" pitchFamily="34" charset="0"/>
                          <a:ea typeface="黑体" panose="02010609060101010101" charset="-122"/>
                        </a:defRPr>
                      </a:lvl1pPr>
                      <a:lvl2pPr marL="742950" indent="-285750" eaLnBrk="0" hangingPunct="0">
                        <a:spcBef>
                          <a:spcPct val="20000"/>
                        </a:spcBef>
                        <a:buFont typeface="Wingdings" panose="05000000000000000000" pitchFamily="2" charset="2"/>
                        <a:defRPr b="1">
                          <a:solidFill>
                            <a:schemeClr val="tx1"/>
                          </a:solidFill>
                          <a:latin typeface="Arial" panose="020B0604020202020204" pitchFamily="34" charset="0"/>
                          <a:ea typeface="楷体_GB2312" pitchFamily="49" charset="-122"/>
                        </a:defRPr>
                      </a:lvl2pPr>
                      <a:lvl3pPr marL="1143000" indent="-228600" eaLnBrk="0" hangingPunct="0">
                        <a:spcBef>
                          <a:spcPct val="20000"/>
                        </a:spcBef>
                        <a:buFont typeface="Gungsuh" pitchFamily="18" charset="-127"/>
                        <a:defRPr sz="1600"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sz="1400">
                          <a:solidFill>
                            <a:schemeClr val="tx1"/>
                          </a:solidFill>
                          <a:latin typeface="Arial" panose="020B0604020202020204" pitchFamily="34" charset="0"/>
                          <a:ea typeface="黑体" panose="02010609060101010101" charset="-122"/>
                        </a:defRPr>
                      </a:lvl4pPr>
                      <a:lvl5pPr marL="2057400" indent="-228600" eaLnBrk="0" hangingPunct="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0" fontAlgn="base" latinLnBrk="0" hangingPunct="0">
                        <a:lnSpc>
                          <a:spcPct val="85000"/>
                        </a:lnSpc>
                        <a:spcBef>
                          <a:spcPct val="20000"/>
                        </a:spcBef>
                        <a:spcAft>
                          <a:spcPct val="0"/>
                        </a:spcAft>
                        <a:buClrTx/>
                        <a:buSzTx/>
                        <a:buFont typeface="Wingdings" panose="05000000000000000000" pitchFamily="2" charset="2"/>
                        <a:buNone/>
                      </a:pPr>
                      <a:r>
                        <a:rPr kumimoji="0" lang="en-US" altLang="zh-CN" sz="2400" b="1" i="0" u="none" strike="noStrike" cap="none" normalizeH="0" baseline="0">
                          <a:ln>
                            <a:noFill/>
                          </a:ln>
                          <a:solidFill>
                            <a:srgbClr val="CE0000"/>
                          </a:solidFill>
                          <a:effectLst/>
                          <a:latin typeface="Arial" panose="020B0604020202020204" pitchFamily="34" charset="0"/>
                          <a:ea typeface="宋体" panose="02010600030101010101" pitchFamily="2" charset="-122"/>
                        </a:rPr>
                        <a:t>1</a:t>
                      </a:r>
                      <a:endParaRPr kumimoji="0" lang="en-US" altLang="zh-CN" sz="2400" b="1" i="0" u="none" strike="noStrike" cap="none" normalizeH="0" baseline="0">
                        <a:ln>
                          <a:noFill/>
                        </a:ln>
                        <a:solidFill>
                          <a:srgbClr val="CE0000"/>
                        </a:solidFill>
                        <a:effectLst/>
                        <a:latin typeface="Arial" panose="020B0604020202020204" pitchFamily="34" charset="0"/>
                        <a:ea typeface="宋体" panose="02010600030101010101" pitchFamily="2" charset="-122"/>
                      </a:endParaRPr>
                    </a:p>
                  </a:txBody>
                  <a:tcPr horzOverflow="overflow">
                    <a:lnL>
                      <a:noFill/>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lvl1pPr eaLnBrk="0" hangingPunct="0">
                        <a:spcBef>
                          <a:spcPct val="20000"/>
                        </a:spcBef>
                        <a:buFont typeface="Wingdings" panose="05000000000000000000" pitchFamily="2" charset="2"/>
                        <a:defRPr sz="2000" b="1">
                          <a:solidFill>
                            <a:schemeClr val="tx1"/>
                          </a:solidFill>
                          <a:latin typeface="Arial" panose="020B0604020202020204" pitchFamily="34" charset="0"/>
                          <a:ea typeface="黑体" panose="02010609060101010101" charset="-122"/>
                        </a:defRPr>
                      </a:lvl1pPr>
                      <a:lvl2pPr marL="742950" indent="-285750" eaLnBrk="0" hangingPunct="0">
                        <a:spcBef>
                          <a:spcPct val="20000"/>
                        </a:spcBef>
                        <a:buFont typeface="Wingdings" panose="05000000000000000000" pitchFamily="2" charset="2"/>
                        <a:defRPr b="1">
                          <a:solidFill>
                            <a:schemeClr val="tx1"/>
                          </a:solidFill>
                          <a:latin typeface="Arial" panose="020B0604020202020204" pitchFamily="34" charset="0"/>
                          <a:ea typeface="楷体_GB2312" pitchFamily="49" charset="-122"/>
                        </a:defRPr>
                      </a:lvl2pPr>
                      <a:lvl3pPr marL="1143000" indent="-228600" eaLnBrk="0" hangingPunct="0">
                        <a:spcBef>
                          <a:spcPct val="20000"/>
                        </a:spcBef>
                        <a:buFont typeface="Gungsuh" pitchFamily="18" charset="-127"/>
                        <a:defRPr sz="1600"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sz="1400">
                          <a:solidFill>
                            <a:schemeClr val="tx1"/>
                          </a:solidFill>
                          <a:latin typeface="Arial" panose="020B0604020202020204" pitchFamily="34" charset="0"/>
                          <a:ea typeface="黑体" panose="02010609060101010101" charset="-122"/>
                        </a:defRPr>
                      </a:lvl4pPr>
                      <a:lvl5pPr marL="2057400" indent="-228600" eaLnBrk="0" hangingPunct="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0" fontAlgn="base" latinLnBrk="0" hangingPunct="0">
                        <a:lnSpc>
                          <a:spcPct val="85000"/>
                        </a:lnSpc>
                        <a:spcBef>
                          <a:spcPct val="20000"/>
                        </a:spcBef>
                        <a:spcAft>
                          <a:spcPct val="0"/>
                        </a:spcAft>
                        <a:buClrTx/>
                        <a:buSzTx/>
                        <a:buFont typeface="Wingdings" panose="05000000000000000000" pitchFamily="2" charset="2"/>
                        <a:buNone/>
                      </a:pPr>
                      <a:r>
                        <a:rPr kumimoji="0" lang="en-US" altLang="zh-CN" sz="2400" b="1" i="0" u="none" strike="noStrike" cap="none" normalizeH="0" baseline="0">
                          <a:ln>
                            <a:noFill/>
                          </a:ln>
                          <a:solidFill>
                            <a:schemeClr val="accent2"/>
                          </a:solidFill>
                          <a:effectLst/>
                          <a:latin typeface="Arial" panose="020B0604020202020204" pitchFamily="34" charset="0"/>
                          <a:ea typeface="宋体" panose="02010600030101010101" pitchFamily="2" charset="-122"/>
                        </a:rPr>
                        <a:t>1</a:t>
                      </a:r>
                      <a:endParaRPr kumimoji="0" lang="en-US" altLang="zh-CN" sz="2400" b="1" i="0" u="none" strike="noStrike" cap="none" normalizeH="0" baseline="0">
                        <a:ln>
                          <a:noFill/>
                        </a:ln>
                        <a:solidFill>
                          <a:schemeClr val="accent2"/>
                        </a:solidFill>
                        <a:effectLst/>
                        <a:latin typeface="Arial" panose="020B06040202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a:noFill/>
                    </a:lnR>
                    <a:lnT>
                      <a:noFill/>
                    </a:lnT>
                    <a:lnB>
                      <a:noFill/>
                    </a:lnB>
                    <a:lnTlToBr>
                      <a:noFill/>
                    </a:lnTlToBr>
                    <a:lnBlToTr>
                      <a:noFill/>
                    </a:lnBlToTr>
                    <a:noFill/>
                  </a:tcPr>
                </a:tc>
              </a:tr>
              <a:tr h="198438">
                <a:tc>
                  <a:txBody>
                    <a:bodyPr/>
                    <a:lstStyle>
                      <a:lvl1pPr eaLnBrk="0" hangingPunct="0">
                        <a:spcBef>
                          <a:spcPct val="20000"/>
                        </a:spcBef>
                        <a:buFont typeface="Wingdings" panose="05000000000000000000" pitchFamily="2" charset="2"/>
                        <a:defRPr sz="2000" b="1">
                          <a:solidFill>
                            <a:schemeClr val="tx1"/>
                          </a:solidFill>
                          <a:latin typeface="Arial" panose="020B0604020202020204" pitchFamily="34" charset="0"/>
                          <a:ea typeface="黑体" panose="02010609060101010101" charset="-122"/>
                        </a:defRPr>
                      </a:lvl1pPr>
                      <a:lvl2pPr marL="742950" indent="-285750" eaLnBrk="0" hangingPunct="0">
                        <a:spcBef>
                          <a:spcPct val="20000"/>
                        </a:spcBef>
                        <a:buFont typeface="Wingdings" panose="05000000000000000000" pitchFamily="2" charset="2"/>
                        <a:defRPr b="1">
                          <a:solidFill>
                            <a:schemeClr val="tx1"/>
                          </a:solidFill>
                          <a:latin typeface="Arial" panose="020B0604020202020204" pitchFamily="34" charset="0"/>
                          <a:ea typeface="楷体_GB2312" pitchFamily="49" charset="-122"/>
                        </a:defRPr>
                      </a:lvl2pPr>
                      <a:lvl3pPr marL="1143000" indent="-228600" eaLnBrk="0" hangingPunct="0">
                        <a:spcBef>
                          <a:spcPct val="20000"/>
                        </a:spcBef>
                        <a:buFont typeface="Gungsuh" pitchFamily="18" charset="-127"/>
                        <a:defRPr sz="1600"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sz="1400">
                          <a:solidFill>
                            <a:schemeClr val="tx1"/>
                          </a:solidFill>
                          <a:latin typeface="Arial" panose="020B0604020202020204" pitchFamily="34" charset="0"/>
                          <a:ea typeface="黑体" panose="02010609060101010101" charset="-122"/>
                        </a:defRPr>
                      </a:lvl4pPr>
                      <a:lvl5pPr marL="2057400" indent="-228600" eaLnBrk="0" hangingPunct="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0" fontAlgn="base" latinLnBrk="0" hangingPunct="0">
                        <a:lnSpc>
                          <a:spcPct val="85000"/>
                        </a:lnSpc>
                        <a:spcBef>
                          <a:spcPct val="20000"/>
                        </a:spcBef>
                        <a:spcAft>
                          <a:spcPct val="0"/>
                        </a:spcAft>
                        <a:buClrTx/>
                        <a:buSzTx/>
                        <a:buFont typeface="Wingdings" panose="05000000000000000000" pitchFamily="2" charset="2"/>
                        <a:buNone/>
                      </a:pPr>
                      <a:r>
                        <a:rPr kumimoji="0" lang="en-US" altLang="zh-CN" sz="2400" b="1" i="0" u="none" strike="noStrike" cap="none" normalizeH="0" baseline="0">
                          <a:ln>
                            <a:noFill/>
                          </a:ln>
                          <a:solidFill>
                            <a:srgbClr val="CE0000"/>
                          </a:solidFill>
                          <a:effectLst/>
                          <a:latin typeface="Arial" panose="020B0604020202020204" pitchFamily="34" charset="0"/>
                          <a:ea typeface="宋体" panose="02010600030101010101" pitchFamily="2" charset="-122"/>
                        </a:rPr>
                        <a:t>1</a:t>
                      </a:r>
                      <a:endParaRPr kumimoji="0" lang="en-US" altLang="zh-CN" sz="2400" b="1" i="0" u="none" strike="noStrike" cap="none" normalizeH="0" baseline="0">
                        <a:ln>
                          <a:noFill/>
                        </a:ln>
                        <a:solidFill>
                          <a:srgbClr val="CE0000"/>
                        </a:solidFill>
                        <a:effectLst/>
                        <a:latin typeface="Arial" panose="020B0604020202020204" pitchFamily="34" charset="0"/>
                        <a:ea typeface="宋体" panose="02010600030101010101" pitchFamily="2" charset="-122"/>
                      </a:endParaRPr>
                    </a:p>
                  </a:txBody>
                  <a:tcPr horzOverflow="overflow">
                    <a:lnL>
                      <a:noFill/>
                    </a:lnL>
                    <a:lnR>
                      <a:noFill/>
                    </a:lnR>
                    <a:lnT>
                      <a:noFill/>
                    </a:lnT>
                    <a:lnB>
                      <a:noFill/>
                    </a:lnB>
                    <a:lnTlToBr>
                      <a:noFill/>
                    </a:lnTlToBr>
                    <a:lnBlToTr>
                      <a:noFill/>
                    </a:lnBlToTr>
                    <a:noFill/>
                  </a:tcPr>
                </a:tc>
                <a:tc>
                  <a:txBody>
                    <a:bodyPr/>
                    <a:lstStyle>
                      <a:lvl1pPr eaLnBrk="0" hangingPunct="0">
                        <a:spcBef>
                          <a:spcPct val="20000"/>
                        </a:spcBef>
                        <a:buFont typeface="Wingdings" panose="05000000000000000000" pitchFamily="2" charset="2"/>
                        <a:defRPr sz="2000" b="1">
                          <a:solidFill>
                            <a:schemeClr val="tx1"/>
                          </a:solidFill>
                          <a:latin typeface="Arial" panose="020B0604020202020204" pitchFamily="34" charset="0"/>
                          <a:ea typeface="黑体" panose="02010609060101010101" charset="-122"/>
                        </a:defRPr>
                      </a:lvl1pPr>
                      <a:lvl2pPr marL="742950" indent="-285750" eaLnBrk="0" hangingPunct="0">
                        <a:spcBef>
                          <a:spcPct val="20000"/>
                        </a:spcBef>
                        <a:buFont typeface="Wingdings" panose="05000000000000000000" pitchFamily="2" charset="2"/>
                        <a:defRPr b="1">
                          <a:solidFill>
                            <a:schemeClr val="tx1"/>
                          </a:solidFill>
                          <a:latin typeface="Arial" panose="020B0604020202020204" pitchFamily="34" charset="0"/>
                          <a:ea typeface="楷体_GB2312" pitchFamily="49" charset="-122"/>
                        </a:defRPr>
                      </a:lvl2pPr>
                      <a:lvl3pPr marL="1143000" indent="-228600" eaLnBrk="0" hangingPunct="0">
                        <a:spcBef>
                          <a:spcPct val="20000"/>
                        </a:spcBef>
                        <a:buFont typeface="Gungsuh" pitchFamily="18" charset="-127"/>
                        <a:defRPr sz="1600"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sz="1400">
                          <a:solidFill>
                            <a:schemeClr val="tx1"/>
                          </a:solidFill>
                          <a:latin typeface="Arial" panose="020B0604020202020204" pitchFamily="34" charset="0"/>
                          <a:ea typeface="黑体" panose="02010609060101010101" charset="-122"/>
                        </a:defRPr>
                      </a:lvl4pPr>
                      <a:lvl5pPr marL="2057400" indent="-228600" eaLnBrk="0" hangingPunct="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0" fontAlgn="base" latinLnBrk="0" hangingPunct="0">
                        <a:lnSpc>
                          <a:spcPct val="85000"/>
                        </a:lnSpc>
                        <a:spcBef>
                          <a:spcPct val="20000"/>
                        </a:spcBef>
                        <a:spcAft>
                          <a:spcPct val="0"/>
                        </a:spcAft>
                        <a:buClrTx/>
                        <a:buSzTx/>
                        <a:buFont typeface="Wingdings" panose="05000000000000000000" pitchFamily="2" charset="2"/>
                        <a:buNone/>
                      </a:pPr>
                      <a:r>
                        <a:rPr kumimoji="0" lang="en-US" altLang="zh-CN" sz="2400" b="1" i="0" u="none" strike="noStrike" cap="none" normalizeH="0" baseline="0">
                          <a:ln>
                            <a:noFill/>
                          </a:ln>
                          <a:solidFill>
                            <a:srgbClr val="CE0000"/>
                          </a:solidFill>
                          <a:effectLst/>
                          <a:latin typeface="Arial" panose="020B0604020202020204" pitchFamily="34" charset="0"/>
                          <a:ea typeface="宋体" panose="02010600030101010101" pitchFamily="2" charset="-122"/>
                        </a:rPr>
                        <a:t>0</a:t>
                      </a:r>
                      <a:endParaRPr kumimoji="0" lang="en-US" altLang="zh-CN" sz="2400" b="1" i="0" u="none" strike="noStrike" cap="none" normalizeH="0" baseline="0">
                        <a:ln>
                          <a:noFill/>
                        </a:ln>
                        <a:solidFill>
                          <a:srgbClr val="CE0000"/>
                        </a:solidFill>
                        <a:effectLst/>
                        <a:latin typeface="Arial" panose="020B0604020202020204" pitchFamily="34" charset="0"/>
                        <a:ea typeface="宋体" panose="02010600030101010101" pitchFamily="2" charset="-122"/>
                      </a:endParaRPr>
                    </a:p>
                  </a:txBody>
                  <a:tcPr horzOverflow="overflow">
                    <a:lnL>
                      <a:noFill/>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lvl1pPr eaLnBrk="0" hangingPunct="0">
                        <a:spcBef>
                          <a:spcPct val="20000"/>
                        </a:spcBef>
                        <a:buFont typeface="Wingdings" panose="05000000000000000000" pitchFamily="2" charset="2"/>
                        <a:defRPr sz="2000" b="1">
                          <a:solidFill>
                            <a:schemeClr val="tx1"/>
                          </a:solidFill>
                          <a:latin typeface="Arial" panose="020B0604020202020204" pitchFamily="34" charset="0"/>
                          <a:ea typeface="黑体" panose="02010609060101010101" charset="-122"/>
                        </a:defRPr>
                      </a:lvl1pPr>
                      <a:lvl2pPr marL="742950" indent="-285750" eaLnBrk="0" hangingPunct="0">
                        <a:spcBef>
                          <a:spcPct val="20000"/>
                        </a:spcBef>
                        <a:buFont typeface="Wingdings" panose="05000000000000000000" pitchFamily="2" charset="2"/>
                        <a:defRPr b="1">
                          <a:solidFill>
                            <a:schemeClr val="tx1"/>
                          </a:solidFill>
                          <a:latin typeface="Arial" panose="020B0604020202020204" pitchFamily="34" charset="0"/>
                          <a:ea typeface="楷体_GB2312" pitchFamily="49" charset="-122"/>
                        </a:defRPr>
                      </a:lvl2pPr>
                      <a:lvl3pPr marL="1143000" indent="-228600" eaLnBrk="0" hangingPunct="0">
                        <a:spcBef>
                          <a:spcPct val="20000"/>
                        </a:spcBef>
                        <a:buFont typeface="Gungsuh" pitchFamily="18" charset="-127"/>
                        <a:defRPr sz="1600"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sz="1400">
                          <a:solidFill>
                            <a:schemeClr val="tx1"/>
                          </a:solidFill>
                          <a:latin typeface="Arial" panose="020B0604020202020204" pitchFamily="34" charset="0"/>
                          <a:ea typeface="黑体" panose="02010609060101010101" charset="-122"/>
                        </a:defRPr>
                      </a:lvl4pPr>
                      <a:lvl5pPr marL="2057400" indent="-228600" eaLnBrk="0" hangingPunct="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0" fontAlgn="base" latinLnBrk="0" hangingPunct="0">
                        <a:lnSpc>
                          <a:spcPct val="85000"/>
                        </a:lnSpc>
                        <a:spcBef>
                          <a:spcPct val="20000"/>
                        </a:spcBef>
                        <a:spcAft>
                          <a:spcPct val="0"/>
                        </a:spcAft>
                        <a:buClrTx/>
                        <a:buSzTx/>
                        <a:buFont typeface="Wingdings" panose="05000000000000000000" pitchFamily="2" charset="2"/>
                        <a:buNone/>
                      </a:pPr>
                      <a:r>
                        <a:rPr kumimoji="0" lang="en-US" altLang="zh-CN" sz="2400" b="1" i="0" u="none" strike="noStrike" cap="none" normalizeH="0" baseline="0">
                          <a:ln>
                            <a:noFill/>
                          </a:ln>
                          <a:solidFill>
                            <a:schemeClr val="accent2"/>
                          </a:solidFill>
                          <a:effectLst/>
                          <a:latin typeface="Arial" panose="020B0604020202020204" pitchFamily="34" charset="0"/>
                          <a:ea typeface="宋体" panose="02010600030101010101" pitchFamily="2" charset="-122"/>
                        </a:rPr>
                        <a:t>1</a:t>
                      </a:r>
                      <a:endParaRPr kumimoji="0" lang="en-US" altLang="zh-CN" sz="2400" b="1" i="0" u="none" strike="noStrike" cap="none" normalizeH="0" baseline="0">
                        <a:ln>
                          <a:noFill/>
                        </a:ln>
                        <a:solidFill>
                          <a:schemeClr val="accent2"/>
                        </a:solidFill>
                        <a:effectLst/>
                        <a:latin typeface="Arial" panose="020B06040202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a:noFill/>
                    </a:lnR>
                    <a:lnT>
                      <a:noFill/>
                    </a:lnT>
                    <a:lnB>
                      <a:noFill/>
                    </a:lnB>
                    <a:lnTlToBr>
                      <a:noFill/>
                    </a:lnTlToBr>
                    <a:lnBlToTr>
                      <a:noFill/>
                    </a:lnBlToTr>
                    <a:noFill/>
                  </a:tcPr>
                </a:tc>
              </a:tr>
              <a:tr h="198438">
                <a:tc>
                  <a:txBody>
                    <a:bodyPr/>
                    <a:lstStyle>
                      <a:lvl1pPr eaLnBrk="0" hangingPunct="0">
                        <a:spcBef>
                          <a:spcPct val="20000"/>
                        </a:spcBef>
                        <a:buFont typeface="Wingdings" panose="05000000000000000000" pitchFamily="2" charset="2"/>
                        <a:defRPr sz="2000" b="1">
                          <a:solidFill>
                            <a:schemeClr val="tx1"/>
                          </a:solidFill>
                          <a:latin typeface="Arial" panose="020B0604020202020204" pitchFamily="34" charset="0"/>
                          <a:ea typeface="黑体" panose="02010609060101010101" charset="-122"/>
                        </a:defRPr>
                      </a:lvl1pPr>
                      <a:lvl2pPr marL="742950" indent="-285750" eaLnBrk="0" hangingPunct="0">
                        <a:spcBef>
                          <a:spcPct val="20000"/>
                        </a:spcBef>
                        <a:buFont typeface="Wingdings" panose="05000000000000000000" pitchFamily="2" charset="2"/>
                        <a:defRPr b="1">
                          <a:solidFill>
                            <a:schemeClr val="tx1"/>
                          </a:solidFill>
                          <a:latin typeface="Arial" panose="020B0604020202020204" pitchFamily="34" charset="0"/>
                          <a:ea typeface="楷体_GB2312" pitchFamily="49" charset="-122"/>
                        </a:defRPr>
                      </a:lvl2pPr>
                      <a:lvl3pPr marL="1143000" indent="-228600" eaLnBrk="0" hangingPunct="0">
                        <a:spcBef>
                          <a:spcPct val="20000"/>
                        </a:spcBef>
                        <a:buFont typeface="Gungsuh" pitchFamily="18" charset="-127"/>
                        <a:defRPr sz="1600"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sz="1400">
                          <a:solidFill>
                            <a:schemeClr val="tx1"/>
                          </a:solidFill>
                          <a:latin typeface="Arial" panose="020B0604020202020204" pitchFamily="34" charset="0"/>
                          <a:ea typeface="黑体" panose="02010609060101010101" charset="-122"/>
                        </a:defRPr>
                      </a:lvl4pPr>
                      <a:lvl5pPr marL="2057400" indent="-228600" eaLnBrk="0" hangingPunct="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0" fontAlgn="base" latinLnBrk="0" hangingPunct="0">
                        <a:lnSpc>
                          <a:spcPct val="85000"/>
                        </a:lnSpc>
                        <a:spcBef>
                          <a:spcPct val="20000"/>
                        </a:spcBef>
                        <a:spcAft>
                          <a:spcPct val="0"/>
                        </a:spcAft>
                        <a:buClrTx/>
                        <a:buSzTx/>
                        <a:buFont typeface="Wingdings" panose="05000000000000000000" pitchFamily="2" charset="2"/>
                        <a:buNone/>
                      </a:pPr>
                      <a:r>
                        <a:rPr kumimoji="0" lang="en-US" altLang="zh-CN" sz="2400" b="1" i="0" u="none" strike="noStrike" cap="none" normalizeH="0" baseline="0">
                          <a:ln>
                            <a:noFill/>
                          </a:ln>
                          <a:solidFill>
                            <a:srgbClr val="CE0000"/>
                          </a:solidFill>
                          <a:effectLst/>
                          <a:latin typeface="Arial" panose="020B0604020202020204" pitchFamily="34" charset="0"/>
                          <a:ea typeface="宋体" panose="02010600030101010101" pitchFamily="2" charset="-122"/>
                        </a:rPr>
                        <a:t>1</a:t>
                      </a:r>
                      <a:endParaRPr kumimoji="0" lang="en-US" altLang="zh-CN" sz="2400" b="1" i="0" u="none" strike="noStrike" cap="none" normalizeH="0" baseline="0">
                        <a:ln>
                          <a:noFill/>
                        </a:ln>
                        <a:solidFill>
                          <a:srgbClr val="CE0000"/>
                        </a:solidFill>
                        <a:effectLst/>
                        <a:latin typeface="Arial" panose="020B0604020202020204" pitchFamily="34" charset="0"/>
                        <a:ea typeface="宋体" panose="02010600030101010101" pitchFamily="2" charset="-122"/>
                      </a:endParaRPr>
                    </a:p>
                  </a:txBody>
                  <a:tcPr horzOverflow="overflow">
                    <a:lnL>
                      <a:noFill/>
                    </a:lnL>
                    <a:lnR>
                      <a:noFill/>
                    </a:lnR>
                    <a:lnT>
                      <a:noFill/>
                    </a:lnT>
                    <a:lnB>
                      <a:noFill/>
                    </a:lnB>
                    <a:lnTlToBr>
                      <a:noFill/>
                    </a:lnTlToBr>
                    <a:lnBlToTr>
                      <a:noFill/>
                    </a:lnBlToTr>
                    <a:noFill/>
                  </a:tcPr>
                </a:tc>
                <a:tc>
                  <a:txBody>
                    <a:bodyPr/>
                    <a:lstStyle>
                      <a:lvl1pPr eaLnBrk="0" hangingPunct="0">
                        <a:spcBef>
                          <a:spcPct val="20000"/>
                        </a:spcBef>
                        <a:buFont typeface="Wingdings" panose="05000000000000000000" pitchFamily="2" charset="2"/>
                        <a:defRPr sz="2000" b="1">
                          <a:solidFill>
                            <a:schemeClr val="tx1"/>
                          </a:solidFill>
                          <a:latin typeface="Arial" panose="020B0604020202020204" pitchFamily="34" charset="0"/>
                          <a:ea typeface="黑体" panose="02010609060101010101" charset="-122"/>
                        </a:defRPr>
                      </a:lvl1pPr>
                      <a:lvl2pPr marL="742950" indent="-285750" eaLnBrk="0" hangingPunct="0">
                        <a:spcBef>
                          <a:spcPct val="20000"/>
                        </a:spcBef>
                        <a:buFont typeface="Wingdings" panose="05000000000000000000" pitchFamily="2" charset="2"/>
                        <a:defRPr b="1">
                          <a:solidFill>
                            <a:schemeClr val="tx1"/>
                          </a:solidFill>
                          <a:latin typeface="Arial" panose="020B0604020202020204" pitchFamily="34" charset="0"/>
                          <a:ea typeface="楷体_GB2312" pitchFamily="49" charset="-122"/>
                        </a:defRPr>
                      </a:lvl2pPr>
                      <a:lvl3pPr marL="1143000" indent="-228600" eaLnBrk="0" hangingPunct="0">
                        <a:spcBef>
                          <a:spcPct val="20000"/>
                        </a:spcBef>
                        <a:buFont typeface="Gungsuh" pitchFamily="18" charset="-127"/>
                        <a:defRPr sz="1600"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sz="1400">
                          <a:solidFill>
                            <a:schemeClr val="tx1"/>
                          </a:solidFill>
                          <a:latin typeface="Arial" panose="020B0604020202020204" pitchFamily="34" charset="0"/>
                          <a:ea typeface="黑体" panose="02010609060101010101" charset="-122"/>
                        </a:defRPr>
                      </a:lvl4pPr>
                      <a:lvl5pPr marL="2057400" indent="-228600" eaLnBrk="0" hangingPunct="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0" fontAlgn="base" latinLnBrk="0" hangingPunct="0">
                        <a:lnSpc>
                          <a:spcPct val="85000"/>
                        </a:lnSpc>
                        <a:spcBef>
                          <a:spcPct val="20000"/>
                        </a:spcBef>
                        <a:spcAft>
                          <a:spcPct val="0"/>
                        </a:spcAft>
                        <a:buClrTx/>
                        <a:buSzTx/>
                        <a:buFont typeface="Wingdings" panose="05000000000000000000" pitchFamily="2" charset="2"/>
                        <a:buNone/>
                      </a:pPr>
                      <a:r>
                        <a:rPr kumimoji="0" lang="en-US" altLang="zh-CN" sz="2400" b="1" i="0" u="none" strike="noStrike" cap="none" normalizeH="0" baseline="0">
                          <a:ln>
                            <a:noFill/>
                          </a:ln>
                          <a:solidFill>
                            <a:srgbClr val="CE0000"/>
                          </a:solidFill>
                          <a:effectLst/>
                          <a:latin typeface="Arial" panose="020B0604020202020204" pitchFamily="34" charset="0"/>
                          <a:ea typeface="宋体" panose="02010600030101010101" pitchFamily="2" charset="-122"/>
                        </a:rPr>
                        <a:t>1</a:t>
                      </a:r>
                      <a:endParaRPr kumimoji="0" lang="en-US" altLang="zh-CN" sz="2400" b="1" i="0" u="none" strike="noStrike" cap="none" normalizeH="0" baseline="0">
                        <a:ln>
                          <a:noFill/>
                        </a:ln>
                        <a:solidFill>
                          <a:srgbClr val="CE0000"/>
                        </a:solidFill>
                        <a:effectLst/>
                        <a:latin typeface="Arial" panose="020B0604020202020204" pitchFamily="34" charset="0"/>
                        <a:ea typeface="宋体" panose="02010600030101010101" pitchFamily="2" charset="-122"/>
                      </a:endParaRPr>
                    </a:p>
                  </a:txBody>
                  <a:tcPr horzOverflow="overflow">
                    <a:lnL>
                      <a:noFill/>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lvl1pPr eaLnBrk="0" hangingPunct="0">
                        <a:spcBef>
                          <a:spcPct val="20000"/>
                        </a:spcBef>
                        <a:buFont typeface="Wingdings" panose="05000000000000000000" pitchFamily="2" charset="2"/>
                        <a:defRPr sz="2000" b="1">
                          <a:solidFill>
                            <a:schemeClr val="tx1"/>
                          </a:solidFill>
                          <a:latin typeface="Arial" panose="020B0604020202020204" pitchFamily="34" charset="0"/>
                          <a:ea typeface="黑体" panose="02010609060101010101" charset="-122"/>
                        </a:defRPr>
                      </a:lvl1pPr>
                      <a:lvl2pPr marL="742950" indent="-285750" eaLnBrk="0" hangingPunct="0">
                        <a:spcBef>
                          <a:spcPct val="20000"/>
                        </a:spcBef>
                        <a:buFont typeface="Wingdings" panose="05000000000000000000" pitchFamily="2" charset="2"/>
                        <a:defRPr b="1">
                          <a:solidFill>
                            <a:schemeClr val="tx1"/>
                          </a:solidFill>
                          <a:latin typeface="Arial" panose="020B0604020202020204" pitchFamily="34" charset="0"/>
                          <a:ea typeface="楷体_GB2312" pitchFamily="49" charset="-122"/>
                        </a:defRPr>
                      </a:lvl2pPr>
                      <a:lvl3pPr marL="1143000" indent="-228600" eaLnBrk="0" hangingPunct="0">
                        <a:spcBef>
                          <a:spcPct val="20000"/>
                        </a:spcBef>
                        <a:buFont typeface="Gungsuh" pitchFamily="18" charset="-127"/>
                        <a:defRPr sz="1600"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sz="1400">
                          <a:solidFill>
                            <a:schemeClr val="tx1"/>
                          </a:solidFill>
                          <a:latin typeface="Arial" panose="020B0604020202020204" pitchFamily="34" charset="0"/>
                          <a:ea typeface="黑体" panose="02010609060101010101" charset="-122"/>
                        </a:defRPr>
                      </a:lvl4pPr>
                      <a:lvl5pPr marL="2057400" indent="-228600" eaLnBrk="0" hangingPunct="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0" fontAlgn="base" latinLnBrk="0" hangingPunct="0">
                        <a:lnSpc>
                          <a:spcPct val="85000"/>
                        </a:lnSpc>
                        <a:spcBef>
                          <a:spcPct val="20000"/>
                        </a:spcBef>
                        <a:spcAft>
                          <a:spcPct val="0"/>
                        </a:spcAft>
                        <a:buClrTx/>
                        <a:buSzTx/>
                        <a:buFont typeface="Wingdings" panose="05000000000000000000" pitchFamily="2" charset="2"/>
                        <a:buNone/>
                      </a:pPr>
                      <a:r>
                        <a:rPr kumimoji="0" lang="en-US" altLang="zh-CN" sz="2400" b="1" i="0" u="none" strike="noStrike" cap="none" normalizeH="0" baseline="0" dirty="0">
                          <a:ln>
                            <a:noFill/>
                          </a:ln>
                          <a:solidFill>
                            <a:schemeClr val="accent2"/>
                          </a:solidFill>
                          <a:effectLst/>
                          <a:latin typeface="Arial" panose="020B0604020202020204" pitchFamily="34" charset="0"/>
                          <a:ea typeface="宋体" panose="02010600030101010101" pitchFamily="2" charset="-122"/>
                        </a:rPr>
                        <a:t>0</a:t>
                      </a:r>
                      <a:endParaRPr kumimoji="0" lang="en-US" altLang="zh-CN" sz="2400" b="1" i="0" u="none" strike="noStrike" cap="none" normalizeH="0" baseline="0" dirty="0">
                        <a:ln>
                          <a:noFill/>
                        </a:ln>
                        <a:solidFill>
                          <a:schemeClr val="accent2"/>
                        </a:solidFill>
                        <a:effectLst/>
                        <a:latin typeface="Arial" panose="020B06040202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a:noFill/>
                    </a:lnR>
                    <a:lnT>
                      <a:noFill/>
                    </a:lnT>
                    <a:lnB>
                      <a:noFill/>
                    </a:lnB>
                    <a:lnTlToBr>
                      <a:noFill/>
                    </a:lnTlToBr>
                    <a:lnBlToTr>
                      <a:noFill/>
                    </a:lnBlToTr>
                    <a:noFill/>
                  </a:tcPr>
                </a:tc>
              </a:tr>
            </a:tbl>
          </a:graphicData>
        </a:graphic>
      </p:graphicFrame>
      <p:sp>
        <p:nvSpPr>
          <p:cNvPr id="2" name="灯片编号占位符 1"/>
          <p:cNvSpPr>
            <a:spLocks noGrp="1"/>
          </p:cNvSpPr>
          <p:nvPr>
            <p:ph type="sldNum" sz="quarter" idx="12"/>
          </p:nvPr>
        </p:nvSpPr>
        <p:spPr/>
        <p:txBody>
          <a:bodyPr/>
          <a:lstStyle/>
          <a:p>
            <a:pPr>
              <a:defRPr/>
            </a:pPr>
            <a:fld id="{7C93F2F6-B200-4836-9340-136DE7987878}" type="slidenum">
              <a:rPr lang="en-US" smtClean="0"/>
            </a:fld>
            <a:endParaRPr lang="en-US"/>
          </a:p>
        </p:txBody>
      </p:sp>
    </p:spTree>
  </p:cSld>
  <p:clrMapOvr>
    <a:masterClrMapping/>
  </p:clrMapOvr>
  <p:transition spd="med">
    <p:strips dir="rd"/>
  </p:transition>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3235" name="Rectangle 3"/>
          <p:cNvSpPr>
            <a:spLocks noGrp="1" noChangeArrowheads="1"/>
          </p:cNvSpPr>
          <p:nvPr>
            <p:ph type="body" idx="1"/>
          </p:nvPr>
        </p:nvSpPr>
        <p:spPr>
          <a:xfrm>
            <a:off x="1991544" y="1196752"/>
            <a:ext cx="8352928" cy="4967758"/>
          </a:xfrm>
        </p:spPr>
        <p:txBody>
          <a:bodyPr/>
          <a:lstStyle/>
          <a:p>
            <a:r>
              <a:rPr lang="en-US" altLang="zh-CN" sz="2800" dirty="0">
                <a:latin typeface="隶书" panose="02010509060101010101" pitchFamily="49" charset="-122"/>
                <a:ea typeface="隶书" panose="02010509060101010101" pitchFamily="49" charset="-122"/>
              </a:rPr>
              <a:t>2.7.1 </a:t>
            </a:r>
            <a:r>
              <a:rPr lang="zh-CN" altLang="en-US" sz="2800" dirty="0">
                <a:latin typeface="隶书" panose="02010509060101010101" pitchFamily="49" charset="-122"/>
                <a:ea typeface="隶书" panose="02010509060101010101" pitchFamily="49" charset="-122"/>
              </a:rPr>
              <a:t>位矢量</a:t>
            </a:r>
            <a:endParaRPr lang="en-US" altLang="zh-CN" sz="2800" dirty="0">
              <a:latin typeface="隶书" panose="02010509060101010101" pitchFamily="49" charset="-122"/>
              <a:ea typeface="隶书" panose="02010509060101010101" pitchFamily="49" charset="-122"/>
            </a:endParaRPr>
          </a:p>
          <a:p>
            <a:r>
              <a:rPr lang="en-US" altLang="zh-CN" sz="2800" dirty="0">
                <a:latin typeface="隶书" panose="02010509060101010101" pitchFamily="49" charset="-122"/>
                <a:ea typeface="隶书" panose="02010509060101010101" pitchFamily="49" charset="-122"/>
              </a:rPr>
              <a:t>1. </a:t>
            </a:r>
            <a:r>
              <a:rPr lang="zh-CN" altLang="en-US" sz="2800" dirty="0">
                <a:latin typeface="隶书" panose="02010509060101010101" pitchFamily="49" charset="-122"/>
                <a:ea typeface="隶书" panose="02010509060101010101" pitchFamily="49" charset="-122"/>
              </a:rPr>
              <a:t>可用位矢量描述复杂系统多个独立单元的忙闲状态。</a:t>
            </a:r>
            <a:endParaRPr lang="en-US" altLang="zh-CN" sz="2800" dirty="0">
              <a:latin typeface="隶书" panose="02010509060101010101" pitchFamily="49" charset="-122"/>
              <a:ea typeface="隶书" panose="02010509060101010101" pitchFamily="49" charset="-122"/>
            </a:endParaRPr>
          </a:p>
          <a:p>
            <a:r>
              <a:rPr lang="en-US" altLang="zh-CN" sz="2800" dirty="0">
                <a:latin typeface="隶书" panose="02010509060101010101" pitchFamily="49" charset="-122"/>
                <a:ea typeface="隶书" panose="02010509060101010101" pitchFamily="49" charset="-122"/>
              </a:rPr>
              <a:t>2. </a:t>
            </a:r>
            <a:r>
              <a:rPr lang="zh-CN" altLang="en-US" sz="2800" dirty="0">
                <a:latin typeface="隶书" panose="02010509060101010101" pitchFamily="49" charset="-122"/>
                <a:ea typeface="隶书" panose="02010509060101010101" pitchFamily="49" charset="-122"/>
              </a:rPr>
              <a:t>例</a:t>
            </a:r>
            <a:r>
              <a:rPr lang="en-US" altLang="zh-CN" sz="2800" dirty="0">
                <a:latin typeface="隶书" panose="02010509060101010101" pitchFamily="49" charset="-122"/>
                <a:ea typeface="隶书" panose="02010509060101010101" pitchFamily="49" charset="-122"/>
              </a:rPr>
              <a:t>2-11</a:t>
            </a:r>
            <a:endParaRPr lang="en-US" altLang="zh-CN" sz="2800" dirty="0">
              <a:latin typeface="隶书" panose="02010509060101010101" pitchFamily="49" charset="-122"/>
              <a:ea typeface="隶书" panose="02010509060101010101" pitchFamily="49" charset="-122"/>
            </a:endParaRPr>
          </a:p>
          <a:p>
            <a:endParaRPr lang="en-US" altLang="zh-CN" sz="2800" dirty="0">
              <a:latin typeface="隶书" panose="02010509060101010101" pitchFamily="49" charset="-122"/>
              <a:ea typeface="隶书" panose="02010509060101010101" pitchFamily="49" charset="-122"/>
            </a:endParaRPr>
          </a:p>
          <a:p>
            <a:r>
              <a:rPr lang="en-US" altLang="zh-CN" sz="2800" dirty="0">
                <a:latin typeface="隶书" panose="02010509060101010101" pitchFamily="49" charset="-122"/>
                <a:ea typeface="隶书" panose="02010509060101010101" pitchFamily="49" charset="-122"/>
              </a:rPr>
              <a:t>2.7.2 </a:t>
            </a:r>
            <a:r>
              <a:rPr lang="zh-CN" altLang="en-US" sz="2800" dirty="0">
                <a:latin typeface="隶书" panose="02010509060101010101" pitchFamily="49" charset="-122"/>
                <a:ea typeface="隶书" panose="02010509060101010101" pitchFamily="49" charset="-122"/>
              </a:rPr>
              <a:t>浮点数</a:t>
            </a:r>
            <a:endParaRPr lang="en-US" altLang="zh-CN" sz="2800" dirty="0">
              <a:latin typeface="隶书" panose="02010509060101010101" pitchFamily="49" charset="-122"/>
              <a:ea typeface="隶书" panose="02010509060101010101" pitchFamily="49" charset="-122"/>
            </a:endParaRPr>
          </a:p>
          <a:p>
            <a:r>
              <a:rPr lang="en-US" altLang="zh-CN" sz="2800" dirty="0">
                <a:latin typeface="隶书" panose="02010509060101010101" pitchFamily="49" charset="-122"/>
                <a:ea typeface="隶书" panose="02010509060101010101" pitchFamily="49" charset="-122"/>
              </a:rPr>
              <a:t>1. </a:t>
            </a:r>
            <a:r>
              <a:rPr lang="zh-CN" altLang="en-US" sz="2800" dirty="0">
                <a:latin typeface="隶书" panose="02010509060101010101" pitchFamily="49" charset="-122"/>
                <a:ea typeface="隶书" panose="02010509060101010101" pitchFamily="49" charset="-122"/>
              </a:rPr>
              <a:t>符号： </a:t>
            </a:r>
            <a:r>
              <a:rPr lang="en-US" altLang="zh-CN" sz="2800" dirty="0">
                <a:latin typeface="隶书" panose="02010509060101010101" pitchFamily="49" charset="-122"/>
                <a:ea typeface="隶书" panose="02010509060101010101" pitchFamily="49" charset="-122"/>
              </a:rPr>
              <a:t>1bit</a:t>
            </a:r>
            <a:endParaRPr lang="en-US" altLang="zh-CN" sz="2800" dirty="0">
              <a:latin typeface="隶书" panose="02010509060101010101" pitchFamily="49" charset="-122"/>
              <a:ea typeface="隶书" panose="02010509060101010101" pitchFamily="49" charset="-122"/>
            </a:endParaRPr>
          </a:p>
          <a:p>
            <a:r>
              <a:rPr lang="zh-CN" altLang="en-US" sz="2800" dirty="0">
                <a:latin typeface="隶书" panose="02010509060101010101" pitchFamily="49" charset="-122"/>
                <a:ea typeface="隶书" panose="02010509060101010101" pitchFamily="49" charset="-122"/>
              </a:rPr>
              <a:t>   数值范围：</a:t>
            </a:r>
            <a:r>
              <a:rPr lang="en-US" altLang="zh-CN" sz="2800" dirty="0">
                <a:latin typeface="隶书" panose="02010509060101010101" pitchFamily="49" charset="-122"/>
                <a:ea typeface="隶书" panose="02010509060101010101" pitchFamily="49" charset="-122"/>
              </a:rPr>
              <a:t>8bit </a:t>
            </a:r>
            <a:r>
              <a:rPr lang="zh-CN" altLang="en-US" sz="2800" dirty="0">
                <a:latin typeface="隶书" panose="02010509060101010101" pitchFamily="49" charset="-122"/>
                <a:ea typeface="隶书" panose="02010509060101010101" pitchFamily="49" charset="-122"/>
              </a:rPr>
              <a:t>指数</a:t>
            </a:r>
            <a:endParaRPr lang="en-US" altLang="zh-CN" sz="2800" dirty="0">
              <a:latin typeface="隶书" panose="02010509060101010101" pitchFamily="49" charset="-122"/>
              <a:ea typeface="隶书" panose="02010509060101010101" pitchFamily="49" charset="-122"/>
            </a:endParaRPr>
          </a:p>
          <a:p>
            <a:r>
              <a:rPr lang="zh-CN" altLang="en-US" sz="2800" dirty="0">
                <a:latin typeface="隶书" panose="02010509060101010101" pitchFamily="49" charset="-122"/>
                <a:ea typeface="隶书" panose="02010509060101010101" pitchFamily="49" charset="-122"/>
              </a:rPr>
              <a:t>   数值精度：</a:t>
            </a:r>
            <a:r>
              <a:rPr lang="en-US" altLang="zh-CN" sz="2800" dirty="0">
                <a:latin typeface="隶书" panose="02010509060101010101" pitchFamily="49" charset="-122"/>
                <a:ea typeface="隶书" panose="02010509060101010101" pitchFamily="49" charset="-122"/>
              </a:rPr>
              <a:t>23bit </a:t>
            </a:r>
            <a:r>
              <a:rPr lang="zh-CN" altLang="en-US" sz="2800" dirty="0">
                <a:latin typeface="隶书" panose="02010509060101010101" pitchFamily="49" charset="-122"/>
                <a:ea typeface="隶书" panose="02010509060101010101" pitchFamily="49" charset="-122"/>
              </a:rPr>
              <a:t>尾数</a:t>
            </a:r>
            <a:endParaRPr lang="zh-CN" altLang="en-US" sz="2800" dirty="0">
              <a:latin typeface="隶书" panose="02010509060101010101" pitchFamily="49" charset="-122"/>
              <a:ea typeface="隶书" panose="02010509060101010101" pitchFamily="49" charset="-122"/>
            </a:endParaRPr>
          </a:p>
          <a:p>
            <a:endParaRPr lang="en-US" altLang="zh-CN" sz="2800" dirty="0">
              <a:latin typeface="隶书" panose="02010509060101010101" pitchFamily="49" charset="-122"/>
              <a:ea typeface="隶书" panose="02010509060101010101" pitchFamily="49" charset="-122"/>
            </a:endParaRPr>
          </a:p>
          <a:p>
            <a:endParaRPr lang="en-US" altLang="zh-CN" sz="2800" dirty="0">
              <a:latin typeface="隶书" panose="02010509060101010101" pitchFamily="49" charset="-122"/>
              <a:ea typeface="隶书" panose="02010509060101010101" pitchFamily="49" charset="-122"/>
            </a:endParaRPr>
          </a:p>
        </p:txBody>
      </p:sp>
      <p:sp>
        <p:nvSpPr>
          <p:cNvPr id="223246" name="Rectangle 14"/>
          <p:cNvSpPr>
            <a:spLocks noGrp="1" noChangeArrowheads="1"/>
          </p:cNvSpPr>
          <p:nvPr>
            <p:ph type="title"/>
          </p:nvPr>
        </p:nvSpPr>
        <p:spPr>
          <a:xfrm>
            <a:off x="1991544" y="76200"/>
            <a:ext cx="8280920" cy="762000"/>
          </a:xfrm>
          <a:noFill/>
        </p:spPr>
        <p:txBody>
          <a:bodyPr/>
          <a:lstStyle/>
          <a:p>
            <a:pPr algn="ctr"/>
            <a:r>
              <a:rPr lang="en-US" altLang="zh-CN" dirty="0">
                <a:latin typeface="华文琥珀" panose="02010800040101010101" pitchFamily="2" charset="-122"/>
              </a:rPr>
              <a:t>2</a:t>
            </a:r>
            <a:r>
              <a:rPr lang="zh-CN" altLang="en-US" dirty="0">
                <a:latin typeface="华文琥珀" panose="02010800040101010101" pitchFamily="2" charset="-122"/>
              </a:rPr>
              <a:t>.</a:t>
            </a:r>
            <a:r>
              <a:rPr lang="en-US" altLang="zh-CN" dirty="0">
                <a:latin typeface="华文琥珀" panose="02010800040101010101" pitchFamily="2" charset="-122"/>
              </a:rPr>
              <a:t>7 </a:t>
            </a:r>
            <a:r>
              <a:rPr lang="zh-CN" altLang="en-US" dirty="0">
                <a:latin typeface="华文琥珀" panose="02010800040101010101" pitchFamily="2" charset="-122"/>
              </a:rPr>
              <a:t>其他类型</a:t>
            </a:r>
            <a:endParaRPr lang="zh-CN" altLang="en-US" dirty="0">
              <a:latin typeface="华文琥珀" panose="02010800040101010101" pitchFamily="2" charset="-122"/>
            </a:endParaRPr>
          </a:p>
        </p:txBody>
      </p:sp>
      <p:sp>
        <p:nvSpPr>
          <p:cNvPr id="2" name="灯片编号占位符 1"/>
          <p:cNvSpPr>
            <a:spLocks noGrp="1"/>
          </p:cNvSpPr>
          <p:nvPr>
            <p:ph type="sldNum" sz="quarter" idx="12"/>
          </p:nvPr>
        </p:nvSpPr>
        <p:spPr/>
        <p:txBody>
          <a:bodyPr/>
          <a:lstStyle/>
          <a:p>
            <a:pPr>
              <a:defRPr/>
            </a:pPr>
            <a:fld id="{7C93F2F6-B200-4836-9340-136DE7987878}" type="slidenum">
              <a:rPr lang="en-US" smtClean="0"/>
            </a:fld>
            <a:endParaRPr lang="en-US"/>
          </a:p>
        </p:txBody>
      </p:sp>
    </p:spTree>
  </p:cSld>
  <p:clrMapOvr>
    <a:masterClrMapping/>
  </p:clrMapOvr>
  <p:transition spd="med">
    <p:strips dir="rd"/>
  </p:transition>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3235" name="Rectangle 3"/>
          <p:cNvSpPr>
            <a:spLocks noGrp="1" noChangeArrowheads="1"/>
          </p:cNvSpPr>
          <p:nvPr>
            <p:ph type="body" idx="1"/>
          </p:nvPr>
        </p:nvSpPr>
        <p:spPr>
          <a:xfrm>
            <a:off x="1991544" y="1196752"/>
            <a:ext cx="8424936" cy="4967758"/>
          </a:xfrm>
        </p:spPr>
        <p:txBody>
          <a:bodyPr/>
          <a:lstStyle/>
          <a:p>
            <a:r>
              <a:rPr lang="en-US" altLang="zh-CN" sz="2800" dirty="0">
                <a:latin typeface="隶书" panose="02010509060101010101" pitchFamily="49" charset="-122"/>
                <a:ea typeface="隶书" panose="02010509060101010101" pitchFamily="49" charset="-122"/>
              </a:rPr>
              <a:t>2.7.2 </a:t>
            </a:r>
            <a:r>
              <a:rPr lang="zh-CN" altLang="en-US" sz="2800" dirty="0">
                <a:latin typeface="隶书" panose="02010509060101010101" pitchFamily="49" charset="-122"/>
                <a:ea typeface="隶书" panose="02010509060101010101" pitchFamily="49" charset="-122"/>
              </a:rPr>
              <a:t>浮点数</a:t>
            </a:r>
            <a:endParaRPr lang="en-US" altLang="zh-CN" sz="2800" dirty="0">
              <a:latin typeface="隶书" panose="02010509060101010101" pitchFamily="49" charset="-122"/>
              <a:ea typeface="隶书" panose="02010509060101010101" pitchFamily="49" charset="-122"/>
            </a:endParaRPr>
          </a:p>
          <a:p>
            <a:r>
              <a:rPr lang="en-US" altLang="zh-CN" sz="2800" dirty="0">
                <a:latin typeface="隶书" panose="02010509060101010101" pitchFamily="49" charset="-122"/>
                <a:ea typeface="隶书" panose="02010509060101010101" pitchFamily="49" charset="-122"/>
              </a:rPr>
              <a:t>2. </a:t>
            </a:r>
            <a:r>
              <a:rPr lang="zh-CN" altLang="en-US" sz="2800" dirty="0">
                <a:latin typeface="隶书" panose="02010509060101010101" pitchFamily="49" charset="-122"/>
                <a:ea typeface="隶书" panose="02010509060101010101" pitchFamily="49" charset="-122"/>
              </a:rPr>
              <a:t>实际的指数值等于该无符号整数减</a:t>
            </a:r>
            <a:r>
              <a:rPr lang="en-US" altLang="zh-CN" sz="2800" dirty="0">
                <a:latin typeface="隶书" panose="02010509060101010101" pitchFamily="49" charset="-122"/>
                <a:ea typeface="隶书" panose="02010509060101010101" pitchFamily="49" charset="-122"/>
              </a:rPr>
              <a:t>127</a:t>
            </a:r>
            <a:r>
              <a:rPr lang="zh-CN" altLang="en-US" sz="2800" dirty="0">
                <a:latin typeface="隶书" panose="02010509060101010101" pitchFamily="49" charset="-122"/>
                <a:ea typeface="隶书" panose="02010509060101010101" pitchFamily="49" charset="-122"/>
              </a:rPr>
              <a:t>之后的结果</a:t>
            </a:r>
            <a:endParaRPr lang="en-US" altLang="zh-CN" sz="2800" dirty="0">
              <a:latin typeface="隶书" panose="02010509060101010101" pitchFamily="49" charset="-122"/>
              <a:ea typeface="隶书" panose="02010509060101010101" pitchFamily="49" charset="-122"/>
            </a:endParaRPr>
          </a:p>
          <a:p>
            <a:r>
              <a:rPr lang="en-US" altLang="zh-CN" sz="2800" dirty="0">
                <a:latin typeface="隶书" panose="02010509060101010101" pitchFamily="49" charset="-122"/>
                <a:ea typeface="隶书" panose="02010509060101010101" pitchFamily="49" charset="-122"/>
              </a:rPr>
              <a:t>3. </a:t>
            </a:r>
            <a:r>
              <a:rPr lang="zh-CN" altLang="en-US" sz="2800" dirty="0">
                <a:latin typeface="隶书" panose="02010509060101010101" pitchFamily="49" charset="-122"/>
                <a:ea typeface="隶书" panose="02010509060101010101" pitchFamily="49" charset="-122"/>
              </a:rPr>
              <a:t>若指数字段内容是</a:t>
            </a:r>
            <a:r>
              <a:rPr lang="en-US" altLang="zh-CN" sz="2800" dirty="0">
                <a:latin typeface="隶书" panose="02010509060101010101" pitchFamily="49" charset="-122"/>
                <a:ea typeface="隶书" panose="02010509060101010101" pitchFamily="49" charset="-122"/>
              </a:rPr>
              <a:t>00000000</a:t>
            </a:r>
            <a:r>
              <a:rPr lang="zh-CN" altLang="en-US" sz="2800" dirty="0">
                <a:latin typeface="隶书" panose="02010509060101010101" pitchFamily="49" charset="-122"/>
                <a:ea typeface="隶书" panose="02010509060101010101" pitchFamily="49" charset="-122"/>
              </a:rPr>
              <a:t>，则代表指数值为</a:t>
            </a:r>
            <a:r>
              <a:rPr lang="en-US" altLang="zh-CN" sz="2800" dirty="0">
                <a:latin typeface="隶书" panose="02010509060101010101" pitchFamily="49" charset="-122"/>
                <a:ea typeface="隶书" panose="02010509060101010101" pitchFamily="49" charset="-122"/>
              </a:rPr>
              <a:t>-126</a:t>
            </a:r>
            <a:r>
              <a:rPr lang="zh-CN" altLang="en-US" sz="2800" dirty="0">
                <a:latin typeface="隶书" panose="02010509060101010101" pitchFamily="49" charset="-122"/>
                <a:ea typeface="隶书" panose="02010509060101010101" pitchFamily="49" charset="-122"/>
              </a:rPr>
              <a:t>，且尾数中小数点左边默认数字是</a:t>
            </a:r>
            <a:r>
              <a:rPr lang="en-US" altLang="zh-CN" sz="2800" dirty="0">
                <a:latin typeface="隶书" panose="02010509060101010101" pitchFamily="49" charset="-122"/>
                <a:ea typeface="隶书" panose="02010509060101010101" pitchFamily="49" charset="-122"/>
              </a:rPr>
              <a:t>0.</a:t>
            </a:r>
            <a:r>
              <a:rPr lang="zh-CN" altLang="en-US" sz="2800" dirty="0">
                <a:latin typeface="隶书" panose="02010509060101010101" pitchFamily="49" charset="-122"/>
                <a:ea typeface="隶书" panose="02010509060101010101" pitchFamily="49" charset="-122"/>
              </a:rPr>
              <a:t>通过这种方式，可以表示非常小的数。</a:t>
            </a:r>
            <a:endParaRPr lang="en-US" altLang="zh-CN" sz="2800" dirty="0">
              <a:latin typeface="隶书" panose="02010509060101010101" pitchFamily="49" charset="-122"/>
              <a:ea typeface="隶书" panose="02010509060101010101" pitchFamily="49" charset="-122"/>
            </a:endParaRPr>
          </a:p>
          <a:p>
            <a:endParaRPr lang="en-US" altLang="zh-CN" sz="2800" dirty="0">
              <a:latin typeface="隶书" panose="02010509060101010101" pitchFamily="49" charset="-122"/>
              <a:ea typeface="隶书" panose="02010509060101010101" pitchFamily="49" charset="-122"/>
            </a:endParaRPr>
          </a:p>
          <a:p>
            <a:endParaRPr lang="zh-CN" altLang="en-US" sz="2800" dirty="0">
              <a:latin typeface="隶书" panose="02010509060101010101" pitchFamily="49" charset="-122"/>
              <a:ea typeface="隶书" panose="02010509060101010101" pitchFamily="49" charset="-122"/>
            </a:endParaRPr>
          </a:p>
        </p:txBody>
      </p:sp>
      <p:sp>
        <p:nvSpPr>
          <p:cNvPr id="223246" name="Rectangle 14"/>
          <p:cNvSpPr>
            <a:spLocks noGrp="1" noChangeArrowheads="1"/>
          </p:cNvSpPr>
          <p:nvPr>
            <p:ph type="title"/>
          </p:nvPr>
        </p:nvSpPr>
        <p:spPr>
          <a:xfrm>
            <a:off x="1991544" y="76200"/>
            <a:ext cx="8280920" cy="762000"/>
          </a:xfrm>
          <a:noFill/>
        </p:spPr>
        <p:txBody>
          <a:bodyPr/>
          <a:lstStyle/>
          <a:p>
            <a:pPr algn="ctr"/>
            <a:r>
              <a:rPr lang="en-US" altLang="zh-CN" dirty="0">
                <a:latin typeface="华文琥珀" panose="02010800040101010101" pitchFamily="2" charset="-122"/>
              </a:rPr>
              <a:t>2</a:t>
            </a:r>
            <a:r>
              <a:rPr lang="zh-CN" altLang="en-US" dirty="0">
                <a:latin typeface="华文琥珀" panose="02010800040101010101" pitchFamily="2" charset="-122"/>
              </a:rPr>
              <a:t>.</a:t>
            </a:r>
            <a:r>
              <a:rPr lang="en-US" altLang="zh-CN" dirty="0">
                <a:latin typeface="华文琥珀" panose="02010800040101010101" pitchFamily="2" charset="-122"/>
              </a:rPr>
              <a:t>7 </a:t>
            </a:r>
            <a:r>
              <a:rPr lang="zh-CN" altLang="en-US" dirty="0">
                <a:latin typeface="华文琥珀" panose="02010800040101010101" pitchFamily="2" charset="-122"/>
              </a:rPr>
              <a:t>其他类型</a:t>
            </a:r>
            <a:endParaRPr lang="zh-CN" altLang="en-US" dirty="0">
              <a:latin typeface="华文琥珀" panose="02010800040101010101" pitchFamily="2" charset="-122"/>
            </a:endParaRPr>
          </a:p>
        </p:txBody>
      </p:sp>
      <p:sp>
        <p:nvSpPr>
          <p:cNvPr id="16" name="Rectangle 4"/>
          <p:cNvSpPr>
            <a:spLocks noChangeArrowheads="1"/>
          </p:cNvSpPr>
          <p:nvPr/>
        </p:nvSpPr>
        <p:spPr bwMode="auto">
          <a:xfrm>
            <a:off x="3845744" y="4285704"/>
            <a:ext cx="304800" cy="533400"/>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baseline="-25000">
                <a:solidFill>
                  <a:schemeClr val="tx1"/>
                </a:solidFill>
                <a:latin typeface="Arial" panose="020B0604020202020204" pitchFamily="34" charset="0"/>
                <a:ea typeface="宋体" panose="02010600030101010101" pitchFamily="2" charset="-122"/>
              </a:defRPr>
            </a:lvl1pPr>
            <a:lvl2pPr marL="742950" indent="-285750" eaLnBrk="0" hangingPunct="0">
              <a:defRPr baseline="-25000">
                <a:solidFill>
                  <a:schemeClr val="tx1"/>
                </a:solidFill>
                <a:latin typeface="Arial" panose="020B0604020202020204" pitchFamily="34" charset="0"/>
                <a:ea typeface="宋体" panose="02010600030101010101" pitchFamily="2" charset="-122"/>
              </a:defRPr>
            </a:lvl2pPr>
            <a:lvl3pPr marL="1143000" indent="-228600" eaLnBrk="0" hangingPunct="0">
              <a:defRPr baseline="-25000">
                <a:solidFill>
                  <a:schemeClr val="tx1"/>
                </a:solidFill>
                <a:latin typeface="Arial" panose="020B0604020202020204" pitchFamily="34" charset="0"/>
                <a:ea typeface="宋体" panose="02010600030101010101" pitchFamily="2" charset="-122"/>
              </a:defRPr>
            </a:lvl3pPr>
            <a:lvl4pPr marL="1600200" indent="-228600" eaLnBrk="0" hangingPunct="0">
              <a:defRPr baseline="-25000">
                <a:solidFill>
                  <a:schemeClr val="tx1"/>
                </a:solidFill>
                <a:latin typeface="Arial" panose="020B0604020202020204" pitchFamily="34" charset="0"/>
                <a:ea typeface="宋体" panose="02010600030101010101" pitchFamily="2" charset="-122"/>
              </a:defRPr>
            </a:lvl4pPr>
            <a:lvl5pPr marL="2057400" indent="-228600" eaLnBrk="0" hangingPunct="0">
              <a:defRPr baseline="-25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aseline="-25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aseline="-25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aseline="-25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aseline="-25000">
                <a:solidFill>
                  <a:schemeClr val="tx1"/>
                </a:solidFill>
                <a:latin typeface="Arial" panose="020B0604020202020204" pitchFamily="34" charset="0"/>
                <a:ea typeface="宋体" panose="02010600030101010101" pitchFamily="2" charset="-122"/>
              </a:defRPr>
            </a:lvl9pPr>
          </a:lstStyle>
          <a:p>
            <a:pPr algn="ctr"/>
            <a:r>
              <a:rPr lang="en-US" altLang="zh-CN" sz="2000" baseline="0"/>
              <a:t>S</a:t>
            </a:r>
            <a:endParaRPr lang="en-US" altLang="zh-CN" sz="2000" baseline="0">
              <a:latin typeface="Franklin Gothic Book" panose="020B0503020102020204" pitchFamily="34" charset="0"/>
            </a:endParaRPr>
          </a:p>
        </p:txBody>
      </p:sp>
      <p:sp>
        <p:nvSpPr>
          <p:cNvPr id="17" name="Rectangle 5"/>
          <p:cNvSpPr>
            <a:spLocks noChangeArrowheads="1"/>
          </p:cNvSpPr>
          <p:nvPr/>
        </p:nvSpPr>
        <p:spPr bwMode="auto">
          <a:xfrm>
            <a:off x="4150544" y="4285704"/>
            <a:ext cx="1143000" cy="533400"/>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baseline="-25000">
                <a:solidFill>
                  <a:schemeClr val="tx1"/>
                </a:solidFill>
                <a:latin typeface="Arial" panose="020B0604020202020204" pitchFamily="34" charset="0"/>
                <a:ea typeface="宋体" panose="02010600030101010101" pitchFamily="2" charset="-122"/>
              </a:defRPr>
            </a:lvl1pPr>
            <a:lvl2pPr marL="742950" indent="-285750" eaLnBrk="0" hangingPunct="0">
              <a:defRPr baseline="-25000">
                <a:solidFill>
                  <a:schemeClr val="tx1"/>
                </a:solidFill>
                <a:latin typeface="Arial" panose="020B0604020202020204" pitchFamily="34" charset="0"/>
                <a:ea typeface="宋体" panose="02010600030101010101" pitchFamily="2" charset="-122"/>
              </a:defRPr>
            </a:lvl2pPr>
            <a:lvl3pPr marL="1143000" indent="-228600" eaLnBrk="0" hangingPunct="0">
              <a:defRPr baseline="-25000">
                <a:solidFill>
                  <a:schemeClr val="tx1"/>
                </a:solidFill>
                <a:latin typeface="Arial" panose="020B0604020202020204" pitchFamily="34" charset="0"/>
                <a:ea typeface="宋体" panose="02010600030101010101" pitchFamily="2" charset="-122"/>
              </a:defRPr>
            </a:lvl3pPr>
            <a:lvl4pPr marL="1600200" indent="-228600" eaLnBrk="0" hangingPunct="0">
              <a:defRPr baseline="-25000">
                <a:solidFill>
                  <a:schemeClr val="tx1"/>
                </a:solidFill>
                <a:latin typeface="Arial" panose="020B0604020202020204" pitchFamily="34" charset="0"/>
                <a:ea typeface="宋体" panose="02010600030101010101" pitchFamily="2" charset="-122"/>
              </a:defRPr>
            </a:lvl4pPr>
            <a:lvl5pPr marL="2057400" indent="-228600" eaLnBrk="0" hangingPunct="0">
              <a:defRPr baseline="-25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aseline="-25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aseline="-25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aseline="-25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aseline="-25000">
                <a:solidFill>
                  <a:schemeClr val="tx1"/>
                </a:solidFill>
                <a:latin typeface="Arial" panose="020B0604020202020204" pitchFamily="34" charset="0"/>
                <a:ea typeface="宋体" panose="02010600030101010101" pitchFamily="2" charset="-122"/>
              </a:defRPr>
            </a:lvl9pPr>
          </a:lstStyle>
          <a:p>
            <a:pPr algn="ctr"/>
            <a:r>
              <a:rPr lang="en-US" altLang="zh-CN" sz="2000" baseline="0"/>
              <a:t>Exponent</a:t>
            </a:r>
            <a:endParaRPr lang="en-US" altLang="zh-CN" sz="2000" baseline="0">
              <a:latin typeface="Franklin Gothic Book" panose="020B0503020102020204" pitchFamily="34" charset="0"/>
            </a:endParaRPr>
          </a:p>
        </p:txBody>
      </p:sp>
      <p:sp>
        <p:nvSpPr>
          <p:cNvPr id="18" name="Rectangle 6"/>
          <p:cNvSpPr>
            <a:spLocks noChangeArrowheads="1"/>
          </p:cNvSpPr>
          <p:nvPr/>
        </p:nvSpPr>
        <p:spPr bwMode="auto">
          <a:xfrm>
            <a:off x="5293544" y="4285704"/>
            <a:ext cx="3200400" cy="533400"/>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baseline="-25000">
                <a:solidFill>
                  <a:schemeClr val="tx1"/>
                </a:solidFill>
                <a:latin typeface="Arial" panose="020B0604020202020204" pitchFamily="34" charset="0"/>
                <a:ea typeface="宋体" panose="02010600030101010101" pitchFamily="2" charset="-122"/>
              </a:defRPr>
            </a:lvl1pPr>
            <a:lvl2pPr marL="742950" indent="-285750" eaLnBrk="0" hangingPunct="0">
              <a:defRPr baseline="-25000">
                <a:solidFill>
                  <a:schemeClr val="tx1"/>
                </a:solidFill>
                <a:latin typeface="Arial" panose="020B0604020202020204" pitchFamily="34" charset="0"/>
                <a:ea typeface="宋体" panose="02010600030101010101" pitchFamily="2" charset="-122"/>
              </a:defRPr>
            </a:lvl2pPr>
            <a:lvl3pPr marL="1143000" indent="-228600" eaLnBrk="0" hangingPunct="0">
              <a:defRPr baseline="-25000">
                <a:solidFill>
                  <a:schemeClr val="tx1"/>
                </a:solidFill>
                <a:latin typeface="Arial" panose="020B0604020202020204" pitchFamily="34" charset="0"/>
                <a:ea typeface="宋体" panose="02010600030101010101" pitchFamily="2" charset="-122"/>
              </a:defRPr>
            </a:lvl3pPr>
            <a:lvl4pPr marL="1600200" indent="-228600" eaLnBrk="0" hangingPunct="0">
              <a:defRPr baseline="-25000">
                <a:solidFill>
                  <a:schemeClr val="tx1"/>
                </a:solidFill>
                <a:latin typeface="Arial" panose="020B0604020202020204" pitchFamily="34" charset="0"/>
                <a:ea typeface="宋体" panose="02010600030101010101" pitchFamily="2" charset="-122"/>
              </a:defRPr>
            </a:lvl4pPr>
            <a:lvl5pPr marL="2057400" indent="-228600" eaLnBrk="0" hangingPunct="0">
              <a:defRPr baseline="-25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aseline="-25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aseline="-25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aseline="-25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aseline="-25000">
                <a:solidFill>
                  <a:schemeClr val="tx1"/>
                </a:solidFill>
                <a:latin typeface="Arial" panose="020B0604020202020204" pitchFamily="34" charset="0"/>
                <a:ea typeface="宋体" panose="02010600030101010101" pitchFamily="2" charset="-122"/>
              </a:defRPr>
            </a:lvl9pPr>
          </a:lstStyle>
          <a:p>
            <a:pPr algn="ctr"/>
            <a:r>
              <a:rPr lang="en-US" altLang="zh-CN" sz="2000" baseline="0"/>
              <a:t>Fraction</a:t>
            </a:r>
            <a:endParaRPr lang="en-US" altLang="zh-CN" sz="2000" baseline="0">
              <a:latin typeface="Franklin Gothic Book" panose="020B0503020102020204" pitchFamily="34" charset="0"/>
            </a:endParaRPr>
          </a:p>
        </p:txBody>
      </p:sp>
      <p:sp>
        <p:nvSpPr>
          <p:cNvPr id="19" name="Line 7"/>
          <p:cNvSpPr>
            <a:spLocks noChangeShapeType="1"/>
          </p:cNvSpPr>
          <p:nvPr/>
        </p:nvSpPr>
        <p:spPr bwMode="auto">
          <a:xfrm>
            <a:off x="3845744" y="4209504"/>
            <a:ext cx="304800" cy="0"/>
          </a:xfrm>
          <a:prstGeom prst="line">
            <a:avLst/>
          </a:prstGeom>
          <a:noFill/>
          <a:ln w="9525">
            <a:solidFill>
              <a:schemeClr val="tx1"/>
            </a:solidFill>
            <a:round/>
            <a:headEnd type="arrow" w="sm" len="sm"/>
            <a:tailEnd type="arrow" w="sm" len="sm"/>
          </a:ln>
          <a:extLst>
            <a:ext uri="{909E8E84-426E-40DD-AFC4-6F175D3DCCD1}">
              <a14:hiddenFill xmlns:a14="http://schemas.microsoft.com/office/drawing/2010/main">
                <a:noFill/>
              </a14:hiddenFill>
            </a:ext>
          </a:extLst>
        </p:spPr>
        <p:txBody>
          <a:bodyPr/>
          <a:lstStyle/>
          <a:p>
            <a:endParaRPr lang="zh-HK" altLang="en-US"/>
          </a:p>
        </p:txBody>
      </p:sp>
      <p:sp>
        <p:nvSpPr>
          <p:cNvPr id="20" name="Line 8"/>
          <p:cNvSpPr>
            <a:spLocks noChangeShapeType="1"/>
          </p:cNvSpPr>
          <p:nvPr/>
        </p:nvSpPr>
        <p:spPr bwMode="auto">
          <a:xfrm>
            <a:off x="4150544" y="4209504"/>
            <a:ext cx="1143000" cy="0"/>
          </a:xfrm>
          <a:prstGeom prst="line">
            <a:avLst/>
          </a:prstGeom>
          <a:noFill/>
          <a:ln w="9525">
            <a:solidFill>
              <a:schemeClr val="tx1"/>
            </a:solidFill>
            <a:round/>
            <a:headEnd type="arrow" w="sm" len="sm"/>
            <a:tailEnd type="arrow" w="sm" len="sm"/>
          </a:ln>
          <a:extLst>
            <a:ext uri="{909E8E84-426E-40DD-AFC4-6F175D3DCCD1}">
              <a14:hiddenFill xmlns:a14="http://schemas.microsoft.com/office/drawing/2010/main">
                <a:noFill/>
              </a14:hiddenFill>
            </a:ext>
          </a:extLst>
        </p:spPr>
        <p:txBody>
          <a:bodyPr/>
          <a:lstStyle/>
          <a:p>
            <a:endParaRPr lang="zh-HK" altLang="en-US"/>
          </a:p>
        </p:txBody>
      </p:sp>
      <p:sp>
        <p:nvSpPr>
          <p:cNvPr id="21" name="Line 9"/>
          <p:cNvSpPr>
            <a:spLocks noChangeShapeType="1"/>
          </p:cNvSpPr>
          <p:nvPr/>
        </p:nvSpPr>
        <p:spPr bwMode="auto">
          <a:xfrm>
            <a:off x="5293544" y="4209504"/>
            <a:ext cx="3200400" cy="0"/>
          </a:xfrm>
          <a:prstGeom prst="line">
            <a:avLst/>
          </a:prstGeom>
          <a:noFill/>
          <a:ln w="9525">
            <a:solidFill>
              <a:schemeClr val="tx1"/>
            </a:solidFill>
            <a:round/>
            <a:headEnd type="arrow" w="sm" len="sm"/>
            <a:tailEnd type="arrow" w="sm" len="sm"/>
          </a:ln>
          <a:extLst>
            <a:ext uri="{909E8E84-426E-40DD-AFC4-6F175D3DCCD1}">
              <a14:hiddenFill xmlns:a14="http://schemas.microsoft.com/office/drawing/2010/main">
                <a:noFill/>
              </a14:hiddenFill>
            </a:ext>
          </a:extLst>
        </p:spPr>
        <p:txBody>
          <a:bodyPr/>
          <a:lstStyle/>
          <a:p>
            <a:endParaRPr lang="zh-HK" altLang="en-US"/>
          </a:p>
        </p:txBody>
      </p:sp>
      <p:sp>
        <p:nvSpPr>
          <p:cNvPr id="22" name="Text Box 10"/>
          <p:cNvSpPr txBox="1">
            <a:spLocks noChangeArrowheads="1"/>
          </p:cNvSpPr>
          <p:nvPr/>
        </p:nvSpPr>
        <p:spPr bwMode="auto">
          <a:xfrm>
            <a:off x="3693344" y="3904705"/>
            <a:ext cx="6096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baseline="-25000">
                <a:solidFill>
                  <a:schemeClr val="tx1"/>
                </a:solidFill>
                <a:latin typeface="Arial" panose="020B0604020202020204" pitchFamily="34" charset="0"/>
                <a:ea typeface="宋体" panose="02010600030101010101" pitchFamily="2" charset="-122"/>
              </a:defRPr>
            </a:lvl1pPr>
            <a:lvl2pPr marL="742950" indent="-285750" eaLnBrk="0" hangingPunct="0">
              <a:defRPr baseline="-25000">
                <a:solidFill>
                  <a:schemeClr val="tx1"/>
                </a:solidFill>
                <a:latin typeface="Arial" panose="020B0604020202020204" pitchFamily="34" charset="0"/>
                <a:ea typeface="宋体" panose="02010600030101010101" pitchFamily="2" charset="-122"/>
              </a:defRPr>
            </a:lvl2pPr>
            <a:lvl3pPr marL="1143000" indent="-228600" eaLnBrk="0" hangingPunct="0">
              <a:defRPr baseline="-25000">
                <a:solidFill>
                  <a:schemeClr val="tx1"/>
                </a:solidFill>
                <a:latin typeface="Arial" panose="020B0604020202020204" pitchFamily="34" charset="0"/>
                <a:ea typeface="宋体" panose="02010600030101010101" pitchFamily="2" charset="-122"/>
              </a:defRPr>
            </a:lvl3pPr>
            <a:lvl4pPr marL="1600200" indent="-228600" eaLnBrk="0" hangingPunct="0">
              <a:defRPr baseline="-25000">
                <a:solidFill>
                  <a:schemeClr val="tx1"/>
                </a:solidFill>
                <a:latin typeface="Arial" panose="020B0604020202020204" pitchFamily="34" charset="0"/>
                <a:ea typeface="宋体" panose="02010600030101010101" pitchFamily="2" charset="-122"/>
              </a:defRPr>
            </a:lvl4pPr>
            <a:lvl5pPr marL="2057400" indent="-228600" eaLnBrk="0" hangingPunct="0">
              <a:defRPr baseline="-25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aseline="-25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aseline="-25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aseline="-25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aseline="-25000">
                <a:solidFill>
                  <a:schemeClr val="tx1"/>
                </a:solidFill>
                <a:latin typeface="Arial" panose="020B0604020202020204" pitchFamily="34" charset="0"/>
                <a:ea typeface="宋体" panose="02010600030101010101" pitchFamily="2" charset="-122"/>
              </a:defRPr>
            </a:lvl9pPr>
          </a:lstStyle>
          <a:p>
            <a:pPr algn="ctr"/>
            <a:r>
              <a:rPr lang="en-US" altLang="zh-CN" i="1" baseline="0"/>
              <a:t>1b</a:t>
            </a:r>
            <a:endParaRPr lang="en-US" altLang="zh-CN" sz="1400" i="1" baseline="0">
              <a:latin typeface="Franklin Gothic Book" panose="020B0503020102020204" pitchFamily="34" charset="0"/>
            </a:endParaRPr>
          </a:p>
        </p:txBody>
      </p:sp>
      <p:sp>
        <p:nvSpPr>
          <p:cNvPr id="23" name="Text Box 11"/>
          <p:cNvSpPr txBox="1">
            <a:spLocks noChangeArrowheads="1"/>
          </p:cNvSpPr>
          <p:nvPr/>
        </p:nvSpPr>
        <p:spPr bwMode="auto">
          <a:xfrm>
            <a:off x="4302944" y="3904705"/>
            <a:ext cx="9144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baseline="-25000">
                <a:solidFill>
                  <a:schemeClr val="tx1"/>
                </a:solidFill>
                <a:latin typeface="Arial" panose="020B0604020202020204" pitchFamily="34" charset="0"/>
                <a:ea typeface="宋体" panose="02010600030101010101" pitchFamily="2" charset="-122"/>
              </a:defRPr>
            </a:lvl1pPr>
            <a:lvl2pPr marL="742950" indent="-285750" eaLnBrk="0" hangingPunct="0">
              <a:defRPr baseline="-25000">
                <a:solidFill>
                  <a:schemeClr val="tx1"/>
                </a:solidFill>
                <a:latin typeface="Arial" panose="020B0604020202020204" pitchFamily="34" charset="0"/>
                <a:ea typeface="宋体" panose="02010600030101010101" pitchFamily="2" charset="-122"/>
              </a:defRPr>
            </a:lvl2pPr>
            <a:lvl3pPr marL="1143000" indent="-228600" eaLnBrk="0" hangingPunct="0">
              <a:defRPr baseline="-25000">
                <a:solidFill>
                  <a:schemeClr val="tx1"/>
                </a:solidFill>
                <a:latin typeface="Arial" panose="020B0604020202020204" pitchFamily="34" charset="0"/>
                <a:ea typeface="宋体" panose="02010600030101010101" pitchFamily="2" charset="-122"/>
              </a:defRPr>
            </a:lvl3pPr>
            <a:lvl4pPr marL="1600200" indent="-228600" eaLnBrk="0" hangingPunct="0">
              <a:defRPr baseline="-25000">
                <a:solidFill>
                  <a:schemeClr val="tx1"/>
                </a:solidFill>
                <a:latin typeface="Arial" panose="020B0604020202020204" pitchFamily="34" charset="0"/>
                <a:ea typeface="宋体" panose="02010600030101010101" pitchFamily="2" charset="-122"/>
              </a:defRPr>
            </a:lvl4pPr>
            <a:lvl5pPr marL="2057400" indent="-228600" eaLnBrk="0" hangingPunct="0">
              <a:defRPr baseline="-25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aseline="-25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aseline="-25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aseline="-25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aseline="-25000">
                <a:solidFill>
                  <a:schemeClr val="tx1"/>
                </a:solidFill>
                <a:latin typeface="Arial" panose="020B0604020202020204" pitchFamily="34" charset="0"/>
                <a:ea typeface="宋体" panose="02010600030101010101" pitchFamily="2" charset="-122"/>
              </a:defRPr>
            </a:lvl9pPr>
          </a:lstStyle>
          <a:p>
            <a:pPr algn="ctr"/>
            <a:r>
              <a:rPr lang="en-US" altLang="zh-CN" i="1" baseline="0"/>
              <a:t>8b</a:t>
            </a:r>
            <a:endParaRPr lang="en-US" altLang="zh-CN" sz="1400" i="1" baseline="0">
              <a:latin typeface="Franklin Gothic Book" panose="020B0503020102020204" pitchFamily="34" charset="0"/>
            </a:endParaRPr>
          </a:p>
        </p:txBody>
      </p:sp>
      <p:sp>
        <p:nvSpPr>
          <p:cNvPr id="24" name="Text Box 12"/>
          <p:cNvSpPr txBox="1">
            <a:spLocks noChangeArrowheads="1"/>
          </p:cNvSpPr>
          <p:nvPr/>
        </p:nvSpPr>
        <p:spPr bwMode="auto">
          <a:xfrm>
            <a:off x="6588944" y="3904704"/>
            <a:ext cx="80320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baseline="-25000">
                <a:solidFill>
                  <a:schemeClr val="tx1"/>
                </a:solidFill>
                <a:latin typeface="Arial" panose="020B0604020202020204" pitchFamily="34" charset="0"/>
                <a:ea typeface="宋体" panose="02010600030101010101" pitchFamily="2" charset="-122"/>
              </a:defRPr>
            </a:lvl1pPr>
            <a:lvl2pPr marL="742950" indent="-285750" eaLnBrk="0" hangingPunct="0">
              <a:defRPr baseline="-25000">
                <a:solidFill>
                  <a:schemeClr val="tx1"/>
                </a:solidFill>
                <a:latin typeface="Arial" panose="020B0604020202020204" pitchFamily="34" charset="0"/>
                <a:ea typeface="宋体" panose="02010600030101010101" pitchFamily="2" charset="-122"/>
              </a:defRPr>
            </a:lvl2pPr>
            <a:lvl3pPr marL="1143000" indent="-228600" eaLnBrk="0" hangingPunct="0">
              <a:defRPr baseline="-25000">
                <a:solidFill>
                  <a:schemeClr val="tx1"/>
                </a:solidFill>
                <a:latin typeface="Arial" panose="020B0604020202020204" pitchFamily="34" charset="0"/>
                <a:ea typeface="宋体" panose="02010600030101010101" pitchFamily="2" charset="-122"/>
              </a:defRPr>
            </a:lvl3pPr>
            <a:lvl4pPr marL="1600200" indent="-228600" eaLnBrk="0" hangingPunct="0">
              <a:defRPr baseline="-25000">
                <a:solidFill>
                  <a:schemeClr val="tx1"/>
                </a:solidFill>
                <a:latin typeface="Arial" panose="020B0604020202020204" pitchFamily="34" charset="0"/>
                <a:ea typeface="宋体" panose="02010600030101010101" pitchFamily="2" charset="-122"/>
              </a:defRPr>
            </a:lvl4pPr>
            <a:lvl5pPr marL="2057400" indent="-228600" eaLnBrk="0" hangingPunct="0">
              <a:defRPr baseline="-25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aseline="-25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aseline="-25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aseline="-25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aseline="-25000">
                <a:solidFill>
                  <a:schemeClr val="tx1"/>
                </a:solidFill>
                <a:latin typeface="Arial" panose="020B0604020202020204" pitchFamily="34" charset="0"/>
                <a:ea typeface="宋体" panose="02010600030101010101" pitchFamily="2" charset="-122"/>
              </a:defRPr>
            </a:lvl9pPr>
          </a:lstStyle>
          <a:p>
            <a:pPr algn="ctr"/>
            <a:r>
              <a:rPr lang="en-US" altLang="zh-CN" i="1" baseline="0" dirty="0"/>
              <a:t>23b</a:t>
            </a:r>
            <a:endParaRPr lang="en-US" altLang="zh-CN" sz="1400" i="1" baseline="0" dirty="0">
              <a:latin typeface="Franklin Gothic Book" panose="020B0503020102020204" pitchFamily="34" charset="0"/>
            </a:endParaRPr>
          </a:p>
        </p:txBody>
      </p:sp>
      <p:graphicFrame>
        <p:nvGraphicFramePr>
          <p:cNvPr id="25" name="Object 0"/>
          <p:cNvGraphicFramePr>
            <a:graphicFrameLocks noChangeAspect="1"/>
          </p:cNvGraphicFramePr>
          <p:nvPr/>
        </p:nvGraphicFramePr>
        <p:xfrm>
          <a:off x="1991544" y="5047704"/>
          <a:ext cx="8432800" cy="1117600"/>
        </p:xfrm>
        <a:graphic>
          <a:graphicData uri="http://schemas.openxmlformats.org/presentationml/2006/ole">
            <mc:AlternateContent xmlns:mc="http://schemas.openxmlformats.org/markup-compatibility/2006">
              <mc:Choice xmlns:v="urn:schemas-microsoft-com:vml" Requires="v">
                <p:oleObj spid="_x0000_s1028" name="Equation" r:id="rId1" imgW="8432800" imgH="1117600" progId="Equation.3">
                  <p:embed/>
                </p:oleObj>
              </mc:Choice>
              <mc:Fallback>
                <p:oleObj name="Equation" r:id="rId1" imgW="8432800" imgH="1117600" progId="Equation.3">
                  <p:embed/>
                  <p:pic>
                    <p:nvPicPr>
                      <p:cNvPr id="0" name="Object 0"/>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91544" y="5047704"/>
                        <a:ext cx="8432800" cy="11176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 name="灯片编号占位符 1"/>
          <p:cNvSpPr>
            <a:spLocks noGrp="1"/>
          </p:cNvSpPr>
          <p:nvPr>
            <p:ph type="sldNum" sz="quarter" idx="12"/>
          </p:nvPr>
        </p:nvSpPr>
        <p:spPr/>
        <p:txBody>
          <a:bodyPr/>
          <a:lstStyle/>
          <a:p>
            <a:pPr>
              <a:defRPr/>
            </a:pPr>
            <a:fld id="{7C93F2F6-B200-4836-9340-136DE7987878}" type="slidenum">
              <a:rPr lang="en-US" smtClean="0"/>
            </a:fld>
            <a:endParaRPr lang="en-US"/>
          </a:p>
        </p:txBody>
      </p:sp>
    </p:spTree>
  </p:cSld>
  <p:clrMapOvr>
    <a:masterClrMapping/>
  </p:clrMapOvr>
  <p:transition spd="med">
    <p:strips dir="rd"/>
  </p:transition>
</p:sld>
</file>

<file path=ppt/slides/slide3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27330" name="Rectangle 2"/>
          <p:cNvSpPr>
            <a:spLocks noChangeArrowheads="1"/>
          </p:cNvSpPr>
          <p:nvPr/>
        </p:nvSpPr>
        <p:spPr bwMode="auto">
          <a:xfrm>
            <a:off x="1820864" y="3928675"/>
            <a:ext cx="8569325" cy="276999"/>
          </a:xfrm>
          <a:prstGeom prst="rect">
            <a:avLst/>
          </a:prstGeom>
          <a:solidFill>
            <a:schemeClr val="accent1"/>
          </a:solidFill>
          <a:ln w="28575" algn="ctr">
            <a:solidFill>
              <a:srgbClr val="0066FF"/>
            </a:solidFill>
            <a:miter lim="800000"/>
          </a:ln>
        </p:spPr>
        <p:txBody>
          <a:bodyPr anchor="ctr">
            <a:spAutoFit/>
          </a:bodyPr>
          <a:lstStyle/>
          <a:p>
            <a:endParaRPr lang="zh-CN" altLang="en-US"/>
          </a:p>
        </p:txBody>
      </p:sp>
      <p:sp>
        <p:nvSpPr>
          <p:cNvPr id="35843" name="Rectangle 3"/>
          <p:cNvSpPr>
            <a:spLocks noGrp="1" noChangeArrowheads="1"/>
          </p:cNvSpPr>
          <p:nvPr>
            <p:ph type="title"/>
          </p:nvPr>
        </p:nvSpPr>
        <p:spPr>
          <a:xfrm>
            <a:off x="2098675" y="304801"/>
            <a:ext cx="8001000" cy="1027113"/>
          </a:xfrm>
        </p:spPr>
        <p:txBody>
          <a:bodyPr/>
          <a:lstStyle/>
          <a:p>
            <a:pPr eaLnBrk="1" hangingPunct="1"/>
            <a:r>
              <a:rPr lang="en-US" altLang="zh-CN"/>
              <a:t>IEEE </a:t>
            </a:r>
            <a:r>
              <a:rPr lang="zh-CN" altLang="en-US"/>
              <a:t>浮点数标准</a:t>
            </a:r>
            <a:r>
              <a:rPr lang="en-US" altLang="zh-CN"/>
              <a:t>754  </a:t>
            </a:r>
            <a:r>
              <a:rPr lang="en-US" altLang="zh-CN" sz="3000">
                <a:solidFill>
                  <a:srgbClr val="333399"/>
                </a:solidFill>
              </a:rPr>
              <a:t>(</a:t>
            </a:r>
            <a:r>
              <a:rPr lang="zh-CN" altLang="en-US" sz="3000">
                <a:solidFill>
                  <a:srgbClr val="333399"/>
                </a:solidFill>
              </a:rPr>
              <a:t>短浮点数</a:t>
            </a:r>
            <a:r>
              <a:rPr lang="en-US" altLang="zh-CN" sz="3000">
                <a:solidFill>
                  <a:srgbClr val="333399"/>
                </a:solidFill>
              </a:rPr>
              <a:t>)</a:t>
            </a:r>
            <a:endParaRPr lang="en-US" altLang="zh-CN" sz="3000">
              <a:solidFill>
                <a:srgbClr val="333399"/>
              </a:solidFill>
            </a:endParaRPr>
          </a:p>
        </p:txBody>
      </p:sp>
      <p:graphicFrame>
        <p:nvGraphicFramePr>
          <p:cNvPr id="227370" name="Group 42"/>
          <p:cNvGraphicFramePr>
            <a:graphicFrameLocks noGrp="1"/>
          </p:cNvGraphicFramePr>
          <p:nvPr>
            <p:ph idx="1"/>
          </p:nvPr>
        </p:nvGraphicFramePr>
        <p:xfrm>
          <a:off x="2090738" y="1752601"/>
          <a:ext cx="7867650" cy="4019553"/>
        </p:xfrm>
        <a:graphic>
          <a:graphicData uri="http://schemas.openxmlformats.org/drawingml/2006/table">
            <a:tbl>
              <a:tblPr/>
              <a:tblGrid>
                <a:gridCol w="1311275"/>
                <a:gridCol w="1598612"/>
                <a:gridCol w="1314450"/>
                <a:gridCol w="3643313"/>
              </a:tblGrid>
              <a:tr h="668338">
                <a:tc>
                  <a:txBody>
                    <a:bodyPr/>
                    <a:lstStyle/>
                    <a:p>
                      <a:pPr marL="469900" marR="0" lvl="0" indent="-469900" algn="ctr" defTabSz="914400" rtl="0" eaLnBrk="0" fontAlgn="base" latinLnBrk="0" hangingPunct="0">
                        <a:lnSpc>
                          <a:spcPct val="100000"/>
                        </a:lnSpc>
                        <a:spcBef>
                          <a:spcPct val="0"/>
                        </a:spcBef>
                        <a:spcAft>
                          <a:spcPct val="0"/>
                        </a:spcAft>
                        <a:buClr>
                          <a:schemeClr val="accent2"/>
                        </a:buClr>
                        <a:buSzTx/>
                        <a:buFont typeface="Wingdings" panose="05000000000000000000" pitchFamily="2" charset="2"/>
                        <a:buNone/>
                      </a:pPr>
                      <a:r>
                        <a:rPr kumimoji="0" lang="en-US" altLang="zh-CN" sz="1600" b="1" i="0" u="none" strike="noStrike" cap="none" normalizeH="0" baseline="0">
                          <a:ln>
                            <a:noFill/>
                          </a:ln>
                          <a:solidFill>
                            <a:schemeClr val="tx1"/>
                          </a:solidFill>
                          <a:effectLst/>
                          <a:latin typeface="Verdana" panose="020B0604030504040204" pitchFamily="34" charset="0"/>
                          <a:ea typeface="宋体" panose="02010600030101010101" pitchFamily="2" charset="-122"/>
                        </a:rPr>
                        <a:t>S(1</a:t>
                      </a:r>
                      <a:r>
                        <a:rPr kumimoji="0" lang="zh-CN" altLang="en-US" sz="1600" b="1" i="0" u="none" strike="noStrike" cap="none" normalizeH="0" baseline="0">
                          <a:ln>
                            <a:noFill/>
                          </a:ln>
                          <a:solidFill>
                            <a:schemeClr val="tx1"/>
                          </a:solidFill>
                          <a:effectLst/>
                          <a:latin typeface="Verdana" panose="020B0604030504040204" pitchFamily="34" charset="0"/>
                          <a:ea typeface="宋体" panose="02010600030101010101" pitchFamily="2" charset="-122"/>
                        </a:rPr>
                        <a:t>位</a:t>
                      </a:r>
                      <a:r>
                        <a:rPr kumimoji="0" lang="en-US" altLang="zh-CN" sz="1600" b="1" i="0" u="none" strike="noStrike" cap="none" normalizeH="0" baseline="0">
                          <a:ln>
                            <a:noFill/>
                          </a:ln>
                          <a:solidFill>
                            <a:schemeClr val="tx1"/>
                          </a:solidFill>
                          <a:effectLst/>
                          <a:latin typeface="Verdana" panose="020B0604030504040204" pitchFamily="34" charset="0"/>
                          <a:ea typeface="宋体" panose="02010600030101010101" pitchFamily="2" charset="-122"/>
                        </a:rPr>
                        <a:t>) </a:t>
                      </a:r>
                      <a:endParaRPr kumimoji="0" lang="en-US" altLang="zh-CN" sz="1600" b="1" i="0" u="none" strike="noStrike" cap="none" normalizeH="0" baseline="0">
                        <a:ln>
                          <a:noFill/>
                        </a:ln>
                        <a:solidFill>
                          <a:schemeClr val="tx1"/>
                        </a:solidFill>
                        <a:effectLst/>
                        <a:latin typeface="Verdana" panose="020B0604030504040204" pitchFamily="34" charset="0"/>
                        <a:ea typeface="宋体" panose="02010600030101010101" pitchFamily="2" charset="-122"/>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469900" marR="0" lvl="0" indent="-469900" algn="ctr" defTabSz="914400" rtl="0" eaLnBrk="0" fontAlgn="base" latinLnBrk="0" hangingPunct="0">
                        <a:lnSpc>
                          <a:spcPct val="100000"/>
                        </a:lnSpc>
                        <a:spcBef>
                          <a:spcPct val="0"/>
                        </a:spcBef>
                        <a:spcAft>
                          <a:spcPct val="0"/>
                        </a:spcAft>
                        <a:buClr>
                          <a:schemeClr val="accent2"/>
                        </a:buClr>
                        <a:buSzTx/>
                        <a:buFont typeface="Wingdings" panose="05000000000000000000" pitchFamily="2" charset="2"/>
                        <a:buNone/>
                      </a:pPr>
                      <a:r>
                        <a:rPr kumimoji="0" lang="en-US" altLang="zh-CN" sz="1600" b="1" i="0" u="none" strike="noStrike" cap="none" normalizeH="0" baseline="0">
                          <a:ln>
                            <a:noFill/>
                          </a:ln>
                          <a:solidFill>
                            <a:schemeClr val="tx1"/>
                          </a:solidFill>
                          <a:effectLst/>
                          <a:latin typeface="Verdana" panose="020B0604030504040204" pitchFamily="34" charset="0"/>
                          <a:ea typeface="宋体" panose="02010600030101010101" pitchFamily="2" charset="-122"/>
                        </a:rPr>
                        <a:t>E(8</a:t>
                      </a:r>
                      <a:r>
                        <a:rPr kumimoji="0" lang="zh-CN" altLang="en-US" sz="1600" b="1" i="0" u="none" strike="noStrike" cap="none" normalizeH="0" baseline="0">
                          <a:ln>
                            <a:noFill/>
                          </a:ln>
                          <a:solidFill>
                            <a:schemeClr val="tx1"/>
                          </a:solidFill>
                          <a:effectLst/>
                          <a:latin typeface="Verdana" panose="020B0604030504040204" pitchFamily="34" charset="0"/>
                          <a:ea typeface="宋体" panose="02010600030101010101" pitchFamily="2" charset="-122"/>
                        </a:rPr>
                        <a:t>位</a:t>
                      </a:r>
                      <a:r>
                        <a:rPr kumimoji="0" lang="en-US" altLang="zh-CN" sz="1600" b="1" i="0" u="none" strike="noStrike" cap="none" normalizeH="0" baseline="0">
                          <a:ln>
                            <a:noFill/>
                          </a:ln>
                          <a:solidFill>
                            <a:schemeClr val="tx1"/>
                          </a:solidFill>
                          <a:effectLst/>
                          <a:latin typeface="Verdana" panose="020B0604030504040204" pitchFamily="34" charset="0"/>
                          <a:ea typeface="宋体" panose="02010600030101010101" pitchFamily="2" charset="-122"/>
                        </a:rPr>
                        <a:t>) </a:t>
                      </a:r>
                      <a:endParaRPr kumimoji="0" lang="en-US" altLang="zh-CN" sz="1600" b="1" i="0" u="none" strike="noStrike" cap="none" normalizeH="0" baseline="0">
                        <a:ln>
                          <a:noFill/>
                        </a:ln>
                        <a:solidFill>
                          <a:schemeClr val="tx1"/>
                        </a:solidFill>
                        <a:effectLst/>
                        <a:latin typeface="Verdana" panose="020B0604030504040204" pitchFamily="34" charset="0"/>
                        <a:ea typeface="宋体" panose="02010600030101010101" pitchFamily="2" charset="-122"/>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469900" marR="0" lvl="0" indent="-469900" algn="ctr" defTabSz="914400" rtl="0" eaLnBrk="0" fontAlgn="base" latinLnBrk="0" hangingPunct="0">
                        <a:lnSpc>
                          <a:spcPct val="100000"/>
                        </a:lnSpc>
                        <a:spcBef>
                          <a:spcPct val="0"/>
                        </a:spcBef>
                        <a:spcAft>
                          <a:spcPct val="0"/>
                        </a:spcAft>
                        <a:buClr>
                          <a:schemeClr val="accent2"/>
                        </a:buClr>
                        <a:buSzTx/>
                        <a:buFont typeface="Wingdings" panose="05000000000000000000" pitchFamily="2" charset="2"/>
                        <a:buNone/>
                      </a:pPr>
                      <a:r>
                        <a:rPr kumimoji="0" lang="en-US" altLang="zh-CN" sz="1600" b="1" i="0" u="none" strike="noStrike" cap="none" normalizeH="0" baseline="0" dirty="0">
                          <a:ln>
                            <a:noFill/>
                          </a:ln>
                          <a:solidFill>
                            <a:schemeClr val="tx1"/>
                          </a:solidFill>
                          <a:effectLst/>
                          <a:latin typeface="Verdana" panose="020B0604030504040204" pitchFamily="34" charset="0"/>
                          <a:ea typeface="宋体" panose="02010600030101010101" pitchFamily="2" charset="-122"/>
                        </a:rPr>
                        <a:t>F(23</a:t>
                      </a:r>
                      <a:r>
                        <a:rPr kumimoji="0" lang="zh-CN" altLang="en-US" sz="1600" b="1" i="0" u="none" strike="noStrike" cap="none" normalizeH="0" baseline="0" dirty="0">
                          <a:ln>
                            <a:noFill/>
                          </a:ln>
                          <a:solidFill>
                            <a:schemeClr val="tx1"/>
                          </a:solidFill>
                          <a:effectLst/>
                          <a:latin typeface="Verdana" panose="020B0604030504040204" pitchFamily="34" charset="0"/>
                          <a:ea typeface="宋体" panose="02010600030101010101" pitchFamily="2" charset="-122"/>
                        </a:rPr>
                        <a:t>位</a:t>
                      </a:r>
                      <a:r>
                        <a:rPr kumimoji="0" lang="en-US" altLang="zh-CN" sz="1600" b="1" i="0" u="none" strike="noStrike" cap="none" normalizeH="0" baseline="0" dirty="0">
                          <a:ln>
                            <a:noFill/>
                          </a:ln>
                          <a:solidFill>
                            <a:schemeClr val="tx1"/>
                          </a:solidFill>
                          <a:effectLst/>
                          <a:latin typeface="Verdana" panose="020B0604030504040204" pitchFamily="34" charset="0"/>
                          <a:ea typeface="宋体" panose="02010600030101010101" pitchFamily="2" charset="-122"/>
                        </a:rPr>
                        <a:t>) </a:t>
                      </a:r>
                      <a:endParaRPr kumimoji="0" lang="en-US" altLang="zh-CN" sz="1600" b="1" i="0" u="none" strike="noStrike" cap="none" normalizeH="0" baseline="0" dirty="0">
                        <a:ln>
                          <a:noFill/>
                        </a:ln>
                        <a:solidFill>
                          <a:schemeClr val="tx1"/>
                        </a:solidFill>
                        <a:effectLst/>
                        <a:latin typeface="Verdana" panose="020B0604030504040204" pitchFamily="34" charset="0"/>
                        <a:ea typeface="宋体" panose="02010600030101010101" pitchFamily="2" charset="-122"/>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469900" marR="0" lvl="0" indent="-469900" algn="ctr" defTabSz="914400" rtl="0" eaLnBrk="0" fontAlgn="base" latinLnBrk="0" hangingPunct="0">
                        <a:lnSpc>
                          <a:spcPct val="100000"/>
                        </a:lnSpc>
                        <a:spcBef>
                          <a:spcPct val="0"/>
                        </a:spcBef>
                        <a:spcAft>
                          <a:spcPct val="0"/>
                        </a:spcAft>
                        <a:buClr>
                          <a:schemeClr val="accent2"/>
                        </a:buClr>
                        <a:buSzTx/>
                        <a:buFont typeface="Wingdings" panose="05000000000000000000" pitchFamily="2" charset="2"/>
                        <a:buNone/>
                      </a:pPr>
                      <a:r>
                        <a:rPr kumimoji="0" lang="en-US" altLang="zh-CN" sz="1600" b="1" i="0" u="none" strike="noStrike" cap="none" normalizeH="0" baseline="0">
                          <a:ln>
                            <a:noFill/>
                          </a:ln>
                          <a:solidFill>
                            <a:schemeClr val="tx1"/>
                          </a:solidFill>
                          <a:effectLst/>
                          <a:latin typeface="Verdana" panose="020B0604030504040204" pitchFamily="34" charset="0"/>
                          <a:ea typeface="宋体" panose="02010600030101010101" pitchFamily="2" charset="-122"/>
                        </a:rPr>
                        <a:t>X(</a:t>
                      </a:r>
                      <a:r>
                        <a:rPr kumimoji="0" lang="zh-CN" altLang="en-US" sz="1600" b="1" i="0" u="none" strike="noStrike" cap="none" normalizeH="0" baseline="0">
                          <a:ln>
                            <a:noFill/>
                          </a:ln>
                          <a:solidFill>
                            <a:schemeClr val="tx1"/>
                          </a:solidFill>
                          <a:effectLst/>
                          <a:latin typeface="Verdana" panose="020B0604030504040204" pitchFamily="34" charset="0"/>
                          <a:ea typeface="宋体" panose="02010600030101010101" pitchFamily="2" charset="-122"/>
                        </a:rPr>
                        <a:t>共</a:t>
                      </a:r>
                      <a:r>
                        <a:rPr kumimoji="0" lang="en-US" altLang="zh-CN" sz="1600" b="1" i="0" u="none" strike="noStrike" cap="none" normalizeH="0" baseline="0">
                          <a:ln>
                            <a:noFill/>
                          </a:ln>
                          <a:solidFill>
                            <a:schemeClr val="tx1"/>
                          </a:solidFill>
                          <a:effectLst/>
                          <a:latin typeface="Verdana" panose="020B0604030504040204" pitchFamily="34" charset="0"/>
                          <a:ea typeface="宋体" panose="02010600030101010101" pitchFamily="2" charset="-122"/>
                        </a:rPr>
                        <a:t>32</a:t>
                      </a:r>
                      <a:r>
                        <a:rPr kumimoji="0" lang="zh-CN" altLang="en-US" sz="1600" b="1" i="0" u="none" strike="noStrike" cap="none" normalizeH="0" baseline="0">
                          <a:ln>
                            <a:noFill/>
                          </a:ln>
                          <a:solidFill>
                            <a:schemeClr val="tx1"/>
                          </a:solidFill>
                          <a:effectLst/>
                          <a:latin typeface="Verdana" panose="020B0604030504040204" pitchFamily="34" charset="0"/>
                          <a:ea typeface="宋体" panose="02010600030101010101" pitchFamily="2" charset="-122"/>
                        </a:rPr>
                        <a:t>位</a:t>
                      </a:r>
                      <a:r>
                        <a:rPr kumimoji="0" lang="en-US" altLang="zh-CN" sz="1600" b="1" i="0" u="none" strike="noStrike" cap="none" normalizeH="0" baseline="0">
                          <a:ln>
                            <a:noFill/>
                          </a:ln>
                          <a:solidFill>
                            <a:schemeClr val="tx1"/>
                          </a:solidFill>
                          <a:effectLst/>
                          <a:latin typeface="Verdana" panose="020B0604030504040204" pitchFamily="34" charset="0"/>
                          <a:ea typeface="宋体" panose="02010600030101010101" pitchFamily="2" charset="-122"/>
                        </a:rPr>
                        <a:t>) </a:t>
                      </a:r>
                      <a:endParaRPr kumimoji="0" lang="en-US" altLang="zh-CN" sz="1600" b="1" i="0" u="none" strike="noStrike" cap="none" normalizeH="0" baseline="0">
                        <a:ln>
                          <a:noFill/>
                        </a:ln>
                        <a:solidFill>
                          <a:schemeClr val="tx1"/>
                        </a:solidFill>
                        <a:effectLst/>
                        <a:latin typeface="Verdana" panose="020B0604030504040204" pitchFamily="34" charset="0"/>
                        <a:ea typeface="宋体" panose="02010600030101010101" pitchFamily="2" charset="-122"/>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700088">
                <a:tc>
                  <a:txBody>
                    <a:bodyPr/>
                    <a:lstStyle/>
                    <a:p>
                      <a:pPr marL="469900" marR="0" lvl="0" indent="-469900" algn="ctr" defTabSz="914400" rtl="0" eaLnBrk="0" fontAlgn="base" latinLnBrk="0" hangingPunct="0">
                        <a:lnSpc>
                          <a:spcPct val="100000"/>
                        </a:lnSpc>
                        <a:spcBef>
                          <a:spcPct val="0"/>
                        </a:spcBef>
                        <a:spcAft>
                          <a:spcPct val="0"/>
                        </a:spcAft>
                        <a:buClr>
                          <a:schemeClr val="accent2"/>
                        </a:buClr>
                        <a:buSzTx/>
                        <a:buFont typeface="Wingdings" panose="05000000000000000000" pitchFamily="2" charset="2"/>
                        <a:buNone/>
                      </a:pPr>
                      <a:r>
                        <a:rPr kumimoji="0" lang="zh-CN" altLang="en-US" sz="1600" b="1" i="0" u="none" strike="noStrike" cap="none" normalizeH="0" baseline="0">
                          <a:ln>
                            <a:noFill/>
                          </a:ln>
                          <a:solidFill>
                            <a:schemeClr val="tx1"/>
                          </a:solidFill>
                          <a:effectLst/>
                          <a:latin typeface="Verdana" panose="020B0604030504040204" pitchFamily="34" charset="0"/>
                          <a:ea typeface="宋体" panose="02010600030101010101" pitchFamily="2" charset="-122"/>
                        </a:rPr>
                        <a:t>符号位 </a:t>
                      </a:r>
                      <a:endParaRPr kumimoji="0" lang="zh-CN" altLang="en-US" sz="1600" b="1" i="0" u="none" strike="noStrike" cap="none" normalizeH="0" baseline="0">
                        <a:ln>
                          <a:noFill/>
                        </a:ln>
                        <a:solidFill>
                          <a:schemeClr val="tx1"/>
                        </a:solidFill>
                        <a:effectLst/>
                        <a:latin typeface="Verdana" panose="020B0604030504040204" pitchFamily="34" charset="0"/>
                        <a:ea typeface="宋体" panose="02010600030101010101" pitchFamily="2" charset="-122"/>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469900" marR="0" lvl="0" indent="-469900" algn="ctr" defTabSz="914400" rtl="0" eaLnBrk="0" fontAlgn="base" latinLnBrk="0" hangingPunct="0">
                        <a:lnSpc>
                          <a:spcPct val="100000"/>
                        </a:lnSpc>
                        <a:spcBef>
                          <a:spcPct val="0"/>
                        </a:spcBef>
                        <a:spcAft>
                          <a:spcPct val="0"/>
                        </a:spcAft>
                        <a:buClr>
                          <a:schemeClr val="accent2"/>
                        </a:buClr>
                        <a:buSzTx/>
                        <a:buFont typeface="Wingdings" panose="05000000000000000000" pitchFamily="2" charset="2"/>
                        <a:buNone/>
                      </a:pPr>
                      <a:r>
                        <a:rPr kumimoji="0" lang="en-US" altLang="zh-CN" sz="1600" b="1" i="0" u="none" strike="noStrike" cap="none" normalizeH="0" baseline="0">
                          <a:ln>
                            <a:noFill/>
                          </a:ln>
                          <a:solidFill>
                            <a:schemeClr val="tx1"/>
                          </a:solidFill>
                          <a:effectLst/>
                          <a:latin typeface="Verdana" panose="020B0604030504040204" pitchFamily="34" charset="0"/>
                          <a:ea typeface="宋体" panose="02010600030101010101" pitchFamily="2" charset="-122"/>
                        </a:rPr>
                        <a:t>0 </a:t>
                      </a:r>
                      <a:endParaRPr kumimoji="0" lang="en-US" altLang="zh-CN" sz="1600" b="1" i="0" u="none" strike="noStrike" cap="none" normalizeH="0" baseline="0">
                        <a:ln>
                          <a:noFill/>
                        </a:ln>
                        <a:solidFill>
                          <a:schemeClr val="tx1"/>
                        </a:solidFill>
                        <a:effectLst/>
                        <a:latin typeface="Verdana" panose="020B0604030504040204" pitchFamily="34" charset="0"/>
                        <a:ea typeface="宋体" panose="02010600030101010101" pitchFamily="2" charset="-122"/>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469900" marR="0" lvl="0" indent="-469900" algn="ctr" defTabSz="914400" rtl="0" eaLnBrk="0" fontAlgn="base" latinLnBrk="0" hangingPunct="0">
                        <a:lnSpc>
                          <a:spcPct val="100000"/>
                        </a:lnSpc>
                        <a:spcBef>
                          <a:spcPct val="0"/>
                        </a:spcBef>
                        <a:spcAft>
                          <a:spcPct val="0"/>
                        </a:spcAft>
                        <a:buClr>
                          <a:schemeClr val="accent2"/>
                        </a:buClr>
                        <a:buSzTx/>
                        <a:buFont typeface="Wingdings" panose="05000000000000000000" pitchFamily="2" charset="2"/>
                        <a:buNone/>
                      </a:pPr>
                      <a:r>
                        <a:rPr kumimoji="0" lang="en-US" altLang="zh-CN" sz="1600" b="1" i="0" u="none" strike="noStrike" cap="none" normalizeH="0" baseline="0">
                          <a:ln>
                            <a:noFill/>
                          </a:ln>
                          <a:solidFill>
                            <a:schemeClr val="tx1"/>
                          </a:solidFill>
                          <a:effectLst/>
                          <a:latin typeface="Verdana" panose="020B0604030504040204" pitchFamily="34" charset="0"/>
                          <a:ea typeface="宋体" panose="02010600030101010101" pitchFamily="2" charset="-122"/>
                        </a:rPr>
                        <a:t>0 </a:t>
                      </a:r>
                      <a:endParaRPr kumimoji="0" lang="en-US" altLang="zh-CN" sz="1600" b="1" i="0" u="none" strike="noStrike" cap="none" normalizeH="0" baseline="0">
                        <a:ln>
                          <a:noFill/>
                        </a:ln>
                        <a:solidFill>
                          <a:schemeClr val="tx1"/>
                        </a:solidFill>
                        <a:effectLst/>
                        <a:latin typeface="Verdana" panose="020B0604030504040204" pitchFamily="34" charset="0"/>
                        <a:ea typeface="宋体" panose="02010600030101010101" pitchFamily="2" charset="-122"/>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469900" marR="0" lvl="0" indent="-469900" algn="ctr" defTabSz="914400" rtl="0" eaLnBrk="0" fontAlgn="base" latinLnBrk="0" hangingPunct="0">
                        <a:lnSpc>
                          <a:spcPct val="100000"/>
                        </a:lnSpc>
                        <a:spcBef>
                          <a:spcPct val="0"/>
                        </a:spcBef>
                        <a:spcAft>
                          <a:spcPct val="0"/>
                        </a:spcAft>
                        <a:buClr>
                          <a:schemeClr val="accent2"/>
                        </a:buClr>
                        <a:buSzTx/>
                        <a:buFont typeface="Wingdings" panose="05000000000000000000" pitchFamily="2" charset="2"/>
                        <a:buNone/>
                      </a:pPr>
                      <a:r>
                        <a:rPr kumimoji="0" lang="en-US" altLang="zh-CN" sz="1600" b="1" i="0" u="none" strike="noStrike" cap="none" normalizeH="0" baseline="0">
                          <a:ln>
                            <a:noFill/>
                          </a:ln>
                          <a:solidFill>
                            <a:schemeClr val="tx1"/>
                          </a:solidFill>
                          <a:effectLst/>
                          <a:latin typeface="Verdana" panose="020B0604030504040204" pitchFamily="34" charset="0"/>
                          <a:ea typeface="宋体" panose="02010600030101010101" pitchFamily="2" charset="-122"/>
                        </a:rPr>
                        <a:t>0 </a:t>
                      </a:r>
                      <a:endParaRPr kumimoji="0" lang="en-US" altLang="zh-CN" sz="1600" b="1" i="0" u="none" strike="noStrike" cap="none" normalizeH="0" baseline="0">
                        <a:ln>
                          <a:noFill/>
                        </a:ln>
                        <a:solidFill>
                          <a:schemeClr val="tx1"/>
                        </a:solidFill>
                        <a:effectLst/>
                        <a:latin typeface="Verdana" panose="020B0604030504040204" pitchFamily="34" charset="0"/>
                        <a:ea typeface="宋体" panose="02010600030101010101" pitchFamily="2" charset="-122"/>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649288">
                <a:tc>
                  <a:txBody>
                    <a:bodyPr/>
                    <a:lstStyle/>
                    <a:p>
                      <a:pPr marL="469900" marR="0" lvl="0" indent="-469900" algn="ctr" defTabSz="914400" rtl="0" eaLnBrk="0" fontAlgn="base" latinLnBrk="0" hangingPunct="0">
                        <a:lnSpc>
                          <a:spcPct val="100000"/>
                        </a:lnSpc>
                        <a:spcBef>
                          <a:spcPct val="0"/>
                        </a:spcBef>
                        <a:spcAft>
                          <a:spcPct val="0"/>
                        </a:spcAft>
                        <a:buClr>
                          <a:schemeClr val="accent2"/>
                        </a:buClr>
                        <a:buSzTx/>
                        <a:buFont typeface="Wingdings" panose="05000000000000000000" pitchFamily="2" charset="2"/>
                        <a:buNone/>
                      </a:pPr>
                      <a:r>
                        <a:rPr kumimoji="0" lang="zh-CN" altLang="en-US" sz="1600" b="1" i="0" u="none" strike="noStrike" cap="none" normalizeH="0" baseline="0">
                          <a:ln>
                            <a:noFill/>
                          </a:ln>
                          <a:solidFill>
                            <a:schemeClr val="tx1"/>
                          </a:solidFill>
                          <a:effectLst/>
                          <a:latin typeface="Verdana" panose="020B0604030504040204" pitchFamily="34" charset="0"/>
                          <a:ea typeface="宋体" panose="02010600030101010101" pitchFamily="2" charset="-122"/>
                        </a:rPr>
                        <a:t>符号位 </a:t>
                      </a:r>
                      <a:endParaRPr kumimoji="0" lang="zh-CN" altLang="en-US" sz="1600" b="1" i="0" u="none" strike="noStrike" cap="none" normalizeH="0" baseline="0">
                        <a:ln>
                          <a:noFill/>
                        </a:ln>
                        <a:solidFill>
                          <a:schemeClr val="tx1"/>
                        </a:solidFill>
                        <a:effectLst/>
                        <a:latin typeface="Verdana" panose="020B0604030504040204" pitchFamily="34" charset="0"/>
                        <a:ea typeface="宋体" panose="02010600030101010101" pitchFamily="2" charset="-122"/>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469900" marR="0" lvl="0" indent="-469900" algn="ctr" defTabSz="914400" rtl="0" eaLnBrk="0" fontAlgn="base" latinLnBrk="0" hangingPunct="0">
                        <a:lnSpc>
                          <a:spcPct val="100000"/>
                        </a:lnSpc>
                        <a:spcBef>
                          <a:spcPct val="0"/>
                        </a:spcBef>
                        <a:spcAft>
                          <a:spcPct val="0"/>
                        </a:spcAft>
                        <a:buClr>
                          <a:schemeClr val="accent2"/>
                        </a:buClr>
                        <a:buSzTx/>
                        <a:buFont typeface="Wingdings" panose="05000000000000000000" pitchFamily="2" charset="2"/>
                        <a:buNone/>
                      </a:pPr>
                      <a:r>
                        <a:rPr kumimoji="0" lang="en-US" altLang="zh-CN" sz="1600" b="1" i="0" u="none" strike="noStrike" cap="none" normalizeH="0" baseline="0">
                          <a:ln>
                            <a:noFill/>
                          </a:ln>
                          <a:solidFill>
                            <a:schemeClr val="tx1"/>
                          </a:solidFill>
                          <a:effectLst/>
                          <a:latin typeface="Verdana" panose="020B0604030504040204" pitchFamily="34" charset="0"/>
                          <a:ea typeface="宋体" panose="02010600030101010101" pitchFamily="2" charset="-122"/>
                        </a:rPr>
                        <a:t>0 </a:t>
                      </a:r>
                      <a:endParaRPr kumimoji="0" lang="en-US" altLang="zh-CN" sz="1600" b="1" i="0" u="none" strike="noStrike" cap="none" normalizeH="0" baseline="0">
                        <a:ln>
                          <a:noFill/>
                        </a:ln>
                        <a:solidFill>
                          <a:schemeClr val="tx1"/>
                        </a:solidFill>
                        <a:effectLst/>
                        <a:latin typeface="Verdana" panose="020B0604030504040204" pitchFamily="34" charset="0"/>
                        <a:ea typeface="宋体" panose="02010600030101010101" pitchFamily="2" charset="-122"/>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469900" marR="0" lvl="0" indent="-469900" algn="ctr" defTabSz="914400" rtl="0" eaLnBrk="0" fontAlgn="base" latinLnBrk="0" hangingPunct="0">
                        <a:lnSpc>
                          <a:spcPct val="100000"/>
                        </a:lnSpc>
                        <a:spcBef>
                          <a:spcPct val="0"/>
                        </a:spcBef>
                        <a:spcAft>
                          <a:spcPct val="0"/>
                        </a:spcAft>
                        <a:buClr>
                          <a:schemeClr val="accent2"/>
                        </a:buClr>
                        <a:buSzTx/>
                        <a:buFont typeface="Wingdings" panose="05000000000000000000" pitchFamily="2" charset="2"/>
                        <a:buNone/>
                      </a:pPr>
                      <a:r>
                        <a:rPr kumimoji="0" lang="zh-CN" altLang="en-US" sz="1600" b="1" i="0" u="none" strike="noStrike" cap="none" normalizeH="0" baseline="0">
                          <a:ln>
                            <a:noFill/>
                          </a:ln>
                          <a:solidFill>
                            <a:schemeClr val="tx1"/>
                          </a:solidFill>
                          <a:effectLst/>
                          <a:latin typeface="Verdana" panose="020B0604030504040204" pitchFamily="34" charset="0"/>
                          <a:ea typeface="宋体" panose="02010600030101010101" pitchFamily="2" charset="-122"/>
                        </a:rPr>
                        <a:t>不等于</a:t>
                      </a:r>
                      <a:r>
                        <a:rPr kumimoji="0" lang="en-US" altLang="zh-CN" sz="1600" b="1" i="0" u="none" strike="noStrike" cap="none" normalizeH="0" baseline="0">
                          <a:ln>
                            <a:noFill/>
                          </a:ln>
                          <a:solidFill>
                            <a:schemeClr val="tx1"/>
                          </a:solidFill>
                          <a:effectLst/>
                          <a:latin typeface="Verdana" panose="020B0604030504040204" pitchFamily="34" charset="0"/>
                          <a:ea typeface="宋体" panose="02010600030101010101" pitchFamily="2" charset="-122"/>
                        </a:rPr>
                        <a:t>0 </a:t>
                      </a:r>
                      <a:endParaRPr kumimoji="0" lang="en-US" altLang="zh-CN" sz="1600" b="1" i="0" u="none" strike="noStrike" cap="none" normalizeH="0" baseline="0">
                        <a:ln>
                          <a:noFill/>
                        </a:ln>
                        <a:solidFill>
                          <a:schemeClr val="tx1"/>
                        </a:solidFill>
                        <a:effectLst/>
                        <a:latin typeface="Verdana" panose="020B0604030504040204" pitchFamily="34" charset="0"/>
                        <a:ea typeface="宋体" panose="02010600030101010101" pitchFamily="2" charset="-122"/>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469900" marR="0" lvl="0" indent="-469900" algn="l" defTabSz="914400" rtl="0" eaLnBrk="0" fontAlgn="base" latinLnBrk="0" hangingPunct="0">
                        <a:lnSpc>
                          <a:spcPct val="100000"/>
                        </a:lnSpc>
                        <a:spcBef>
                          <a:spcPct val="0"/>
                        </a:spcBef>
                        <a:spcAft>
                          <a:spcPct val="0"/>
                        </a:spcAft>
                        <a:buClr>
                          <a:schemeClr val="accent2"/>
                        </a:buClr>
                        <a:buSzTx/>
                        <a:buFont typeface="Wingdings" panose="05000000000000000000" pitchFamily="2" charset="2"/>
                        <a:buNone/>
                      </a:pPr>
                      <a:r>
                        <a:rPr kumimoji="0" lang="en-US" altLang="zh-CN" sz="1600" b="1" i="0" u="none" strike="noStrike" cap="none" normalizeH="0" baseline="0" dirty="0">
                          <a:ln>
                            <a:noFill/>
                          </a:ln>
                          <a:solidFill>
                            <a:schemeClr val="tx1"/>
                          </a:solidFill>
                          <a:effectLst/>
                          <a:latin typeface="Verdana" panose="020B0604030504040204" pitchFamily="34" charset="0"/>
                          <a:ea typeface="宋体" panose="02010600030101010101" pitchFamily="2" charset="-122"/>
                        </a:rPr>
                        <a:t>(-1)</a:t>
                      </a:r>
                      <a:r>
                        <a:rPr kumimoji="0" lang="en-US" altLang="zh-CN" sz="1600" b="1" i="0" u="none" strike="noStrike" cap="none" normalizeH="0" baseline="30000" dirty="0">
                          <a:ln>
                            <a:noFill/>
                          </a:ln>
                          <a:solidFill>
                            <a:schemeClr val="tx1"/>
                          </a:solidFill>
                          <a:effectLst/>
                          <a:latin typeface="Verdana" panose="020B0604030504040204" pitchFamily="34" charset="0"/>
                          <a:ea typeface="宋体" panose="02010600030101010101" pitchFamily="2" charset="-122"/>
                        </a:rPr>
                        <a:t>S</a:t>
                      </a:r>
                      <a:r>
                        <a:rPr kumimoji="0" lang="en-US" altLang="zh-CN" sz="1600" b="1" i="0" u="none" strike="noStrike" cap="none" normalizeH="0" baseline="0" dirty="0">
                          <a:ln>
                            <a:noFill/>
                          </a:ln>
                          <a:solidFill>
                            <a:schemeClr val="tx1"/>
                          </a:solidFill>
                          <a:effectLst/>
                          <a:latin typeface="Arial" panose="020B0604020202020204" pitchFamily="34" charset="0"/>
                          <a:ea typeface="宋体" panose="02010600030101010101" pitchFamily="2" charset="-122"/>
                        </a:rPr>
                        <a:t>·</a:t>
                      </a:r>
                      <a:r>
                        <a:rPr kumimoji="0" lang="en-US" altLang="zh-CN" sz="1600" b="1" i="0" u="none" strike="noStrike" cap="none" normalizeH="0" baseline="0" dirty="0">
                          <a:ln>
                            <a:noFill/>
                          </a:ln>
                          <a:solidFill>
                            <a:schemeClr val="tx1"/>
                          </a:solidFill>
                          <a:effectLst/>
                          <a:latin typeface="Verdana" panose="020B0604030504040204" pitchFamily="34" charset="0"/>
                          <a:ea typeface="宋体" panose="02010600030101010101" pitchFamily="2" charset="-122"/>
                        </a:rPr>
                        <a:t>2</a:t>
                      </a:r>
                      <a:r>
                        <a:rPr kumimoji="0" lang="en-US" altLang="zh-CN" sz="1600" b="1" i="0" u="none" strike="noStrike" cap="none" normalizeH="0" baseline="30000" dirty="0">
                          <a:ln>
                            <a:noFill/>
                          </a:ln>
                          <a:solidFill>
                            <a:schemeClr val="tx1"/>
                          </a:solidFill>
                          <a:effectLst/>
                          <a:latin typeface="Verdana" panose="020B0604030504040204" pitchFamily="34" charset="0"/>
                          <a:ea typeface="宋体" panose="02010600030101010101" pitchFamily="2" charset="-122"/>
                        </a:rPr>
                        <a:t>-126</a:t>
                      </a:r>
                      <a:r>
                        <a:rPr kumimoji="0" lang="en-US" altLang="zh-CN" sz="1600" b="1" i="0" u="none" strike="noStrike" cap="none" normalizeH="0" baseline="0" dirty="0">
                          <a:ln>
                            <a:noFill/>
                          </a:ln>
                          <a:solidFill>
                            <a:schemeClr val="tx1"/>
                          </a:solidFill>
                          <a:effectLst/>
                          <a:latin typeface="Arial" panose="020B0604020202020204" pitchFamily="34" charset="0"/>
                          <a:ea typeface="宋体" panose="02010600030101010101" pitchFamily="2" charset="-122"/>
                        </a:rPr>
                        <a:t>·</a:t>
                      </a:r>
                      <a:r>
                        <a:rPr kumimoji="0" lang="en-US" altLang="zh-CN" sz="1600" b="1" i="0" u="none" strike="noStrike" cap="none" normalizeH="0" baseline="0" dirty="0">
                          <a:ln>
                            <a:noFill/>
                          </a:ln>
                          <a:solidFill>
                            <a:schemeClr val="tx1"/>
                          </a:solidFill>
                          <a:effectLst/>
                          <a:latin typeface="Verdana" panose="020B0604030504040204" pitchFamily="34" charset="0"/>
                          <a:ea typeface="宋体" panose="02010600030101010101" pitchFamily="2" charset="-122"/>
                        </a:rPr>
                        <a:t>(</a:t>
                      </a:r>
                      <a:r>
                        <a:rPr kumimoji="0" lang="en-US" altLang="zh-CN" sz="1600" b="1" i="0" u="none" strike="noStrike" cap="none" normalizeH="0" baseline="0" dirty="0">
                          <a:ln>
                            <a:noFill/>
                          </a:ln>
                          <a:solidFill>
                            <a:srgbClr val="FF0000"/>
                          </a:solidFill>
                          <a:effectLst/>
                          <a:latin typeface="Verdana" panose="020B0604030504040204" pitchFamily="34" charset="0"/>
                          <a:ea typeface="宋体" panose="02010600030101010101" pitchFamily="2" charset="-122"/>
                        </a:rPr>
                        <a:t>0</a:t>
                      </a:r>
                      <a:r>
                        <a:rPr kumimoji="0" lang="en-US" altLang="zh-CN" sz="1600" b="1" i="0" u="none" strike="noStrike" cap="none" normalizeH="0" baseline="0" dirty="0">
                          <a:ln>
                            <a:noFill/>
                          </a:ln>
                          <a:solidFill>
                            <a:schemeClr val="tx1"/>
                          </a:solidFill>
                          <a:effectLst/>
                          <a:latin typeface="Verdana" panose="020B0604030504040204" pitchFamily="34" charset="0"/>
                          <a:ea typeface="宋体" panose="02010600030101010101" pitchFamily="2" charset="-122"/>
                        </a:rPr>
                        <a:t>.F)   </a:t>
                      </a:r>
                      <a:r>
                        <a:rPr kumimoji="0" lang="zh-CN" altLang="en-US" sz="1600" b="1" i="0" u="none" strike="noStrike" cap="none" normalizeH="0" baseline="0" dirty="0">
                          <a:ln>
                            <a:noFill/>
                          </a:ln>
                          <a:solidFill>
                            <a:schemeClr val="tx1"/>
                          </a:solidFill>
                          <a:effectLst/>
                          <a:latin typeface="Verdana" panose="020B0604030504040204" pitchFamily="34" charset="0"/>
                          <a:ea typeface="宋体" panose="02010600030101010101" pitchFamily="2" charset="-122"/>
                        </a:rPr>
                        <a:t>非规格化 </a:t>
                      </a:r>
                      <a:endParaRPr kumimoji="0" lang="zh-CN" altLang="en-US" sz="1600" b="1" i="0" u="none" strike="noStrike" cap="none" normalizeH="0" baseline="0" dirty="0">
                        <a:ln>
                          <a:noFill/>
                        </a:ln>
                        <a:solidFill>
                          <a:schemeClr val="tx1"/>
                        </a:solidFill>
                        <a:effectLst/>
                        <a:latin typeface="Verdana" panose="020B0604030504040204" pitchFamily="34" charset="0"/>
                        <a:ea typeface="宋体" panose="02010600030101010101" pitchFamily="2" charset="-122"/>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668338">
                <a:tc>
                  <a:txBody>
                    <a:bodyPr/>
                    <a:lstStyle/>
                    <a:p>
                      <a:pPr marL="469900" marR="0" lvl="0" indent="-469900" algn="ctr" defTabSz="914400" rtl="0" eaLnBrk="0" fontAlgn="base" latinLnBrk="0" hangingPunct="0">
                        <a:lnSpc>
                          <a:spcPct val="100000"/>
                        </a:lnSpc>
                        <a:spcBef>
                          <a:spcPct val="0"/>
                        </a:spcBef>
                        <a:spcAft>
                          <a:spcPct val="0"/>
                        </a:spcAft>
                        <a:buClr>
                          <a:schemeClr val="accent2"/>
                        </a:buClr>
                        <a:buSzTx/>
                        <a:buFont typeface="Wingdings" panose="05000000000000000000" pitchFamily="2" charset="2"/>
                        <a:buNone/>
                      </a:pPr>
                      <a:r>
                        <a:rPr kumimoji="0" lang="zh-CN" altLang="en-US" sz="1600" b="1" i="0" u="none" strike="noStrike" cap="none" normalizeH="0" baseline="0">
                          <a:ln>
                            <a:noFill/>
                          </a:ln>
                          <a:solidFill>
                            <a:schemeClr val="tx1"/>
                          </a:solidFill>
                          <a:effectLst/>
                          <a:latin typeface="Verdana" panose="020B0604030504040204" pitchFamily="34" charset="0"/>
                          <a:ea typeface="宋体" panose="02010600030101010101" pitchFamily="2" charset="-122"/>
                        </a:rPr>
                        <a:t>符号位 </a:t>
                      </a:r>
                      <a:endParaRPr kumimoji="0" lang="zh-CN" altLang="en-US" sz="1600" b="1" i="0" u="none" strike="noStrike" cap="none" normalizeH="0" baseline="0">
                        <a:ln>
                          <a:noFill/>
                        </a:ln>
                        <a:solidFill>
                          <a:schemeClr val="tx1"/>
                        </a:solidFill>
                        <a:effectLst/>
                        <a:latin typeface="Verdana" panose="020B0604030504040204" pitchFamily="34" charset="0"/>
                        <a:ea typeface="宋体" panose="02010600030101010101" pitchFamily="2" charset="-122"/>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469900" marR="0" lvl="0" indent="-469900" algn="ctr" defTabSz="914400" rtl="0" eaLnBrk="0" fontAlgn="base" latinLnBrk="0" hangingPunct="0">
                        <a:lnSpc>
                          <a:spcPct val="100000"/>
                        </a:lnSpc>
                        <a:spcBef>
                          <a:spcPct val="0"/>
                        </a:spcBef>
                        <a:spcAft>
                          <a:spcPct val="0"/>
                        </a:spcAft>
                        <a:buClr>
                          <a:schemeClr val="accent2"/>
                        </a:buClr>
                        <a:buSzTx/>
                        <a:buFont typeface="Wingdings" panose="05000000000000000000" pitchFamily="2" charset="2"/>
                        <a:buNone/>
                      </a:pPr>
                      <a:r>
                        <a:rPr kumimoji="0" lang="en-US" altLang="zh-CN" sz="1600" b="1" i="0" u="none" strike="noStrike" cap="none" normalizeH="0" baseline="0">
                          <a:ln>
                            <a:noFill/>
                          </a:ln>
                          <a:solidFill>
                            <a:schemeClr val="tx1"/>
                          </a:solidFill>
                          <a:effectLst/>
                          <a:latin typeface="Verdana" panose="020B0604030504040204" pitchFamily="34" charset="0"/>
                          <a:ea typeface="宋体" panose="02010600030101010101" pitchFamily="2" charset="-122"/>
                        </a:rPr>
                        <a:t>1</a:t>
                      </a:r>
                      <a:r>
                        <a:rPr kumimoji="0" lang="zh-CN" altLang="en-US" sz="1600" b="1" i="0" u="none" strike="noStrike" cap="none" normalizeH="0" baseline="0">
                          <a:ln>
                            <a:noFill/>
                          </a:ln>
                          <a:solidFill>
                            <a:schemeClr val="tx1"/>
                          </a:solidFill>
                          <a:effectLst/>
                          <a:latin typeface="Verdana" panose="020B0604030504040204" pitchFamily="34" charset="0"/>
                          <a:ea typeface="宋体" panose="02010600030101010101" pitchFamily="2" charset="-122"/>
                        </a:rPr>
                        <a:t>到</a:t>
                      </a:r>
                      <a:r>
                        <a:rPr kumimoji="0" lang="en-US" altLang="zh-CN" sz="1600" b="1" i="0" u="none" strike="noStrike" cap="none" normalizeH="0" baseline="0">
                          <a:ln>
                            <a:noFill/>
                          </a:ln>
                          <a:solidFill>
                            <a:schemeClr val="tx1"/>
                          </a:solidFill>
                          <a:effectLst/>
                          <a:latin typeface="Verdana" panose="020B0604030504040204" pitchFamily="34" charset="0"/>
                          <a:ea typeface="宋体" panose="02010600030101010101" pitchFamily="2" charset="-122"/>
                        </a:rPr>
                        <a:t>254</a:t>
                      </a:r>
                      <a:r>
                        <a:rPr kumimoji="0" lang="zh-CN" altLang="en-US" sz="1600" b="1" i="0" u="none" strike="noStrike" cap="none" normalizeH="0" baseline="0">
                          <a:ln>
                            <a:noFill/>
                          </a:ln>
                          <a:solidFill>
                            <a:schemeClr val="tx1"/>
                          </a:solidFill>
                          <a:effectLst/>
                          <a:latin typeface="Verdana" panose="020B0604030504040204" pitchFamily="34" charset="0"/>
                          <a:ea typeface="宋体" panose="02010600030101010101" pitchFamily="2" charset="-122"/>
                        </a:rPr>
                        <a:t>之间 </a:t>
                      </a:r>
                      <a:endParaRPr kumimoji="0" lang="zh-CN" altLang="en-US" sz="1600" b="1" i="0" u="none" strike="noStrike" cap="none" normalizeH="0" baseline="0">
                        <a:ln>
                          <a:noFill/>
                        </a:ln>
                        <a:solidFill>
                          <a:schemeClr val="tx1"/>
                        </a:solidFill>
                        <a:effectLst/>
                        <a:latin typeface="Verdana" panose="020B0604030504040204" pitchFamily="34" charset="0"/>
                        <a:ea typeface="宋体" panose="02010600030101010101" pitchFamily="2" charset="-122"/>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469900" marR="0" lvl="0" indent="-469900" algn="ctr" defTabSz="914400" rtl="0" eaLnBrk="0" fontAlgn="base" latinLnBrk="0" hangingPunct="0">
                        <a:lnSpc>
                          <a:spcPct val="100000"/>
                        </a:lnSpc>
                        <a:spcBef>
                          <a:spcPct val="0"/>
                        </a:spcBef>
                        <a:spcAft>
                          <a:spcPct val="0"/>
                        </a:spcAft>
                        <a:buClr>
                          <a:schemeClr val="accent2"/>
                        </a:buClr>
                        <a:buSzTx/>
                        <a:buFont typeface="Wingdings" panose="05000000000000000000" pitchFamily="2" charset="2"/>
                        <a:buNone/>
                      </a:pPr>
                      <a:r>
                        <a:rPr kumimoji="0" lang="zh-CN" altLang="en-US" sz="1600" b="1" i="0" u="none" strike="noStrike" cap="none" normalizeH="0" baseline="0">
                          <a:ln>
                            <a:noFill/>
                          </a:ln>
                          <a:solidFill>
                            <a:schemeClr val="tx1"/>
                          </a:solidFill>
                          <a:effectLst/>
                          <a:latin typeface="Verdana" panose="020B0604030504040204" pitchFamily="34" charset="0"/>
                          <a:ea typeface="宋体" panose="02010600030101010101" pitchFamily="2" charset="-122"/>
                        </a:rPr>
                        <a:t>不等于</a:t>
                      </a:r>
                      <a:r>
                        <a:rPr kumimoji="0" lang="en-US" altLang="zh-CN" sz="1600" b="1" i="0" u="none" strike="noStrike" cap="none" normalizeH="0" baseline="0">
                          <a:ln>
                            <a:noFill/>
                          </a:ln>
                          <a:solidFill>
                            <a:schemeClr val="tx1"/>
                          </a:solidFill>
                          <a:effectLst/>
                          <a:latin typeface="Verdana" panose="020B0604030504040204" pitchFamily="34" charset="0"/>
                          <a:ea typeface="宋体" panose="02010600030101010101" pitchFamily="2" charset="-122"/>
                        </a:rPr>
                        <a:t>0 </a:t>
                      </a:r>
                      <a:endParaRPr kumimoji="0" lang="en-US" altLang="zh-CN" sz="1600" b="1" i="0" u="none" strike="noStrike" cap="none" normalizeH="0" baseline="0">
                        <a:ln>
                          <a:noFill/>
                        </a:ln>
                        <a:solidFill>
                          <a:schemeClr val="tx1"/>
                        </a:solidFill>
                        <a:effectLst/>
                        <a:latin typeface="Verdana" panose="020B0604030504040204" pitchFamily="34" charset="0"/>
                        <a:ea typeface="宋体" panose="02010600030101010101" pitchFamily="2" charset="-122"/>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469900" marR="0" lvl="0" indent="-469900" algn="l" defTabSz="914400" rtl="0" eaLnBrk="0" fontAlgn="base" latinLnBrk="0" hangingPunct="0">
                        <a:lnSpc>
                          <a:spcPct val="100000"/>
                        </a:lnSpc>
                        <a:spcBef>
                          <a:spcPct val="0"/>
                        </a:spcBef>
                        <a:spcAft>
                          <a:spcPct val="0"/>
                        </a:spcAft>
                        <a:buClr>
                          <a:schemeClr val="accent2"/>
                        </a:buClr>
                        <a:buSzTx/>
                        <a:buFont typeface="Wingdings" panose="05000000000000000000" pitchFamily="2" charset="2"/>
                        <a:buNone/>
                      </a:pPr>
                      <a:r>
                        <a:rPr kumimoji="0" lang="en-US" altLang="zh-CN" sz="1600" b="1" i="0" u="none" strike="noStrike" cap="none" normalizeH="0" baseline="0" dirty="0">
                          <a:ln>
                            <a:noFill/>
                          </a:ln>
                          <a:solidFill>
                            <a:schemeClr val="tx1"/>
                          </a:solidFill>
                          <a:effectLst/>
                          <a:latin typeface="Verdana" panose="020B0604030504040204" pitchFamily="34" charset="0"/>
                          <a:ea typeface="宋体" panose="02010600030101010101" pitchFamily="2" charset="-122"/>
                        </a:rPr>
                        <a:t>(-1)</a:t>
                      </a:r>
                      <a:r>
                        <a:rPr kumimoji="0" lang="en-US" altLang="zh-CN" sz="1600" b="1" i="0" u="none" strike="noStrike" cap="none" normalizeH="0" baseline="30000" dirty="0">
                          <a:ln>
                            <a:noFill/>
                          </a:ln>
                          <a:solidFill>
                            <a:schemeClr val="tx1"/>
                          </a:solidFill>
                          <a:effectLst/>
                          <a:latin typeface="Verdana" panose="020B0604030504040204" pitchFamily="34" charset="0"/>
                          <a:ea typeface="宋体" panose="02010600030101010101" pitchFamily="2" charset="-122"/>
                        </a:rPr>
                        <a:t>S</a:t>
                      </a:r>
                      <a:r>
                        <a:rPr kumimoji="0" lang="en-US" altLang="zh-CN" sz="1600" b="1" i="0" u="none" strike="noStrike" cap="none" normalizeH="0" baseline="0" dirty="0">
                          <a:ln>
                            <a:noFill/>
                          </a:ln>
                          <a:solidFill>
                            <a:schemeClr val="tx1"/>
                          </a:solidFill>
                          <a:effectLst/>
                          <a:latin typeface="Arial" panose="020B0604020202020204" pitchFamily="34" charset="0"/>
                          <a:ea typeface="宋体" panose="02010600030101010101" pitchFamily="2" charset="-122"/>
                        </a:rPr>
                        <a:t>·</a:t>
                      </a:r>
                      <a:r>
                        <a:rPr kumimoji="0" lang="en-US" altLang="zh-CN" sz="1600" b="1" i="0" u="none" strike="noStrike" cap="none" normalizeH="0" baseline="0" dirty="0">
                          <a:ln>
                            <a:noFill/>
                          </a:ln>
                          <a:solidFill>
                            <a:schemeClr val="tx1"/>
                          </a:solidFill>
                          <a:effectLst/>
                          <a:latin typeface="Verdana" panose="020B0604030504040204" pitchFamily="34" charset="0"/>
                          <a:ea typeface="宋体" panose="02010600030101010101" pitchFamily="2" charset="-122"/>
                        </a:rPr>
                        <a:t>2</a:t>
                      </a:r>
                      <a:r>
                        <a:rPr kumimoji="0" lang="en-US" altLang="zh-CN" sz="1600" b="1" i="0" u="none" strike="noStrike" cap="none" normalizeH="0" baseline="30000" dirty="0">
                          <a:ln>
                            <a:noFill/>
                          </a:ln>
                          <a:solidFill>
                            <a:schemeClr val="tx1"/>
                          </a:solidFill>
                          <a:effectLst/>
                          <a:latin typeface="Verdana" panose="020B0604030504040204" pitchFamily="34" charset="0"/>
                          <a:ea typeface="宋体" panose="02010600030101010101" pitchFamily="2" charset="-122"/>
                        </a:rPr>
                        <a:t>E-127</a:t>
                      </a:r>
                      <a:r>
                        <a:rPr kumimoji="0" lang="en-US" altLang="zh-CN" sz="1600" b="1" i="0" u="none" strike="noStrike" cap="none" normalizeH="0" baseline="0" dirty="0">
                          <a:ln>
                            <a:noFill/>
                          </a:ln>
                          <a:solidFill>
                            <a:schemeClr val="tx1"/>
                          </a:solidFill>
                          <a:effectLst/>
                          <a:latin typeface="Arial" panose="020B0604020202020204" pitchFamily="34" charset="0"/>
                          <a:ea typeface="宋体" panose="02010600030101010101" pitchFamily="2" charset="-122"/>
                        </a:rPr>
                        <a:t>·</a:t>
                      </a:r>
                      <a:r>
                        <a:rPr kumimoji="0" lang="en-US" altLang="zh-CN" sz="1600" b="1" i="0" u="none" strike="noStrike" cap="none" normalizeH="0" baseline="0" dirty="0">
                          <a:ln>
                            <a:noFill/>
                          </a:ln>
                          <a:solidFill>
                            <a:schemeClr val="tx1"/>
                          </a:solidFill>
                          <a:effectLst/>
                          <a:latin typeface="Verdana" panose="020B0604030504040204" pitchFamily="34" charset="0"/>
                          <a:ea typeface="宋体" panose="02010600030101010101" pitchFamily="2" charset="-122"/>
                        </a:rPr>
                        <a:t>(</a:t>
                      </a:r>
                      <a:r>
                        <a:rPr kumimoji="0" lang="en-US" altLang="zh-CN" sz="1600" b="1" i="0" u="none" strike="noStrike" cap="none" normalizeH="0" baseline="0">
                          <a:ln>
                            <a:noFill/>
                          </a:ln>
                          <a:solidFill>
                            <a:srgbClr val="FF3333"/>
                          </a:solidFill>
                          <a:effectLst/>
                          <a:latin typeface="Verdana" panose="020B0604030504040204" pitchFamily="34" charset="0"/>
                          <a:ea typeface="宋体" panose="02010600030101010101" pitchFamily="2" charset="-122"/>
                        </a:rPr>
                        <a:t>1</a:t>
                      </a:r>
                      <a:r>
                        <a:rPr kumimoji="0" lang="en-US" altLang="zh-CN" sz="1600" b="1" i="0" u="none" strike="noStrike" cap="none" normalizeH="0" baseline="0">
                          <a:ln>
                            <a:noFill/>
                          </a:ln>
                          <a:solidFill>
                            <a:schemeClr val="tx1"/>
                          </a:solidFill>
                          <a:effectLst/>
                          <a:latin typeface="Verdana" panose="020B0604030504040204" pitchFamily="34" charset="0"/>
                          <a:ea typeface="宋体" panose="02010600030101010101" pitchFamily="2" charset="-122"/>
                        </a:rPr>
                        <a:t>.F)     </a:t>
                      </a:r>
                      <a:r>
                        <a:rPr kumimoji="0" lang="zh-CN" altLang="en-US" sz="1600" b="1" i="0" u="none" strike="noStrike" cap="none" normalizeH="0" baseline="0" dirty="0">
                          <a:ln>
                            <a:noFill/>
                          </a:ln>
                          <a:solidFill>
                            <a:schemeClr val="tx1"/>
                          </a:solidFill>
                          <a:effectLst/>
                          <a:latin typeface="Verdana" panose="020B0604030504040204" pitchFamily="34" charset="0"/>
                          <a:ea typeface="宋体" panose="02010600030101010101" pitchFamily="2" charset="-122"/>
                        </a:rPr>
                        <a:t>规格化 </a:t>
                      </a:r>
                      <a:endParaRPr kumimoji="0" lang="zh-CN" altLang="en-US" sz="1600" b="1" i="0" u="none" strike="noStrike" cap="none" normalizeH="0" baseline="0" dirty="0">
                        <a:ln>
                          <a:noFill/>
                        </a:ln>
                        <a:solidFill>
                          <a:schemeClr val="tx1"/>
                        </a:solidFill>
                        <a:effectLst/>
                        <a:latin typeface="Verdana" panose="020B0604030504040204" pitchFamily="34" charset="0"/>
                        <a:ea typeface="宋体" panose="02010600030101010101" pitchFamily="2" charset="-122"/>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665163">
                <a:tc>
                  <a:txBody>
                    <a:bodyPr/>
                    <a:lstStyle/>
                    <a:p>
                      <a:pPr marL="469900" marR="0" lvl="0" indent="-469900" algn="ctr" defTabSz="914400" rtl="0" eaLnBrk="0" fontAlgn="base" latinLnBrk="0" hangingPunct="0">
                        <a:lnSpc>
                          <a:spcPct val="100000"/>
                        </a:lnSpc>
                        <a:spcBef>
                          <a:spcPct val="0"/>
                        </a:spcBef>
                        <a:spcAft>
                          <a:spcPct val="0"/>
                        </a:spcAft>
                        <a:buClr>
                          <a:schemeClr val="accent2"/>
                        </a:buClr>
                        <a:buSzTx/>
                        <a:buFont typeface="Wingdings" panose="05000000000000000000" pitchFamily="2" charset="2"/>
                        <a:buNone/>
                      </a:pPr>
                      <a:r>
                        <a:rPr kumimoji="0" lang="zh-CN" altLang="en-US" sz="1600" b="1" i="0" u="none" strike="noStrike" cap="none" normalizeH="0" baseline="0">
                          <a:ln>
                            <a:noFill/>
                          </a:ln>
                          <a:solidFill>
                            <a:schemeClr val="tx1"/>
                          </a:solidFill>
                          <a:effectLst/>
                          <a:latin typeface="Verdana" panose="020B0604030504040204" pitchFamily="34" charset="0"/>
                          <a:ea typeface="宋体" panose="02010600030101010101" pitchFamily="2" charset="-122"/>
                        </a:rPr>
                        <a:t>符号位 </a:t>
                      </a:r>
                      <a:endParaRPr kumimoji="0" lang="zh-CN" altLang="en-US" sz="1600" b="1" i="0" u="none" strike="noStrike" cap="none" normalizeH="0" baseline="0">
                        <a:ln>
                          <a:noFill/>
                        </a:ln>
                        <a:solidFill>
                          <a:schemeClr val="tx1"/>
                        </a:solidFill>
                        <a:effectLst/>
                        <a:latin typeface="Verdana" panose="020B0604030504040204" pitchFamily="34" charset="0"/>
                        <a:ea typeface="宋体" panose="02010600030101010101" pitchFamily="2" charset="-122"/>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469900" marR="0" lvl="0" indent="-469900" algn="ctr" defTabSz="914400" rtl="0" eaLnBrk="0" fontAlgn="base" latinLnBrk="0" hangingPunct="0">
                        <a:lnSpc>
                          <a:spcPct val="100000"/>
                        </a:lnSpc>
                        <a:spcBef>
                          <a:spcPct val="0"/>
                        </a:spcBef>
                        <a:spcAft>
                          <a:spcPct val="0"/>
                        </a:spcAft>
                        <a:buClr>
                          <a:schemeClr val="accent2"/>
                        </a:buClr>
                        <a:buSzTx/>
                        <a:buFont typeface="Wingdings" panose="05000000000000000000" pitchFamily="2" charset="2"/>
                        <a:buNone/>
                      </a:pPr>
                      <a:r>
                        <a:rPr kumimoji="0" lang="en-US" altLang="zh-CN" sz="1600" b="1" i="0" u="none" strike="noStrike" cap="none" normalizeH="0" baseline="0">
                          <a:ln>
                            <a:noFill/>
                          </a:ln>
                          <a:solidFill>
                            <a:schemeClr val="tx1"/>
                          </a:solidFill>
                          <a:effectLst/>
                          <a:latin typeface="Verdana" panose="020B0604030504040204" pitchFamily="34" charset="0"/>
                          <a:ea typeface="宋体" panose="02010600030101010101" pitchFamily="2" charset="-122"/>
                        </a:rPr>
                        <a:t>255 </a:t>
                      </a:r>
                      <a:endParaRPr kumimoji="0" lang="en-US" altLang="zh-CN" sz="1600" b="1" i="0" u="none" strike="noStrike" cap="none" normalizeH="0" baseline="0">
                        <a:ln>
                          <a:noFill/>
                        </a:ln>
                        <a:solidFill>
                          <a:schemeClr val="tx1"/>
                        </a:solidFill>
                        <a:effectLst/>
                        <a:latin typeface="Verdana" panose="020B0604030504040204" pitchFamily="34" charset="0"/>
                        <a:ea typeface="宋体" panose="02010600030101010101" pitchFamily="2" charset="-122"/>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469900" marR="0" lvl="0" indent="-469900" algn="ctr" defTabSz="914400" rtl="0" eaLnBrk="0" fontAlgn="base" latinLnBrk="0" hangingPunct="0">
                        <a:lnSpc>
                          <a:spcPct val="100000"/>
                        </a:lnSpc>
                        <a:spcBef>
                          <a:spcPct val="0"/>
                        </a:spcBef>
                        <a:spcAft>
                          <a:spcPct val="0"/>
                        </a:spcAft>
                        <a:buClr>
                          <a:schemeClr val="accent2"/>
                        </a:buClr>
                        <a:buSzTx/>
                        <a:buFont typeface="Wingdings" panose="05000000000000000000" pitchFamily="2" charset="2"/>
                        <a:buNone/>
                      </a:pPr>
                      <a:r>
                        <a:rPr kumimoji="0" lang="en-US" altLang="zh-CN" sz="1600" b="1" i="0" u="none" strike="noStrike" cap="none" normalizeH="0" baseline="0">
                          <a:ln>
                            <a:noFill/>
                          </a:ln>
                          <a:solidFill>
                            <a:schemeClr val="tx1"/>
                          </a:solidFill>
                          <a:effectLst/>
                          <a:latin typeface="Verdana" panose="020B0604030504040204" pitchFamily="34" charset="0"/>
                          <a:ea typeface="宋体" panose="02010600030101010101" pitchFamily="2" charset="-122"/>
                        </a:rPr>
                        <a:t>0</a:t>
                      </a:r>
                      <a:endParaRPr kumimoji="0" lang="en-US" altLang="zh-CN" sz="1600" b="1" i="0" u="none" strike="noStrike" cap="none" normalizeH="0" baseline="0">
                        <a:ln>
                          <a:noFill/>
                        </a:ln>
                        <a:solidFill>
                          <a:schemeClr val="tx1"/>
                        </a:solidFill>
                        <a:effectLst/>
                        <a:latin typeface="Verdana" panose="020B0604030504040204" pitchFamily="34" charset="0"/>
                        <a:ea typeface="宋体" panose="02010600030101010101" pitchFamily="2" charset="-122"/>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469900" marR="0" lvl="0" indent="-469900" algn="ctr" defTabSz="914400" rtl="0" eaLnBrk="0" fontAlgn="base" latinLnBrk="0" hangingPunct="0">
                        <a:lnSpc>
                          <a:spcPct val="100000"/>
                        </a:lnSpc>
                        <a:spcBef>
                          <a:spcPct val="0"/>
                        </a:spcBef>
                        <a:spcAft>
                          <a:spcPct val="0"/>
                        </a:spcAft>
                        <a:buClr>
                          <a:schemeClr val="accent2"/>
                        </a:buClr>
                        <a:buSzTx/>
                        <a:buFont typeface="Wingdings" panose="05000000000000000000" pitchFamily="2" charset="2"/>
                        <a:buNone/>
                      </a:pPr>
                      <a:r>
                        <a:rPr kumimoji="0" lang="zh-CN" altLang="en-US" sz="1600" b="1" i="0" u="none" strike="noStrike" cap="none" normalizeH="0" baseline="0">
                          <a:ln>
                            <a:noFill/>
                          </a:ln>
                          <a:solidFill>
                            <a:schemeClr val="tx1"/>
                          </a:solidFill>
                          <a:effectLst/>
                          <a:latin typeface="Verdana" panose="020B0604030504040204" pitchFamily="34" charset="0"/>
                          <a:ea typeface="宋体" panose="02010600030101010101" pitchFamily="2" charset="-122"/>
                        </a:rPr>
                        <a:t>无穷大</a:t>
                      </a:r>
                      <a:endParaRPr kumimoji="0" lang="zh-CN" altLang="en-US" sz="1600" b="1" i="0" u="none" strike="noStrike" cap="none" normalizeH="0" baseline="0">
                        <a:ln>
                          <a:noFill/>
                        </a:ln>
                        <a:solidFill>
                          <a:schemeClr val="tx1"/>
                        </a:solidFill>
                        <a:effectLst/>
                        <a:latin typeface="Verdana" panose="020B0604030504040204" pitchFamily="34" charset="0"/>
                        <a:ea typeface="宋体" panose="02010600030101010101" pitchFamily="2" charset="-122"/>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668338">
                <a:tc>
                  <a:txBody>
                    <a:bodyPr/>
                    <a:lstStyle/>
                    <a:p>
                      <a:pPr marL="469900" marR="0" lvl="0" indent="-469900" algn="ctr" defTabSz="914400" rtl="0" eaLnBrk="0" fontAlgn="base" latinLnBrk="0" hangingPunct="0">
                        <a:lnSpc>
                          <a:spcPct val="100000"/>
                        </a:lnSpc>
                        <a:spcBef>
                          <a:spcPct val="0"/>
                        </a:spcBef>
                        <a:spcAft>
                          <a:spcPct val="0"/>
                        </a:spcAft>
                        <a:buClr>
                          <a:schemeClr val="accent2"/>
                        </a:buClr>
                        <a:buSzTx/>
                        <a:buFont typeface="Wingdings" panose="05000000000000000000" pitchFamily="2" charset="2"/>
                        <a:buNone/>
                      </a:pPr>
                      <a:r>
                        <a:rPr kumimoji="0" lang="zh-CN" altLang="en-US" sz="1600" b="1" i="0" u="none" strike="noStrike" cap="none" normalizeH="0" baseline="0">
                          <a:ln>
                            <a:noFill/>
                          </a:ln>
                          <a:solidFill>
                            <a:schemeClr val="tx1"/>
                          </a:solidFill>
                          <a:effectLst/>
                          <a:latin typeface="Verdana" panose="020B0604030504040204" pitchFamily="34" charset="0"/>
                          <a:ea typeface="宋体" panose="02010600030101010101" pitchFamily="2" charset="-122"/>
                        </a:rPr>
                        <a:t>符号位 </a:t>
                      </a:r>
                      <a:endParaRPr kumimoji="0" lang="zh-CN" altLang="en-US" sz="1600" b="1" i="0" u="none" strike="noStrike" cap="none" normalizeH="0" baseline="0">
                        <a:ln>
                          <a:noFill/>
                        </a:ln>
                        <a:solidFill>
                          <a:schemeClr val="tx1"/>
                        </a:solidFill>
                        <a:effectLst/>
                        <a:latin typeface="Verdana" panose="020B0604030504040204" pitchFamily="34" charset="0"/>
                        <a:ea typeface="宋体" panose="02010600030101010101" pitchFamily="2" charset="-122"/>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469900" marR="0" lvl="0" indent="-469900" algn="ctr" defTabSz="914400" rtl="0" eaLnBrk="0" fontAlgn="base" latinLnBrk="0" hangingPunct="0">
                        <a:lnSpc>
                          <a:spcPct val="100000"/>
                        </a:lnSpc>
                        <a:spcBef>
                          <a:spcPct val="0"/>
                        </a:spcBef>
                        <a:spcAft>
                          <a:spcPct val="0"/>
                        </a:spcAft>
                        <a:buClr>
                          <a:schemeClr val="accent2"/>
                        </a:buClr>
                        <a:buSzTx/>
                        <a:buFont typeface="Wingdings" panose="05000000000000000000" pitchFamily="2" charset="2"/>
                        <a:buNone/>
                      </a:pPr>
                      <a:r>
                        <a:rPr kumimoji="0" lang="en-US" altLang="zh-CN" sz="1600" b="1" i="0" u="none" strike="noStrike" cap="none" normalizeH="0" baseline="0">
                          <a:ln>
                            <a:noFill/>
                          </a:ln>
                          <a:solidFill>
                            <a:schemeClr val="tx1"/>
                          </a:solidFill>
                          <a:effectLst/>
                          <a:latin typeface="Verdana" panose="020B0604030504040204" pitchFamily="34" charset="0"/>
                          <a:ea typeface="宋体" panose="02010600030101010101" pitchFamily="2" charset="-122"/>
                        </a:rPr>
                        <a:t>255 </a:t>
                      </a:r>
                      <a:endParaRPr kumimoji="0" lang="en-US" altLang="zh-CN" sz="1600" b="1" i="0" u="none" strike="noStrike" cap="none" normalizeH="0" baseline="0">
                        <a:ln>
                          <a:noFill/>
                        </a:ln>
                        <a:solidFill>
                          <a:schemeClr val="tx1"/>
                        </a:solidFill>
                        <a:effectLst/>
                        <a:latin typeface="Verdana" panose="020B0604030504040204" pitchFamily="34" charset="0"/>
                        <a:ea typeface="宋体" panose="02010600030101010101" pitchFamily="2" charset="-122"/>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469900" marR="0" lvl="0" indent="-469900" algn="ctr" defTabSz="914400" rtl="0" eaLnBrk="0" fontAlgn="base" latinLnBrk="0" hangingPunct="0">
                        <a:lnSpc>
                          <a:spcPct val="100000"/>
                        </a:lnSpc>
                        <a:spcBef>
                          <a:spcPct val="0"/>
                        </a:spcBef>
                        <a:spcAft>
                          <a:spcPct val="0"/>
                        </a:spcAft>
                        <a:buClr>
                          <a:schemeClr val="accent2"/>
                        </a:buClr>
                        <a:buSzTx/>
                        <a:buFont typeface="Wingdings" panose="05000000000000000000" pitchFamily="2" charset="2"/>
                        <a:buNone/>
                      </a:pPr>
                      <a:r>
                        <a:rPr kumimoji="0" lang="zh-CN" altLang="en-US" sz="1600" b="1" i="0" u="none" strike="noStrike" cap="none" normalizeH="0" baseline="0">
                          <a:ln>
                            <a:noFill/>
                          </a:ln>
                          <a:solidFill>
                            <a:schemeClr val="tx1"/>
                          </a:solidFill>
                          <a:effectLst/>
                          <a:latin typeface="Verdana" panose="020B0604030504040204" pitchFamily="34" charset="0"/>
                          <a:ea typeface="宋体" panose="02010600030101010101" pitchFamily="2" charset="-122"/>
                        </a:rPr>
                        <a:t>不等于</a:t>
                      </a:r>
                      <a:r>
                        <a:rPr kumimoji="0" lang="en-US" altLang="zh-CN" sz="1600" b="1" i="0" u="none" strike="noStrike" cap="none" normalizeH="0" baseline="0">
                          <a:ln>
                            <a:noFill/>
                          </a:ln>
                          <a:solidFill>
                            <a:schemeClr val="tx1"/>
                          </a:solidFill>
                          <a:effectLst/>
                          <a:latin typeface="Verdana" panose="020B0604030504040204" pitchFamily="34" charset="0"/>
                          <a:ea typeface="宋体" panose="02010600030101010101" pitchFamily="2" charset="-122"/>
                        </a:rPr>
                        <a:t>0 </a:t>
                      </a:r>
                      <a:endParaRPr kumimoji="0" lang="en-US" altLang="zh-CN" sz="1600" b="1" i="0" u="none" strike="noStrike" cap="none" normalizeH="0" baseline="0">
                        <a:ln>
                          <a:noFill/>
                        </a:ln>
                        <a:solidFill>
                          <a:schemeClr val="tx1"/>
                        </a:solidFill>
                        <a:effectLst/>
                        <a:latin typeface="Verdana" panose="020B0604030504040204" pitchFamily="34" charset="0"/>
                        <a:ea typeface="宋体" panose="02010600030101010101" pitchFamily="2" charset="-122"/>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469900" marR="0" lvl="0" indent="-469900" algn="ctr" defTabSz="914400" rtl="0" eaLnBrk="0" fontAlgn="base" latinLnBrk="0" hangingPunct="0">
                        <a:lnSpc>
                          <a:spcPct val="100000"/>
                        </a:lnSpc>
                        <a:spcBef>
                          <a:spcPct val="0"/>
                        </a:spcBef>
                        <a:spcAft>
                          <a:spcPct val="0"/>
                        </a:spcAft>
                        <a:buClr>
                          <a:schemeClr val="accent2"/>
                        </a:buClr>
                        <a:buSzTx/>
                        <a:buFont typeface="Wingdings" panose="05000000000000000000" pitchFamily="2" charset="2"/>
                        <a:buNone/>
                      </a:pPr>
                      <a:r>
                        <a:rPr kumimoji="0" lang="en-US" altLang="zh-CN" sz="1600" b="1" i="0" u="none" strike="noStrike" cap="none" normalizeH="0" baseline="0" dirty="0" err="1">
                          <a:ln>
                            <a:noFill/>
                          </a:ln>
                          <a:solidFill>
                            <a:schemeClr val="tx1"/>
                          </a:solidFill>
                          <a:effectLst/>
                          <a:latin typeface="Verdana" panose="020B0604030504040204" pitchFamily="34" charset="0"/>
                          <a:ea typeface="宋体" panose="02010600030101010101" pitchFamily="2" charset="-122"/>
                        </a:rPr>
                        <a:t>NaN</a:t>
                      </a:r>
                      <a:r>
                        <a:rPr kumimoji="0" lang="en-US" altLang="zh-CN" sz="1600" b="1" i="0" u="none" strike="noStrike" cap="none" normalizeH="0" baseline="0" dirty="0">
                          <a:ln>
                            <a:noFill/>
                          </a:ln>
                          <a:solidFill>
                            <a:schemeClr val="tx1"/>
                          </a:solidFill>
                          <a:effectLst/>
                          <a:latin typeface="Verdana" panose="020B0604030504040204" pitchFamily="34" charset="0"/>
                          <a:ea typeface="宋体" panose="02010600030101010101" pitchFamily="2" charset="-122"/>
                        </a:rPr>
                        <a:t>(</a:t>
                      </a:r>
                      <a:r>
                        <a:rPr kumimoji="0" lang="zh-CN" altLang="en-US" sz="1600" b="1" i="0" u="none" strike="noStrike" cap="none" normalizeH="0" baseline="0" dirty="0">
                          <a:ln>
                            <a:noFill/>
                          </a:ln>
                          <a:solidFill>
                            <a:schemeClr val="tx1"/>
                          </a:solidFill>
                          <a:effectLst/>
                          <a:latin typeface="Verdana" panose="020B0604030504040204" pitchFamily="34" charset="0"/>
                          <a:ea typeface="宋体" panose="02010600030101010101" pitchFamily="2" charset="-122"/>
                        </a:rPr>
                        <a:t>非数值</a:t>
                      </a:r>
                      <a:r>
                        <a:rPr kumimoji="0" lang="en-US" altLang="zh-CN" sz="1600" b="1" i="0" u="none" strike="noStrike" cap="none" normalizeH="0" baseline="0" dirty="0">
                          <a:ln>
                            <a:noFill/>
                          </a:ln>
                          <a:solidFill>
                            <a:schemeClr val="tx1"/>
                          </a:solidFill>
                          <a:effectLst/>
                          <a:latin typeface="Verdana" panose="020B0604030504040204" pitchFamily="34" charset="0"/>
                          <a:ea typeface="宋体" panose="02010600030101010101" pitchFamily="2" charset="-122"/>
                        </a:rPr>
                        <a:t>)</a:t>
                      </a:r>
                      <a:endParaRPr kumimoji="0" lang="en-US" altLang="zh-CN" sz="1600" b="1" i="0" u="none" strike="noStrike" cap="none" normalizeH="0" baseline="0" dirty="0">
                        <a:ln>
                          <a:noFill/>
                        </a:ln>
                        <a:solidFill>
                          <a:schemeClr val="tx1"/>
                        </a:solidFill>
                        <a:effectLst/>
                        <a:latin typeface="Verdana" panose="020B0604030504040204" pitchFamily="34" charset="0"/>
                        <a:ea typeface="宋体" panose="02010600030101010101" pitchFamily="2" charset="-122"/>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bl>
          </a:graphicData>
        </a:graphic>
      </p:graphicFrame>
      <p:sp>
        <p:nvSpPr>
          <p:cNvPr id="227369" name="Text Box 41"/>
          <p:cNvSpPr txBox="1">
            <a:spLocks noChangeArrowheads="1"/>
          </p:cNvSpPr>
          <p:nvPr/>
        </p:nvSpPr>
        <p:spPr bwMode="auto">
          <a:xfrm>
            <a:off x="2171700" y="5911851"/>
            <a:ext cx="8496300" cy="666849"/>
          </a:xfrm>
          <a:prstGeom prst="rect">
            <a:avLst/>
          </a:prstGeom>
          <a:noFill/>
          <a:ln w="9525" algn="ctr">
            <a:noFill/>
            <a:miter lim="800000"/>
          </a:ln>
        </p:spPr>
        <p:txBody>
          <a:bodyPr>
            <a:spAutoFit/>
          </a:bodyPr>
          <a:lstStyle/>
          <a:p>
            <a:pPr>
              <a:spcBef>
                <a:spcPct val="50000"/>
              </a:spcBef>
            </a:pPr>
            <a:r>
              <a:rPr kumimoji="1" lang="en-US" altLang="zh-CN" sz="2800" b="1" dirty="0">
                <a:solidFill>
                  <a:srgbClr val="333399"/>
                </a:solidFill>
                <a:latin typeface="Times New Roman" panose="02020603050405020304" pitchFamily="18" charset="0"/>
                <a:ea typeface="华文楷体" panose="02010600040101010101" pitchFamily="2" charset="-122"/>
              </a:rPr>
              <a:t>        </a:t>
            </a:r>
            <a:r>
              <a:rPr kumimoji="1" lang="zh-CN" altLang="en-US" sz="2800" b="1" dirty="0">
                <a:solidFill>
                  <a:srgbClr val="333399"/>
                </a:solidFill>
                <a:latin typeface="Times New Roman" panose="02020603050405020304" pitchFamily="18" charset="0"/>
                <a:ea typeface="华文楷体" panose="02010600040101010101" pitchFamily="2" charset="-122"/>
              </a:rPr>
              <a:t>鉴于 </a:t>
            </a:r>
            <a:r>
              <a:rPr kumimoji="1" lang="en-US" altLang="zh-CN" sz="2800" b="1" dirty="0">
                <a:solidFill>
                  <a:srgbClr val="333399"/>
                </a:solidFill>
                <a:latin typeface="Times New Roman" panose="02020603050405020304" pitchFamily="18" charset="0"/>
                <a:ea typeface="华文楷体" panose="02010600040101010101" pitchFamily="2" charset="-122"/>
              </a:rPr>
              <a:t>IEEE754</a:t>
            </a:r>
            <a:r>
              <a:rPr kumimoji="1" lang="zh-CN" altLang="en-US" sz="2800" b="1" dirty="0">
                <a:solidFill>
                  <a:srgbClr val="333399"/>
                </a:solidFill>
                <a:latin typeface="Times New Roman" panose="02020603050405020304" pitchFamily="18" charset="0"/>
                <a:ea typeface="华文楷体" panose="02010600040101010101" pitchFamily="2" charset="-122"/>
              </a:rPr>
              <a:t>标准 对计算机界的重要贡献</a:t>
            </a:r>
            <a:r>
              <a:rPr kumimoji="1" lang="en-US" altLang="zh-CN" sz="2800" b="1" dirty="0">
                <a:solidFill>
                  <a:srgbClr val="333399"/>
                </a:solidFill>
                <a:latin typeface="Times New Roman" panose="02020603050405020304" pitchFamily="18" charset="0"/>
                <a:ea typeface="华文楷体" panose="02010600040101010101" pitchFamily="2" charset="-122"/>
              </a:rPr>
              <a:t>, </a:t>
            </a:r>
            <a:r>
              <a:rPr kumimoji="1" lang="zh-CN" altLang="en-US" sz="2800" b="1" dirty="0">
                <a:solidFill>
                  <a:srgbClr val="333399"/>
                </a:solidFill>
                <a:latin typeface="Times New Roman" panose="02020603050405020304" pitchFamily="18" charset="0"/>
                <a:ea typeface="华文楷体" panose="02010600040101010101" pitchFamily="2" charset="-122"/>
              </a:rPr>
              <a:t>发挥关键作用的数学家 </a:t>
            </a:r>
            <a:r>
              <a:rPr kumimoji="1" lang="en-US" altLang="zh-CN" sz="2800" b="1" dirty="0" err="1">
                <a:solidFill>
                  <a:srgbClr val="333399"/>
                </a:solidFill>
                <a:latin typeface="Times New Roman" panose="02020603050405020304" pitchFamily="18" charset="0"/>
                <a:ea typeface="华文楷体" panose="02010600040101010101" pitchFamily="2" charset="-122"/>
              </a:rPr>
              <a:t>Kahan</a:t>
            </a:r>
            <a:r>
              <a:rPr kumimoji="1" lang="en-US" altLang="zh-CN" sz="2800" b="1" dirty="0">
                <a:solidFill>
                  <a:srgbClr val="333399"/>
                </a:solidFill>
                <a:latin typeface="Times New Roman" panose="02020603050405020304" pitchFamily="18" charset="0"/>
                <a:ea typeface="华文楷体" panose="02010600040101010101" pitchFamily="2" charset="-122"/>
              </a:rPr>
              <a:t> </a:t>
            </a:r>
            <a:r>
              <a:rPr kumimoji="1" lang="zh-CN" altLang="en-US" sz="2800" b="1" dirty="0">
                <a:solidFill>
                  <a:srgbClr val="333399"/>
                </a:solidFill>
                <a:latin typeface="Times New Roman" panose="02020603050405020304" pitchFamily="18" charset="0"/>
                <a:ea typeface="华文楷体" panose="02010600040101010101" pitchFamily="2" charset="-122"/>
              </a:rPr>
              <a:t>于</a:t>
            </a:r>
            <a:r>
              <a:rPr kumimoji="1" lang="en-US" altLang="zh-CN" sz="2800" b="1" dirty="0">
                <a:solidFill>
                  <a:srgbClr val="333399"/>
                </a:solidFill>
                <a:latin typeface="Times New Roman" panose="02020603050405020304" pitchFamily="18" charset="0"/>
                <a:ea typeface="华文楷体" panose="02010600040101010101" pitchFamily="2" charset="-122"/>
              </a:rPr>
              <a:t>1989</a:t>
            </a:r>
            <a:r>
              <a:rPr kumimoji="1" lang="zh-CN" altLang="en-US" sz="2800" b="1" dirty="0">
                <a:solidFill>
                  <a:srgbClr val="333399"/>
                </a:solidFill>
                <a:latin typeface="Times New Roman" panose="02020603050405020304" pitchFamily="18" charset="0"/>
                <a:ea typeface="华文楷体" panose="02010600040101010101" pitchFamily="2" charset="-122"/>
              </a:rPr>
              <a:t>年被授予图灵奖。</a:t>
            </a:r>
            <a:endParaRPr kumimoji="1" lang="zh-CN" altLang="en-US" sz="2800" b="1" dirty="0">
              <a:solidFill>
                <a:srgbClr val="333399"/>
              </a:solidFill>
              <a:latin typeface="Times New Roman" panose="02020603050405020304" pitchFamily="18" charset="0"/>
              <a:ea typeface="华文楷体" panose="02010600040101010101" pitchFamily="2" charset="-122"/>
            </a:endParaRPr>
          </a:p>
        </p:txBody>
      </p:sp>
      <p:sp>
        <p:nvSpPr>
          <p:cNvPr id="7" name="灯片编号占位符 1"/>
          <p:cNvSpPr>
            <a:spLocks noGrp="1"/>
          </p:cNvSpPr>
          <p:nvPr>
            <p:ph type="sldNum" sz="quarter" idx="12"/>
          </p:nvPr>
        </p:nvSpPr>
        <p:spPr>
          <a:xfrm>
            <a:off x="10171272" y="6407945"/>
            <a:ext cx="365760" cy="365125"/>
          </a:xfrm>
        </p:spPr>
        <p:txBody>
          <a:bodyPr/>
          <a:lstStyle/>
          <a:p>
            <a:pPr>
              <a:defRPr/>
            </a:pPr>
            <a:fld id="{7C93F2F6-B200-4836-9340-136DE7987878}" type="slidenum">
              <a:rPr lang="en-US" smtClean="0"/>
            </a:fld>
            <a:endParaRPr lang="en-US" dirty="0"/>
          </a:p>
        </p:txBody>
      </p:sp>
    </p:spTree>
  </p:cSld>
  <p:clrMapOvr>
    <a:masterClrMapping/>
  </p:clrMapOvr>
  <p:transition>
    <p:wipe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227370"/>
                                        </p:tgtEl>
                                        <p:attrNameLst>
                                          <p:attrName>style.visibility</p:attrName>
                                        </p:attrNameLst>
                                      </p:cBhvr>
                                      <p:to>
                                        <p:strVal val="visible"/>
                                      </p:to>
                                    </p:set>
                                    <p:animEffect transition="in" filter="fade">
                                      <p:cBhvr>
                                        <p:cTn id="7" dur="1000"/>
                                        <p:tgtEl>
                                          <p:spTgt spid="227370"/>
                                        </p:tgtEl>
                                      </p:cBhvr>
                                    </p:animEffect>
                                    <p:anim calcmode="lin" valueType="num">
                                      <p:cBhvr>
                                        <p:cTn id="8" dur="1000" fill="hold"/>
                                        <p:tgtEl>
                                          <p:spTgt spid="227370"/>
                                        </p:tgtEl>
                                        <p:attrNameLst>
                                          <p:attrName>ppt_x</p:attrName>
                                        </p:attrNameLst>
                                      </p:cBhvr>
                                      <p:tavLst>
                                        <p:tav tm="0">
                                          <p:val>
                                            <p:strVal val="#ppt_x"/>
                                          </p:val>
                                        </p:tav>
                                        <p:tav tm="100000">
                                          <p:val>
                                            <p:strVal val="#ppt_x"/>
                                          </p:val>
                                        </p:tav>
                                      </p:tavLst>
                                    </p:anim>
                                    <p:anim calcmode="lin" valueType="num">
                                      <p:cBhvr>
                                        <p:cTn id="9" dur="1000" fill="hold"/>
                                        <p:tgtEl>
                                          <p:spTgt spid="227370"/>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1" presetClass="entr" presetSubtype="0" fill="hold" grpId="0" nodeType="clickEffect">
                                  <p:stCondLst>
                                    <p:cond delay="0"/>
                                  </p:stCondLst>
                                  <p:childTnLst>
                                    <p:set>
                                      <p:cBhvr>
                                        <p:cTn id="13" dur="1" fill="hold">
                                          <p:stCondLst>
                                            <p:cond delay="0"/>
                                          </p:stCondLst>
                                        </p:cTn>
                                        <p:tgtEl>
                                          <p:spTgt spid="227330"/>
                                        </p:tgtEl>
                                        <p:attrNameLst>
                                          <p:attrName>style.visibility</p:attrName>
                                        </p:attrNameLst>
                                      </p:cBhvr>
                                      <p:to>
                                        <p:strVal val="visible"/>
                                      </p:to>
                                    </p:set>
                                  </p:childTnLst>
                                </p:cTn>
                              </p:par>
                              <p:par>
                                <p:cTn id="14" presetID="1" presetClass="entr" presetSubtype="0" fill="hold" grpId="0" nodeType="withEffect">
                                  <p:stCondLst>
                                    <p:cond delay="0"/>
                                  </p:stCondLst>
                                  <p:childTnLst>
                                    <p:set>
                                      <p:cBhvr>
                                        <p:cTn id="15" dur="1" fill="hold">
                                          <p:stCondLst>
                                            <p:cond delay="0"/>
                                          </p:stCondLst>
                                        </p:cTn>
                                        <p:tgtEl>
                                          <p:spTgt spid="22736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7330" grpId="0" animBg="1"/>
      <p:bldP spid="227369" grpId="0"/>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pPr>
              <a:defRPr/>
            </a:pPr>
            <a:fld id="{7C93F2F6-B200-4836-9340-136DE7987878}" type="slidenum">
              <a:rPr lang="en-US" smtClean="0"/>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3235" name="Rectangle 3"/>
          <p:cNvSpPr>
            <a:spLocks noGrp="1" noChangeArrowheads="1"/>
          </p:cNvSpPr>
          <p:nvPr>
            <p:ph type="body" idx="1"/>
          </p:nvPr>
        </p:nvSpPr>
        <p:spPr>
          <a:xfrm>
            <a:off x="1991544" y="1052736"/>
            <a:ext cx="8352730" cy="1440160"/>
          </a:xfrm>
        </p:spPr>
        <p:txBody>
          <a:bodyPr>
            <a:normAutofit fontScale="92500"/>
          </a:bodyPr>
          <a:lstStyle/>
          <a:p>
            <a:r>
              <a:rPr lang="en-US" altLang="zh-CN" sz="2800" dirty="0">
                <a:latin typeface="隶书" panose="02010509060101010101" pitchFamily="49" charset="-122"/>
                <a:ea typeface="隶书" panose="02010509060101010101" pitchFamily="49" charset="-122"/>
              </a:rPr>
              <a:t>2.7.3 ASCII</a:t>
            </a:r>
            <a:r>
              <a:rPr lang="zh-CN" altLang="en-US" sz="2800" dirty="0">
                <a:latin typeface="隶书" panose="02010509060101010101" pitchFamily="49" charset="-122"/>
                <a:ea typeface="隶书" panose="02010509060101010101" pitchFamily="49" charset="-122"/>
              </a:rPr>
              <a:t>码</a:t>
            </a:r>
            <a:endParaRPr lang="en-US" altLang="zh-CN" sz="2800" dirty="0">
              <a:latin typeface="隶书" panose="02010509060101010101" pitchFamily="49" charset="-122"/>
              <a:ea typeface="隶书" panose="02010509060101010101" pitchFamily="49" charset="-122"/>
            </a:endParaRPr>
          </a:p>
          <a:p>
            <a:r>
              <a:rPr lang="zh-CN" altLang="en-US" sz="2800" dirty="0">
                <a:latin typeface="隶书" panose="02010509060101010101" pitchFamily="49" charset="-122"/>
                <a:ea typeface="隶书" panose="02010509060101010101" pitchFamily="49" charset="-122"/>
              </a:rPr>
              <a:t>它是一种</a:t>
            </a:r>
            <a:r>
              <a:rPr lang="en-US" altLang="zh-CN" sz="2800" dirty="0">
                <a:latin typeface="隶书" panose="02010509060101010101" pitchFamily="49" charset="-122"/>
                <a:ea typeface="隶书" panose="02010509060101010101" pitchFamily="49" charset="-122"/>
              </a:rPr>
              <a:t>8bit</a:t>
            </a:r>
            <a:r>
              <a:rPr lang="zh-CN" altLang="en-US" sz="2800" dirty="0">
                <a:latin typeface="隶书" panose="02010509060101010101" pitchFamily="49" charset="-122"/>
                <a:ea typeface="隶书" panose="02010509060101010101" pitchFamily="49" charset="-122"/>
              </a:rPr>
              <a:t>的用于在计算机处理单元和输入</a:t>
            </a:r>
            <a:r>
              <a:rPr lang="en-US" altLang="zh-CN" sz="2800" dirty="0">
                <a:latin typeface="隶书" panose="02010509060101010101" pitchFamily="49" charset="-122"/>
                <a:ea typeface="隶书" panose="02010509060101010101" pitchFamily="49" charset="-122"/>
              </a:rPr>
              <a:t>/</a:t>
            </a:r>
            <a:r>
              <a:rPr lang="zh-CN" altLang="en-US" sz="2800" dirty="0">
                <a:latin typeface="隶书" panose="02010509060101010101" pitchFamily="49" charset="-122"/>
                <a:ea typeface="隶书" panose="02010509060101010101" pitchFamily="49" charset="-122"/>
              </a:rPr>
              <a:t>输出设备之间传递字符的编码标准。</a:t>
            </a:r>
            <a:r>
              <a:rPr lang="en-US" altLang="zh-CN" sz="2800" dirty="0">
                <a:latin typeface="隶书" panose="02010509060101010101" pitchFamily="49" charset="-122"/>
                <a:ea typeface="隶书" panose="02010509060101010101" pitchFamily="49" charset="-122"/>
              </a:rPr>
              <a:t>(</a:t>
            </a:r>
            <a:r>
              <a:rPr lang="zh-CN" altLang="en-US" sz="2800" dirty="0">
                <a:latin typeface="隶书" panose="02010509060101010101" pitchFamily="49" charset="-122"/>
                <a:ea typeface="隶书" panose="02010509060101010101" pitchFamily="49" charset="-122"/>
              </a:rPr>
              <a:t>最高</a:t>
            </a:r>
            <a:r>
              <a:rPr lang="en-US" altLang="zh-CN" sz="2800" dirty="0">
                <a:latin typeface="隶书" panose="02010509060101010101" pitchFamily="49" charset="-122"/>
                <a:ea typeface="隶书" panose="02010509060101010101" pitchFamily="49" charset="-122"/>
              </a:rPr>
              <a:t>bit</a:t>
            </a:r>
            <a:r>
              <a:rPr lang="zh-CN" altLang="en-US" sz="2800" dirty="0">
                <a:latin typeface="隶书" panose="02010509060101010101" pitchFamily="49" charset="-122"/>
                <a:ea typeface="隶书" panose="02010509060101010101" pitchFamily="49" charset="-122"/>
              </a:rPr>
              <a:t>为校验码</a:t>
            </a:r>
            <a:r>
              <a:rPr lang="en-US" altLang="zh-CN" sz="2800" dirty="0">
                <a:latin typeface="隶书" panose="02010509060101010101" pitchFamily="49" charset="-122"/>
                <a:ea typeface="隶书" panose="02010509060101010101" pitchFamily="49" charset="-122"/>
              </a:rPr>
              <a:t>)</a:t>
            </a:r>
            <a:endParaRPr lang="en-US" altLang="zh-CN" sz="2800" dirty="0">
              <a:latin typeface="隶书" panose="02010509060101010101" pitchFamily="49" charset="-122"/>
              <a:ea typeface="隶书" panose="02010509060101010101" pitchFamily="49" charset="-122"/>
            </a:endParaRPr>
          </a:p>
          <a:p>
            <a:endParaRPr lang="en-US" altLang="zh-CN" sz="2800" dirty="0">
              <a:latin typeface="隶书" panose="02010509060101010101" pitchFamily="49" charset="-122"/>
              <a:ea typeface="隶书" panose="02010509060101010101" pitchFamily="49" charset="-122"/>
            </a:endParaRPr>
          </a:p>
          <a:p>
            <a:endParaRPr lang="zh-CN" altLang="en-US" sz="2800" dirty="0">
              <a:latin typeface="隶书" panose="02010509060101010101" pitchFamily="49" charset="-122"/>
              <a:ea typeface="隶书" panose="02010509060101010101" pitchFamily="49" charset="-122"/>
            </a:endParaRPr>
          </a:p>
          <a:p>
            <a:endParaRPr lang="en-US" altLang="zh-CN" sz="2800" dirty="0">
              <a:latin typeface="隶书" panose="02010509060101010101" pitchFamily="49" charset="-122"/>
              <a:ea typeface="隶书" panose="02010509060101010101" pitchFamily="49" charset="-122"/>
            </a:endParaRPr>
          </a:p>
        </p:txBody>
      </p:sp>
      <p:sp>
        <p:nvSpPr>
          <p:cNvPr id="223246" name="Rectangle 14"/>
          <p:cNvSpPr>
            <a:spLocks noGrp="1" noChangeArrowheads="1"/>
          </p:cNvSpPr>
          <p:nvPr>
            <p:ph type="title"/>
          </p:nvPr>
        </p:nvSpPr>
        <p:spPr>
          <a:xfrm>
            <a:off x="1991544" y="76200"/>
            <a:ext cx="8280920" cy="762000"/>
          </a:xfrm>
          <a:noFill/>
        </p:spPr>
        <p:txBody>
          <a:bodyPr/>
          <a:lstStyle/>
          <a:p>
            <a:pPr algn="ctr"/>
            <a:r>
              <a:rPr lang="en-US" altLang="zh-CN" dirty="0">
                <a:latin typeface="华文琥珀" panose="02010800040101010101" pitchFamily="2" charset="-122"/>
              </a:rPr>
              <a:t>2</a:t>
            </a:r>
            <a:r>
              <a:rPr lang="zh-CN" altLang="en-US" dirty="0">
                <a:latin typeface="华文琥珀" panose="02010800040101010101" pitchFamily="2" charset="-122"/>
              </a:rPr>
              <a:t>.</a:t>
            </a:r>
            <a:r>
              <a:rPr lang="en-US" altLang="zh-CN" dirty="0">
                <a:latin typeface="华文琥珀" panose="02010800040101010101" pitchFamily="2" charset="-122"/>
              </a:rPr>
              <a:t>7 </a:t>
            </a:r>
            <a:r>
              <a:rPr lang="zh-CN" altLang="en-US" dirty="0">
                <a:latin typeface="华文琥珀" panose="02010800040101010101" pitchFamily="2" charset="-122"/>
              </a:rPr>
              <a:t>其他类型</a:t>
            </a:r>
            <a:endParaRPr lang="zh-CN" altLang="en-US" dirty="0">
              <a:latin typeface="华文琥珀" panose="02010800040101010101" pitchFamily="2" charset="-122"/>
            </a:endParaRPr>
          </a:p>
        </p:txBody>
      </p:sp>
      <p:graphicFrame>
        <p:nvGraphicFramePr>
          <p:cNvPr id="6" name="Group 4"/>
          <p:cNvGraphicFramePr>
            <a:graphicFrameLocks noGrp="1"/>
          </p:cNvGraphicFramePr>
          <p:nvPr/>
        </p:nvGraphicFramePr>
        <p:xfrm>
          <a:off x="2832100" y="2636912"/>
          <a:ext cx="6096000" cy="4064000"/>
        </p:xfrm>
        <a:graphic>
          <a:graphicData uri="http://schemas.openxmlformats.org/drawingml/2006/table">
            <a:tbl>
              <a:tblPr/>
              <a:tblGrid>
                <a:gridCol w="381000"/>
                <a:gridCol w="381000"/>
                <a:gridCol w="381000"/>
                <a:gridCol w="381000"/>
                <a:gridCol w="381000"/>
                <a:gridCol w="381000"/>
                <a:gridCol w="381000"/>
                <a:gridCol w="381000"/>
                <a:gridCol w="381000"/>
                <a:gridCol w="381000"/>
                <a:gridCol w="381000"/>
                <a:gridCol w="381000"/>
                <a:gridCol w="381000"/>
                <a:gridCol w="381000"/>
                <a:gridCol w="381000"/>
                <a:gridCol w="381000"/>
              </a:tblGrid>
              <a:tr h="254000">
                <a:tc>
                  <a:txBody>
                    <a:bodyPr/>
                    <a:lstStyle>
                      <a:lvl1pPr eaLnBrk="0" hangingPunct="0">
                        <a:spcBef>
                          <a:spcPct val="20000"/>
                        </a:spcBef>
                        <a:buFont typeface="Wingdings" panose="05000000000000000000" pitchFamily="2" charset="2"/>
                        <a:defRPr sz="2000" b="1">
                          <a:solidFill>
                            <a:schemeClr val="tx1"/>
                          </a:solidFill>
                          <a:latin typeface="Arial" panose="020B0604020202020204" pitchFamily="34" charset="0"/>
                          <a:ea typeface="黑体" panose="02010609060101010101" charset="-122"/>
                        </a:defRPr>
                      </a:lvl1pPr>
                      <a:lvl2pPr marL="742950" indent="-285750" eaLnBrk="0" hangingPunct="0">
                        <a:spcBef>
                          <a:spcPct val="20000"/>
                        </a:spcBef>
                        <a:buFont typeface="Wingdings" panose="05000000000000000000" pitchFamily="2" charset="2"/>
                        <a:defRPr b="1">
                          <a:solidFill>
                            <a:schemeClr val="tx1"/>
                          </a:solidFill>
                          <a:latin typeface="Arial" panose="020B0604020202020204" pitchFamily="34" charset="0"/>
                          <a:ea typeface="楷体_GB2312" pitchFamily="49" charset="-122"/>
                        </a:defRPr>
                      </a:lvl2pPr>
                      <a:lvl3pPr marL="1143000" indent="-228600" eaLnBrk="0" hangingPunct="0">
                        <a:spcBef>
                          <a:spcPct val="20000"/>
                        </a:spcBef>
                        <a:buFont typeface="Gungsuh" pitchFamily="18" charset="-127"/>
                        <a:defRPr sz="1600"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sz="1400">
                          <a:solidFill>
                            <a:schemeClr val="tx1"/>
                          </a:solidFill>
                          <a:latin typeface="Arial" panose="020B0604020202020204" pitchFamily="34" charset="0"/>
                          <a:ea typeface="黑体" panose="02010609060101010101" charset="-122"/>
                        </a:defRPr>
                      </a:lvl4pPr>
                      <a:lvl5pPr marL="2057400" indent="-228600" eaLnBrk="0" hangingPunct="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 typeface="Wingdings" panose="05000000000000000000" pitchFamily="2" charset="2"/>
                        <a:buNone/>
                      </a:pPr>
                      <a:r>
                        <a:rPr kumimoji="0" lang="en-US" altLang="zh-CN" sz="1600" b="1" i="0" u="none" strike="noStrike" cap="none" normalizeH="0" baseline="0" dirty="0">
                          <a:ln>
                            <a:noFill/>
                          </a:ln>
                          <a:solidFill>
                            <a:schemeClr val="tx1"/>
                          </a:solidFill>
                          <a:effectLst/>
                          <a:latin typeface="CourierPS" pitchFamily="49" charset="0"/>
                          <a:ea typeface="宋体" panose="02010600030101010101" pitchFamily="2" charset="-122"/>
                        </a:rPr>
                        <a:t>00</a:t>
                      </a:r>
                      <a:endParaRPr kumimoji="0" lang="en-US" altLang="zh-CN" sz="1600" b="1" i="0" u="none" strike="noStrike" cap="none" normalizeH="0" baseline="0" dirty="0">
                        <a:ln>
                          <a:noFill/>
                        </a:ln>
                        <a:solidFill>
                          <a:schemeClr val="tx1"/>
                        </a:solidFill>
                        <a:effectLst/>
                        <a:latin typeface="CourierPS" pitchFamily="49" charset="0"/>
                        <a:ea typeface="宋体" panose="02010600030101010101" pitchFamily="2" charset="-122"/>
                      </a:endParaRPr>
                    </a:p>
                  </a:txBody>
                  <a:tcPr marL="0" marR="0" marT="0" marB="0" anchor="b" anchorCtr="1" horzOverflow="overflow">
                    <a:lnL>
                      <a:noFill/>
                    </a:lnL>
                    <a:lnR>
                      <a:noFill/>
                    </a:lnR>
                    <a:lnT>
                      <a:noFill/>
                    </a:lnT>
                    <a:lnB>
                      <a:noFill/>
                    </a:lnB>
                    <a:lnTlToBr>
                      <a:noFill/>
                    </a:lnTlToBr>
                    <a:lnBlToTr>
                      <a:noFill/>
                    </a:lnBlToTr>
                    <a:noFill/>
                  </a:tcPr>
                </a:tc>
                <a:tc>
                  <a:txBody>
                    <a:bodyPr/>
                    <a:lstStyle>
                      <a:lvl1pPr eaLnBrk="0" hangingPunct="0">
                        <a:spcBef>
                          <a:spcPct val="20000"/>
                        </a:spcBef>
                        <a:buFont typeface="Wingdings" panose="05000000000000000000" pitchFamily="2" charset="2"/>
                        <a:defRPr sz="2000" b="1">
                          <a:solidFill>
                            <a:schemeClr val="tx1"/>
                          </a:solidFill>
                          <a:latin typeface="Arial" panose="020B0604020202020204" pitchFamily="34" charset="0"/>
                          <a:ea typeface="黑体" panose="02010609060101010101" charset="-122"/>
                        </a:defRPr>
                      </a:lvl1pPr>
                      <a:lvl2pPr marL="742950" indent="-285750" eaLnBrk="0" hangingPunct="0">
                        <a:spcBef>
                          <a:spcPct val="20000"/>
                        </a:spcBef>
                        <a:buFont typeface="Wingdings" panose="05000000000000000000" pitchFamily="2" charset="2"/>
                        <a:defRPr b="1">
                          <a:solidFill>
                            <a:schemeClr val="tx1"/>
                          </a:solidFill>
                          <a:latin typeface="Arial" panose="020B0604020202020204" pitchFamily="34" charset="0"/>
                          <a:ea typeface="楷体_GB2312" pitchFamily="49" charset="-122"/>
                        </a:defRPr>
                      </a:lvl2pPr>
                      <a:lvl3pPr marL="1143000" indent="-228600" eaLnBrk="0" hangingPunct="0">
                        <a:spcBef>
                          <a:spcPct val="20000"/>
                        </a:spcBef>
                        <a:buFont typeface="Gungsuh" pitchFamily="18" charset="-127"/>
                        <a:defRPr sz="1600"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sz="1400">
                          <a:solidFill>
                            <a:schemeClr val="tx1"/>
                          </a:solidFill>
                          <a:latin typeface="Arial" panose="020B0604020202020204" pitchFamily="34" charset="0"/>
                          <a:ea typeface="黑体" panose="02010609060101010101" charset="-122"/>
                        </a:defRPr>
                      </a:lvl4pPr>
                      <a:lvl5pPr marL="2057400" indent="-228600" eaLnBrk="0" hangingPunct="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 typeface="Wingdings" panose="05000000000000000000" pitchFamily="2" charset="2"/>
                        <a:buNone/>
                      </a:pPr>
                      <a:r>
                        <a:rPr kumimoji="0" lang="en-US" altLang="zh-CN" sz="1600" b="1" i="0" u="none" strike="noStrike" cap="none" normalizeH="0" baseline="0">
                          <a:ln>
                            <a:noFill/>
                          </a:ln>
                          <a:solidFill>
                            <a:schemeClr val="accent2"/>
                          </a:solidFill>
                          <a:effectLst/>
                          <a:latin typeface="CourierPS" pitchFamily="49" charset="0"/>
                          <a:ea typeface="宋体" panose="02010600030101010101" pitchFamily="2" charset="-122"/>
                        </a:rPr>
                        <a:t>nul</a:t>
                      </a:r>
                      <a:endParaRPr kumimoji="0" lang="en-US" altLang="zh-CN" sz="1600" b="1" i="0" u="none" strike="noStrike" cap="none" normalizeH="0" baseline="0">
                        <a:ln>
                          <a:noFill/>
                        </a:ln>
                        <a:solidFill>
                          <a:schemeClr val="accent2"/>
                        </a:solidFill>
                        <a:effectLst/>
                        <a:latin typeface="CourierPS" pitchFamily="49" charset="0"/>
                        <a:ea typeface="宋体" panose="02010600030101010101" pitchFamily="2" charset="-122"/>
                      </a:endParaRPr>
                    </a:p>
                  </a:txBody>
                  <a:tcPr marL="0" marR="0" marT="0" marB="0" anchor="b" anchorCtr="1" horzOverflow="overflow">
                    <a:lnL>
                      <a:noFill/>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lvl1pPr eaLnBrk="0" hangingPunct="0">
                        <a:spcBef>
                          <a:spcPct val="20000"/>
                        </a:spcBef>
                        <a:buFont typeface="Wingdings" panose="05000000000000000000" pitchFamily="2" charset="2"/>
                        <a:defRPr sz="2000" b="1">
                          <a:solidFill>
                            <a:schemeClr val="tx1"/>
                          </a:solidFill>
                          <a:latin typeface="Arial" panose="020B0604020202020204" pitchFamily="34" charset="0"/>
                          <a:ea typeface="黑体" panose="02010609060101010101" charset="-122"/>
                        </a:defRPr>
                      </a:lvl1pPr>
                      <a:lvl2pPr marL="742950" indent="-285750" eaLnBrk="0" hangingPunct="0">
                        <a:spcBef>
                          <a:spcPct val="20000"/>
                        </a:spcBef>
                        <a:buFont typeface="Wingdings" panose="05000000000000000000" pitchFamily="2" charset="2"/>
                        <a:defRPr b="1">
                          <a:solidFill>
                            <a:schemeClr val="tx1"/>
                          </a:solidFill>
                          <a:latin typeface="Arial" panose="020B0604020202020204" pitchFamily="34" charset="0"/>
                          <a:ea typeface="楷体_GB2312" pitchFamily="49" charset="-122"/>
                        </a:defRPr>
                      </a:lvl2pPr>
                      <a:lvl3pPr marL="1143000" indent="-228600" eaLnBrk="0" hangingPunct="0">
                        <a:spcBef>
                          <a:spcPct val="20000"/>
                        </a:spcBef>
                        <a:buFont typeface="Gungsuh" pitchFamily="18" charset="-127"/>
                        <a:defRPr sz="1600"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sz="1400">
                          <a:solidFill>
                            <a:schemeClr val="tx1"/>
                          </a:solidFill>
                          <a:latin typeface="Arial" panose="020B0604020202020204" pitchFamily="34" charset="0"/>
                          <a:ea typeface="黑体" panose="02010609060101010101" charset="-122"/>
                        </a:defRPr>
                      </a:lvl4pPr>
                      <a:lvl5pPr marL="2057400" indent="-228600" eaLnBrk="0" hangingPunct="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 typeface="Wingdings" panose="05000000000000000000" pitchFamily="2" charset="2"/>
                        <a:buNone/>
                      </a:pPr>
                      <a:r>
                        <a:rPr kumimoji="0" lang="en-US" altLang="zh-CN" sz="1600" b="1" i="0" u="none" strike="noStrike" cap="none" normalizeH="0" baseline="0">
                          <a:ln>
                            <a:noFill/>
                          </a:ln>
                          <a:solidFill>
                            <a:schemeClr val="tx1"/>
                          </a:solidFill>
                          <a:effectLst/>
                          <a:latin typeface="CourierPS" pitchFamily="49" charset="0"/>
                          <a:ea typeface="宋体" panose="02010600030101010101" pitchFamily="2" charset="-122"/>
                        </a:rPr>
                        <a:t>10</a:t>
                      </a:r>
                      <a:endParaRPr kumimoji="0" lang="en-US" altLang="zh-CN" sz="1600" b="1" i="0" u="none" strike="noStrike" cap="none" normalizeH="0" baseline="0">
                        <a:ln>
                          <a:noFill/>
                        </a:ln>
                        <a:solidFill>
                          <a:schemeClr val="tx1"/>
                        </a:solidFill>
                        <a:effectLst/>
                        <a:latin typeface="CourierPS" pitchFamily="49" charset="0"/>
                        <a:ea typeface="宋体" panose="02010600030101010101" pitchFamily="2" charset="-122"/>
                      </a:endParaRPr>
                    </a:p>
                  </a:txBody>
                  <a:tcPr marL="0" marR="0" marT="0" marB="0" anchor="b" anchorCtr="1" horzOverflow="overflow">
                    <a:lnL w="12700" cap="flat" cmpd="sng" algn="ctr">
                      <a:solidFill>
                        <a:schemeClr val="tx1"/>
                      </a:solidFill>
                      <a:prstDash val="solid"/>
                      <a:round/>
                      <a:headEnd type="none" w="med" len="med"/>
                      <a:tailEnd type="none" w="med" len="med"/>
                    </a:lnL>
                    <a:lnR>
                      <a:noFill/>
                    </a:lnR>
                    <a:lnT>
                      <a:noFill/>
                    </a:lnT>
                    <a:lnB>
                      <a:noFill/>
                    </a:lnB>
                    <a:lnTlToBr>
                      <a:noFill/>
                    </a:lnTlToBr>
                    <a:lnBlToTr>
                      <a:noFill/>
                    </a:lnBlToTr>
                    <a:noFill/>
                  </a:tcPr>
                </a:tc>
                <a:tc>
                  <a:txBody>
                    <a:bodyPr/>
                    <a:lstStyle>
                      <a:lvl1pPr eaLnBrk="0" hangingPunct="0">
                        <a:spcBef>
                          <a:spcPct val="20000"/>
                        </a:spcBef>
                        <a:buFont typeface="Wingdings" panose="05000000000000000000" pitchFamily="2" charset="2"/>
                        <a:defRPr sz="2000" b="1">
                          <a:solidFill>
                            <a:schemeClr val="tx1"/>
                          </a:solidFill>
                          <a:latin typeface="Arial" panose="020B0604020202020204" pitchFamily="34" charset="0"/>
                          <a:ea typeface="黑体" panose="02010609060101010101" charset="-122"/>
                        </a:defRPr>
                      </a:lvl1pPr>
                      <a:lvl2pPr marL="742950" indent="-285750" eaLnBrk="0" hangingPunct="0">
                        <a:spcBef>
                          <a:spcPct val="20000"/>
                        </a:spcBef>
                        <a:buFont typeface="Wingdings" panose="05000000000000000000" pitchFamily="2" charset="2"/>
                        <a:defRPr b="1">
                          <a:solidFill>
                            <a:schemeClr val="tx1"/>
                          </a:solidFill>
                          <a:latin typeface="Arial" panose="020B0604020202020204" pitchFamily="34" charset="0"/>
                          <a:ea typeface="楷体_GB2312" pitchFamily="49" charset="-122"/>
                        </a:defRPr>
                      </a:lvl2pPr>
                      <a:lvl3pPr marL="1143000" indent="-228600" eaLnBrk="0" hangingPunct="0">
                        <a:spcBef>
                          <a:spcPct val="20000"/>
                        </a:spcBef>
                        <a:buFont typeface="Gungsuh" pitchFamily="18" charset="-127"/>
                        <a:defRPr sz="1600"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sz="1400">
                          <a:solidFill>
                            <a:schemeClr val="tx1"/>
                          </a:solidFill>
                          <a:latin typeface="Arial" panose="020B0604020202020204" pitchFamily="34" charset="0"/>
                          <a:ea typeface="黑体" panose="02010609060101010101" charset="-122"/>
                        </a:defRPr>
                      </a:lvl4pPr>
                      <a:lvl5pPr marL="2057400" indent="-228600" eaLnBrk="0" hangingPunct="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 typeface="Wingdings" panose="05000000000000000000" pitchFamily="2" charset="2"/>
                        <a:buNone/>
                      </a:pPr>
                      <a:r>
                        <a:rPr kumimoji="0" lang="en-US" altLang="zh-CN" sz="1600" b="1" i="0" u="none" strike="noStrike" cap="none" normalizeH="0" baseline="0">
                          <a:ln>
                            <a:noFill/>
                          </a:ln>
                          <a:solidFill>
                            <a:schemeClr val="accent2"/>
                          </a:solidFill>
                          <a:effectLst/>
                          <a:latin typeface="CourierPS" pitchFamily="49" charset="0"/>
                          <a:ea typeface="宋体" panose="02010600030101010101" pitchFamily="2" charset="-122"/>
                        </a:rPr>
                        <a:t>dle</a:t>
                      </a:r>
                      <a:endParaRPr kumimoji="0" lang="en-US" altLang="zh-CN" sz="1600" b="1" i="0" u="none" strike="noStrike" cap="none" normalizeH="0" baseline="0">
                        <a:ln>
                          <a:noFill/>
                        </a:ln>
                        <a:solidFill>
                          <a:schemeClr val="accent2"/>
                        </a:solidFill>
                        <a:effectLst/>
                        <a:latin typeface="CourierPS" pitchFamily="49" charset="0"/>
                        <a:ea typeface="宋体" panose="02010600030101010101" pitchFamily="2" charset="-122"/>
                      </a:endParaRPr>
                    </a:p>
                  </a:txBody>
                  <a:tcPr marL="0" marR="0" marT="0" marB="0" anchor="b" anchorCtr="1" horzOverflow="overflow">
                    <a:lnL>
                      <a:noFill/>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lvl1pPr eaLnBrk="0" hangingPunct="0">
                        <a:spcBef>
                          <a:spcPct val="20000"/>
                        </a:spcBef>
                        <a:buFont typeface="Wingdings" panose="05000000000000000000" pitchFamily="2" charset="2"/>
                        <a:defRPr sz="2000" b="1">
                          <a:solidFill>
                            <a:schemeClr val="tx1"/>
                          </a:solidFill>
                          <a:latin typeface="Arial" panose="020B0604020202020204" pitchFamily="34" charset="0"/>
                          <a:ea typeface="黑体" panose="02010609060101010101" charset="-122"/>
                        </a:defRPr>
                      </a:lvl1pPr>
                      <a:lvl2pPr marL="742950" indent="-285750" eaLnBrk="0" hangingPunct="0">
                        <a:spcBef>
                          <a:spcPct val="20000"/>
                        </a:spcBef>
                        <a:buFont typeface="Wingdings" panose="05000000000000000000" pitchFamily="2" charset="2"/>
                        <a:defRPr b="1">
                          <a:solidFill>
                            <a:schemeClr val="tx1"/>
                          </a:solidFill>
                          <a:latin typeface="Arial" panose="020B0604020202020204" pitchFamily="34" charset="0"/>
                          <a:ea typeface="楷体_GB2312" pitchFamily="49" charset="-122"/>
                        </a:defRPr>
                      </a:lvl2pPr>
                      <a:lvl3pPr marL="1143000" indent="-228600" eaLnBrk="0" hangingPunct="0">
                        <a:spcBef>
                          <a:spcPct val="20000"/>
                        </a:spcBef>
                        <a:buFont typeface="Gungsuh" pitchFamily="18" charset="-127"/>
                        <a:defRPr sz="1600"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sz="1400">
                          <a:solidFill>
                            <a:schemeClr val="tx1"/>
                          </a:solidFill>
                          <a:latin typeface="Arial" panose="020B0604020202020204" pitchFamily="34" charset="0"/>
                          <a:ea typeface="黑体" panose="02010609060101010101" charset="-122"/>
                        </a:defRPr>
                      </a:lvl4pPr>
                      <a:lvl5pPr marL="2057400" indent="-228600" eaLnBrk="0" hangingPunct="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 typeface="Wingdings" panose="05000000000000000000" pitchFamily="2" charset="2"/>
                        <a:buNone/>
                      </a:pPr>
                      <a:r>
                        <a:rPr kumimoji="0" lang="en-US" altLang="zh-CN" sz="1600" b="1" i="0" u="none" strike="noStrike" cap="none" normalizeH="0" baseline="0">
                          <a:ln>
                            <a:noFill/>
                          </a:ln>
                          <a:solidFill>
                            <a:schemeClr val="tx1"/>
                          </a:solidFill>
                          <a:effectLst/>
                          <a:latin typeface="CourierPS" pitchFamily="49" charset="0"/>
                          <a:ea typeface="宋体" panose="02010600030101010101" pitchFamily="2" charset="-122"/>
                        </a:rPr>
                        <a:t>20</a:t>
                      </a:r>
                      <a:endParaRPr kumimoji="0" lang="en-US" altLang="zh-CN" sz="1600" b="1" i="0" u="none" strike="noStrike" cap="none" normalizeH="0" baseline="0">
                        <a:ln>
                          <a:noFill/>
                        </a:ln>
                        <a:solidFill>
                          <a:schemeClr val="tx1"/>
                        </a:solidFill>
                        <a:effectLst/>
                        <a:latin typeface="CourierPS" pitchFamily="49" charset="0"/>
                        <a:ea typeface="宋体" panose="02010600030101010101" pitchFamily="2" charset="-122"/>
                      </a:endParaRPr>
                    </a:p>
                  </a:txBody>
                  <a:tcPr marL="0" marR="0" marT="0" marB="0" anchor="b" anchorCtr="1" horzOverflow="overflow">
                    <a:lnL w="12700" cap="flat" cmpd="sng" algn="ctr">
                      <a:solidFill>
                        <a:schemeClr val="tx1"/>
                      </a:solidFill>
                      <a:prstDash val="solid"/>
                      <a:round/>
                      <a:headEnd type="none" w="med" len="med"/>
                      <a:tailEnd type="none" w="med" len="med"/>
                    </a:lnL>
                    <a:lnR>
                      <a:noFill/>
                    </a:lnR>
                    <a:lnT>
                      <a:noFill/>
                    </a:lnT>
                    <a:lnB>
                      <a:noFill/>
                    </a:lnB>
                    <a:lnTlToBr>
                      <a:noFill/>
                    </a:lnTlToBr>
                    <a:lnBlToTr>
                      <a:noFill/>
                    </a:lnBlToTr>
                    <a:noFill/>
                  </a:tcPr>
                </a:tc>
                <a:tc>
                  <a:txBody>
                    <a:bodyPr/>
                    <a:lstStyle>
                      <a:lvl1pPr eaLnBrk="0" hangingPunct="0">
                        <a:spcBef>
                          <a:spcPct val="20000"/>
                        </a:spcBef>
                        <a:buFont typeface="Wingdings" panose="05000000000000000000" pitchFamily="2" charset="2"/>
                        <a:defRPr sz="2000" b="1">
                          <a:solidFill>
                            <a:schemeClr val="tx1"/>
                          </a:solidFill>
                          <a:latin typeface="Arial" panose="020B0604020202020204" pitchFamily="34" charset="0"/>
                          <a:ea typeface="黑体" panose="02010609060101010101" charset="-122"/>
                        </a:defRPr>
                      </a:lvl1pPr>
                      <a:lvl2pPr marL="742950" indent="-285750" eaLnBrk="0" hangingPunct="0">
                        <a:spcBef>
                          <a:spcPct val="20000"/>
                        </a:spcBef>
                        <a:buFont typeface="Wingdings" panose="05000000000000000000" pitchFamily="2" charset="2"/>
                        <a:defRPr b="1">
                          <a:solidFill>
                            <a:schemeClr val="tx1"/>
                          </a:solidFill>
                          <a:latin typeface="Arial" panose="020B0604020202020204" pitchFamily="34" charset="0"/>
                          <a:ea typeface="楷体_GB2312" pitchFamily="49" charset="-122"/>
                        </a:defRPr>
                      </a:lvl2pPr>
                      <a:lvl3pPr marL="1143000" indent="-228600" eaLnBrk="0" hangingPunct="0">
                        <a:spcBef>
                          <a:spcPct val="20000"/>
                        </a:spcBef>
                        <a:buFont typeface="Gungsuh" pitchFamily="18" charset="-127"/>
                        <a:defRPr sz="1600"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sz="1400">
                          <a:solidFill>
                            <a:schemeClr val="tx1"/>
                          </a:solidFill>
                          <a:latin typeface="Arial" panose="020B0604020202020204" pitchFamily="34" charset="0"/>
                          <a:ea typeface="黑体" panose="02010609060101010101" charset="-122"/>
                        </a:defRPr>
                      </a:lvl4pPr>
                      <a:lvl5pPr marL="2057400" indent="-228600" eaLnBrk="0" hangingPunct="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 typeface="Wingdings" panose="05000000000000000000" pitchFamily="2" charset="2"/>
                        <a:buNone/>
                      </a:pPr>
                      <a:r>
                        <a:rPr kumimoji="0" lang="en-US" altLang="zh-CN" sz="1600" b="1" i="0" u="none" strike="noStrike" cap="none" normalizeH="0" baseline="0">
                          <a:ln>
                            <a:noFill/>
                          </a:ln>
                          <a:solidFill>
                            <a:schemeClr val="accent2"/>
                          </a:solidFill>
                          <a:effectLst/>
                          <a:latin typeface="CourierPS" pitchFamily="49" charset="0"/>
                          <a:ea typeface="宋体" panose="02010600030101010101" pitchFamily="2" charset="-122"/>
                        </a:rPr>
                        <a:t>sp</a:t>
                      </a:r>
                      <a:endParaRPr kumimoji="0" lang="en-US" altLang="zh-CN" sz="1600" b="1" i="0" u="none" strike="noStrike" cap="none" normalizeH="0" baseline="0">
                        <a:ln>
                          <a:noFill/>
                        </a:ln>
                        <a:solidFill>
                          <a:schemeClr val="accent2"/>
                        </a:solidFill>
                        <a:effectLst/>
                        <a:latin typeface="CourierPS" pitchFamily="49" charset="0"/>
                        <a:ea typeface="宋体" panose="02010600030101010101" pitchFamily="2" charset="-122"/>
                      </a:endParaRPr>
                    </a:p>
                  </a:txBody>
                  <a:tcPr marL="0" marR="0" marT="0" marB="0" anchor="b" anchorCtr="1" horzOverflow="overflow">
                    <a:lnL>
                      <a:noFill/>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lvl1pPr eaLnBrk="0" hangingPunct="0">
                        <a:spcBef>
                          <a:spcPct val="20000"/>
                        </a:spcBef>
                        <a:buFont typeface="Wingdings" panose="05000000000000000000" pitchFamily="2" charset="2"/>
                        <a:defRPr sz="2000" b="1">
                          <a:solidFill>
                            <a:schemeClr val="tx1"/>
                          </a:solidFill>
                          <a:latin typeface="Arial" panose="020B0604020202020204" pitchFamily="34" charset="0"/>
                          <a:ea typeface="黑体" panose="02010609060101010101" charset="-122"/>
                        </a:defRPr>
                      </a:lvl1pPr>
                      <a:lvl2pPr marL="742950" indent="-285750" eaLnBrk="0" hangingPunct="0">
                        <a:spcBef>
                          <a:spcPct val="20000"/>
                        </a:spcBef>
                        <a:buFont typeface="Wingdings" panose="05000000000000000000" pitchFamily="2" charset="2"/>
                        <a:defRPr b="1">
                          <a:solidFill>
                            <a:schemeClr val="tx1"/>
                          </a:solidFill>
                          <a:latin typeface="Arial" panose="020B0604020202020204" pitchFamily="34" charset="0"/>
                          <a:ea typeface="楷体_GB2312" pitchFamily="49" charset="-122"/>
                        </a:defRPr>
                      </a:lvl2pPr>
                      <a:lvl3pPr marL="1143000" indent="-228600" eaLnBrk="0" hangingPunct="0">
                        <a:spcBef>
                          <a:spcPct val="20000"/>
                        </a:spcBef>
                        <a:buFont typeface="Gungsuh" pitchFamily="18" charset="-127"/>
                        <a:defRPr sz="1600"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sz="1400">
                          <a:solidFill>
                            <a:schemeClr val="tx1"/>
                          </a:solidFill>
                          <a:latin typeface="Arial" panose="020B0604020202020204" pitchFamily="34" charset="0"/>
                          <a:ea typeface="黑体" panose="02010609060101010101" charset="-122"/>
                        </a:defRPr>
                      </a:lvl4pPr>
                      <a:lvl5pPr marL="2057400" indent="-228600" eaLnBrk="0" hangingPunct="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 typeface="Wingdings" panose="05000000000000000000" pitchFamily="2" charset="2"/>
                        <a:buNone/>
                      </a:pPr>
                      <a:r>
                        <a:rPr kumimoji="0" lang="en-US" altLang="zh-CN" sz="1600" b="1" i="0" u="none" strike="noStrike" cap="none" normalizeH="0" baseline="0">
                          <a:ln>
                            <a:noFill/>
                          </a:ln>
                          <a:solidFill>
                            <a:schemeClr val="tx1"/>
                          </a:solidFill>
                          <a:effectLst/>
                          <a:latin typeface="CourierPS" pitchFamily="49" charset="0"/>
                          <a:ea typeface="宋体" panose="02010600030101010101" pitchFamily="2" charset="-122"/>
                        </a:rPr>
                        <a:t>30</a:t>
                      </a:r>
                      <a:endParaRPr kumimoji="0" lang="en-US" altLang="zh-CN" sz="1600" b="1" i="0" u="none" strike="noStrike" cap="none" normalizeH="0" baseline="0">
                        <a:ln>
                          <a:noFill/>
                        </a:ln>
                        <a:solidFill>
                          <a:schemeClr val="tx1"/>
                        </a:solidFill>
                        <a:effectLst/>
                        <a:latin typeface="CourierPS" pitchFamily="49" charset="0"/>
                        <a:ea typeface="宋体" panose="02010600030101010101" pitchFamily="2" charset="-122"/>
                      </a:endParaRPr>
                    </a:p>
                  </a:txBody>
                  <a:tcPr marL="0" marR="0" marT="0" marB="0" anchor="b" anchorCtr="1" horzOverflow="overflow">
                    <a:lnL w="12700" cap="flat" cmpd="sng" algn="ctr">
                      <a:solidFill>
                        <a:schemeClr val="tx1"/>
                      </a:solidFill>
                      <a:prstDash val="solid"/>
                      <a:round/>
                      <a:headEnd type="none" w="med" len="med"/>
                      <a:tailEnd type="none" w="med" len="med"/>
                    </a:lnL>
                    <a:lnR>
                      <a:noFill/>
                    </a:lnR>
                    <a:lnT>
                      <a:noFill/>
                    </a:lnT>
                    <a:lnB>
                      <a:noFill/>
                    </a:lnB>
                    <a:lnTlToBr>
                      <a:noFill/>
                    </a:lnTlToBr>
                    <a:lnBlToTr>
                      <a:noFill/>
                    </a:lnBlToTr>
                    <a:noFill/>
                  </a:tcPr>
                </a:tc>
                <a:tc>
                  <a:txBody>
                    <a:bodyPr/>
                    <a:lstStyle>
                      <a:lvl1pPr eaLnBrk="0" hangingPunct="0">
                        <a:spcBef>
                          <a:spcPct val="20000"/>
                        </a:spcBef>
                        <a:buFont typeface="Wingdings" panose="05000000000000000000" pitchFamily="2" charset="2"/>
                        <a:defRPr sz="2000" b="1">
                          <a:solidFill>
                            <a:schemeClr val="tx1"/>
                          </a:solidFill>
                          <a:latin typeface="Arial" panose="020B0604020202020204" pitchFamily="34" charset="0"/>
                          <a:ea typeface="黑体" panose="02010609060101010101" charset="-122"/>
                        </a:defRPr>
                      </a:lvl1pPr>
                      <a:lvl2pPr marL="742950" indent="-285750" eaLnBrk="0" hangingPunct="0">
                        <a:spcBef>
                          <a:spcPct val="20000"/>
                        </a:spcBef>
                        <a:buFont typeface="Wingdings" panose="05000000000000000000" pitchFamily="2" charset="2"/>
                        <a:defRPr b="1">
                          <a:solidFill>
                            <a:schemeClr val="tx1"/>
                          </a:solidFill>
                          <a:latin typeface="Arial" panose="020B0604020202020204" pitchFamily="34" charset="0"/>
                          <a:ea typeface="楷体_GB2312" pitchFamily="49" charset="-122"/>
                        </a:defRPr>
                      </a:lvl2pPr>
                      <a:lvl3pPr marL="1143000" indent="-228600" eaLnBrk="0" hangingPunct="0">
                        <a:spcBef>
                          <a:spcPct val="20000"/>
                        </a:spcBef>
                        <a:buFont typeface="Gungsuh" pitchFamily="18" charset="-127"/>
                        <a:defRPr sz="1600"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sz="1400">
                          <a:solidFill>
                            <a:schemeClr val="tx1"/>
                          </a:solidFill>
                          <a:latin typeface="Arial" panose="020B0604020202020204" pitchFamily="34" charset="0"/>
                          <a:ea typeface="黑体" panose="02010609060101010101" charset="-122"/>
                        </a:defRPr>
                      </a:lvl4pPr>
                      <a:lvl5pPr marL="2057400" indent="-228600" eaLnBrk="0" hangingPunct="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 typeface="Wingdings" panose="05000000000000000000" pitchFamily="2" charset="2"/>
                        <a:buNone/>
                      </a:pPr>
                      <a:r>
                        <a:rPr kumimoji="0" lang="en-US" altLang="zh-CN" sz="1600" b="1" i="0" u="none" strike="noStrike" cap="none" normalizeH="0" baseline="0">
                          <a:ln>
                            <a:noFill/>
                          </a:ln>
                          <a:solidFill>
                            <a:schemeClr val="accent2"/>
                          </a:solidFill>
                          <a:effectLst/>
                          <a:latin typeface="CourierPS" pitchFamily="49" charset="0"/>
                          <a:ea typeface="宋体" panose="02010600030101010101" pitchFamily="2" charset="-122"/>
                        </a:rPr>
                        <a:t>0</a:t>
                      </a:r>
                      <a:endParaRPr kumimoji="0" lang="en-US" altLang="zh-CN" sz="1600" b="1" i="0" u="none" strike="noStrike" cap="none" normalizeH="0" baseline="0">
                        <a:ln>
                          <a:noFill/>
                        </a:ln>
                        <a:solidFill>
                          <a:schemeClr val="accent2"/>
                        </a:solidFill>
                        <a:effectLst/>
                        <a:latin typeface="CourierPS" pitchFamily="49" charset="0"/>
                        <a:ea typeface="宋体" panose="02010600030101010101" pitchFamily="2" charset="-122"/>
                      </a:endParaRPr>
                    </a:p>
                  </a:txBody>
                  <a:tcPr marL="0" marR="0" marT="0" marB="0" anchor="b" anchorCtr="1" horzOverflow="overflow">
                    <a:lnL>
                      <a:noFill/>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lvl1pPr eaLnBrk="0" hangingPunct="0">
                        <a:spcBef>
                          <a:spcPct val="20000"/>
                        </a:spcBef>
                        <a:buFont typeface="Wingdings" panose="05000000000000000000" pitchFamily="2" charset="2"/>
                        <a:defRPr sz="2000" b="1">
                          <a:solidFill>
                            <a:schemeClr val="tx1"/>
                          </a:solidFill>
                          <a:latin typeface="Arial" panose="020B0604020202020204" pitchFamily="34" charset="0"/>
                          <a:ea typeface="黑体" panose="02010609060101010101" charset="-122"/>
                        </a:defRPr>
                      </a:lvl1pPr>
                      <a:lvl2pPr marL="742950" indent="-285750" eaLnBrk="0" hangingPunct="0">
                        <a:spcBef>
                          <a:spcPct val="20000"/>
                        </a:spcBef>
                        <a:buFont typeface="Wingdings" panose="05000000000000000000" pitchFamily="2" charset="2"/>
                        <a:defRPr b="1">
                          <a:solidFill>
                            <a:schemeClr val="tx1"/>
                          </a:solidFill>
                          <a:latin typeface="Arial" panose="020B0604020202020204" pitchFamily="34" charset="0"/>
                          <a:ea typeface="楷体_GB2312" pitchFamily="49" charset="-122"/>
                        </a:defRPr>
                      </a:lvl2pPr>
                      <a:lvl3pPr marL="1143000" indent="-228600" eaLnBrk="0" hangingPunct="0">
                        <a:spcBef>
                          <a:spcPct val="20000"/>
                        </a:spcBef>
                        <a:buFont typeface="Gungsuh" pitchFamily="18" charset="-127"/>
                        <a:defRPr sz="1600"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sz="1400">
                          <a:solidFill>
                            <a:schemeClr val="tx1"/>
                          </a:solidFill>
                          <a:latin typeface="Arial" panose="020B0604020202020204" pitchFamily="34" charset="0"/>
                          <a:ea typeface="黑体" panose="02010609060101010101" charset="-122"/>
                        </a:defRPr>
                      </a:lvl4pPr>
                      <a:lvl5pPr marL="2057400" indent="-228600" eaLnBrk="0" hangingPunct="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 typeface="Wingdings" panose="05000000000000000000" pitchFamily="2" charset="2"/>
                        <a:buNone/>
                      </a:pPr>
                      <a:r>
                        <a:rPr kumimoji="0" lang="en-US" altLang="zh-CN" sz="1600" b="1" i="0" u="none" strike="noStrike" cap="none" normalizeH="0" baseline="0">
                          <a:ln>
                            <a:noFill/>
                          </a:ln>
                          <a:solidFill>
                            <a:schemeClr val="tx1"/>
                          </a:solidFill>
                          <a:effectLst/>
                          <a:latin typeface="CourierPS" pitchFamily="49" charset="0"/>
                          <a:ea typeface="宋体" panose="02010600030101010101" pitchFamily="2" charset="-122"/>
                        </a:rPr>
                        <a:t>40</a:t>
                      </a:r>
                      <a:endParaRPr kumimoji="0" lang="en-US" altLang="zh-CN" sz="1600" b="1" i="0" u="none" strike="noStrike" cap="none" normalizeH="0" baseline="0">
                        <a:ln>
                          <a:noFill/>
                        </a:ln>
                        <a:solidFill>
                          <a:schemeClr val="tx1"/>
                        </a:solidFill>
                        <a:effectLst/>
                        <a:latin typeface="CourierPS" pitchFamily="49" charset="0"/>
                        <a:ea typeface="宋体" panose="02010600030101010101" pitchFamily="2" charset="-122"/>
                      </a:endParaRPr>
                    </a:p>
                  </a:txBody>
                  <a:tcPr marL="0" marR="0" marT="0" marB="0" anchor="b" anchorCtr="1" horzOverflow="overflow">
                    <a:lnL w="12700" cap="flat" cmpd="sng" algn="ctr">
                      <a:solidFill>
                        <a:schemeClr val="tx1"/>
                      </a:solidFill>
                      <a:prstDash val="solid"/>
                      <a:round/>
                      <a:headEnd type="none" w="med" len="med"/>
                      <a:tailEnd type="none" w="med" len="med"/>
                    </a:lnL>
                    <a:lnR>
                      <a:noFill/>
                    </a:lnR>
                    <a:lnT>
                      <a:noFill/>
                    </a:lnT>
                    <a:lnB>
                      <a:noFill/>
                    </a:lnB>
                    <a:lnTlToBr>
                      <a:noFill/>
                    </a:lnTlToBr>
                    <a:lnBlToTr>
                      <a:noFill/>
                    </a:lnBlToTr>
                    <a:noFill/>
                  </a:tcPr>
                </a:tc>
                <a:tc>
                  <a:txBody>
                    <a:bodyPr/>
                    <a:lstStyle>
                      <a:lvl1pPr eaLnBrk="0" hangingPunct="0">
                        <a:spcBef>
                          <a:spcPct val="20000"/>
                        </a:spcBef>
                        <a:buFont typeface="Wingdings" panose="05000000000000000000" pitchFamily="2" charset="2"/>
                        <a:defRPr sz="2000" b="1">
                          <a:solidFill>
                            <a:schemeClr val="tx1"/>
                          </a:solidFill>
                          <a:latin typeface="Arial" panose="020B0604020202020204" pitchFamily="34" charset="0"/>
                          <a:ea typeface="黑体" panose="02010609060101010101" charset="-122"/>
                        </a:defRPr>
                      </a:lvl1pPr>
                      <a:lvl2pPr marL="742950" indent="-285750" eaLnBrk="0" hangingPunct="0">
                        <a:spcBef>
                          <a:spcPct val="20000"/>
                        </a:spcBef>
                        <a:buFont typeface="Wingdings" panose="05000000000000000000" pitchFamily="2" charset="2"/>
                        <a:defRPr b="1">
                          <a:solidFill>
                            <a:schemeClr val="tx1"/>
                          </a:solidFill>
                          <a:latin typeface="Arial" panose="020B0604020202020204" pitchFamily="34" charset="0"/>
                          <a:ea typeface="楷体_GB2312" pitchFamily="49" charset="-122"/>
                        </a:defRPr>
                      </a:lvl2pPr>
                      <a:lvl3pPr marL="1143000" indent="-228600" eaLnBrk="0" hangingPunct="0">
                        <a:spcBef>
                          <a:spcPct val="20000"/>
                        </a:spcBef>
                        <a:buFont typeface="Gungsuh" pitchFamily="18" charset="-127"/>
                        <a:defRPr sz="1600"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sz="1400">
                          <a:solidFill>
                            <a:schemeClr val="tx1"/>
                          </a:solidFill>
                          <a:latin typeface="Arial" panose="020B0604020202020204" pitchFamily="34" charset="0"/>
                          <a:ea typeface="黑体" panose="02010609060101010101" charset="-122"/>
                        </a:defRPr>
                      </a:lvl4pPr>
                      <a:lvl5pPr marL="2057400" indent="-228600" eaLnBrk="0" hangingPunct="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 typeface="Wingdings" panose="05000000000000000000" pitchFamily="2" charset="2"/>
                        <a:buNone/>
                      </a:pPr>
                      <a:r>
                        <a:rPr kumimoji="0" lang="en-US" altLang="zh-CN" sz="1600" b="1" i="0" u="none" strike="noStrike" cap="none" normalizeH="0" baseline="0">
                          <a:ln>
                            <a:noFill/>
                          </a:ln>
                          <a:solidFill>
                            <a:schemeClr val="accent2"/>
                          </a:solidFill>
                          <a:effectLst/>
                          <a:latin typeface="CourierPS" pitchFamily="49" charset="0"/>
                          <a:ea typeface="宋体" panose="02010600030101010101" pitchFamily="2" charset="-122"/>
                        </a:rPr>
                        <a:t>@</a:t>
                      </a:r>
                      <a:endParaRPr kumimoji="0" lang="en-US" altLang="zh-CN" sz="1600" b="1" i="0" u="none" strike="noStrike" cap="none" normalizeH="0" baseline="0">
                        <a:ln>
                          <a:noFill/>
                        </a:ln>
                        <a:solidFill>
                          <a:schemeClr val="accent2"/>
                        </a:solidFill>
                        <a:effectLst/>
                        <a:latin typeface="CourierPS" pitchFamily="49" charset="0"/>
                        <a:ea typeface="宋体" panose="02010600030101010101" pitchFamily="2" charset="-122"/>
                      </a:endParaRPr>
                    </a:p>
                  </a:txBody>
                  <a:tcPr marL="0" marR="0" marT="0" marB="0" anchor="b" anchorCtr="1" horzOverflow="overflow">
                    <a:lnL>
                      <a:noFill/>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lvl1pPr eaLnBrk="0" hangingPunct="0">
                        <a:spcBef>
                          <a:spcPct val="20000"/>
                        </a:spcBef>
                        <a:buFont typeface="Wingdings" panose="05000000000000000000" pitchFamily="2" charset="2"/>
                        <a:defRPr sz="2000" b="1">
                          <a:solidFill>
                            <a:schemeClr val="tx1"/>
                          </a:solidFill>
                          <a:latin typeface="Arial" panose="020B0604020202020204" pitchFamily="34" charset="0"/>
                          <a:ea typeface="黑体" panose="02010609060101010101" charset="-122"/>
                        </a:defRPr>
                      </a:lvl1pPr>
                      <a:lvl2pPr marL="742950" indent="-285750" eaLnBrk="0" hangingPunct="0">
                        <a:spcBef>
                          <a:spcPct val="20000"/>
                        </a:spcBef>
                        <a:buFont typeface="Wingdings" panose="05000000000000000000" pitchFamily="2" charset="2"/>
                        <a:defRPr b="1">
                          <a:solidFill>
                            <a:schemeClr val="tx1"/>
                          </a:solidFill>
                          <a:latin typeface="Arial" panose="020B0604020202020204" pitchFamily="34" charset="0"/>
                          <a:ea typeface="楷体_GB2312" pitchFamily="49" charset="-122"/>
                        </a:defRPr>
                      </a:lvl2pPr>
                      <a:lvl3pPr marL="1143000" indent="-228600" eaLnBrk="0" hangingPunct="0">
                        <a:spcBef>
                          <a:spcPct val="20000"/>
                        </a:spcBef>
                        <a:buFont typeface="Gungsuh" pitchFamily="18" charset="-127"/>
                        <a:defRPr sz="1600"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sz="1400">
                          <a:solidFill>
                            <a:schemeClr val="tx1"/>
                          </a:solidFill>
                          <a:latin typeface="Arial" panose="020B0604020202020204" pitchFamily="34" charset="0"/>
                          <a:ea typeface="黑体" panose="02010609060101010101" charset="-122"/>
                        </a:defRPr>
                      </a:lvl4pPr>
                      <a:lvl5pPr marL="2057400" indent="-228600" eaLnBrk="0" hangingPunct="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 typeface="Wingdings" panose="05000000000000000000" pitchFamily="2" charset="2"/>
                        <a:buNone/>
                      </a:pPr>
                      <a:r>
                        <a:rPr kumimoji="0" lang="en-US" altLang="zh-CN" sz="1600" b="1" i="0" u="none" strike="noStrike" cap="none" normalizeH="0" baseline="0">
                          <a:ln>
                            <a:noFill/>
                          </a:ln>
                          <a:solidFill>
                            <a:schemeClr val="tx1"/>
                          </a:solidFill>
                          <a:effectLst/>
                          <a:latin typeface="CourierPS" pitchFamily="49" charset="0"/>
                          <a:ea typeface="宋体" panose="02010600030101010101" pitchFamily="2" charset="-122"/>
                        </a:rPr>
                        <a:t>50</a:t>
                      </a:r>
                      <a:endParaRPr kumimoji="0" lang="en-US" altLang="zh-CN" sz="1600" b="1" i="0" u="none" strike="noStrike" cap="none" normalizeH="0" baseline="0">
                        <a:ln>
                          <a:noFill/>
                        </a:ln>
                        <a:solidFill>
                          <a:schemeClr val="tx1"/>
                        </a:solidFill>
                        <a:effectLst/>
                        <a:latin typeface="CourierPS" pitchFamily="49" charset="0"/>
                        <a:ea typeface="宋体" panose="02010600030101010101" pitchFamily="2" charset="-122"/>
                      </a:endParaRPr>
                    </a:p>
                  </a:txBody>
                  <a:tcPr marL="0" marR="0" marT="0" marB="0" anchor="b" anchorCtr="1" horzOverflow="overflow">
                    <a:lnL w="12700" cap="flat" cmpd="sng" algn="ctr">
                      <a:solidFill>
                        <a:schemeClr val="tx1"/>
                      </a:solidFill>
                      <a:prstDash val="solid"/>
                      <a:round/>
                      <a:headEnd type="none" w="med" len="med"/>
                      <a:tailEnd type="none" w="med" len="med"/>
                    </a:lnL>
                    <a:lnR>
                      <a:noFill/>
                    </a:lnR>
                    <a:lnT>
                      <a:noFill/>
                    </a:lnT>
                    <a:lnB>
                      <a:noFill/>
                    </a:lnB>
                    <a:lnTlToBr>
                      <a:noFill/>
                    </a:lnTlToBr>
                    <a:lnBlToTr>
                      <a:noFill/>
                    </a:lnBlToTr>
                    <a:noFill/>
                  </a:tcPr>
                </a:tc>
                <a:tc>
                  <a:txBody>
                    <a:bodyPr/>
                    <a:lstStyle>
                      <a:lvl1pPr eaLnBrk="0" hangingPunct="0">
                        <a:spcBef>
                          <a:spcPct val="20000"/>
                        </a:spcBef>
                        <a:buFont typeface="Wingdings" panose="05000000000000000000" pitchFamily="2" charset="2"/>
                        <a:defRPr sz="2000" b="1">
                          <a:solidFill>
                            <a:schemeClr val="tx1"/>
                          </a:solidFill>
                          <a:latin typeface="Arial" panose="020B0604020202020204" pitchFamily="34" charset="0"/>
                          <a:ea typeface="黑体" panose="02010609060101010101" charset="-122"/>
                        </a:defRPr>
                      </a:lvl1pPr>
                      <a:lvl2pPr marL="742950" indent="-285750" eaLnBrk="0" hangingPunct="0">
                        <a:spcBef>
                          <a:spcPct val="20000"/>
                        </a:spcBef>
                        <a:buFont typeface="Wingdings" panose="05000000000000000000" pitchFamily="2" charset="2"/>
                        <a:defRPr b="1">
                          <a:solidFill>
                            <a:schemeClr val="tx1"/>
                          </a:solidFill>
                          <a:latin typeface="Arial" panose="020B0604020202020204" pitchFamily="34" charset="0"/>
                          <a:ea typeface="楷体_GB2312" pitchFamily="49" charset="-122"/>
                        </a:defRPr>
                      </a:lvl2pPr>
                      <a:lvl3pPr marL="1143000" indent="-228600" eaLnBrk="0" hangingPunct="0">
                        <a:spcBef>
                          <a:spcPct val="20000"/>
                        </a:spcBef>
                        <a:buFont typeface="Gungsuh" pitchFamily="18" charset="-127"/>
                        <a:defRPr sz="1600"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sz="1400">
                          <a:solidFill>
                            <a:schemeClr val="tx1"/>
                          </a:solidFill>
                          <a:latin typeface="Arial" panose="020B0604020202020204" pitchFamily="34" charset="0"/>
                          <a:ea typeface="黑体" panose="02010609060101010101" charset="-122"/>
                        </a:defRPr>
                      </a:lvl4pPr>
                      <a:lvl5pPr marL="2057400" indent="-228600" eaLnBrk="0" hangingPunct="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 typeface="Wingdings" panose="05000000000000000000" pitchFamily="2" charset="2"/>
                        <a:buNone/>
                      </a:pPr>
                      <a:r>
                        <a:rPr kumimoji="0" lang="en-US" altLang="zh-CN" sz="1600" b="1" i="0" u="none" strike="noStrike" cap="none" normalizeH="0" baseline="0">
                          <a:ln>
                            <a:noFill/>
                          </a:ln>
                          <a:solidFill>
                            <a:schemeClr val="tx1"/>
                          </a:solidFill>
                          <a:effectLst/>
                          <a:latin typeface="CourierPS" pitchFamily="49" charset="0"/>
                          <a:ea typeface="宋体" panose="02010600030101010101" pitchFamily="2" charset="-122"/>
                        </a:rPr>
                        <a:t>P</a:t>
                      </a:r>
                      <a:endParaRPr kumimoji="0" lang="en-US" altLang="zh-CN" sz="1600" b="1" i="0" u="none" strike="noStrike" cap="none" normalizeH="0" baseline="0">
                        <a:ln>
                          <a:noFill/>
                        </a:ln>
                        <a:solidFill>
                          <a:schemeClr val="tx1"/>
                        </a:solidFill>
                        <a:effectLst/>
                        <a:latin typeface="CourierPS" pitchFamily="49" charset="0"/>
                        <a:ea typeface="宋体" panose="02010600030101010101" pitchFamily="2" charset="-122"/>
                      </a:endParaRPr>
                    </a:p>
                  </a:txBody>
                  <a:tcPr marL="0" marR="0" marT="0" marB="0" anchor="b" anchorCtr="1" horzOverflow="overflow">
                    <a:lnL>
                      <a:noFill/>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lvl1pPr eaLnBrk="0" hangingPunct="0">
                        <a:spcBef>
                          <a:spcPct val="20000"/>
                        </a:spcBef>
                        <a:buFont typeface="Wingdings" panose="05000000000000000000" pitchFamily="2" charset="2"/>
                        <a:defRPr sz="2000" b="1">
                          <a:solidFill>
                            <a:schemeClr val="tx1"/>
                          </a:solidFill>
                          <a:latin typeface="Arial" panose="020B0604020202020204" pitchFamily="34" charset="0"/>
                          <a:ea typeface="黑体" panose="02010609060101010101" charset="-122"/>
                        </a:defRPr>
                      </a:lvl1pPr>
                      <a:lvl2pPr marL="742950" indent="-285750" eaLnBrk="0" hangingPunct="0">
                        <a:spcBef>
                          <a:spcPct val="20000"/>
                        </a:spcBef>
                        <a:buFont typeface="Wingdings" panose="05000000000000000000" pitchFamily="2" charset="2"/>
                        <a:defRPr b="1">
                          <a:solidFill>
                            <a:schemeClr val="tx1"/>
                          </a:solidFill>
                          <a:latin typeface="Arial" panose="020B0604020202020204" pitchFamily="34" charset="0"/>
                          <a:ea typeface="楷体_GB2312" pitchFamily="49" charset="-122"/>
                        </a:defRPr>
                      </a:lvl2pPr>
                      <a:lvl3pPr marL="1143000" indent="-228600" eaLnBrk="0" hangingPunct="0">
                        <a:spcBef>
                          <a:spcPct val="20000"/>
                        </a:spcBef>
                        <a:buFont typeface="Gungsuh" pitchFamily="18" charset="-127"/>
                        <a:defRPr sz="1600"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sz="1400">
                          <a:solidFill>
                            <a:schemeClr val="tx1"/>
                          </a:solidFill>
                          <a:latin typeface="Arial" panose="020B0604020202020204" pitchFamily="34" charset="0"/>
                          <a:ea typeface="黑体" panose="02010609060101010101" charset="-122"/>
                        </a:defRPr>
                      </a:lvl4pPr>
                      <a:lvl5pPr marL="2057400" indent="-228600" eaLnBrk="0" hangingPunct="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 typeface="Wingdings" panose="05000000000000000000" pitchFamily="2" charset="2"/>
                        <a:buNone/>
                      </a:pPr>
                      <a:r>
                        <a:rPr kumimoji="0" lang="en-US" altLang="zh-CN" sz="1600" b="1" i="0" u="none" strike="noStrike" cap="none" normalizeH="0" baseline="0">
                          <a:ln>
                            <a:noFill/>
                          </a:ln>
                          <a:solidFill>
                            <a:schemeClr val="tx1"/>
                          </a:solidFill>
                          <a:effectLst/>
                          <a:latin typeface="CourierPS" pitchFamily="49" charset="0"/>
                          <a:ea typeface="宋体" panose="02010600030101010101" pitchFamily="2" charset="-122"/>
                        </a:rPr>
                        <a:t>60</a:t>
                      </a:r>
                      <a:endParaRPr kumimoji="0" lang="en-US" altLang="zh-CN" sz="1600" b="1" i="0" u="none" strike="noStrike" cap="none" normalizeH="0" baseline="0">
                        <a:ln>
                          <a:noFill/>
                        </a:ln>
                        <a:solidFill>
                          <a:schemeClr val="tx1"/>
                        </a:solidFill>
                        <a:effectLst/>
                        <a:latin typeface="CourierPS" pitchFamily="49" charset="0"/>
                        <a:ea typeface="宋体" panose="02010600030101010101" pitchFamily="2" charset="-122"/>
                      </a:endParaRPr>
                    </a:p>
                  </a:txBody>
                  <a:tcPr marL="0" marR="0" marT="0" marB="0" anchor="b" anchorCtr="1" horzOverflow="overflow">
                    <a:lnL w="12700" cap="flat" cmpd="sng" algn="ctr">
                      <a:solidFill>
                        <a:schemeClr val="tx1"/>
                      </a:solidFill>
                      <a:prstDash val="solid"/>
                      <a:round/>
                      <a:headEnd type="none" w="med" len="med"/>
                      <a:tailEnd type="none" w="med" len="med"/>
                    </a:lnL>
                    <a:lnR>
                      <a:noFill/>
                    </a:lnR>
                    <a:lnT>
                      <a:noFill/>
                    </a:lnT>
                    <a:lnB>
                      <a:noFill/>
                    </a:lnB>
                    <a:lnTlToBr>
                      <a:noFill/>
                    </a:lnTlToBr>
                    <a:lnBlToTr>
                      <a:noFill/>
                    </a:lnBlToTr>
                    <a:noFill/>
                  </a:tcPr>
                </a:tc>
                <a:tc>
                  <a:txBody>
                    <a:bodyPr/>
                    <a:lstStyle>
                      <a:lvl1pPr eaLnBrk="0" hangingPunct="0">
                        <a:spcBef>
                          <a:spcPct val="20000"/>
                        </a:spcBef>
                        <a:buFont typeface="Wingdings" panose="05000000000000000000" pitchFamily="2" charset="2"/>
                        <a:defRPr sz="2000" b="1">
                          <a:solidFill>
                            <a:schemeClr val="tx1"/>
                          </a:solidFill>
                          <a:latin typeface="Arial" panose="020B0604020202020204" pitchFamily="34" charset="0"/>
                          <a:ea typeface="黑体" panose="02010609060101010101" charset="-122"/>
                        </a:defRPr>
                      </a:lvl1pPr>
                      <a:lvl2pPr marL="742950" indent="-285750" eaLnBrk="0" hangingPunct="0">
                        <a:spcBef>
                          <a:spcPct val="20000"/>
                        </a:spcBef>
                        <a:buFont typeface="Wingdings" panose="05000000000000000000" pitchFamily="2" charset="2"/>
                        <a:defRPr b="1">
                          <a:solidFill>
                            <a:schemeClr val="tx1"/>
                          </a:solidFill>
                          <a:latin typeface="Arial" panose="020B0604020202020204" pitchFamily="34" charset="0"/>
                          <a:ea typeface="楷体_GB2312" pitchFamily="49" charset="-122"/>
                        </a:defRPr>
                      </a:lvl2pPr>
                      <a:lvl3pPr marL="1143000" indent="-228600" eaLnBrk="0" hangingPunct="0">
                        <a:spcBef>
                          <a:spcPct val="20000"/>
                        </a:spcBef>
                        <a:buFont typeface="Gungsuh" pitchFamily="18" charset="-127"/>
                        <a:defRPr sz="1600"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sz="1400">
                          <a:solidFill>
                            <a:schemeClr val="tx1"/>
                          </a:solidFill>
                          <a:latin typeface="Arial" panose="020B0604020202020204" pitchFamily="34" charset="0"/>
                          <a:ea typeface="黑体" panose="02010609060101010101" charset="-122"/>
                        </a:defRPr>
                      </a:lvl4pPr>
                      <a:lvl5pPr marL="2057400" indent="-228600" eaLnBrk="0" hangingPunct="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 typeface="Wingdings" panose="05000000000000000000" pitchFamily="2" charset="2"/>
                        <a:buNone/>
                      </a:pPr>
                      <a:r>
                        <a:rPr kumimoji="0" lang="en-US" altLang="zh-CN" sz="1600" b="1" i="0" u="none" strike="noStrike" cap="none" normalizeH="0" baseline="0">
                          <a:ln>
                            <a:noFill/>
                          </a:ln>
                          <a:solidFill>
                            <a:schemeClr val="accent2"/>
                          </a:solidFill>
                          <a:effectLst/>
                          <a:latin typeface="CourierPS" pitchFamily="49" charset="0"/>
                          <a:ea typeface="宋体" panose="02010600030101010101" pitchFamily="2" charset="-122"/>
                        </a:rPr>
                        <a:t>`</a:t>
                      </a:r>
                      <a:endParaRPr kumimoji="0" lang="en-US" altLang="zh-CN" sz="1600" b="1" i="0" u="none" strike="noStrike" cap="none" normalizeH="0" baseline="0">
                        <a:ln>
                          <a:noFill/>
                        </a:ln>
                        <a:solidFill>
                          <a:schemeClr val="accent2"/>
                        </a:solidFill>
                        <a:effectLst/>
                        <a:latin typeface="CourierPS" pitchFamily="49" charset="0"/>
                        <a:ea typeface="宋体" panose="02010600030101010101" pitchFamily="2" charset="-122"/>
                      </a:endParaRPr>
                    </a:p>
                  </a:txBody>
                  <a:tcPr marL="0" marR="0" marT="0" marB="0" anchor="b" anchorCtr="1" horzOverflow="overflow">
                    <a:lnL>
                      <a:noFill/>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lvl1pPr eaLnBrk="0" hangingPunct="0">
                        <a:spcBef>
                          <a:spcPct val="20000"/>
                        </a:spcBef>
                        <a:buFont typeface="Wingdings" panose="05000000000000000000" pitchFamily="2" charset="2"/>
                        <a:defRPr sz="2000" b="1">
                          <a:solidFill>
                            <a:schemeClr val="tx1"/>
                          </a:solidFill>
                          <a:latin typeface="Arial" panose="020B0604020202020204" pitchFamily="34" charset="0"/>
                          <a:ea typeface="黑体" panose="02010609060101010101" charset="-122"/>
                        </a:defRPr>
                      </a:lvl1pPr>
                      <a:lvl2pPr marL="742950" indent="-285750" eaLnBrk="0" hangingPunct="0">
                        <a:spcBef>
                          <a:spcPct val="20000"/>
                        </a:spcBef>
                        <a:buFont typeface="Wingdings" panose="05000000000000000000" pitchFamily="2" charset="2"/>
                        <a:defRPr b="1">
                          <a:solidFill>
                            <a:schemeClr val="tx1"/>
                          </a:solidFill>
                          <a:latin typeface="Arial" panose="020B0604020202020204" pitchFamily="34" charset="0"/>
                          <a:ea typeface="楷体_GB2312" pitchFamily="49" charset="-122"/>
                        </a:defRPr>
                      </a:lvl2pPr>
                      <a:lvl3pPr marL="1143000" indent="-228600" eaLnBrk="0" hangingPunct="0">
                        <a:spcBef>
                          <a:spcPct val="20000"/>
                        </a:spcBef>
                        <a:buFont typeface="Gungsuh" pitchFamily="18" charset="-127"/>
                        <a:defRPr sz="1600"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sz="1400">
                          <a:solidFill>
                            <a:schemeClr val="tx1"/>
                          </a:solidFill>
                          <a:latin typeface="Arial" panose="020B0604020202020204" pitchFamily="34" charset="0"/>
                          <a:ea typeface="黑体" panose="02010609060101010101" charset="-122"/>
                        </a:defRPr>
                      </a:lvl4pPr>
                      <a:lvl5pPr marL="2057400" indent="-228600" eaLnBrk="0" hangingPunct="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 typeface="Wingdings" panose="05000000000000000000" pitchFamily="2" charset="2"/>
                        <a:buNone/>
                      </a:pPr>
                      <a:r>
                        <a:rPr kumimoji="0" lang="en-US" altLang="zh-CN" sz="1600" b="1" i="0" u="none" strike="noStrike" cap="none" normalizeH="0" baseline="0">
                          <a:ln>
                            <a:noFill/>
                          </a:ln>
                          <a:solidFill>
                            <a:schemeClr val="tx1"/>
                          </a:solidFill>
                          <a:effectLst/>
                          <a:latin typeface="CourierPS" pitchFamily="49" charset="0"/>
                          <a:ea typeface="宋体" panose="02010600030101010101" pitchFamily="2" charset="-122"/>
                        </a:rPr>
                        <a:t>70</a:t>
                      </a:r>
                      <a:endParaRPr kumimoji="0" lang="en-US" altLang="zh-CN" sz="1600" b="1" i="0" u="none" strike="noStrike" cap="none" normalizeH="0" baseline="0">
                        <a:ln>
                          <a:noFill/>
                        </a:ln>
                        <a:solidFill>
                          <a:schemeClr val="tx1"/>
                        </a:solidFill>
                        <a:effectLst/>
                        <a:latin typeface="CourierPS" pitchFamily="49" charset="0"/>
                        <a:ea typeface="宋体" panose="02010600030101010101" pitchFamily="2" charset="-122"/>
                      </a:endParaRPr>
                    </a:p>
                  </a:txBody>
                  <a:tcPr marL="0" marR="0" marT="0" marB="0" anchor="b" anchorCtr="1" horzOverflow="overflow">
                    <a:lnL w="12700" cap="flat" cmpd="sng" algn="ctr">
                      <a:solidFill>
                        <a:schemeClr val="tx1"/>
                      </a:solidFill>
                      <a:prstDash val="solid"/>
                      <a:round/>
                      <a:headEnd type="none" w="med" len="med"/>
                      <a:tailEnd type="none" w="med" len="med"/>
                    </a:lnL>
                    <a:lnR>
                      <a:noFill/>
                    </a:lnR>
                    <a:lnT>
                      <a:noFill/>
                    </a:lnT>
                    <a:lnB>
                      <a:noFill/>
                    </a:lnB>
                    <a:lnTlToBr>
                      <a:noFill/>
                    </a:lnTlToBr>
                    <a:lnBlToTr>
                      <a:noFill/>
                    </a:lnBlToTr>
                    <a:noFill/>
                  </a:tcPr>
                </a:tc>
                <a:tc>
                  <a:txBody>
                    <a:bodyPr/>
                    <a:lstStyle>
                      <a:lvl1pPr eaLnBrk="0" hangingPunct="0">
                        <a:spcBef>
                          <a:spcPct val="20000"/>
                        </a:spcBef>
                        <a:buFont typeface="Wingdings" panose="05000000000000000000" pitchFamily="2" charset="2"/>
                        <a:defRPr sz="2000" b="1">
                          <a:solidFill>
                            <a:schemeClr val="tx1"/>
                          </a:solidFill>
                          <a:latin typeface="Arial" panose="020B0604020202020204" pitchFamily="34" charset="0"/>
                          <a:ea typeface="黑体" panose="02010609060101010101" charset="-122"/>
                        </a:defRPr>
                      </a:lvl1pPr>
                      <a:lvl2pPr marL="742950" indent="-285750" eaLnBrk="0" hangingPunct="0">
                        <a:spcBef>
                          <a:spcPct val="20000"/>
                        </a:spcBef>
                        <a:buFont typeface="Wingdings" panose="05000000000000000000" pitchFamily="2" charset="2"/>
                        <a:defRPr b="1">
                          <a:solidFill>
                            <a:schemeClr val="tx1"/>
                          </a:solidFill>
                          <a:latin typeface="Arial" panose="020B0604020202020204" pitchFamily="34" charset="0"/>
                          <a:ea typeface="楷体_GB2312" pitchFamily="49" charset="-122"/>
                        </a:defRPr>
                      </a:lvl2pPr>
                      <a:lvl3pPr marL="1143000" indent="-228600" eaLnBrk="0" hangingPunct="0">
                        <a:spcBef>
                          <a:spcPct val="20000"/>
                        </a:spcBef>
                        <a:buFont typeface="Gungsuh" pitchFamily="18" charset="-127"/>
                        <a:defRPr sz="1600"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sz="1400">
                          <a:solidFill>
                            <a:schemeClr val="tx1"/>
                          </a:solidFill>
                          <a:latin typeface="Arial" panose="020B0604020202020204" pitchFamily="34" charset="0"/>
                          <a:ea typeface="黑体" panose="02010609060101010101" charset="-122"/>
                        </a:defRPr>
                      </a:lvl4pPr>
                      <a:lvl5pPr marL="2057400" indent="-228600" eaLnBrk="0" hangingPunct="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 typeface="Wingdings" panose="05000000000000000000" pitchFamily="2" charset="2"/>
                        <a:buNone/>
                      </a:pPr>
                      <a:r>
                        <a:rPr kumimoji="0" lang="en-US" altLang="zh-CN" sz="1600" b="1" i="0" u="none" strike="noStrike" cap="none" normalizeH="0" baseline="0">
                          <a:ln>
                            <a:noFill/>
                          </a:ln>
                          <a:solidFill>
                            <a:schemeClr val="accent2"/>
                          </a:solidFill>
                          <a:effectLst/>
                          <a:latin typeface="CourierPS" pitchFamily="49" charset="0"/>
                          <a:ea typeface="宋体" panose="02010600030101010101" pitchFamily="2" charset="-122"/>
                        </a:rPr>
                        <a:t>p</a:t>
                      </a:r>
                      <a:endParaRPr kumimoji="0" lang="en-US" altLang="zh-CN" sz="1600" b="1" i="0" u="none" strike="noStrike" cap="none" normalizeH="0" baseline="0">
                        <a:ln>
                          <a:noFill/>
                        </a:ln>
                        <a:solidFill>
                          <a:schemeClr val="accent2"/>
                        </a:solidFill>
                        <a:effectLst/>
                        <a:latin typeface="CourierPS" pitchFamily="49" charset="0"/>
                        <a:ea typeface="宋体" panose="02010600030101010101" pitchFamily="2" charset="-122"/>
                      </a:endParaRPr>
                    </a:p>
                  </a:txBody>
                  <a:tcPr marL="0" marR="0" marT="0" marB="0" anchor="b" anchorCtr="1" horzOverflow="overflow">
                    <a:lnL>
                      <a:noFill/>
                    </a:lnL>
                    <a:lnR>
                      <a:noFill/>
                    </a:lnR>
                    <a:lnT>
                      <a:noFill/>
                    </a:lnT>
                    <a:lnB>
                      <a:noFill/>
                    </a:lnB>
                    <a:lnTlToBr>
                      <a:noFill/>
                    </a:lnTlToBr>
                    <a:lnBlToTr>
                      <a:noFill/>
                    </a:lnBlToTr>
                    <a:noFill/>
                  </a:tcPr>
                </a:tc>
              </a:tr>
              <a:tr h="254000">
                <a:tc>
                  <a:txBody>
                    <a:bodyPr/>
                    <a:lstStyle>
                      <a:lvl1pPr eaLnBrk="0" hangingPunct="0">
                        <a:spcBef>
                          <a:spcPct val="20000"/>
                        </a:spcBef>
                        <a:buFont typeface="Wingdings" panose="05000000000000000000" pitchFamily="2" charset="2"/>
                        <a:defRPr sz="2000" b="1">
                          <a:solidFill>
                            <a:schemeClr val="tx1"/>
                          </a:solidFill>
                          <a:latin typeface="Arial" panose="020B0604020202020204" pitchFamily="34" charset="0"/>
                          <a:ea typeface="黑体" panose="02010609060101010101" charset="-122"/>
                        </a:defRPr>
                      </a:lvl1pPr>
                      <a:lvl2pPr marL="742950" indent="-285750" eaLnBrk="0" hangingPunct="0">
                        <a:spcBef>
                          <a:spcPct val="20000"/>
                        </a:spcBef>
                        <a:buFont typeface="Wingdings" panose="05000000000000000000" pitchFamily="2" charset="2"/>
                        <a:defRPr b="1">
                          <a:solidFill>
                            <a:schemeClr val="tx1"/>
                          </a:solidFill>
                          <a:latin typeface="Arial" panose="020B0604020202020204" pitchFamily="34" charset="0"/>
                          <a:ea typeface="楷体_GB2312" pitchFamily="49" charset="-122"/>
                        </a:defRPr>
                      </a:lvl2pPr>
                      <a:lvl3pPr marL="1143000" indent="-228600" eaLnBrk="0" hangingPunct="0">
                        <a:spcBef>
                          <a:spcPct val="20000"/>
                        </a:spcBef>
                        <a:buFont typeface="Gungsuh" pitchFamily="18" charset="-127"/>
                        <a:defRPr sz="1600"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sz="1400">
                          <a:solidFill>
                            <a:schemeClr val="tx1"/>
                          </a:solidFill>
                          <a:latin typeface="Arial" panose="020B0604020202020204" pitchFamily="34" charset="0"/>
                          <a:ea typeface="黑体" panose="02010609060101010101" charset="-122"/>
                        </a:defRPr>
                      </a:lvl4pPr>
                      <a:lvl5pPr marL="2057400" indent="-228600" eaLnBrk="0" hangingPunct="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 typeface="Wingdings" panose="05000000000000000000" pitchFamily="2" charset="2"/>
                        <a:buNone/>
                      </a:pPr>
                      <a:r>
                        <a:rPr kumimoji="0" lang="en-US" altLang="zh-CN" sz="1600" b="1" i="0" u="none" strike="noStrike" cap="none" normalizeH="0" baseline="0">
                          <a:ln>
                            <a:noFill/>
                          </a:ln>
                          <a:solidFill>
                            <a:schemeClr val="tx1"/>
                          </a:solidFill>
                          <a:effectLst/>
                          <a:latin typeface="CourierPS" pitchFamily="49" charset="0"/>
                          <a:ea typeface="宋体" panose="02010600030101010101" pitchFamily="2" charset="-122"/>
                        </a:rPr>
                        <a:t>01</a:t>
                      </a:r>
                      <a:endParaRPr kumimoji="0" lang="en-US" altLang="zh-CN" sz="1600" b="1" i="0" u="none" strike="noStrike" cap="none" normalizeH="0" baseline="0">
                        <a:ln>
                          <a:noFill/>
                        </a:ln>
                        <a:solidFill>
                          <a:schemeClr val="tx1"/>
                        </a:solidFill>
                        <a:effectLst/>
                        <a:latin typeface="CourierPS" pitchFamily="49" charset="0"/>
                        <a:ea typeface="宋体" panose="02010600030101010101" pitchFamily="2" charset="-122"/>
                      </a:endParaRPr>
                    </a:p>
                  </a:txBody>
                  <a:tcPr marL="0" marR="0" marT="0" marB="0" anchor="b" anchorCtr="1" horzOverflow="overflow">
                    <a:lnL>
                      <a:noFill/>
                    </a:lnL>
                    <a:lnR>
                      <a:noFill/>
                    </a:lnR>
                    <a:lnT>
                      <a:noFill/>
                    </a:lnT>
                    <a:lnB>
                      <a:noFill/>
                    </a:lnB>
                    <a:lnTlToBr>
                      <a:noFill/>
                    </a:lnTlToBr>
                    <a:lnBlToTr>
                      <a:noFill/>
                    </a:lnBlToTr>
                    <a:noFill/>
                  </a:tcPr>
                </a:tc>
                <a:tc>
                  <a:txBody>
                    <a:bodyPr/>
                    <a:lstStyle>
                      <a:lvl1pPr eaLnBrk="0" hangingPunct="0">
                        <a:spcBef>
                          <a:spcPct val="20000"/>
                        </a:spcBef>
                        <a:buFont typeface="Wingdings" panose="05000000000000000000" pitchFamily="2" charset="2"/>
                        <a:defRPr sz="2000" b="1">
                          <a:solidFill>
                            <a:schemeClr val="tx1"/>
                          </a:solidFill>
                          <a:latin typeface="Arial" panose="020B0604020202020204" pitchFamily="34" charset="0"/>
                          <a:ea typeface="黑体" panose="02010609060101010101" charset="-122"/>
                        </a:defRPr>
                      </a:lvl1pPr>
                      <a:lvl2pPr marL="742950" indent="-285750" eaLnBrk="0" hangingPunct="0">
                        <a:spcBef>
                          <a:spcPct val="20000"/>
                        </a:spcBef>
                        <a:buFont typeface="Wingdings" panose="05000000000000000000" pitchFamily="2" charset="2"/>
                        <a:defRPr b="1">
                          <a:solidFill>
                            <a:schemeClr val="tx1"/>
                          </a:solidFill>
                          <a:latin typeface="Arial" panose="020B0604020202020204" pitchFamily="34" charset="0"/>
                          <a:ea typeface="楷体_GB2312" pitchFamily="49" charset="-122"/>
                        </a:defRPr>
                      </a:lvl2pPr>
                      <a:lvl3pPr marL="1143000" indent="-228600" eaLnBrk="0" hangingPunct="0">
                        <a:spcBef>
                          <a:spcPct val="20000"/>
                        </a:spcBef>
                        <a:buFont typeface="Gungsuh" pitchFamily="18" charset="-127"/>
                        <a:defRPr sz="1600"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sz="1400">
                          <a:solidFill>
                            <a:schemeClr val="tx1"/>
                          </a:solidFill>
                          <a:latin typeface="Arial" panose="020B0604020202020204" pitchFamily="34" charset="0"/>
                          <a:ea typeface="黑体" panose="02010609060101010101" charset="-122"/>
                        </a:defRPr>
                      </a:lvl4pPr>
                      <a:lvl5pPr marL="2057400" indent="-228600" eaLnBrk="0" hangingPunct="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 typeface="Wingdings" panose="05000000000000000000" pitchFamily="2" charset="2"/>
                        <a:buNone/>
                      </a:pPr>
                      <a:r>
                        <a:rPr kumimoji="0" lang="en-US" altLang="zh-CN" sz="1600" b="1" i="0" u="none" strike="noStrike" cap="none" normalizeH="0" baseline="0">
                          <a:ln>
                            <a:noFill/>
                          </a:ln>
                          <a:solidFill>
                            <a:schemeClr val="accent2"/>
                          </a:solidFill>
                          <a:effectLst/>
                          <a:latin typeface="CourierPS" pitchFamily="49" charset="0"/>
                          <a:ea typeface="宋体" panose="02010600030101010101" pitchFamily="2" charset="-122"/>
                        </a:rPr>
                        <a:t>soh</a:t>
                      </a:r>
                      <a:endParaRPr kumimoji="0" lang="en-US" altLang="zh-CN" sz="1600" b="1" i="0" u="none" strike="noStrike" cap="none" normalizeH="0" baseline="0">
                        <a:ln>
                          <a:noFill/>
                        </a:ln>
                        <a:solidFill>
                          <a:schemeClr val="accent2"/>
                        </a:solidFill>
                        <a:effectLst/>
                        <a:latin typeface="CourierPS" pitchFamily="49" charset="0"/>
                        <a:ea typeface="宋体" panose="02010600030101010101" pitchFamily="2" charset="-122"/>
                      </a:endParaRPr>
                    </a:p>
                  </a:txBody>
                  <a:tcPr marL="0" marR="0" marT="0" marB="0" anchor="b" anchorCtr="1" horzOverflow="overflow">
                    <a:lnL>
                      <a:noFill/>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lvl1pPr eaLnBrk="0" hangingPunct="0">
                        <a:spcBef>
                          <a:spcPct val="20000"/>
                        </a:spcBef>
                        <a:buFont typeface="Wingdings" panose="05000000000000000000" pitchFamily="2" charset="2"/>
                        <a:defRPr sz="2000" b="1">
                          <a:solidFill>
                            <a:schemeClr val="tx1"/>
                          </a:solidFill>
                          <a:latin typeface="Arial" panose="020B0604020202020204" pitchFamily="34" charset="0"/>
                          <a:ea typeface="黑体" panose="02010609060101010101" charset="-122"/>
                        </a:defRPr>
                      </a:lvl1pPr>
                      <a:lvl2pPr marL="742950" indent="-285750" eaLnBrk="0" hangingPunct="0">
                        <a:spcBef>
                          <a:spcPct val="20000"/>
                        </a:spcBef>
                        <a:buFont typeface="Wingdings" panose="05000000000000000000" pitchFamily="2" charset="2"/>
                        <a:defRPr b="1">
                          <a:solidFill>
                            <a:schemeClr val="tx1"/>
                          </a:solidFill>
                          <a:latin typeface="Arial" panose="020B0604020202020204" pitchFamily="34" charset="0"/>
                          <a:ea typeface="楷体_GB2312" pitchFamily="49" charset="-122"/>
                        </a:defRPr>
                      </a:lvl2pPr>
                      <a:lvl3pPr marL="1143000" indent="-228600" eaLnBrk="0" hangingPunct="0">
                        <a:spcBef>
                          <a:spcPct val="20000"/>
                        </a:spcBef>
                        <a:buFont typeface="Gungsuh" pitchFamily="18" charset="-127"/>
                        <a:defRPr sz="1600"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sz="1400">
                          <a:solidFill>
                            <a:schemeClr val="tx1"/>
                          </a:solidFill>
                          <a:latin typeface="Arial" panose="020B0604020202020204" pitchFamily="34" charset="0"/>
                          <a:ea typeface="黑体" panose="02010609060101010101" charset="-122"/>
                        </a:defRPr>
                      </a:lvl4pPr>
                      <a:lvl5pPr marL="2057400" indent="-228600" eaLnBrk="0" hangingPunct="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 typeface="Wingdings" panose="05000000000000000000" pitchFamily="2" charset="2"/>
                        <a:buNone/>
                      </a:pPr>
                      <a:r>
                        <a:rPr kumimoji="0" lang="en-US" altLang="zh-CN" sz="1600" b="1" i="0" u="none" strike="noStrike" cap="none" normalizeH="0" baseline="0">
                          <a:ln>
                            <a:noFill/>
                          </a:ln>
                          <a:solidFill>
                            <a:schemeClr val="tx1"/>
                          </a:solidFill>
                          <a:effectLst/>
                          <a:latin typeface="CourierPS" pitchFamily="49" charset="0"/>
                          <a:ea typeface="宋体" panose="02010600030101010101" pitchFamily="2" charset="-122"/>
                        </a:rPr>
                        <a:t>11</a:t>
                      </a:r>
                      <a:endParaRPr kumimoji="0" lang="en-US" altLang="zh-CN" sz="1600" b="1" i="0" u="none" strike="noStrike" cap="none" normalizeH="0" baseline="0">
                        <a:ln>
                          <a:noFill/>
                        </a:ln>
                        <a:solidFill>
                          <a:schemeClr val="tx1"/>
                        </a:solidFill>
                        <a:effectLst/>
                        <a:latin typeface="CourierPS" pitchFamily="49" charset="0"/>
                        <a:ea typeface="宋体" panose="02010600030101010101" pitchFamily="2" charset="-122"/>
                      </a:endParaRPr>
                    </a:p>
                  </a:txBody>
                  <a:tcPr marL="0" marR="0" marT="0" marB="0" anchor="b" anchorCtr="1" horzOverflow="overflow">
                    <a:lnL w="12700" cap="flat" cmpd="sng" algn="ctr">
                      <a:solidFill>
                        <a:schemeClr val="tx1"/>
                      </a:solidFill>
                      <a:prstDash val="solid"/>
                      <a:round/>
                      <a:headEnd type="none" w="med" len="med"/>
                      <a:tailEnd type="none" w="med" len="med"/>
                    </a:lnL>
                    <a:lnR>
                      <a:noFill/>
                    </a:lnR>
                    <a:lnT>
                      <a:noFill/>
                    </a:lnT>
                    <a:lnB>
                      <a:noFill/>
                    </a:lnB>
                    <a:lnTlToBr>
                      <a:noFill/>
                    </a:lnTlToBr>
                    <a:lnBlToTr>
                      <a:noFill/>
                    </a:lnBlToTr>
                    <a:noFill/>
                  </a:tcPr>
                </a:tc>
                <a:tc>
                  <a:txBody>
                    <a:bodyPr/>
                    <a:lstStyle>
                      <a:lvl1pPr eaLnBrk="0" hangingPunct="0">
                        <a:spcBef>
                          <a:spcPct val="20000"/>
                        </a:spcBef>
                        <a:buFont typeface="Wingdings" panose="05000000000000000000" pitchFamily="2" charset="2"/>
                        <a:defRPr sz="2000" b="1">
                          <a:solidFill>
                            <a:schemeClr val="tx1"/>
                          </a:solidFill>
                          <a:latin typeface="Arial" panose="020B0604020202020204" pitchFamily="34" charset="0"/>
                          <a:ea typeface="黑体" panose="02010609060101010101" charset="-122"/>
                        </a:defRPr>
                      </a:lvl1pPr>
                      <a:lvl2pPr marL="742950" indent="-285750" eaLnBrk="0" hangingPunct="0">
                        <a:spcBef>
                          <a:spcPct val="20000"/>
                        </a:spcBef>
                        <a:buFont typeface="Wingdings" panose="05000000000000000000" pitchFamily="2" charset="2"/>
                        <a:defRPr b="1">
                          <a:solidFill>
                            <a:schemeClr val="tx1"/>
                          </a:solidFill>
                          <a:latin typeface="Arial" panose="020B0604020202020204" pitchFamily="34" charset="0"/>
                          <a:ea typeface="楷体_GB2312" pitchFamily="49" charset="-122"/>
                        </a:defRPr>
                      </a:lvl2pPr>
                      <a:lvl3pPr marL="1143000" indent="-228600" eaLnBrk="0" hangingPunct="0">
                        <a:spcBef>
                          <a:spcPct val="20000"/>
                        </a:spcBef>
                        <a:buFont typeface="Gungsuh" pitchFamily="18" charset="-127"/>
                        <a:defRPr sz="1600"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sz="1400">
                          <a:solidFill>
                            <a:schemeClr val="tx1"/>
                          </a:solidFill>
                          <a:latin typeface="Arial" panose="020B0604020202020204" pitchFamily="34" charset="0"/>
                          <a:ea typeface="黑体" panose="02010609060101010101" charset="-122"/>
                        </a:defRPr>
                      </a:lvl4pPr>
                      <a:lvl5pPr marL="2057400" indent="-228600" eaLnBrk="0" hangingPunct="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 typeface="Wingdings" panose="05000000000000000000" pitchFamily="2" charset="2"/>
                        <a:buNone/>
                      </a:pPr>
                      <a:r>
                        <a:rPr kumimoji="0" lang="en-US" altLang="zh-CN" sz="1600" b="1" i="0" u="none" strike="noStrike" cap="none" normalizeH="0" baseline="0">
                          <a:ln>
                            <a:noFill/>
                          </a:ln>
                          <a:solidFill>
                            <a:schemeClr val="accent2"/>
                          </a:solidFill>
                          <a:effectLst/>
                          <a:latin typeface="CourierPS" pitchFamily="49" charset="0"/>
                          <a:ea typeface="宋体" panose="02010600030101010101" pitchFamily="2" charset="-122"/>
                        </a:rPr>
                        <a:t>dc1</a:t>
                      </a:r>
                      <a:endParaRPr kumimoji="0" lang="en-US" altLang="zh-CN" sz="1600" b="1" i="0" u="none" strike="noStrike" cap="none" normalizeH="0" baseline="0">
                        <a:ln>
                          <a:noFill/>
                        </a:ln>
                        <a:solidFill>
                          <a:schemeClr val="accent2"/>
                        </a:solidFill>
                        <a:effectLst/>
                        <a:latin typeface="CourierPS" pitchFamily="49" charset="0"/>
                        <a:ea typeface="宋体" panose="02010600030101010101" pitchFamily="2" charset="-122"/>
                      </a:endParaRPr>
                    </a:p>
                  </a:txBody>
                  <a:tcPr marL="0" marR="0" marT="0" marB="0" anchor="b" anchorCtr="1" horzOverflow="overflow">
                    <a:lnL>
                      <a:noFill/>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lvl1pPr eaLnBrk="0" hangingPunct="0">
                        <a:spcBef>
                          <a:spcPct val="20000"/>
                        </a:spcBef>
                        <a:buFont typeface="Wingdings" panose="05000000000000000000" pitchFamily="2" charset="2"/>
                        <a:defRPr sz="2000" b="1">
                          <a:solidFill>
                            <a:schemeClr val="tx1"/>
                          </a:solidFill>
                          <a:latin typeface="Arial" panose="020B0604020202020204" pitchFamily="34" charset="0"/>
                          <a:ea typeface="黑体" panose="02010609060101010101" charset="-122"/>
                        </a:defRPr>
                      </a:lvl1pPr>
                      <a:lvl2pPr marL="742950" indent="-285750" eaLnBrk="0" hangingPunct="0">
                        <a:spcBef>
                          <a:spcPct val="20000"/>
                        </a:spcBef>
                        <a:buFont typeface="Wingdings" panose="05000000000000000000" pitchFamily="2" charset="2"/>
                        <a:defRPr b="1">
                          <a:solidFill>
                            <a:schemeClr val="tx1"/>
                          </a:solidFill>
                          <a:latin typeface="Arial" panose="020B0604020202020204" pitchFamily="34" charset="0"/>
                          <a:ea typeface="楷体_GB2312" pitchFamily="49" charset="-122"/>
                        </a:defRPr>
                      </a:lvl2pPr>
                      <a:lvl3pPr marL="1143000" indent="-228600" eaLnBrk="0" hangingPunct="0">
                        <a:spcBef>
                          <a:spcPct val="20000"/>
                        </a:spcBef>
                        <a:buFont typeface="Gungsuh" pitchFamily="18" charset="-127"/>
                        <a:defRPr sz="1600"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sz="1400">
                          <a:solidFill>
                            <a:schemeClr val="tx1"/>
                          </a:solidFill>
                          <a:latin typeface="Arial" panose="020B0604020202020204" pitchFamily="34" charset="0"/>
                          <a:ea typeface="黑体" panose="02010609060101010101" charset="-122"/>
                        </a:defRPr>
                      </a:lvl4pPr>
                      <a:lvl5pPr marL="2057400" indent="-228600" eaLnBrk="0" hangingPunct="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 typeface="Wingdings" panose="05000000000000000000" pitchFamily="2" charset="2"/>
                        <a:buNone/>
                      </a:pPr>
                      <a:r>
                        <a:rPr kumimoji="0" lang="en-US" altLang="zh-CN" sz="1600" b="1" i="0" u="none" strike="noStrike" cap="none" normalizeH="0" baseline="0">
                          <a:ln>
                            <a:noFill/>
                          </a:ln>
                          <a:solidFill>
                            <a:schemeClr val="tx1"/>
                          </a:solidFill>
                          <a:effectLst/>
                          <a:latin typeface="CourierPS" pitchFamily="49" charset="0"/>
                          <a:ea typeface="宋体" panose="02010600030101010101" pitchFamily="2" charset="-122"/>
                        </a:rPr>
                        <a:t>21</a:t>
                      </a:r>
                      <a:endParaRPr kumimoji="0" lang="en-US" altLang="zh-CN" sz="1600" b="1" i="0" u="none" strike="noStrike" cap="none" normalizeH="0" baseline="0">
                        <a:ln>
                          <a:noFill/>
                        </a:ln>
                        <a:solidFill>
                          <a:schemeClr val="tx1"/>
                        </a:solidFill>
                        <a:effectLst/>
                        <a:latin typeface="CourierPS" pitchFamily="49" charset="0"/>
                        <a:ea typeface="宋体" panose="02010600030101010101" pitchFamily="2" charset="-122"/>
                      </a:endParaRPr>
                    </a:p>
                  </a:txBody>
                  <a:tcPr marL="0" marR="0" marT="0" marB="0" anchor="b" anchorCtr="1" horzOverflow="overflow">
                    <a:lnL w="12700" cap="flat" cmpd="sng" algn="ctr">
                      <a:solidFill>
                        <a:schemeClr val="tx1"/>
                      </a:solidFill>
                      <a:prstDash val="solid"/>
                      <a:round/>
                      <a:headEnd type="none" w="med" len="med"/>
                      <a:tailEnd type="none" w="med" len="med"/>
                    </a:lnL>
                    <a:lnR>
                      <a:noFill/>
                    </a:lnR>
                    <a:lnT>
                      <a:noFill/>
                    </a:lnT>
                    <a:lnB>
                      <a:noFill/>
                    </a:lnB>
                    <a:lnTlToBr>
                      <a:noFill/>
                    </a:lnTlToBr>
                    <a:lnBlToTr>
                      <a:noFill/>
                    </a:lnBlToTr>
                    <a:noFill/>
                  </a:tcPr>
                </a:tc>
                <a:tc>
                  <a:txBody>
                    <a:bodyPr/>
                    <a:lstStyle>
                      <a:lvl1pPr eaLnBrk="0" hangingPunct="0">
                        <a:spcBef>
                          <a:spcPct val="20000"/>
                        </a:spcBef>
                        <a:buFont typeface="Wingdings" panose="05000000000000000000" pitchFamily="2" charset="2"/>
                        <a:defRPr sz="2000" b="1">
                          <a:solidFill>
                            <a:schemeClr val="tx1"/>
                          </a:solidFill>
                          <a:latin typeface="Arial" panose="020B0604020202020204" pitchFamily="34" charset="0"/>
                          <a:ea typeface="黑体" panose="02010609060101010101" charset="-122"/>
                        </a:defRPr>
                      </a:lvl1pPr>
                      <a:lvl2pPr marL="742950" indent="-285750" eaLnBrk="0" hangingPunct="0">
                        <a:spcBef>
                          <a:spcPct val="20000"/>
                        </a:spcBef>
                        <a:buFont typeface="Wingdings" panose="05000000000000000000" pitchFamily="2" charset="2"/>
                        <a:defRPr b="1">
                          <a:solidFill>
                            <a:schemeClr val="tx1"/>
                          </a:solidFill>
                          <a:latin typeface="Arial" panose="020B0604020202020204" pitchFamily="34" charset="0"/>
                          <a:ea typeface="楷体_GB2312" pitchFamily="49" charset="-122"/>
                        </a:defRPr>
                      </a:lvl2pPr>
                      <a:lvl3pPr marL="1143000" indent="-228600" eaLnBrk="0" hangingPunct="0">
                        <a:spcBef>
                          <a:spcPct val="20000"/>
                        </a:spcBef>
                        <a:buFont typeface="Gungsuh" pitchFamily="18" charset="-127"/>
                        <a:defRPr sz="1600"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sz="1400">
                          <a:solidFill>
                            <a:schemeClr val="tx1"/>
                          </a:solidFill>
                          <a:latin typeface="Arial" panose="020B0604020202020204" pitchFamily="34" charset="0"/>
                          <a:ea typeface="黑体" panose="02010609060101010101" charset="-122"/>
                        </a:defRPr>
                      </a:lvl4pPr>
                      <a:lvl5pPr marL="2057400" indent="-228600" eaLnBrk="0" hangingPunct="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 typeface="Wingdings" panose="05000000000000000000" pitchFamily="2" charset="2"/>
                        <a:buNone/>
                      </a:pPr>
                      <a:r>
                        <a:rPr kumimoji="0" lang="en-US" altLang="zh-CN" sz="1600" b="1" i="0" u="none" strike="noStrike" cap="none" normalizeH="0" baseline="0">
                          <a:ln>
                            <a:noFill/>
                          </a:ln>
                          <a:solidFill>
                            <a:schemeClr val="accent2"/>
                          </a:solidFill>
                          <a:effectLst/>
                          <a:latin typeface="CourierPS" pitchFamily="49" charset="0"/>
                          <a:ea typeface="宋体" panose="02010600030101010101" pitchFamily="2" charset="-122"/>
                        </a:rPr>
                        <a:t>!</a:t>
                      </a:r>
                      <a:endParaRPr kumimoji="0" lang="en-US" altLang="zh-CN" sz="1600" b="1" i="0" u="none" strike="noStrike" cap="none" normalizeH="0" baseline="0">
                        <a:ln>
                          <a:noFill/>
                        </a:ln>
                        <a:solidFill>
                          <a:schemeClr val="accent2"/>
                        </a:solidFill>
                        <a:effectLst/>
                        <a:latin typeface="CourierPS" pitchFamily="49" charset="0"/>
                        <a:ea typeface="宋体" panose="02010600030101010101" pitchFamily="2" charset="-122"/>
                      </a:endParaRPr>
                    </a:p>
                  </a:txBody>
                  <a:tcPr marL="0" marR="0" marT="0" marB="0" anchor="b" anchorCtr="1" horzOverflow="overflow">
                    <a:lnL>
                      <a:noFill/>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lvl1pPr eaLnBrk="0" hangingPunct="0">
                        <a:spcBef>
                          <a:spcPct val="20000"/>
                        </a:spcBef>
                        <a:buFont typeface="Wingdings" panose="05000000000000000000" pitchFamily="2" charset="2"/>
                        <a:defRPr sz="2000" b="1">
                          <a:solidFill>
                            <a:schemeClr val="tx1"/>
                          </a:solidFill>
                          <a:latin typeface="Arial" panose="020B0604020202020204" pitchFamily="34" charset="0"/>
                          <a:ea typeface="黑体" panose="02010609060101010101" charset="-122"/>
                        </a:defRPr>
                      </a:lvl1pPr>
                      <a:lvl2pPr marL="742950" indent="-285750" eaLnBrk="0" hangingPunct="0">
                        <a:spcBef>
                          <a:spcPct val="20000"/>
                        </a:spcBef>
                        <a:buFont typeface="Wingdings" panose="05000000000000000000" pitchFamily="2" charset="2"/>
                        <a:defRPr b="1">
                          <a:solidFill>
                            <a:schemeClr val="tx1"/>
                          </a:solidFill>
                          <a:latin typeface="Arial" panose="020B0604020202020204" pitchFamily="34" charset="0"/>
                          <a:ea typeface="楷体_GB2312" pitchFamily="49" charset="-122"/>
                        </a:defRPr>
                      </a:lvl2pPr>
                      <a:lvl3pPr marL="1143000" indent="-228600" eaLnBrk="0" hangingPunct="0">
                        <a:spcBef>
                          <a:spcPct val="20000"/>
                        </a:spcBef>
                        <a:buFont typeface="Gungsuh" pitchFamily="18" charset="-127"/>
                        <a:defRPr sz="1600"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sz="1400">
                          <a:solidFill>
                            <a:schemeClr val="tx1"/>
                          </a:solidFill>
                          <a:latin typeface="Arial" panose="020B0604020202020204" pitchFamily="34" charset="0"/>
                          <a:ea typeface="黑体" panose="02010609060101010101" charset="-122"/>
                        </a:defRPr>
                      </a:lvl4pPr>
                      <a:lvl5pPr marL="2057400" indent="-228600" eaLnBrk="0" hangingPunct="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 typeface="Wingdings" panose="05000000000000000000" pitchFamily="2" charset="2"/>
                        <a:buNone/>
                      </a:pPr>
                      <a:r>
                        <a:rPr kumimoji="0" lang="en-US" altLang="zh-CN" sz="1600" b="1" i="0" u="none" strike="noStrike" cap="none" normalizeH="0" baseline="0">
                          <a:ln>
                            <a:noFill/>
                          </a:ln>
                          <a:solidFill>
                            <a:schemeClr val="tx1"/>
                          </a:solidFill>
                          <a:effectLst/>
                          <a:latin typeface="CourierPS" pitchFamily="49" charset="0"/>
                          <a:ea typeface="宋体" panose="02010600030101010101" pitchFamily="2" charset="-122"/>
                        </a:rPr>
                        <a:t>31</a:t>
                      </a:r>
                      <a:endParaRPr kumimoji="0" lang="en-US" altLang="zh-CN" sz="1600" b="1" i="0" u="none" strike="noStrike" cap="none" normalizeH="0" baseline="0">
                        <a:ln>
                          <a:noFill/>
                        </a:ln>
                        <a:solidFill>
                          <a:schemeClr val="tx1"/>
                        </a:solidFill>
                        <a:effectLst/>
                        <a:latin typeface="CourierPS" pitchFamily="49" charset="0"/>
                        <a:ea typeface="宋体" panose="02010600030101010101" pitchFamily="2" charset="-122"/>
                      </a:endParaRPr>
                    </a:p>
                  </a:txBody>
                  <a:tcPr marL="0" marR="0" marT="0" marB="0" anchor="b" anchorCtr="1" horzOverflow="overflow">
                    <a:lnL w="12700" cap="flat" cmpd="sng" algn="ctr">
                      <a:solidFill>
                        <a:schemeClr val="tx1"/>
                      </a:solidFill>
                      <a:prstDash val="solid"/>
                      <a:round/>
                      <a:headEnd type="none" w="med" len="med"/>
                      <a:tailEnd type="none" w="med" len="med"/>
                    </a:lnL>
                    <a:lnR>
                      <a:noFill/>
                    </a:lnR>
                    <a:lnT>
                      <a:noFill/>
                    </a:lnT>
                    <a:lnB>
                      <a:noFill/>
                    </a:lnB>
                    <a:lnTlToBr>
                      <a:noFill/>
                    </a:lnTlToBr>
                    <a:lnBlToTr>
                      <a:noFill/>
                    </a:lnBlToTr>
                    <a:noFill/>
                  </a:tcPr>
                </a:tc>
                <a:tc>
                  <a:txBody>
                    <a:bodyPr/>
                    <a:lstStyle>
                      <a:lvl1pPr eaLnBrk="0" hangingPunct="0">
                        <a:spcBef>
                          <a:spcPct val="20000"/>
                        </a:spcBef>
                        <a:buFont typeface="Wingdings" panose="05000000000000000000" pitchFamily="2" charset="2"/>
                        <a:defRPr sz="2000" b="1">
                          <a:solidFill>
                            <a:schemeClr val="tx1"/>
                          </a:solidFill>
                          <a:latin typeface="Arial" panose="020B0604020202020204" pitchFamily="34" charset="0"/>
                          <a:ea typeface="黑体" panose="02010609060101010101" charset="-122"/>
                        </a:defRPr>
                      </a:lvl1pPr>
                      <a:lvl2pPr marL="742950" indent="-285750" eaLnBrk="0" hangingPunct="0">
                        <a:spcBef>
                          <a:spcPct val="20000"/>
                        </a:spcBef>
                        <a:buFont typeface="Wingdings" panose="05000000000000000000" pitchFamily="2" charset="2"/>
                        <a:defRPr b="1">
                          <a:solidFill>
                            <a:schemeClr val="tx1"/>
                          </a:solidFill>
                          <a:latin typeface="Arial" panose="020B0604020202020204" pitchFamily="34" charset="0"/>
                          <a:ea typeface="楷体_GB2312" pitchFamily="49" charset="-122"/>
                        </a:defRPr>
                      </a:lvl2pPr>
                      <a:lvl3pPr marL="1143000" indent="-228600" eaLnBrk="0" hangingPunct="0">
                        <a:spcBef>
                          <a:spcPct val="20000"/>
                        </a:spcBef>
                        <a:buFont typeface="Gungsuh" pitchFamily="18" charset="-127"/>
                        <a:defRPr sz="1600"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sz="1400">
                          <a:solidFill>
                            <a:schemeClr val="tx1"/>
                          </a:solidFill>
                          <a:latin typeface="Arial" panose="020B0604020202020204" pitchFamily="34" charset="0"/>
                          <a:ea typeface="黑体" panose="02010609060101010101" charset="-122"/>
                        </a:defRPr>
                      </a:lvl4pPr>
                      <a:lvl5pPr marL="2057400" indent="-228600" eaLnBrk="0" hangingPunct="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 typeface="Wingdings" panose="05000000000000000000" pitchFamily="2" charset="2"/>
                        <a:buNone/>
                      </a:pPr>
                      <a:r>
                        <a:rPr kumimoji="0" lang="en-US" altLang="zh-CN" sz="1600" b="1" i="0" u="none" strike="noStrike" cap="none" normalizeH="0" baseline="0">
                          <a:ln>
                            <a:noFill/>
                          </a:ln>
                          <a:solidFill>
                            <a:schemeClr val="accent2"/>
                          </a:solidFill>
                          <a:effectLst/>
                          <a:latin typeface="CourierPS" pitchFamily="49" charset="0"/>
                          <a:ea typeface="宋体" panose="02010600030101010101" pitchFamily="2" charset="-122"/>
                        </a:rPr>
                        <a:t>1</a:t>
                      </a:r>
                      <a:endParaRPr kumimoji="0" lang="en-US" altLang="zh-CN" sz="1600" b="1" i="0" u="none" strike="noStrike" cap="none" normalizeH="0" baseline="0">
                        <a:ln>
                          <a:noFill/>
                        </a:ln>
                        <a:solidFill>
                          <a:schemeClr val="accent2"/>
                        </a:solidFill>
                        <a:effectLst/>
                        <a:latin typeface="CourierPS" pitchFamily="49" charset="0"/>
                        <a:ea typeface="宋体" panose="02010600030101010101" pitchFamily="2" charset="-122"/>
                      </a:endParaRPr>
                    </a:p>
                  </a:txBody>
                  <a:tcPr marL="0" marR="0" marT="0" marB="0" anchor="b" anchorCtr="1" horzOverflow="overflow">
                    <a:lnL>
                      <a:noFill/>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lvl1pPr eaLnBrk="0" hangingPunct="0">
                        <a:spcBef>
                          <a:spcPct val="20000"/>
                        </a:spcBef>
                        <a:buFont typeface="Wingdings" panose="05000000000000000000" pitchFamily="2" charset="2"/>
                        <a:defRPr sz="2000" b="1">
                          <a:solidFill>
                            <a:schemeClr val="tx1"/>
                          </a:solidFill>
                          <a:latin typeface="Arial" panose="020B0604020202020204" pitchFamily="34" charset="0"/>
                          <a:ea typeface="黑体" panose="02010609060101010101" charset="-122"/>
                        </a:defRPr>
                      </a:lvl1pPr>
                      <a:lvl2pPr marL="742950" indent="-285750" eaLnBrk="0" hangingPunct="0">
                        <a:spcBef>
                          <a:spcPct val="20000"/>
                        </a:spcBef>
                        <a:buFont typeface="Wingdings" panose="05000000000000000000" pitchFamily="2" charset="2"/>
                        <a:defRPr b="1">
                          <a:solidFill>
                            <a:schemeClr val="tx1"/>
                          </a:solidFill>
                          <a:latin typeface="Arial" panose="020B0604020202020204" pitchFamily="34" charset="0"/>
                          <a:ea typeface="楷体_GB2312" pitchFamily="49" charset="-122"/>
                        </a:defRPr>
                      </a:lvl2pPr>
                      <a:lvl3pPr marL="1143000" indent="-228600" eaLnBrk="0" hangingPunct="0">
                        <a:spcBef>
                          <a:spcPct val="20000"/>
                        </a:spcBef>
                        <a:buFont typeface="Gungsuh" pitchFamily="18" charset="-127"/>
                        <a:defRPr sz="1600"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sz="1400">
                          <a:solidFill>
                            <a:schemeClr val="tx1"/>
                          </a:solidFill>
                          <a:latin typeface="Arial" panose="020B0604020202020204" pitchFamily="34" charset="0"/>
                          <a:ea typeface="黑体" panose="02010609060101010101" charset="-122"/>
                        </a:defRPr>
                      </a:lvl4pPr>
                      <a:lvl5pPr marL="2057400" indent="-228600" eaLnBrk="0" hangingPunct="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 typeface="Wingdings" panose="05000000000000000000" pitchFamily="2" charset="2"/>
                        <a:buNone/>
                      </a:pPr>
                      <a:r>
                        <a:rPr kumimoji="0" lang="en-US" altLang="zh-CN" sz="1600" b="1" i="0" u="none" strike="noStrike" cap="none" normalizeH="0" baseline="0">
                          <a:ln>
                            <a:noFill/>
                          </a:ln>
                          <a:solidFill>
                            <a:schemeClr val="tx1"/>
                          </a:solidFill>
                          <a:effectLst/>
                          <a:latin typeface="CourierPS" pitchFamily="49" charset="0"/>
                          <a:ea typeface="宋体" panose="02010600030101010101" pitchFamily="2" charset="-122"/>
                        </a:rPr>
                        <a:t>41</a:t>
                      </a:r>
                      <a:endParaRPr kumimoji="0" lang="en-US" altLang="zh-CN" sz="1600" b="1" i="0" u="none" strike="noStrike" cap="none" normalizeH="0" baseline="0">
                        <a:ln>
                          <a:noFill/>
                        </a:ln>
                        <a:solidFill>
                          <a:schemeClr val="tx1"/>
                        </a:solidFill>
                        <a:effectLst/>
                        <a:latin typeface="CourierPS" pitchFamily="49" charset="0"/>
                        <a:ea typeface="宋体" panose="02010600030101010101" pitchFamily="2" charset="-122"/>
                      </a:endParaRPr>
                    </a:p>
                  </a:txBody>
                  <a:tcPr marL="0" marR="0" marT="0" marB="0" anchor="b" anchorCtr="1" horzOverflow="overflow">
                    <a:lnL w="12700" cap="flat" cmpd="sng" algn="ctr">
                      <a:solidFill>
                        <a:schemeClr val="tx1"/>
                      </a:solidFill>
                      <a:prstDash val="solid"/>
                      <a:round/>
                      <a:headEnd type="none" w="med" len="med"/>
                      <a:tailEnd type="none" w="med" len="med"/>
                    </a:lnL>
                    <a:lnR>
                      <a:noFill/>
                    </a:lnR>
                    <a:lnT>
                      <a:noFill/>
                    </a:lnT>
                    <a:lnB>
                      <a:noFill/>
                    </a:lnB>
                    <a:lnTlToBr>
                      <a:noFill/>
                    </a:lnTlToBr>
                    <a:lnBlToTr>
                      <a:noFill/>
                    </a:lnBlToTr>
                    <a:noFill/>
                  </a:tcPr>
                </a:tc>
                <a:tc>
                  <a:txBody>
                    <a:bodyPr/>
                    <a:lstStyle>
                      <a:lvl1pPr eaLnBrk="0" hangingPunct="0">
                        <a:spcBef>
                          <a:spcPct val="20000"/>
                        </a:spcBef>
                        <a:buFont typeface="Wingdings" panose="05000000000000000000" pitchFamily="2" charset="2"/>
                        <a:defRPr sz="2000" b="1">
                          <a:solidFill>
                            <a:schemeClr val="tx1"/>
                          </a:solidFill>
                          <a:latin typeface="Arial" panose="020B0604020202020204" pitchFamily="34" charset="0"/>
                          <a:ea typeface="黑体" panose="02010609060101010101" charset="-122"/>
                        </a:defRPr>
                      </a:lvl1pPr>
                      <a:lvl2pPr marL="742950" indent="-285750" eaLnBrk="0" hangingPunct="0">
                        <a:spcBef>
                          <a:spcPct val="20000"/>
                        </a:spcBef>
                        <a:buFont typeface="Wingdings" panose="05000000000000000000" pitchFamily="2" charset="2"/>
                        <a:defRPr b="1">
                          <a:solidFill>
                            <a:schemeClr val="tx1"/>
                          </a:solidFill>
                          <a:latin typeface="Arial" panose="020B0604020202020204" pitchFamily="34" charset="0"/>
                          <a:ea typeface="楷体_GB2312" pitchFamily="49" charset="-122"/>
                        </a:defRPr>
                      </a:lvl2pPr>
                      <a:lvl3pPr marL="1143000" indent="-228600" eaLnBrk="0" hangingPunct="0">
                        <a:spcBef>
                          <a:spcPct val="20000"/>
                        </a:spcBef>
                        <a:buFont typeface="Gungsuh" pitchFamily="18" charset="-127"/>
                        <a:defRPr sz="1600"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sz="1400">
                          <a:solidFill>
                            <a:schemeClr val="tx1"/>
                          </a:solidFill>
                          <a:latin typeface="Arial" panose="020B0604020202020204" pitchFamily="34" charset="0"/>
                          <a:ea typeface="黑体" panose="02010609060101010101" charset="-122"/>
                        </a:defRPr>
                      </a:lvl4pPr>
                      <a:lvl5pPr marL="2057400" indent="-228600" eaLnBrk="0" hangingPunct="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 typeface="Wingdings" panose="05000000000000000000" pitchFamily="2" charset="2"/>
                        <a:buNone/>
                      </a:pPr>
                      <a:r>
                        <a:rPr kumimoji="0" lang="en-US" altLang="zh-CN" sz="1600" b="1" i="0" u="none" strike="noStrike" cap="none" normalizeH="0" baseline="0">
                          <a:ln>
                            <a:noFill/>
                          </a:ln>
                          <a:solidFill>
                            <a:schemeClr val="accent2"/>
                          </a:solidFill>
                          <a:effectLst/>
                          <a:latin typeface="CourierPS" pitchFamily="49" charset="0"/>
                          <a:ea typeface="宋体" panose="02010600030101010101" pitchFamily="2" charset="-122"/>
                        </a:rPr>
                        <a:t>A</a:t>
                      </a:r>
                      <a:endParaRPr kumimoji="0" lang="en-US" altLang="zh-CN" sz="1600" b="1" i="0" u="none" strike="noStrike" cap="none" normalizeH="0" baseline="0">
                        <a:ln>
                          <a:noFill/>
                        </a:ln>
                        <a:solidFill>
                          <a:schemeClr val="accent2"/>
                        </a:solidFill>
                        <a:effectLst/>
                        <a:latin typeface="CourierPS" pitchFamily="49" charset="0"/>
                        <a:ea typeface="宋体" panose="02010600030101010101" pitchFamily="2" charset="-122"/>
                      </a:endParaRPr>
                    </a:p>
                  </a:txBody>
                  <a:tcPr marL="0" marR="0" marT="0" marB="0" anchor="b" anchorCtr="1" horzOverflow="overflow">
                    <a:lnL>
                      <a:noFill/>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lvl1pPr eaLnBrk="0" hangingPunct="0">
                        <a:spcBef>
                          <a:spcPct val="20000"/>
                        </a:spcBef>
                        <a:buFont typeface="Wingdings" panose="05000000000000000000" pitchFamily="2" charset="2"/>
                        <a:defRPr sz="2000" b="1">
                          <a:solidFill>
                            <a:schemeClr val="tx1"/>
                          </a:solidFill>
                          <a:latin typeface="Arial" panose="020B0604020202020204" pitchFamily="34" charset="0"/>
                          <a:ea typeface="黑体" panose="02010609060101010101" charset="-122"/>
                        </a:defRPr>
                      </a:lvl1pPr>
                      <a:lvl2pPr marL="742950" indent="-285750" eaLnBrk="0" hangingPunct="0">
                        <a:spcBef>
                          <a:spcPct val="20000"/>
                        </a:spcBef>
                        <a:buFont typeface="Wingdings" panose="05000000000000000000" pitchFamily="2" charset="2"/>
                        <a:defRPr b="1">
                          <a:solidFill>
                            <a:schemeClr val="tx1"/>
                          </a:solidFill>
                          <a:latin typeface="Arial" panose="020B0604020202020204" pitchFamily="34" charset="0"/>
                          <a:ea typeface="楷体_GB2312" pitchFamily="49" charset="-122"/>
                        </a:defRPr>
                      </a:lvl2pPr>
                      <a:lvl3pPr marL="1143000" indent="-228600" eaLnBrk="0" hangingPunct="0">
                        <a:spcBef>
                          <a:spcPct val="20000"/>
                        </a:spcBef>
                        <a:buFont typeface="Gungsuh" pitchFamily="18" charset="-127"/>
                        <a:defRPr sz="1600"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sz="1400">
                          <a:solidFill>
                            <a:schemeClr val="tx1"/>
                          </a:solidFill>
                          <a:latin typeface="Arial" panose="020B0604020202020204" pitchFamily="34" charset="0"/>
                          <a:ea typeface="黑体" panose="02010609060101010101" charset="-122"/>
                        </a:defRPr>
                      </a:lvl4pPr>
                      <a:lvl5pPr marL="2057400" indent="-228600" eaLnBrk="0" hangingPunct="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 typeface="Wingdings" panose="05000000000000000000" pitchFamily="2" charset="2"/>
                        <a:buNone/>
                      </a:pPr>
                      <a:r>
                        <a:rPr kumimoji="0" lang="en-US" altLang="zh-CN" sz="1600" b="1" i="0" u="none" strike="noStrike" cap="none" normalizeH="0" baseline="0">
                          <a:ln>
                            <a:noFill/>
                          </a:ln>
                          <a:solidFill>
                            <a:schemeClr val="tx1"/>
                          </a:solidFill>
                          <a:effectLst/>
                          <a:latin typeface="CourierPS" pitchFamily="49" charset="0"/>
                          <a:ea typeface="宋体" panose="02010600030101010101" pitchFamily="2" charset="-122"/>
                        </a:rPr>
                        <a:t>51</a:t>
                      </a:r>
                      <a:endParaRPr kumimoji="0" lang="en-US" altLang="zh-CN" sz="1600" b="1" i="0" u="none" strike="noStrike" cap="none" normalizeH="0" baseline="0">
                        <a:ln>
                          <a:noFill/>
                        </a:ln>
                        <a:solidFill>
                          <a:schemeClr val="tx1"/>
                        </a:solidFill>
                        <a:effectLst/>
                        <a:latin typeface="CourierPS" pitchFamily="49" charset="0"/>
                        <a:ea typeface="宋体" panose="02010600030101010101" pitchFamily="2" charset="-122"/>
                      </a:endParaRPr>
                    </a:p>
                  </a:txBody>
                  <a:tcPr marL="0" marR="0" marT="0" marB="0" anchor="b" anchorCtr="1" horzOverflow="overflow">
                    <a:lnL w="12700" cap="flat" cmpd="sng" algn="ctr">
                      <a:solidFill>
                        <a:schemeClr val="tx1"/>
                      </a:solidFill>
                      <a:prstDash val="solid"/>
                      <a:round/>
                      <a:headEnd type="none" w="med" len="med"/>
                      <a:tailEnd type="none" w="med" len="med"/>
                    </a:lnL>
                    <a:lnR>
                      <a:noFill/>
                    </a:lnR>
                    <a:lnT>
                      <a:noFill/>
                    </a:lnT>
                    <a:lnB>
                      <a:noFill/>
                    </a:lnB>
                    <a:lnTlToBr>
                      <a:noFill/>
                    </a:lnTlToBr>
                    <a:lnBlToTr>
                      <a:noFill/>
                    </a:lnBlToTr>
                    <a:noFill/>
                  </a:tcPr>
                </a:tc>
                <a:tc>
                  <a:txBody>
                    <a:bodyPr/>
                    <a:lstStyle>
                      <a:lvl1pPr eaLnBrk="0" hangingPunct="0">
                        <a:spcBef>
                          <a:spcPct val="20000"/>
                        </a:spcBef>
                        <a:buFont typeface="Wingdings" panose="05000000000000000000" pitchFamily="2" charset="2"/>
                        <a:defRPr sz="2000" b="1">
                          <a:solidFill>
                            <a:schemeClr val="tx1"/>
                          </a:solidFill>
                          <a:latin typeface="Arial" panose="020B0604020202020204" pitchFamily="34" charset="0"/>
                          <a:ea typeface="黑体" panose="02010609060101010101" charset="-122"/>
                        </a:defRPr>
                      </a:lvl1pPr>
                      <a:lvl2pPr marL="742950" indent="-285750" eaLnBrk="0" hangingPunct="0">
                        <a:spcBef>
                          <a:spcPct val="20000"/>
                        </a:spcBef>
                        <a:buFont typeface="Wingdings" panose="05000000000000000000" pitchFamily="2" charset="2"/>
                        <a:defRPr b="1">
                          <a:solidFill>
                            <a:schemeClr val="tx1"/>
                          </a:solidFill>
                          <a:latin typeface="Arial" panose="020B0604020202020204" pitchFamily="34" charset="0"/>
                          <a:ea typeface="楷体_GB2312" pitchFamily="49" charset="-122"/>
                        </a:defRPr>
                      </a:lvl2pPr>
                      <a:lvl3pPr marL="1143000" indent="-228600" eaLnBrk="0" hangingPunct="0">
                        <a:spcBef>
                          <a:spcPct val="20000"/>
                        </a:spcBef>
                        <a:buFont typeface="Gungsuh" pitchFamily="18" charset="-127"/>
                        <a:defRPr sz="1600"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sz="1400">
                          <a:solidFill>
                            <a:schemeClr val="tx1"/>
                          </a:solidFill>
                          <a:latin typeface="Arial" panose="020B0604020202020204" pitchFamily="34" charset="0"/>
                          <a:ea typeface="黑体" panose="02010609060101010101" charset="-122"/>
                        </a:defRPr>
                      </a:lvl4pPr>
                      <a:lvl5pPr marL="2057400" indent="-228600" eaLnBrk="0" hangingPunct="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 typeface="Wingdings" panose="05000000000000000000" pitchFamily="2" charset="2"/>
                        <a:buNone/>
                      </a:pPr>
                      <a:r>
                        <a:rPr kumimoji="0" lang="en-US" altLang="zh-CN" sz="1600" b="1" i="0" u="none" strike="noStrike" cap="none" normalizeH="0" baseline="0">
                          <a:ln>
                            <a:noFill/>
                          </a:ln>
                          <a:solidFill>
                            <a:schemeClr val="tx1"/>
                          </a:solidFill>
                          <a:effectLst/>
                          <a:latin typeface="CourierPS" pitchFamily="49" charset="0"/>
                          <a:ea typeface="宋体" panose="02010600030101010101" pitchFamily="2" charset="-122"/>
                        </a:rPr>
                        <a:t>Q</a:t>
                      </a:r>
                      <a:endParaRPr kumimoji="0" lang="en-US" altLang="zh-CN" sz="1600" b="1" i="0" u="none" strike="noStrike" cap="none" normalizeH="0" baseline="0">
                        <a:ln>
                          <a:noFill/>
                        </a:ln>
                        <a:solidFill>
                          <a:schemeClr val="tx1"/>
                        </a:solidFill>
                        <a:effectLst/>
                        <a:latin typeface="CourierPS" pitchFamily="49" charset="0"/>
                        <a:ea typeface="宋体" panose="02010600030101010101" pitchFamily="2" charset="-122"/>
                      </a:endParaRPr>
                    </a:p>
                  </a:txBody>
                  <a:tcPr marL="0" marR="0" marT="0" marB="0" anchor="b" anchorCtr="1" horzOverflow="overflow">
                    <a:lnL>
                      <a:noFill/>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lvl1pPr eaLnBrk="0" hangingPunct="0">
                        <a:spcBef>
                          <a:spcPct val="20000"/>
                        </a:spcBef>
                        <a:buFont typeface="Wingdings" panose="05000000000000000000" pitchFamily="2" charset="2"/>
                        <a:defRPr sz="2000" b="1">
                          <a:solidFill>
                            <a:schemeClr val="tx1"/>
                          </a:solidFill>
                          <a:latin typeface="Arial" panose="020B0604020202020204" pitchFamily="34" charset="0"/>
                          <a:ea typeface="黑体" panose="02010609060101010101" charset="-122"/>
                        </a:defRPr>
                      </a:lvl1pPr>
                      <a:lvl2pPr marL="742950" indent="-285750" eaLnBrk="0" hangingPunct="0">
                        <a:spcBef>
                          <a:spcPct val="20000"/>
                        </a:spcBef>
                        <a:buFont typeface="Wingdings" panose="05000000000000000000" pitchFamily="2" charset="2"/>
                        <a:defRPr b="1">
                          <a:solidFill>
                            <a:schemeClr val="tx1"/>
                          </a:solidFill>
                          <a:latin typeface="Arial" panose="020B0604020202020204" pitchFamily="34" charset="0"/>
                          <a:ea typeface="楷体_GB2312" pitchFamily="49" charset="-122"/>
                        </a:defRPr>
                      </a:lvl2pPr>
                      <a:lvl3pPr marL="1143000" indent="-228600" eaLnBrk="0" hangingPunct="0">
                        <a:spcBef>
                          <a:spcPct val="20000"/>
                        </a:spcBef>
                        <a:buFont typeface="Gungsuh" pitchFamily="18" charset="-127"/>
                        <a:defRPr sz="1600"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sz="1400">
                          <a:solidFill>
                            <a:schemeClr val="tx1"/>
                          </a:solidFill>
                          <a:latin typeface="Arial" panose="020B0604020202020204" pitchFamily="34" charset="0"/>
                          <a:ea typeface="黑体" panose="02010609060101010101" charset="-122"/>
                        </a:defRPr>
                      </a:lvl4pPr>
                      <a:lvl5pPr marL="2057400" indent="-228600" eaLnBrk="0" hangingPunct="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 typeface="Wingdings" panose="05000000000000000000" pitchFamily="2" charset="2"/>
                        <a:buNone/>
                      </a:pPr>
                      <a:r>
                        <a:rPr kumimoji="0" lang="en-US" altLang="zh-CN" sz="1600" b="1" i="0" u="none" strike="noStrike" cap="none" normalizeH="0" baseline="0">
                          <a:ln>
                            <a:noFill/>
                          </a:ln>
                          <a:solidFill>
                            <a:schemeClr val="tx1"/>
                          </a:solidFill>
                          <a:effectLst/>
                          <a:latin typeface="CourierPS" pitchFamily="49" charset="0"/>
                          <a:ea typeface="宋体" panose="02010600030101010101" pitchFamily="2" charset="-122"/>
                        </a:rPr>
                        <a:t>61</a:t>
                      </a:r>
                      <a:endParaRPr kumimoji="0" lang="en-US" altLang="zh-CN" sz="1600" b="1" i="0" u="none" strike="noStrike" cap="none" normalizeH="0" baseline="0">
                        <a:ln>
                          <a:noFill/>
                        </a:ln>
                        <a:solidFill>
                          <a:schemeClr val="tx1"/>
                        </a:solidFill>
                        <a:effectLst/>
                        <a:latin typeface="CourierPS" pitchFamily="49" charset="0"/>
                        <a:ea typeface="宋体" panose="02010600030101010101" pitchFamily="2" charset="-122"/>
                      </a:endParaRPr>
                    </a:p>
                  </a:txBody>
                  <a:tcPr marL="0" marR="0" marT="0" marB="0" anchor="b" anchorCtr="1" horzOverflow="overflow">
                    <a:lnL w="12700" cap="flat" cmpd="sng" algn="ctr">
                      <a:solidFill>
                        <a:schemeClr val="tx1"/>
                      </a:solidFill>
                      <a:prstDash val="solid"/>
                      <a:round/>
                      <a:headEnd type="none" w="med" len="med"/>
                      <a:tailEnd type="none" w="med" len="med"/>
                    </a:lnL>
                    <a:lnR>
                      <a:noFill/>
                    </a:lnR>
                    <a:lnT>
                      <a:noFill/>
                    </a:lnT>
                    <a:lnB>
                      <a:noFill/>
                    </a:lnB>
                    <a:lnTlToBr>
                      <a:noFill/>
                    </a:lnTlToBr>
                    <a:lnBlToTr>
                      <a:noFill/>
                    </a:lnBlToTr>
                    <a:noFill/>
                  </a:tcPr>
                </a:tc>
                <a:tc>
                  <a:txBody>
                    <a:bodyPr/>
                    <a:lstStyle>
                      <a:lvl1pPr eaLnBrk="0" hangingPunct="0">
                        <a:spcBef>
                          <a:spcPct val="20000"/>
                        </a:spcBef>
                        <a:buFont typeface="Wingdings" panose="05000000000000000000" pitchFamily="2" charset="2"/>
                        <a:defRPr sz="2000" b="1">
                          <a:solidFill>
                            <a:schemeClr val="tx1"/>
                          </a:solidFill>
                          <a:latin typeface="Arial" panose="020B0604020202020204" pitchFamily="34" charset="0"/>
                          <a:ea typeface="黑体" panose="02010609060101010101" charset="-122"/>
                        </a:defRPr>
                      </a:lvl1pPr>
                      <a:lvl2pPr marL="742950" indent="-285750" eaLnBrk="0" hangingPunct="0">
                        <a:spcBef>
                          <a:spcPct val="20000"/>
                        </a:spcBef>
                        <a:buFont typeface="Wingdings" panose="05000000000000000000" pitchFamily="2" charset="2"/>
                        <a:defRPr b="1">
                          <a:solidFill>
                            <a:schemeClr val="tx1"/>
                          </a:solidFill>
                          <a:latin typeface="Arial" panose="020B0604020202020204" pitchFamily="34" charset="0"/>
                          <a:ea typeface="楷体_GB2312" pitchFamily="49" charset="-122"/>
                        </a:defRPr>
                      </a:lvl2pPr>
                      <a:lvl3pPr marL="1143000" indent="-228600" eaLnBrk="0" hangingPunct="0">
                        <a:spcBef>
                          <a:spcPct val="20000"/>
                        </a:spcBef>
                        <a:buFont typeface="Gungsuh" pitchFamily="18" charset="-127"/>
                        <a:defRPr sz="1600"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sz="1400">
                          <a:solidFill>
                            <a:schemeClr val="tx1"/>
                          </a:solidFill>
                          <a:latin typeface="Arial" panose="020B0604020202020204" pitchFamily="34" charset="0"/>
                          <a:ea typeface="黑体" panose="02010609060101010101" charset="-122"/>
                        </a:defRPr>
                      </a:lvl4pPr>
                      <a:lvl5pPr marL="2057400" indent="-228600" eaLnBrk="0" hangingPunct="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 typeface="Wingdings" panose="05000000000000000000" pitchFamily="2" charset="2"/>
                        <a:buNone/>
                      </a:pPr>
                      <a:r>
                        <a:rPr kumimoji="0" lang="en-US" altLang="zh-CN" sz="1600" b="1" i="0" u="none" strike="noStrike" cap="none" normalizeH="0" baseline="0">
                          <a:ln>
                            <a:noFill/>
                          </a:ln>
                          <a:solidFill>
                            <a:schemeClr val="accent2"/>
                          </a:solidFill>
                          <a:effectLst/>
                          <a:latin typeface="CourierPS" pitchFamily="49" charset="0"/>
                          <a:ea typeface="宋体" panose="02010600030101010101" pitchFamily="2" charset="-122"/>
                        </a:rPr>
                        <a:t>a</a:t>
                      </a:r>
                      <a:endParaRPr kumimoji="0" lang="en-US" altLang="zh-CN" sz="1600" b="1" i="0" u="none" strike="noStrike" cap="none" normalizeH="0" baseline="0">
                        <a:ln>
                          <a:noFill/>
                        </a:ln>
                        <a:solidFill>
                          <a:schemeClr val="accent2"/>
                        </a:solidFill>
                        <a:effectLst/>
                        <a:latin typeface="CourierPS" pitchFamily="49" charset="0"/>
                        <a:ea typeface="宋体" panose="02010600030101010101" pitchFamily="2" charset="-122"/>
                      </a:endParaRPr>
                    </a:p>
                  </a:txBody>
                  <a:tcPr marL="0" marR="0" marT="0" marB="0" anchor="b" anchorCtr="1" horzOverflow="overflow">
                    <a:lnL>
                      <a:noFill/>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lvl1pPr eaLnBrk="0" hangingPunct="0">
                        <a:spcBef>
                          <a:spcPct val="20000"/>
                        </a:spcBef>
                        <a:buFont typeface="Wingdings" panose="05000000000000000000" pitchFamily="2" charset="2"/>
                        <a:defRPr sz="2000" b="1">
                          <a:solidFill>
                            <a:schemeClr val="tx1"/>
                          </a:solidFill>
                          <a:latin typeface="Arial" panose="020B0604020202020204" pitchFamily="34" charset="0"/>
                          <a:ea typeface="黑体" panose="02010609060101010101" charset="-122"/>
                        </a:defRPr>
                      </a:lvl1pPr>
                      <a:lvl2pPr marL="742950" indent="-285750" eaLnBrk="0" hangingPunct="0">
                        <a:spcBef>
                          <a:spcPct val="20000"/>
                        </a:spcBef>
                        <a:buFont typeface="Wingdings" panose="05000000000000000000" pitchFamily="2" charset="2"/>
                        <a:defRPr b="1">
                          <a:solidFill>
                            <a:schemeClr val="tx1"/>
                          </a:solidFill>
                          <a:latin typeface="Arial" panose="020B0604020202020204" pitchFamily="34" charset="0"/>
                          <a:ea typeface="楷体_GB2312" pitchFamily="49" charset="-122"/>
                        </a:defRPr>
                      </a:lvl2pPr>
                      <a:lvl3pPr marL="1143000" indent="-228600" eaLnBrk="0" hangingPunct="0">
                        <a:spcBef>
                          <a:spcPct val="20000"/>
                        </a:spcBef>
                        <a:buFont typeface="Gungsuh" pitchFamily="18" charset="-127"/>
                        <a:defRPr sz="1600"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sz="1400">
                          <a:solidFill>
                            <a:schemeClr val="tx1"/>
                          </a:solidFill>
                          <a:latin typeface="Arial" panose="020B0604020202020204" pitchFamily="34" charset="0"/>
                          <a:ea typeface="黑体" panose="02010609060101010101" charset="-122"/>
                        </a:defRPr>
                      </a:lvl4pPr>
                      <a:lvl5pPr marL="2057400" indent="-228600" eaLnBrk="0" hangingPunct="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 typeface="Wingdings" panose="05000000000000000000" pitchFamily="2" charset="2"/>
                        <a:buNone/>
                      </a:pPr>
                      <a:r>
                        <a:rPr kumimoji="0" lang="en-US" altLang="zh-CN" sz="1600" b="1" i="0" u="none" strike="noStrike" cap="none" normalizeH="0" baseline="0">
                          <a:ln>
                            <a:noFill/>
                          </a:ln>
                          <a:solidFill>
                            <a:schemeClr val="tx1"/>
                          </a:solidFill>
                          <a:effectLst/>
                          <a:latin typeface="CourierPS" pitchFamily="49" charset="0"/>
                          <a:ea typeface="宋体" panose="02010600030101010101" pitchFamily="2" charset="-122"/>
                        </a:rPr>
                        <a:t>71</a:t>
                      </a:r>
                      <a:endParaRPr kumimoji="0" lang="en-US" altLang="zh-CN" sz="1600" b="1" i="0" u="none" strike="noStrike" cap="none" normalizeH="0" baseline="0">
                        <a:ln>
                          <a:noFill/>
                        </a:ln>
                        <a:solidFill>
                          <a:schemeClr val="tx1"/>
                        </a:solidFill>
                        <a:effectLst/>
                        <a:latin typeface="CourierPS" pitchFamily="49" charset="0"/>
                        <a:ea typeface="宋体" panose="02010600030101010101" pitchFamily="2" charset="-122"/>
                      </a:endParaRPr>
                    </a:p>
                  </a:txBody>
                  <a:tcPr marL="0" marR="0" marT="0" marB="0" anchor="b" anchorCtr="1" horzOverflow="overflow">
                    <a:lnL w="12700" cap="flat" cmpd="sng" algn="ctr">
                      <a:solidFill>
                        <a:schemeClr val="tx1"/>
                      </a:solidFill>
                      <a:prstDash val="solid"/>
                      <a:round/>
                      <a:headEnd type="none" w="med" len="med"/>
                      <a:tailEnd type="none" w="med" len="med"/>
                    </a:lnL>
                    <a:lnR>
                      <a:noFill/>
                    </a:lnR>
                    <a:lnT>
                      <a:noFill/>
                    </a:lnT>
                    <a:lnB>
                      <a:noFill/>
                    </a:lnB>
                    <a:lnTlToBr>
                      <a:noFill/>
                    </a:lnTlToBr>
                    <a:lnBlToTr>
                      <a:noFill/>
                    </a:lnBlToTr>
                    <a:noFill/>
                  </a:tcPr>
                </a:tc>
                <a:tc>
                  <a:txBody>
                    <a:bodyPr/>
                    <a:lstStyle>
                      <a:lvl1pPr eaLnBrk="0" hangingPunct="0">
                        <a:spcBef>
                          <a:spcPct val="20000"/>
                        </a:spcBef>
                        <a:buFont typeface="Wingdings" panose="05000000000000000000" pitchFamily="2" charset="2"/>
                        <a:defRPr sz="2000" b="1">
                          <a:solidFill>
                            <a:schemeClr val="tx1"/>
                          </a:solidFill>
                          <a:latin typeface="Arial" panose="020B0604020202020204" pitchFamily="34" charset="0"/>
                          <a:ea typeface="黑体" panose="02010609060101010101" charset="-122"/>
                        </a:defRPr>
                      </a:lvl1pPr>
                      <a:lvl2pPr marL="742950" indent="-285750" eaLnBrk="0" hangingPunct="0">
                        <a:spcBef>
                          <a:spcPct val="20000"/>
                        </a:spcBef>
                        <a:buFont typeface="Wingdings" panose="05000000000000000000" pitchFamily="2" charset="2"/>
                        <a:defRPr b="1">
                          <a:solidFill>
                            <a:schemeClr val="tx1"/>
                          </a:solidFill>
                          <a:latin typeface="Arial" panose="020B0604020202020204" pitchFamily="34" charset="0"/>
                          <a:ea typeface="楷体_GB2312" pitchFamily="49" charset="-122"/>
                        </a:defRPr>
                      </a:lvl2pPr>
                      <a:lvl3pPr marL="1143000" indent="-228600" eaLnBrk="0" hangingPunct="0">
                        <a:spcBef>
                          <a:spcPct val="20000"/>
                        </a:spcBef>
                        <a:buFont typeface="Gungsuh" pitchFamily="18" charset="-127"/>
                        <a:defRPr sz="1600"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sz="1400">
                          <a:solidFill>
                            <a:schemeClr val="tx1"/>
                          </a:solidFill>
                          <a:latin typeface="Arial" panose="020B0604020202020204" pitchFamily="34" charset="0"/>
                          <a:ea typeface="黑体" panose="02010609060101010101" charset="-122"/>
                        </a:defRPr>
                      </a:lvl4pPr>
                      <a:lvl5pPr marL="2057400" indent="-228600" eaLnBrk="0" hangingPunct="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 typeface="Wingdings" panose="05000000000000000000" pitchFamily="2" charset="2"/>
                        <a:buNone/>
                      </a:pPr>
                      <a:r>
                        <a:rPr kumimoji="0" lang="en-US" altLang="zh-CN" sz="1600" b="1" i="0" u="none" strike="noStrike" cap="none" normalizeH="0" baseline="0">
                          <a:ln>
                            <a:noFill/>
                          </a:ln>
                          <a:solidFill>
                            <a:schemeClr val="accent2"/>
                          </a:solidFill>
                          <a:effectLst/>
                          <a:latin typeface="CourierPS" pitchFamily="49" charset="0"/>
                          <a:ea typeface="宋体" panose="02010600030101010101" pitchFamily="2" charset="-122"/>
                        </a:rPr>
                        <a:t>q</a:t>
                      </a:r>
                      <a:endParaRPr kumimoji="0" lang="en-US" altLang="zh-CN" sz="1600" b="1" i="0" u="none" strike="noStrike" cap="none" normalizeH="0" baseline="0">
                        <a:ln>
                          <a:noFill/>
                        </a:ln>
                        <a:solidFill>
                          <a:schemeClr val="accent2"/>
                        </a:solidFill>
                        <a:effectLst/>
                        <a:latin typeface="CourierPS" pitchFamily="49" charset="0"/>
                        <a:ea typeface="宋体" panose="02010600030101010101" pitchFamily="2" charset="-122"/>
                      </a:endParaRPr>
                    </a:p>
                  </a:txBody>
                  <a:tcPr marL="0" marR="0" marT="0" marB="0" anchor="b" anchorCtr="1" horzOverflow="overflow">
                    <a:lnL>
                      <a:noFill/>
                    </a:lnL>
                    <a:lnR>
                      <a:noFill/>
                    </a:lnR>
                    <a:lnT>
                      <a:noFill/>
                    </a:lnT>
                    <a:lnB>
                      <a:noFill/>
                    </a:lnB>
                    <a:lnTlToBr>
                      <a:noFill/>
                    </a:lnTlToBr>
                    <a:lnBlToTr>
                      <a:noFill/>
                    </a:lnBlToTr>
                    <a:noFill/>
                  </a:tcPr>
                </a:tc>
              </a:tr>
              <a:tr h="254000">
                <a:tc>
                  <a:txBody>
                    <a:bodyPr/>
                    <a:lstStyle>
                      <a:lvl1pPr eaLnBrk="0" hangingPunct="0">
                        <a:spcBef>
                          <a:spcPct val="20000"/>
                        </a:spcBef>
                        <a:buFont typeface="Wingdings" panose="05000000000000000000" pitchFamily="2" charset="2"/>
                        <a:defRPr sz="2000" b="1">
                          <a:solidFill>
                            <a:schemeClr val="tx1"/>
                          </a:solidFill>
                          <a:latin typeface="Arial" panose="020B0604020202020204" pitchFamily="34" charset="0"/>
                          <a:ea typeface="黑体" panose="02010609060101010101" charset="-122"/>
                        </a:defRPr>
                      </a:lvl1pPr>
                      <a:lvl2pPr marL="742950" indent="-285750" eaLnBrk="0" hangingPunct="0">
                        <a:spcBef>
                          <a:spcPct val="20000"/>
                        </a:spcBef>
                        <a:buFont typeface="Wingdings" panose="05000000000000000000" pitchFamily="2" charset="2"/>
                        <a:defRPr b="1">
                          <a:solidFill>
                            <a:schemeClr val="tx1"/>
                          </a:solidFill>
                          <a:latin typeface="Arial" panose="020B0604020202020204" pitchFamily="34" charset="0"/>
                          <a:ea typeface="楷体_GB2312" pitchFamily="49" charset="-122"/>
                        </a:defRPr>
                      </a:lvl2pPr>
                      <a:lvl3pPr marL="1143000" indent="-228600" eaLnBrk="0" hangingPunct="0">
                        <a:spcBef>
                          <a:spcPct val="20000"/>
                        </a:spcBef>
                        <a:buFont typeface="Gungsuh" pitchFamily="18" charset="-127"/>
                        <a:defRPr sz="1600"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sz="1400">
                          <a:solidFill>
                            <a:schemeClr val="tx1"/>
                          </a:solidFill>
                          <a:latin typeface="Arial" panose="020B0604020202020204" pitchFamily="34" charset="0"/>
                          <a:ea typeface="黑体" panose="02010609060101010101" charset="-122"/>
                        </a:defRPr>
                      </a:lvl4pPr>
                      <a:lvl5pPr marL="2057400" indent="-228600" eaLnBrk="0" hangingPunct="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 typeface="Wingdings" panose="05000000000000000000" pitchFamily="2" charset="2"/>
                        <a:buNone/>
                      </a:pPr>
                      <a:r>
                        <a:rPr kumimoji="0" lang="en-US" altLang="zh-CN" sz="1600" b="1" i="0" u="none" strike="noStrike" cap="none" normalizeH="0" baseline="0">
                          <a:ln>
                            <a:noFill/>
                          </a:ln>
                          <a:solidFill>
                            <a:schemeClr val="tx1"/>
                          </a:solidFill>
                          <a:effectLst/>
                          <a:latin typeface="CourierPS" pitchFamily="49" charset="0"/>
                          <a:ea typeface="宋体" panose="02010600030101010101" pitchFamily="2" charset="-122"/>
                        </a:rPr>
                        <a:t>02</a:t>
                      </a:r>
                      <a:endParaRPr kumimoji="0" lang="en-US" altLang="zh-CN" sz="1600" b="1" i="0" u="none" strike="noStrike" cap="none" normalizeH="0" baseline="0">
                        <a:ln>
                          <a:noFill/>
                        </a:ln>
                        <a:solidFill>
                          <a:schemeClr val="tx1"/>
                        </a:solidFill>
                        <a:effectLst/>
                        <a:latin typeface="CourierPS" pitchFamily="49" charset="0"/>
                        <a:ea typeface="宋体" panose="02010600030101010101" pitchFamily="2" charset="-122"/>
                      </a:endParaRPr>
                    </a:p>
                  </a:txBody>
                  <a:tcPr marL="0" marR="0" marT="0" marB="0" anchor="b" anchorCtr="1" horzOverflow="overflow">
                    <a:lnL>
                      <a:noFill/>
                    </a:lnL>
                    <a:lnR>
                      <a:noFill/>
                    </a:lnR>
                    <a:lnT>
                      <a:noFill/>
                    </a:lnT>
                    <a:lnB>
                      <a:noFill/>
                    </a:lnB>
                    <a:lnTlToBr>
                      <a:noFill/>
                    </a:lnTlToBr>
                    <a:lnBlToTr>
                      <a:noFill/>
                    </a:lnBlToTr>
                    <a:noFill/>
                  </a:tcPr>
                </a:tc>
                <a:tc>
                  <a:txBody>
                    <a:bodyPr/>
                    <a:lstStyle>
                      <a:lvl1pPr eaLnBrk="0" hangingPunct="0">
                        <a:spcBef>
                          <a:spcPct val="20000"/>
                        </a:spcBef>
                        <a:buFont typeface="Wingdings" panose="05000000000000000000" pitchFamily="2" charset="2"/>
                        <a:defRPr sz="2000" b="1">
                          <a:solidFill>
                            <a:schemeClr val="tx1"/>
                          </a:solidFill>
                          <a:latin typeface="Arial" panose="020B0604020202020204" pitchFamily="34" charset="0"/>
                          <a:ea typeface="黑体" panose="02010609060101010101" charset="-122"/>
                        </a:defRPr>
                      </a:lvl1pPr>
                      <a:lvl2pPr marL="742950" indent="-285750" eaLnBrk="0" hangingPunct="0">
                        <a:spcBef>
                          <a:spcPct val="20000"/>
                        </a:spcBef>
                        <a:buFont typeface="Wingdings" panose="05000000000000000000" pitchFamily="2" charset="2"/>
                        <a:defRPr b="1">
                          <a:solidFill>
                            <a:schemeClr val="tx1"/>
                          </a:solidFill>
                          <a:latin typeface="Arial" panose="020B0604020202020204" pitchFamily="34" charset="0"/>
                          <a:ea typeface="楷体_GB2312" pitchFamily="49" charset="-122"/>
                        </a:defRPr>
                      </a:lvl2pPr>
                      <a:lvl3pPr marL="1143000" indent="-228600" eaLnBrk="0" hangingPunct="0">
                        <a:spcBef>
                          <a:spcPct val="20000"/>
                        </a:spcBef>
                        <a:buFont typeface="Gungsuh" pitchFamily="18" charset="-127"/>
                        <a:defRPr sz="1600"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sz="1400">
                          <a:solidFill>
                            <a:schemeClr val="tx1"/>
                          </a:solidFill>
                          <a:latin typeface="Arial" panose="020B0604020202020204" pitchFamily="34" charset="0"/>
                          <a:ea typeface="黑体" panose="02010609060101010101" charset="-122"/>
                        </a:defRPr>
                      </a:lvl4pPr>
                      <a:lvl5pPr marL="2057400" indent="-228600" eaLnBrk="0" hangingPunct="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 typeface="Wingdings" panose="05000000000000000000" pitchFamily="2" charset="2"/>
                        <a:buNone/>
                      </a:pPr>
                      <a:r>
                        <a:rPr kumimoji="0" lang="en-US" altLang="zh-CN" sz="1600" b="1" i="0" u="none" strike="noStrike" cap="none" normalizeH="0" baseline="0">
                          <a:ln>
                            <a:noFill/>
                          </a:ln>
                          <a:solidFill>
                            <a:schemeClr val="accent2"/>
                          </a:solidFill>
                          <a:effectLst/>
                          <a:latin typeface="CourierPS" pitchFamily="49" charset="0"/>
                          <a:ea typeface="宋体" panose="02010600030101010101" pitchFamily="2" charset="-122"/>
                        </a:rPr>
                        <a:t>stx</a:t>
                      </a:r>
                      <a:endParaRPr kumimoji="0" lang="en-US" altLang="zh-CN" sz="1600" b="1" i="0" u="none" strike="noStrike" cap="none" normalizeH="0" baseline="0">
                        <a:ln>
                          <a:noFill/>
                        </a:ln>
                        <a:solidFill>
                          <a:schemeClr val="accent2"/>
                        </a:solidFill>
                        <a:effectLst/>
                        <a:latin typeface="CourierPS" pitchFamily="49" charset="0"/>
                        <a:ea typeface="宋体" panose="02010600030101010101" pitchFamily="2" charset="-122"/>
                      </a:endParaRPr>
                    </a:p>
                  </a:txBody>
                  <a:tcPr marL="0" marR="0" marT="0" marB="0" anchor="b" anchorCtr="1" horzOverflow="overflow">
                    <a:lnL>
                      <a:noFill/>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lvl1pPr eaLnBrk="0" hangingPunct="0">
                        <a:spcBef>
                          <a:spcPct val="20000"/>
                        </a:spcBef>
                        <a:buFont typeface="Wingdings" panose="05000000000000000000" pitchFamily="2" charset="2"/>
                        <a:defRPr sz="2000" b="1">
                          <a:solidFill>
                            <a:schemeClr val="tx1"/>
                          </a:solidFill>
                          <a:latin typeface="Arial" panose="020B0604020202020204" pitchFamily="34" charset="0"/>
                          <a:ea typeface="黑体" panose="02010609060101010101" charset="-122"/>
                        </a:defRPr>
                      </a:lvl1pPr>
                      <a:lvl2pPr marL="742950" indent="-285750" eaLnBrk="0" hangingPunct="0">
                        <a:spcBef>
                          <a:spcPct val="20000"/>
                        </a:spcBef>
                        <a:buFont typeface="Wingdings" panose="05000000000000000000" pitchFamily="2" charset="2"/>
                        <a:defRPr b="1">
                          <a:solidFill>
                            <a:schemeClr val="tx1"/>
                          </a:solidFill>
                          <a:latin typeface="Arial" panose="020B0604020202020204" pitchFamily="34" charset="0"/>
                          <a:ea typeface="楷体_GB2312" pitchFamily="49" charset="-122"/>
                        </a:defRPr>
                      </a:lvl2pPr>
                      <a:lvl3pPr marL="1143000" indent="-228600" eaLnBrk="0" hangingPunct="0">
                        <a:spcBef>
                          <a:spcPct val="20000"/>
                        </a:spcBef>
                        <a:buFont typeface="Gungsuh" pitchFamily="18" charset="-127"/>
                        <a:defRPr sz="1600"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sz="1400">
                          <a:solidFill>
                            <a:schemeClr val="tx1"/>
                          </a:solidFill>
                          <a:latin typeface="Arial" panose="020B0604020202020204" pitchFamily="34" charset="0"/>
                          <a:ea typeface="黑体" panose="02010609060101010101" charset="-122"/>
                        </a:defRPr>
                      </a:lvl4pPr>
                      <a:lvl5pPr marL="2057400" indent="-228600" eaLnBrk="0" hangingPunct="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 typeface="Wingdings" panose="05000000000000000000" pitchFamily="2" charset="2"/>
                        <a:buNone/>
                      </a:pPr>
                      <a:r>
                        <a:rPr kumimoji="0" lang="en-US" altLang="zh-CN" sz="1600" b="1" i="0" u="none" strike="noStrike" cap="none" normalizeH="0" baseline="0">
                          <a:ln>
                            <a:noFill/>
                          </a:ln>
                          <a:solidFill>
                            <a:schemeClr val="tx1"/>
                          </a:solidFill>
                          <a:effectLst/>
                          <a:latin typeface="CourierPS" pitchFamily="49" charset="0"/>
                          <a:ea typeface="宋体" panose="02010600030101010101" pitchFamily="2" charset="-122"/>
                        </a:rPr>
                        <a:t>12</a:t>
                      </a:r>
                      <a:endParaRPr kumimoji="0" lang="en-US" altLang="zh-CN" sz="1600" b="1" i="0" u="none" strike="noStrike" cap="none" normalizeH="0" baseline="0">
                        <a:ln>
                          <a:noFill/>
                        </a:ln>
                        <a:solidFill>
                          <a:schemeClr val="tx1"/>
                        </a:solidFill>
                        <a:effectLst/>
                        <a:latin typeface="CourierPS" pitchFamily="49" charset="0"/>
                        <a:ea typeface="宋体" panose="02010600030101010101" pitchFamily="2" charset="-122"/>
                      </a:endParaRPr>
                    </a:p>
                  </a:txBody>
                  <a:tcPr marL="0" marR="0" marT="0" marB="0" anchor="b" anchorCtr="1" horzOverflow="overflow">
                    <a:lnL w="12700" cap="flat" cmpd="sng" algn="ctr">
                      <a:solidFill>
                        <a:schemeClr val="tx1"/>
                      </a:solidFill>
                      <a:prstDash val="solid"/>
                      <a:round/>
                      <a:headEnd type="none" w="med" len="med"/>
                      <a:tailEnd type="none" w="med" len="med"/>
                    </a:lnL>
                    <a:lnR>
                      <a:noFill/>
                    </a:lnR>
                    <a:lnT>
                      <a:noFill/>
                    </a:lnT>
                    <a:lnB>
                      <a:noFill/>
                    </a:lnB>
                    <a:lnTlToBr>
                      <a:noFill/>
                    </a:lnTlToBr>
                    <a:lnBlToTr>
                      <a:noFill/>
                    </a:lnBlToTr>
                    <a:noFill/>
                  </a:tcPr>
                </a:tc>
                <a:tc>
                  <a:txBody>
                    <a:bodyPr/>
                    <a:lstStyle>
                      <a:lvl1pPr eaLnBrk="0" hangingPunct="0">
                        <a:spcBef>
                          <a:spcPct val="20000"/>
                        </a:spcBef>
                        <a:buFont typeface="Wingdings" panose="05000000000000000000" pitchFamily="2" charset="2"/>
                        <a:defRPr sz="2000" b="1">
                          <a:solidFill>
                            <a:schemeClr val="tx1"/>
                          </a:solidFill>
                          <a:latin typeface="Arial" panose="020B0604020202020204" pitchFamily="34" charset="0"/>
                          <a:ea typeface="黑体" panose="02010609060101010101" charset="-122"/>
                        </a:defRPr>
                      </a:lvl1pPr>
                      <a:lvl2pPr marL="742950" indent="-285750" eaLnBrk="0" hangingPunct="0">
                        <a:spcBef>
                          <a:spcPct val="20000"/>
                        </a:spcBef>
                        <a:buFont typeface="Wingdings" panose="05000000000000000000" pitchFamily="2" charset="2"/>
                        <a:defRPr b="1">
                          <a:solidFill>
                            <a:schemeClr val="tx1"/>
                          </a:solidFill>
                          <a:latin typeface="Arial" panose="020B0604020202020204" pitchFamily="34" charset="0"/>
                          <a:ea typeface="楷体_GB2312" pitchFamily="49" charset="-122"/>
                        </a:defRPr>
                      </a:lvl2pPr>
                      <a:lvl3pPr marL="1143000" indent="-228600" eaLnBrk="0" hangingPunct="0">
                        <a:spcBef>
                          <a:spcPct val="20000"/>
                        </a:spcBef>
                        <a:buFont typeface="Gungsuh" pitchFamily="18" charset="-127"/>
                        <a:defRPr sz="1600"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sz="1400">
                          <a:solidFill>
                            <a:schemeClr val="tx1"/>
                          </a:solidFill>
                          <a:latin typeface="Arial" panose="020B0604020202020204" pitchFamily="34" charset="0"/>
                          <a:ea typeface="黑体" panose="02010609060101010101" charset="-122"/>
                        </a:defRPr>
                      </a:lvl4pPr>
                      <a:lvl5pPr marL="2057400" indent="-228600" eaLnBrk="0" hangingPunct="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 typeface="Wingdings" panose="05000000000000000000" pitchFamily="2" charset="2"/>
                        <a:buNone/>
                      </a:pPr>
                      <a:r>
                        <a:rPr kumimoji="0" lang="en-US" altLang="zh-CN" sz="1600" b="1" i="0" u="none" strike="noStrike" cap="none" normalizeH="0" baseline="0">
                          <a:ln>
                            <a:noFill/>
                          </a:ln>
                          <a:solidFill>
                            <a:schemeClr val="accent2"/>
                          </a:solidFill>
                          <a:effectLst/>
                          <a:latin typeface="CourierPS" pitchFamily="49" charset="0"/>
                          <a:ea typeface="宋体" panose="02010600030101010101" pitchFamily="2" charset="-122"/>
                        </a:rPr>
                        <a:t>dc2</a:t>
                      </a:r>
                      <a:endParaRPr kumimoji="0" lang="en-US" altLang="zh-CN" sz="1600" b="1" i="0" u="none" strike="noStrike" cap="none" normalizeH="0" baseline="0">
                        <a:ln>
                          <a:noFill/>
                        </a:ln>
                        <a:solidFill>
                          <a:schemeClr val="accent2"/>
                        </a:solidFill>
                        <a:effectLst/>
                        <a:latin typeface="CourierPS" pitchFamily="49" charset="0"/>
                        <a:ea typeface="宋体" panose="02010600030101010101" pitchFamily="2" charset="-122"/>
                      </a:endParaRPr>
                    </a:p>
                  </a:txBody>
                  <a:tcPr marL="0" marR="0" marT="0" marB="0" anchor="b" anchorCtr="1" horzOverflow="overflow">
                    <a:lnL>
                      <a:noFill/>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lvl1pPr eaLnBrk="0" hangingPunct="0">
                        <a:spcBef>
                          <a:spcPct val="20000"/>
                        </a:spcBef>
                        <a:buFont typeface="Wingdings" panose="05000000000000000000" pitchFamily="2" charset="2"/>
                        <a:defRPr sz="2000" b="1">
                          <a:solidFill>
                            <a:schemeClr val="tx1"/>
                          </a:solidFill>
                          <a:latin typeface="Arial" panose="020B0604020202020204" pitchFamily="34" charset="0"/>
                          <a:ea typeface="黑体" panose="02010609060101010101" charset="-122"/>
                        </a:defRPr>
                      </a:lvl1pPr>
                      <a:lvl2pPr marL="742950" indent="-285750" eaLnBrk="0" hangingPunct="0">
                        <a:spcBef>
                          <a:spcPct val="20000"/>
                        </a:spcBef>
                        <a:buFont typeface="Wingdings" panose="05000000000000000000" pitchFamily="2" charset="2"/>
                        <a:defRPr b="1">
                          <a:solidFill>
                            <a:schemeClr val="tx1"/>
                          </a:solidFill>
                          <a:latin typeface="Arial" panose="020B0604020202020204" pitchFamily="34" charset="0"/>
                          <a:ea typeface="楷体_GB2312" pitchFamily="49" charset="-122"/>
                        </a:defRPr>
                      </a:lvl2pPr>
                      <a:lvl3pPr marL="1143000" indent="-228600" eaLnBrk="0" hangingPunct="0">
                        <a:spcBef>
                          <a:spcPct val="20000"/>
                        </a:spcBef>
                        <a:buFont typeface="Gungsuh" pitchFamily="18" charset="-127"/>
                        <a:defRPr sz="1600"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sz="1400">
                          <a:solidFill>
                            <a:schemeClr val="tx1"/>
                          </a:solidFill>
                          <a:latin typeface="Arial" panose="020B0604020202020204" pitchFamily="34" charset="0"/>
                          <a:ea typeface="黑体" panose="02010609060101010101" charset="-122"/>
                        </a:defRPr>
                      </a:lvl4pPr>
                      <a:lvl5pPr marL="2057400" indent="-228600" eaLnBrk="0" hangingPunct="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 typeface="Wingdings" panose="05000000000000000000" pitchFamily="2" charset="2"/>
                        <a:buNone/>
                      </a:pPr>
                      <a:r>
                        <a:rPr kumimoji="0" lang="en-US" altLang="zh-CN" sz="1600" b="1" i="0" u="none" strike="noStrike" cap="none" normalizeH="0" baseline="0">
                          <a:ln>
                            <a:noFill/>
                          </a:ln>
                          <a:solidFill>
                            <a:schemeClr val="tx1"/>
                          </a:solidFill>
                          <a:effectLst/>
                          <a:latin typeface="CourierPS" pitchFamily="49" charset="0"/>
                          <a:ea typeface="宋体" panose="02010600030101010101" pitchFamily="2" charset="-122"/>
                        </a:rPr>
                        <a:t>22</a:t>
                      </a:r>
                      <a:endParaRPr kumimoji="0" lang="en-US" altLang="zh-CN" sz="1600" b="1" i="0" u="none" strike="noStrike" cap="none" normalizeH="0" baseline="0">
                        <a:ln>
                          <a:noFill/>
                        </a:ln>
                        <a:solidFill>
                          <a:schemeClr val="tx1"/>
                        </a:solidFill>
                        <a:effectLst/>
                        <a:latin typeface="CourierPS" pitchFamily="49" charset="0"/>
                        <a:ea typeface="宋体" panose="02010600030101010101" pitchFamily="2" charset="-122"/>
                      </a:endParaRPr>
                    </a:p>
                  </a:txBody>
                  <a:tcPr marL="0" marR="0" marT="0" marB="0" anchor="b" anchorCtr="1" horzOverflow="overflow">
                    <a:lnL w="12700" cap="flat" cmpd="sng" algn="ctr">
                      <a:solidFill>
                        <a:schemeClr val="tx1"/>
                      </a:solidFill>
                      <a:prstDash val="solid"/>
                      <a:round/>
                      <a:headEnd type="none" w="med" len="med"/>
                      <a:tailEnd type="none" w="med" len="med"/>
                    </a:lnL>
                    <a:lnR>
                      <a:noFill/>
                    </a:lnR>
                    <a:lnT>
                      <a:noFill/>
                    </a:lnT>
                    <a:lnB>
                      <a:noFill/>
                    </a:lnB>
                    <a:lnTlToBr>
                      <a:noFill/>
                    </a:lnTlToBr>
                    <a:lnBlToTr>
                      <a:noFill/>
                    </a:lnBlToTr>
                    <a:noFill/>
                  </a:tcPr>
                </a:tc>
                <a:tc>
                  <a:txBody>
                    <a:bodyPr/>
                    <a:lstStyle>
                      <a:lvl1pPr eaLnBrk="0" hangingPunct="0">
                        <a:spcBef>
                          <a:spcPct val="20000"/>
                        </a:spcBef>
                        <a:buFont typeface="Wingdings" panose="05000000000000000000" pitchFamily="2" charset="2"/>
                        <a:defRPr sz="2000" b="1">
                          <a:solidFill>
                            <a:schemeClr val="tx1"/>
                          </a:solidFill>
                          <a:latin typeface="Arial" panose="020B0604020202020204" pitchFamily="34" charset="0"/>
                          <a:ea typeface="黑体" panose="02010609060101010101" charset="-122"/>
                        </a:defRPr>
                      </a:lvl1pPr>
                      <a:lvl2pPr marL="742950" indent="-285750" eaLnBrk="0" hangingPunct="0">
                        <a:spcBef>
                          <a:spcPct val="20000"/>
                        </a:spcBef>
                        <a:buFont typeface="Wingdings" panose="05000000000000000000" pitchFamily="2" charset="2"/>
                        <a:defRPr b="1">
                          <a:solidFill>
                            <a:schemeClr val="tx1"/>
                          </a:solidFill>
                          <a:latin typeface="Arial" panose="020B0604020202020204" pitchFamily="34" charset="0"/>
                          <a:ea typeface="楷体_GB2312" pitchFamily="49" charset="-122"/>
                        </a:defRPr>
                      </a:lvl2pPr>
                      <a:lvl3pPr marL="1143000" indent="-228600" eaLnBrk="0" hangingPunct="0">
                        <a:spcBef>
                          <a:spcPct val="20000"/>
                        </a:spcBef>
                        <a:buFont typeface="Gungsuh" pitchFamily="18" charset="-127"/>
                        <a:defRPr sz="1600"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sz="1400">
                          <a:solidFill>
                            <a:schemeClr val="tx1"/>
                          </a:solidFill>
                          <a:latin typeface="Arial" panose="020B0604020202020204" pitchFamily="34" charset="0"/>
                          <a:ea typeface="黑体" panose="02010609060101010101" charset="-122"/>
                        </a:defRPr>
                      </a:lvl4pPr>
                      <a:lvl5pPr marL="2057400" indent="-228600" eaLnBrk="0" hangingPunct="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 typeface="Wingdings" panose="05000000000000000000" pitchFamily="2" charset="2"/>
                        <a:buNone/>
                      </a:pPr>
                      <a:r>
                        <a:rPr kumimoji="0" lang="en-US" altLang="zh-CN" sz="1600" b="1" i="0" u="none" strike="noStrike" cap="none" normalizeH="0" baseline="0">
                          <a:ln>
                            <a:noFill/>
                          </a:ln>
                          <a:solidFill>
                            <a:schemeClr val="accent2"/>
                          </a:solidFill>
                          <a:effectLst/>
                          <a:latin typeface="CourierPS" pitchFamily="49" charset="0"/>
                          <a:ea typeface="宋体" panose="02010600030101010101" pitchFamily="2" charset="-122"/>
                        </a:rPr>
                        <a:t>"</a:t>
                      </a:r>
                      <a:endParaRPr kumimoji="0" lang="en-US" altLang="zh-CN" sz="1600" b="1" i="0" u="none" strike="noStrike" cap="none" normalizeH="0" baseline="0">
                        <a:ln>
                          <a:noFill/>
                        </a:ln>
                        <a:solidFill>
                          <a:schemeClr val="accent2"/>
                        </a:solidFill>
                        <a:effectLst/>
                        <a:latin typeface="CourierPS" pitchFamily="49" charset="0"/>
                        <a:ea typeface="宋体" panose="02010600030101010101" pitchFamily="2" charset="-122"/>
                      </a:endParaRPr>
                    </a:p>
                  </a:txBody>
                  <a:tcPr marL="0" marR="0" marT="0" marB="0" anchor="b" anchorCtr="1" horzOverflow="overflow">
                    <a:lnL>
                      <a:noFill/>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lvl1pPr eaLnBrk="0" hangingPunct="0">
                        <a:spcBef>
                          <a:spcPct val="20000"/>
                        </a:spcBef>
                        <a:buFont typeface="Wingdings" panose="05000000000000000000" pitchFamily="2" charset="2"/>
                        <a:defRPr sz="2000" b="1">
                          <a:solidFill>
                            <a:schemeClr val="tx1"/>
                          </a:solidFill>
                          <a:latin typeface="Arial" panose="020B0604020202020204" pitchFamily="34" charset="0"/>
                          <a:ea typeface="黑体" panose="02010609060101010101" charset="-122"/>
                        </a:defRPr>
                      </a:lvl1pPr>
                      <a:lvl2pPr marL="742950" indent="-285750" eaLnBrk="0" hangingPunct="0">
                        <a:spcBef>
                          <a:spcPct val="20000"/>
                        </a:spcBef>
                        <a:buFont typeface="Wingdings" panose="05000000000000000000" pitchFamily="2" charset="2"/>
                        <a:defRPr b="1">
                          <a:solidFill>
                            <a:schemeClr val="tx1"/>
                          </a:solidFill>
                          <a:latin typeface="Arial" panose="020B0604020202020204" pitchFamily="34" charset="0"/>
                          <a:ea typeface="楷体_GB2312" pitchFamily="49" charset="-122"/>
                        </a:defRPr>
                      </a:lvl2pPr>
                      <a:lvl3pPr marL="1143000" indent="-228600" eaLnBrk="0" hangingPunct="0">
                        <a:spcBef>
                          <a:spcPct val="20000"/>
                        </a:spcBef>
                        <a:buFont typeface="Gungsuh" pitchFamily="18" charset="-127"/>
                        <a:defRPr sz="1600"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sz="1400">
                          <a:solidFill>
                            <a:schemeClr val="tx1"/>
                          </a:solidFill>
                          <a:latin typeface="Arial" panose="020B0604020202020204" pitchFamily="34" charset="0"/>
                          <a:ea typeface="黑体" panose="02010609060101010101" charset="-122"/>
                        </a:defRPr>
                      </a:lvl4pPr>
                      <a:lvl5pPr marL="2057400" indent="-228600" eaLnBrk="0" hangingPunct="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 typeface="Wingdings" panose="05000000000000000000" pitchFamily="2" charset="2"/>
                        <a:buNone/>
                      </a:pPr>
                      <a:r>
                        <a:rPr kumimoji="0" lang="en-US" altLang="zh-CN" sz="1600" b="1" i="0" u="none" strike="noStrike" cap="none" normalizeH="0" baseline="0" dirty="0">
                          <a:ln>
                            <a:noFill/>
                          </a:ln>
                          <a:solidFill>
                            <a:schemeClr val="tx1"/>
                          </a:solidFill>
                          <a:effectLst/>
                          <a:latin typeface="CourierPS" pitchFamily="49" charset="0"/>
                          <a:ea typeface="宋体" panose="02010600030101010101" pitchFamily="2" charset="-122"/>
                        </a:rPr>
                        <a:t>32</a:t>
                      </a:r>
                      <a:endParaRPr kumimoji="0" lang="en-US" altLang="zh-CN" sz="1600" b="1" i="0" u="none" strike="noStrike" cap="none" normalizeH="0" baseline="0" dirty="0">
                        <a:ln>
                          <a:noFill/>
                        </a:ln>
                        <a:solidFill>
                          <a:schemeClr val="tx1"/>
                        </a:solidFill>
                        <a:effectLst/>
                        <a:latin typeface="CourierPS" pitchFamily="49" charset="0"/>
                        <a:ea typeface="宋体" panose="02010600030101010101" pitchFamily="2" charset="-122"/>
                      </a:endParaRPr>
                    </a:p>
                  </a:txBody>
                  <a:tcPr marL="0" marR="0" marT="0" marB="0" anchor="b" anchorCtr="1" horzOverflow="overflow">
                    <a:lnL w="12700" cap="flat" cmpd="sng" algn="ctr">
                      <a:solidFill>
                        <a:schemeClr val="tx1"/>
                      </a:solidFill>
                      <a:prstDash val="solid"/>
                      <a:round/>
                      <a:headEnd type="none" w="med" len="med"/>
                      <a:tailEnd type="none" w="med" len="med"/>
                    </a:lnL>
                    <a:lnR>
                      <a:noFill/>
                    </a:lnR>
                    <a:lnT>
                      <a:noFill/>
                    </a:lnT>
                    <a:lnB>
                      <a:noFill/>
                    </a:lnB>
                    <a:lnTlToBr>
                      <a:noFill/>
                    </a:lnTlToBr>
                    <a:lnBlToTr>
                      <a:noFill/>
                    </a:lnBlToTr>
                    <a:noFill/>
                  </a:tcPr>
                </a:tc>
                <a:tc>
                  <a:txBody>
                    <a:bodyPr/>
                    <a:lstStyle>
                      <a:lvl1pPr eaLnBrk="0" hangingPunct="0">
                        <a:spcBef>
                          <a:spcPct val="20000"/>
                        </a:spcBef>
                        <a:buFont typeface="Wingdings" panose="05000000000000000000" pitchFamily="2" charset="2"/>
                        <a:defRPr sz="2000" b="1">
                          <a:solidFill>
                            <a:schemeClr val="tx1"/>
                          </a:solidFill>
                          <a:latin typeface="Arial" panose="020B0604020202020204" pitchFamily="34" charset="0"/>
                          <a:ea typeface="黑体" panose="02010609060101010101" charset="-122"/>
                        </a:defRPr>
                      </a:lvl1pPr>
                      <a:lvl2pPr marL="742950" indent="-285750" eaLnBrk="0" hangingPunct="0">
                        <a:spcBef>
                          <a:spcPct val="20000"/>
                        </a:spcBef>
                        <a:buFont typeface="Wingdings" panose="05000000000000000000" pitchFamily="2" charset="2"/>
                        <a:defRPr b="1">
                          <a:solidFill>
                            <a:schemeClr val="tx1"/>
                          </a:solidFill>
                          <a:latin typeface="Arial" panose="020B0604020202020204" pitchFamily="34" charset="0"/>
                          <a:ea typeface="楷体_GB2312" pitchFamily="49" charset="-122"/>
                        </a:defRPr>
                      </a:lvl2pPr>
                      <a:lvl3pPr marL="1143000" indent="-228600" eaLnBrk="0" hangingPunct="0">
                        <a:spcBef>
                          <a:spcPct val="20000"/>
                        </a:spcBef>
                        <a:buFont typeface="Gungsuh" pitchFamily="18" charset="-127"/>
                        <a:defRPr sz="1600"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sz="1400">
                          <a:solidFill>
                            <a:schemeClr val="tx1"/>
                          </a:solidFill>
                          <a:latin typeface="Arial" panose="020B0604020202020204" pitchFamily="34" charset="0"/>
                          <a:ea typeface="黑体" panose="02010609060101010101" charset="-122"/>
                        </a:defRPr>
                      </a:lvl4pPr>
                      <a:lvl5pPr marL="2057400" indent="-228600" eaLnBrk="0" hangingPunct="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 typeface="Wingdings" panose="05000000000000000000" pitchFamily="2" charset="2"/>
                        <a:buNone/>
                      </a:pPr>
                      <a:r>
                        <a:rPr kumimoji="0" lang="en-US" altLang="zh-CN" sz="1600" b="1" i="0" u="none" strike="noStrike" cap="none" normalizeH="0" baseline="0">
                          <a:ln>
                            <a:noFill/>
                          </a:ln>
                          <a:solidFill>
                            <a:schemeClr val="accent2"/>
                          </a:solidFill>
                          <a:effectLst/>
                          <a:latin typeface="CourierPS" pitchFamily="49" charset="0"/>
                          <a:ea typeface="宋体" panose="02010600030101010101" pitchFamily="2" charset="-122"/>
                        </a:rPr>
                        <a:t>2</a:t>
                      </a:r>
                      <a:endParaRPr kumimoji="0" lang="en-US" altLang="zh-CN" sz="1600" b="1" i="0" u="none" strike="noStrike" cap="none" normalizeH="0" baseline="0">
                        <a:ln>
                          <a:noFill/>
                        </a:ln>
                        <a:solidFill>
                          <a:schemeClr val="accent2"/>
                        </a:solidFill>
                        <a:effectLst/>
                        <a:latin typeface="CourierPS" pitchFamily="49" charset="0"/>
                        <a:ea typeface="宋体" panose="02010600030101010101" pitchFamily="2" charset="-122"/>
                      </a:endParaRPr>
                    </a:p>
                  </a:txBody>
                  <a:tcPr marL="0" marR="0" marT="0" marB="0" anchor="b" anchorCtr="1" horzOverflow="overflow">
                    <a:lnL>
                      <a:noFill/>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lvl1pPr eaLnBrk="0" hangingPunct="0">
                        <a:spcBef>
                          <a:spcPct val="20000"/>
                        </a:spcBef>
                        <a:buFont typeface="Wingdings" panose="05000000000000000000" pitchFamily="2" charset="2"/>
                        <a:defRPr sz="2000" b="1">
                          <a:solidFill>
                            <a:schemeClr val="tx1"/>
                          </a:solidFill>
                          <a:latin typeface="Arial" panose="020B0604020202020204" pitchFamily="34" charset="0"/>
                          <a:ea typeface="黑体" panose="02010609060101010101" charset="-122"/>
                        </a:defRPr>
                      </a:lvl1pPr>
                      <a:lvl2pPr marL="742950" indent="-285750" eaLnBrk="0" hangingPunct="0">
                        <a:spcBef>
                          <a:spcPct val="20000"/>
                        </a:spcBef>
                        <a:buFont typeface="Wingdings" panose="05000000000000000000" pitchFamily="2" charset="2"/>
                        <a:defRPr b="1">
                          <a:solidFill>
                            <a:schemeClr val="tx1"/>
                          </a:solidFill>
                          <a:latin typeface="Arial" panose="020B0604020202020204" pitchFamily="34" charset="0"/>
                          <a:ea typeface="楷体_GB2312" pitchFamily="49" charset="-122"/>
                        </a:defRPr>
                      </a:lvl2pPr>
                      <a:lvl3pPr marL="1143000" indent="-228600" eaLnBrk="0" hangingPunct="0">
                        <a:spcBef>
                          <a:spcPct val="20000"/>
                        </a:spcBef>
                        <a:buFont typeface="Gungsuh" pitchFamily="18" charset="-127"/>
                        <a:defRPr sz="1600"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sz="1400">
                          <a:solidFill>
                            <a:schemeClr val="tx1"/>
                          </a:solidFill>
                          <a:latin typeface="Arial" panose="020B0604020202020204" pitchFamily="34" charset="0"/>
                          <a:ea typeface="黑体" panose="02010609060101010101" charset="-122"/>
                        </a:defRPr>
                      </a:lvl4pPr>
                      <a:lvl5pPr marL="2057400" indent="-228600" eaLnBrk="0" hangingPunct="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 typeface="Wingdings" panose="05000000000000000000" pitchFamily="2" charset="2"/>
                        <a:buNone/>
                      </a:pPr>
                      <a:r>
                        <a:rPr kumimoji="0" lang="en-US" altLang="zh-CN" sz="1600" b="1" i="0" u="none" strike="noStrike" cap="none" normalizeH="0" baseline="0">
                          <a:ln>
                            <a:noFill/>
                          </a:ln>
                          <a:solidFill>
                            <a:schemeClr val="tx1"/>
                          </a:solidFill>
                          <a:effectLst/>
                          <a:latin typeface="CourierPS" pitchFamily="49" charset="0"/>
                          <a:ea typeface="宋体" panose="02010600030101010101" pitchFamily="2" charset="-122"/>
                        </a:rPr>
                        <a:t>42</a:t>
                      </a:r>
                      <a:endParaRPr kumimoji="0" lang="en-US" altLang="zh-CN" sz="1600" b="1" i="0" u="none" strike="noStrike" cap="none" normalizeH="0" baseline="0">
                        <a:ln>
                          <a:noFill/>
                        </a:ln>
                        <a:solidFill>
                          <a:schemeClr val="tx1"/>
                        </a:solidFill>
                        <a:effectLst/>
                        <a:latin typeface="CourierPS" pitchFamily="49" charset="0"/>
                        <a:ea typeface="宋体" panose="02010600030101010101" pitchFamily="2" charset="-122"/>
                      </a:endParaRPr>
                    </a:p>
                  </a:txBody>
                  <a:tcPr marL="0" marR="0" marT="0" marB="0" anchor="b" anchorCtr="1" horzOverflow="overflow">
                    <a:lnL w="12700" cap="flat" cmpd="sng" algn="ctr">
                      <a:solidFill>
                        <a:schemeClr val="tx1"/>
                      </a:solidFill>
                      <a:prstDash val="solid"/>
                      <a:round/>
                      <a:headEnd type="none" w="med" len="med"/>
                      <a:tailEnd type="none" w="med" len="med"/>
                    </a:lnL>
                    <a:lnR>
                      <a:noFill/>
                    </a:lnR>
                    <a:lnT>
                      <a:noFill/>
                    </a:lnT>
                    <a:lnB>
                      <a:noFill/>
                    </a:lnB>
                    <a:lnTlToBr>
                      <a:noFill/>
                    </a:lnTlToBr>
                    <a:lnBlToTr>
                      <a:noFill/>
                    </a:lnBlToTr>
                    <a:noFill/>
                  </a:tcPr>
                </a:tc>
                <a:tc>
                  <a:txBody>
                    <a:bodyPr/>
                    <a:lstStyle>
                      <a:lvl1pPr eaLnBrk="0" hangingPunct="0">
                        <a:spcBef>
                          <a:spcPct val="20000"/>
                        </a:spcBef>
                        <a:buFont typeface="Wingdings" panose="05000000000000000000" pitchFamily="2" charset="2"/>
                        <a:defRPr sz="2000" b="1">
                          <a:solidFill>
                            <a:schemeClr val="tx1"/>
                          </a:solidFill>
                          <a:latin typeface="Arial" panose="020B0604020202020204" pitchFamily="34" charset="0"/>
                          <a:ea typeface="黑体" panose="02010609060101010101" charset="-122"/>
                        </a:defRPr>
                      </a:lvl1pPr>
                      <a:lvl2pPr marL="742950" indent="-285750" eaLnBrk="0" hangingPunct="0">
                        <a:spcBef>
                          <a:spcPct val="20000"/>
                        </a:spcBef>
                        <a:buFont typeface="Wingdings" panose="05000000000000000000" pitchFamily="2" charset="2"/>
                        <a:defRPr b="1">
                          <a:solidFill>
                            <a:schemeClr val="tx1"/>
                          </a:solidFill>
                          <a:latin typeface="Arial" panose="020B0604020202020204" pitchFamily="34" charset="0"/>
                          <a:ea typeface="楷体_GB2312" pitchFamily="49" charset="-122"/>
                        </a:defRPr>
                      </a:lvl2pPr>
                      <a:lvl3pPr marL="1143000" indent="-228600" eaLnBrk="0" hangingPunct="0">
                        <a:spcBef>
                          <a:spcPct val="20000"/>
                        </a:spcBef>
                        <a:buFont typeface="Gungsuh" pitchFamily="18" charset="-127"/>
                        <a:defRPr sz="1600"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sz="1400">
                          <a:solidFill>
                            <a:schemeClr val="tx1"/>
                          </a:solidFill>
                          <a:latin typeface="Arial" panose="020B0604020202020204" pitchFamily="34" charset="0"/>
                          <a:ea typeface="黑体" panose="02010609060101010101" charset="-122"/>
                        </a:defRPr>
                      </a:lvl4pPr>
                      <a:lvl5pPr marL="2057400" indent="-228600" eaLnBrk="0" hangingPunct="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 typeface="Wingdings" panose="05000000000000000000" pitchFamily="2" charset="2"/>
                        <a:buNone/>
                      </a:pPr>
                      <a:r>
                        <a:rPr kumimoji="0" lang="en-US" altLang="zh-CN" sz="1600" b="1" i="0" u="none" strike="noStrike" cap="none" normalizeH="0" baseline="0">
                          <a:ln>
                            <a:noFill/>
                          </a:ln>
                          <a:solidFill>
                            <a:schemeClr val="accent2"/>
                          </a:solidFill>
                          <a:effectLst/>
                          <a:latin typeface="CourierPS" pitchFamily="49" charset="0"/>
                          <a:ea typeface="宋体" panose="02010600030101010101" pitchFamily="2" charset="-122"/>
                        </a:rPr>
                        <a:t>B</a:t>
                      </a:r>
                      <a:endParaRPr kumimoji="0" lang="en-US" altLang="zh-CN" sz="1600" b="1" i="0" u="none" strike="noStrike" cap="none" normalizeH="0" baseline="0">
                        <a:ln>
                          <a:noFill/>
                        </a:ln>
                        <a:solidFill>
                          <a:schemeClr val="accent2"/>
                        </a:solidFill>
                        <a:effectLst/>
                        <a:latin typeface="CourierPS" pitchFamily="49" charset="0"/>
                        <a:ea typeface="宋体" panose="02010600030101010101" pitchFamily="2" charset="-122"/>
                      </a:endParaRPr>
                    </a:p>
                  </a:txBody>
                  <a:tcPr marL="0" marR="0" marT="0" marB="0" anchor="b" anchorCtr="1" horzOverflow="overflow">
                    <a:lnL>
                      <a:noFill/>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lvl1pPr eaLnBrk="0" hangingPunct="0">
                        <a:spcBef>
                          <a:spcPct val="20000"/>
                        </a:spcBef>
                        <a:buFont typeface="Wingdings" panose="05000000000000000000" pitchFamily="2" charset="2"/>
                        <a:defRPr sz="2000" b="1">
                          <a:solidFill>
                            <a:schemeClr val="tx1"/>
                          </a:solidFill>
                          <a:latin typeface="Arial" panose="020B0604020202020204" pitchFamily="34" charset="0"/>
                          <a:ea typeface="黑体" panose="02010609060101010101" charset="-122"/>
                        </a:defRPr>
                      </a:lvl1pPr>
                      <a:lvl2pPr marL="742950" indent="-285750" eaLnBrk="0" hangingPunct="0">
                        <a:spcBef>
                          <a:spcPct val="20000"/>
                        </a:spcBef>
                        <a:buFont typeface="Wingdings" panose="05000000000000000000" pitchFamily="2" charset="2"/>
                        <a:defRPr b="1">
                          <a:solidFill>
                            <a:schemeClr val="tx1"/>
                          </a:solidFill>
                          <a:latin typeface="Arial" panose="020B0604020202020204" pitchFamily="34" charset="0"/>
                          <a:ea typeface="楷体_GB2312" pitchFamily="49" charset="-122"/>
                        </a:defRPr>
                      </a:lvl2pPr>
                      <a:lvl3pPr marL="1143000" indent="-228600" eaLnBrk="0" hangingPunct="0">
                        <a:spcBef>
                          <a:spcPct val="20000"/>
                        </a:spcBef>
                        <a:buFont typeface="Gungsuh" pitchFamily="18" charset="-127"/>
                        <a:defRPr sz="1600"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sz="1400">
                          <a:solidFill>
                            <a:schemeClr val="tx1"/>
                          </a:solidFill>
                          <a:latin typeface="Arial" panose="020B0604020202020204" pitchFamily="34" charset="0"/>
                          <a:ea typeface="黑体" panose="02010609060101010101" charset="-122"/>
                        </a:defRPr>
                      </a:lvl4pPr>
                      <a:lvl5pPr marL="2057400" indent="-228600" eaLnBrk="0" hangingPunct="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 typeface="Wingdings" panose="05000000000000000000" pitchFamily="2" charset="2"/>
                        <a:buNone/>
                      </a:pPr>
                      <a:r>
                        <a:rPr kumimoji="0" lang="en-US" altLang="zh-CN" sz="1600" b="1" i="0" u="none" strike="noStrike" cap="none" normalizeH="0" baseline="0">
                          <a:ln>
                            <a:noFill/>
                          </a:ln>
                          <a:solidFill>
                            <a:schemeClr val="tx1"/>
                          </a:solidFill>
                          <a:effectLst/>
                          <a:latin typeface="CourierPS" pitchFamily="49" charset="0"/>
                          <a:ea typeface="宋体" panose="02010600030101010101" pitchFamily="2" charset="-122"/>
                        </a:rPr>
                        <a:t>52</a:t>
                      </a:r>
                      <a:endParaRPr kumimoji="0" lang="en-US" altLang="zh-CN" sz="1600" b="1" i="0" u="none" strike="noStrike" cap="none" normalizeH="0" baseline="0">
                        <a:ln>
                          <a:noFill/>
                        </a:ln>
                        <a:solidFill>
                          <a:schemeClr val="tx1"/>
                        </a:solidFill>
                        <a:effectLst/>
                        <a:latin typeface="CourierPS" pitchFamily="49" charset="0"/>
                        <a:ea typeface="宋体" panose="02010600030101010101" pitchFamily="2" charset="-122"/>
                      </a:endParaRPr>
                    </a:p>
                  </a:txBody>
                  <a:tcPr marL="0" marR="0" marT="0" marB="0" anchor="b" anchorCtr="1" horzOverflow="overflow">
                    <a:lnL w="12700" cap="flat" cmpd="sng" algn="ctr">
                      <a:solidFill>
                        <a:schemeClr val="tx1"/>
                      </a:solidFill>
                      <a:prstDash val="solid"/>
                      <a:round/>
                      <a:headEnd type="none" w="med" len="med"/>
                      <a:tailEnd type="none" w="med" len="med"/>
                    </a:lnL>
                    <a:lnR>
                      <a:noFill/>
                    </a:lnR>
                    <a:lnT>
                      <a:noFill/>
                    </a:lnT>
                    <a:lnB>
                      <a:noFill/>
                    </a:lnB>
                    <a:lnTlToBr>
                      <a:noFill/>
                    </a:lnTlToBr>
                    <a:lnBlToTr>
                      <a:noFill/>
                    </a:lnBlToTr>
                    <a:noFill/>
                  </a:tcPr>
                </a:tc>
                <a:tc>
                  <a:txBody>
                    <a:bodyPr/>
                    <a:lstStyle>
                      <a:lvl1pPr eaLnBrk="0" hangingPunct="0">
                        <a:spcBef>
                          <a:spcPct val="20000"/>
                        </a:spcBef>
                        <a:buFont typeface="Wingdings" panose="05000000000000000000" pitchFamily="2" charset="2"/>
                        <a:defRPr sz="2000" b="1">
                          <a:solidFill>
                            <a:schemeClr val="tx1"/>
                          </a:solidFill>
                          <a:latin typeface="Arial" panose="020B0604020202020204" pitchFamily="34" charset="0"/>
                          <a:ea typeface="黑体" panose="02010609060101010101" charset="-122"/>
                        </a:defRPr>
                      </a:lvl1pPr>
                      <a:lvl2pPr marL="742950" indent="-285750" eaLnBrk="0" hangingPunct="0">
                        <a:spcBef>
                          <a:spcPct val="20000"/>
                        </a:spcBef>
                        <a:buFont typeface="Wingdings" panose="05000000000000000000" pitchFamily="2" charset="2"/>
                        <a:defRPr b="1">
                          <a:solidFill>
                            <a:schemeClr val="tx1"/>
                          </a:solidFill>
                          <a:latin typeface="Arial" panose="020B0604020202020204" pitchFamily="34" charset="0"/>
                          <a:ea typeface="楷体_GB2312" pitchFamily="49" charset="-122"/>
                        </a:defRPr>
                      </a:lvl2pPr>
                      <a:lvl3pPr marL="1143000" indent="-228600" eaLnBrk="0" hangingPunct="0">
                        <a:spcBef>
                          <a:spcPct val="20000"/>
                        </a:spcBef>
                        <a:buFont typeface="Gungsuh" pitchFamily="18" charset="-127"/>
                        <a:defRPr sz="1600"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sz="1400">
                          <a:solidFill>
                            <a:schemeClr val="tx1"/>
                          </a:solidFill>
                          <a:latin typeface="Arial" panose="020B0604020202020204" pitchFamily="34" charset="0"/>
                          <a:ea typeface="黑体" panose="02010609060101010101" charset="-122"/>
                        </a:defRPr>
                      </a:lvl4pPr>
                      <a:lvl5pPr marL="2057400" indent="-228600" eaLnBrk="0" hangingPunct="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 typeface="Wingdings" panose="05000000000000000000" pitchFamily="2" charset="2"/>
                        <a:buNone/>
                      </a:pPr>
                      <a:r>
                        <a:rPr kumimoji="0" lang="en-US" altLang="zh-CN" sz="1600" b="1" i="0" u="none" strike="noStrike" cap="none" normalizeH="0" baseline="0">
                          <a:ln>
                            <a:noFill/>
                          </a:ln>
                          <a:solidFill>
                            <a:schemeClr val="tx1"/>
                          </a:solidFill>
                          <a:effectLst/>
                          <a:latin typeface="CourierPS" pitchFamily="49" charset="0"/>
                          <a:ea typeface="宋体" panose="02010600030101010101" pitchFamily="2" charset="-122"/>
                        </a:rPr>
                        <a:t>R</a:t>
                      </a:r>
                      <a:endParaRPr kumimoji="0" lang="en-US" altLang="zh-CN" sz="1600" b="1" i="0" u="none" strike="noStrike" cap="none" normalizeH="0" baseline="0">
                        <a:ln>
                          <a:noFill/>
                        </a:ln>
                        <a:solidFill>
                          <a:schemeClr val="tx1"/>
                        </a:solidFill>
                        <a:effectLst/>
                        <a:latin typeface="CourierPS" pitchFamily="49" charset="0"/>
                        <a:ea typeface="宋体" panose="02010600030101010101" pitchFamily="2" charset="-122"/>
                      </a:endParaRPr>
                    </a:p>
                  </a:txBody>
                  <a:tcPr marL="0" marR="0" marT="0" marB="0" anchor="b" anchorCtr="1" horzOverflow="overflow">
                    <a:lnL>
                      <a:noFill/>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lvl1pPr eaLnBrk="0" hangingPunct="0">
                        <a:spcBef>
                          <a:spcPct val="20000"/>
                        </a:spcBef>
                        <a:buFont typeface="Wingdings" panose="05000000000000000000" pitchFamily="2" charset="2"/>
                        <a:defRPr sz="2000" b="1">
                          <a:solidFill>
                            <a:schemeClr val="tx1"/>
                          </a:solidFill>
                          <a:latin typeface="Arial" panose="020B0604020202020204" pitchFamily="34" charset="0"/>
                          <a:ea typeface="黑体" panose="02010609060101010101" charset="-122"/>
                        </a:defRPr>
                      </a:lvl1pPr>
                      <a:lvl2pPr marL="742950" indent="-285750" eaLnBrk="0" hangingPunct="0">
                        <a:spcBef>
                          <a:spcPct val="20000"/>
                        </a:spcBef>
                        <a:buFont typeface="Wingdings" panose="05000000000000000000" pitchFamily="2" charset="2"/>
                        <a:defRPr b="1">
                          <a:solidFill>
                            <a:schemeClr val="tx1"/>
                          </a:solidFill>
                          <a:latin typeface="Arial" panose="020B0604020202020204" pitchFamily="34" charset="0"/>
                          <a:ea typeface="楷体_GB2312" pitchFamily="49" charset="-122"/>
                        </a:defRPr>
                      </a:lvl2pPr>
                      <a:lvl3pPr marL="1143000" indent="-228600" eaLnBrk="0" hangingPunct="0">
                        <a:spcBef>
                          <a:spcPct val="20000"/>
                        </a:spcBef>
                        <a:buFont typeface="Gungsuh" pitchFamily="18" charset="-127"/>
                        <a:defRPr sz="1600"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sz="1400">
                          <a:solidFill>
                            <a:schemeClr val="tx1"/>
                          </a:solidFill>
                          <a:latin typeface="Arial" panose="020B0604020202020204" pitchFamily="34" charset="0"/>
                          <a:ea typeface="黑体" panose="02010609060101010101" charset="-122"/>
                        </a:defRPr>
                      </a:lvl4pPr>
                      <a:lvl5pPr marL="2057400" indent="-228600" eaLnBrk="0" hangingPunct="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 typeface="Wingdings" panose="05000000000000000000" pitchFamily="2" charset="2"/>
                        <a:buNone/>
                      </a:pPr>
                      <a:r>
                        <a:rPr kumimoji="0" lang="en-US" altLang="zh-CN" sz="1600" b="1" i="0" u="none" strike="noStrike" cap="none" normalizeH="0" baseline="0">
                          <a:ln>
                            <a:noFill/>
                          </a:ln>
                          <a:solidFill>
                            <a:schemeClr val="tx1"/>
                          </a:solidFill>
                          <a:effectLst/>
                          <a:latin typeface="CourierPS" pitchFamily="49" charset="0"/>
                          <a:ea typeface="宋体" panose="02010600030101010101" pitchFamily="2" charset="-122"/>
                        </a:rPr>
                        <a:t>62</a:t>
                      </a:r>
                      <a:endParaRPr kumimoji="0" lang="en-US" altLang="zh-CN" sz="1600" b="1" i="0" u="none" strike="noStrike" cap="none" normalizeH="0" baseline="0">
                        <a:ln>
                          <a:noFill/>
                        </a:ln>
                        <a:solidFill>
                          <a:schemeClr val="tx1"/>
                        </a:solidFill>
                        <a:effectLst/>
                        <a:latin typeface="CourierPS" pitchFamily="49" charset="0"/>
                        <a:ea typeface="宋体" panose="02010600030101010101" pitchFamily="2" charset="-122"/>
                      </a:endParaRPr>
                    </a:p>
                  </a:txBody>
                  <a:tcPr marL="0" marR="0" marT="0" marB="0" anchor="b" anchorCtr="1" horzOverflow="overflow">
                    <a:lnL w="12700" cap="flat" cmpd="sng" algn="ctr">
                      <a:solidFill>
                        <a:schemeClr val="tx1"/>
                      </a:solidFill>
                      <a:prstDash val="solid"/>
                      <a:round/>
                      <a:headEnd type="none" w="med" len="med"/>
                      <a:tailEnd type="none" w="med" len="med"/>
                    </a:lnL>
                    <a:lnR>
                      <a:noFill/>
                    </a:lnR>
                    <a:lnT>
                      <a:noFill/>
                    </a:lnT>
                    <a:lnB>
                      <a:noFill/>
                    </a:lnB>
                    <a:lnTlToBr>
                      <a:noFill/>
                    </a:lnTlToBr>
                    <a:lnBlToTr>
                      <a:noFill/>
                    </a:lnBlToTr>
                    <a:noFill/>
                  </a:tcPr>
                </a:tc>
                <a:tc>
                  <a:txBody>
                    <a:bodyPr/>
                    <a:lstStyle>
                      <a:lvl1pPr eaLnBrk="0" hangingPunct="0">
                        <a:spcBef>
                          <a:spcPct val="20000"/>
                        </a:spcBef>
                        <a:buFont typeface="Wingdings" panose="05000000000000000000" pitchFamily="2" charset="2"/>
                        <a:defRPr sz="2000" b="1">
                          <a:solidFill>
                            <a:schemeClr val="tx1"/>
                          </a:solidFill>
                          <a:latin typeface="Arial" panose="020B0604020202020204" pitchFamily="34" charset="0"/>
                          <a:ea typeface="黑体" panose="02010609060101010101" charset="-122"/>
                        </a:defRPr>
                      </a:lvl1pPr>
                      <a:lvl2pPr marL="742950" indent="-285750" eaLnBrk="0" hangingPunct="0">
                        <a:spcBef>
                          <a:spcPct val="20000"/>
                        </a:spcBef>
                        <a:buFont typeface="Wingdings" panose="05000000000000000000" pitchFamily="2" charset="2"/>
                        <a:defRPr b="1">
                          <a:solidFill>
                            <a:schemeClr val="tx1"/>
                          </a:solidFill>
                          <a:latin typeface="Arial" panose="020B0604020202020204" pitchFamily="34" charset="0"/>
                          <a:ea typeface="楷体_GB2312" pitchFamily="49" charset="-122"/>
                        </a:defRPr>
                      </a:lvl2pPr>
                      <a:lvl3pPr marL="1143000" indent="-228600" eaLnBrk="0" hangingPunct="0">
                        <a:spcBef>
                          <a:spcPct val="20000"/>
                        </a:spcBef>
                        <a:buFont typeface="Gungsuh" pitchFamily="18" charset="-127"/>
                        <a:defRPr sz="1600"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sz="1400">
                          <a:solidFill>
                            <a:schemeClr val="tx1"/>
                          </a:solidFill>
                          <a:latin typeface="Arial" panose="020B0604020202020204" pitchFamily="34" charset="0"/>
                          <a:ea typeface="黑体" panose="02010609060101010101" charset="-122"/>
                        </a:defRPr>
                      </a:lvl4pPr>
                      <a:lvl5pPr marL="2057400" indent="-228600" eaLnBrk="0" hangingPunct="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 typeface="Wingdings" panose="05000000000000000000" pitchFamily="2" charset="2"/>
                        <a:buNone/>
                      </a:pPr>
                      <a:r>
                        <a:rPr kumimoji="0" lang="en-US" altLang="zh-CN" sz="1600" b="1" i="0" u="none" strike="noStrike" cap="none" normalizeH="0" baseline="0">
                          <a:ln>
                            <a:noFill/>
                          </a:ln>
                          <a:solidFill>
                            <a:schemeClr val="accent2"/>
                          </a:solidFill>
                          <a:effectLst/>
                          <a:latin typeface="CourierPS" pitchFamily="49" charset="0"/>
                          <a:ea typeface="宋体" panose="02010600030101010101" pitchFamily="2" charset="-122"/>
                        </a:rPr>
                        <a:t>b</a:t>
                      </a:r>
                      <a:endParaRPr kumimoji="0" lang="en-US" altLang="zh-CN" sz="1600" b="1" i="0" u="none" strike="noStrike" cap="none" normalizeH="0" baseline="0">
                        <a:ln>
                          <a:noFill/>
                        </a:ln>
                        <a:solidFill>
                          <a:schemeClr val="accent2"/>
                        </a:solidFill>
                        <a:effectLst/>
                        <a:latin typeface="CourierPS" pitchFamily="49" charset="0"/>
                        <a:ea typeface="宋体" panose="02010600030101010101" pitchFamily="2" charset="-122"/>
                      </a:endParaRPr>
                    </a:p>
                  </a:txBody>
                  <a:tcPr marL="0" marR="0" marT="0" marB="0" anchor="b" anchorCtr="1" horzOverflow="overflow">
                    <a:lnL>
                      <a:noFill/>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lvl1pPr eaLnBrk="0" hangingPunct="0">
                        <a:spcBef>
                          <a:spcPct val="20000"/>
                        </a:spcBef>
                        <a:buFont typeface="Wingdings" panose="05000000000000000000" pitchFamily="2" charset="2"/>
                        <a:defRPr sz="2000" b="1">
                          <a:solidFill>
                            <a:schemeClr val="tx1"/>
                          </a:solidFill>
                          <a:latin typeface="Arial" panose="020B0604020202020204" pitchFamily="34" charset="0"/>
                          <a:ea typeface="黑体" panose="02010609060101010101" charset="-122"/>
                        </a:defRPr>
                      </a:lvl1pPr>
                      <a:lvl2pPr marL="742950" indent="-285750" eaLnBrk="0" hangingPunct="0">
                        <a:spcBef>
                          <a:spcPct val="20000"/>
                        </a:spcBef>
                        <a:buFont typeface="Wingdings" panose="05000000000000000000" pitchFamily="2" charset="2"/>
                        <a:defRPr b="1">
                          <a:solidFill>
                            <a:schemeClr val="tx1"/>
                          </a:solidFill>
                          <a:latin typeface="Arial" panose="020B0604020202020204" pitchFamily="34" charset="0"/>
                          <a:ea typeface="楷体_GB2312" pitchFamily="49" charset="-122"/>
                        </a:defRPr>
                      </a:lvl2pPr>
                      <a:lvl3pPr marL="1143000" indent="-228600" eaLnBrk="0" hangingPunct="0">
                        <a:spcBef>
                          <a:spcPct val="20000"/>
                        </a:spcBef>
                        <a:buFont typeface="Gungsuh" pitchFamily="18" charset="-127"/>
                        <a:defRPr sz="1600"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sz="1400">
                          <a:solidFill>
                            <a:schemeClr val="tx1"/>
                          </a:solidFill>
                          <a:latin typeface="Arial" panose="020B0604020202020204" pitchFamily="34" charset="0"/>
                          <a:ea typeface="黑体" panose="02010609060101010101" charset="-122"/>
                        </a:defRPr>
                      </a:lvl4pPr>
                      <a:lvl5pPr marL="2057400" indent="-228600" eaLnBrk="0" hangingPunct="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 typeface="Wingdings" panose="05000000000000000000" pitchFamily="2" charset="2"/>
                        <a:buNone/>
                      </a:pPr>
                      <a:r>
                        <a:rPr kumimoji="0" lang="en-US" altLang="zh-CN" sz="1600" b="1" i="0" u="none" strike="noStrike" cap="none" normalizeH="0" baseline="0">
                          <a:ln>
                            <a:noFill/>
                          </a:ln>
                          <a:solidFill>
                            <a:schemeClr val="tx1"/>
                          </a:solidFill>
                          <a:effectLst/>
                          <a:latin typeface="CourierPS" pitchFamily="49" charset="0"/>
                          <a:ea typeface="宋体" panose="02010600030101010101" pitchFamily="2" charset="-122"/>
                        </a:rPr>
                        <a:t>72</a:t>
                      </a:r>
                      <a:endParaRPr kumimoji="0" lang="en-US" altLang="zh-CN" sz="1600" b="1" i="0" u="none" strike="noStrike" cap="none" normalizeH="0" baseline="0">
                        <a:ln>
                          <a:noFill/>
                        </a:ln>
                        <a:solidFill>
                          <a:schemeClr val="tx1"/>
                        </a:solidFill>
                        <a:effectLst/>
                        <a:latin typeface="CourierPS" pitchFamily="49" charset="0"/>
                        <a:ea typeface="宋体" panose="02010600030101010101" pitchFamily="2" charset="-122"/>
                      </a:endParaRPr>
                    </a:p>
                  </a:txBody>
                  <a:tcPr marL="0" marR="0" marT="0" marB="0" anchor="b" anchorCtr="1" horzOverflow="overflow">
                    <a:lnL w="12700" cap="flat" cmpd="sng" algn="ctr">
                      <a:solidFill>
                        <a:schemeClr val="tx1"/>
                      </a:solidFill>
                      <a:prstDash val="solid"/>
                      <a:round/>
                      <a:headEnd type="none" w="med" len="med"/>
                      <a:tailEnd type="none" w="med" len="med"/>
                    </a:lnL>
                    <a:lnR>
                      <a:noFill/>
                    </a:lnR>
                    <a:lnT>
                      <a:noFill/>
                    </a:lnT>
                    <a:lnB>
                      <a:noFill/>
                    </a:lnB>
                    <a:lnTlToBr>
                      <a:noFill/>
                    </a:lnTlToBr>
                    <a:lnBlToTr>
                      <a:noFill/>
                    </a:lnBlToTr>
                    <a:noFill/>
                  </a:tcPr>
                </a:tc>
                <a:tc>
                  <a:txBody>
                    <a:bodyPr/>
                    <a:lstStyle>
                      <a:lvl1pPr eaLnBrk="0" hangingPunct="0">
                        <a:spcBef>
                          <a:spcPct val="20000"/>
                        </a:spcBef>
                        <a:buFont typeface="Wingdings" panose="05000000000000000000" pitchFamily="2" charset="2"/>
                        <a:defRPr sz="2000" b="1">
                          <a:solidFill>
                            <a:schemeClr val="tx1"/>
                          </a:solidFill>
                          <a:latin typeface="Arial" panose="020B0604020202020204" pitchFamily="34" charset="0"/>
                          <a:ea typeface="黑体" panose="02010609060101010101" charset="-122"/>
                        </a:defRPr>
                      </a:lvl1pPr>
                      <a:lvl2pPr marL="742950" indent="-285750" eaLnBrk="0" hangingPunct="0">
                        <a:spcBef>
                          <a:spcPct val="20000"/>
                        </a:spcBef>
                        <a:buFont typeface="Wingdings" panose="05000000000000000000" pitchFamily="2" charset="2"/>
                        <a:defRPr b="1">
                          <a:solidFill>
                            <a:schemeClr val="tx1"/>
                          </a:solidFill>
                          <a:latin typeface="Arial" panose="020B0604020202020204" pitchFamily="34" charset="0"/>
                          <a:ea typeface="楷体_GB2312" pitchFamily="49" charset="-122"/>
                        </a:defRPr>
                      </a:lvl2pPr>
                      <a:lvl3pPr marL="1143000" indent="-228600" eaLnBrk="0" hangingPunct="0">
                        <a:spcBef>
                          <a:spcPct val="20000"/>
                        </a:spcBef>
                        <a:buFont typeface="Gungsuh" pitchFamily="18" charset="-127"/>
                        <a:defRPr sz="1600"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sz="1400">
                          <a:solidFill>
                            <a:schemeClr val="tx1"/>
                          </a:solidFill>
                          <a:latin typeface="Arial" panose="020B0604020202020204" pitchFamily="34" charset="0"/>
                          <a:ea typeface="黑体" panose="02010609060101010101" charset="-122"/>
                        </a:defRPr>
                      </a:lvl4pPr>
                      <a:lvl5pPr marL="2057400" indent="-228600" eaLnBrk="0" hangingPunct="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 typeface="Wingdings" panose="05000000000000000000" pitchFamily="2" charset="2"/>
                        <a:buNone/>
                      </a:pPr>
                      <a:r>
                        <a:rPr kumimoji="0" lang="en-US" altLang="zh-CN" sz="1600" b="1" i="0" u="none" strike="noStrike" cap="none" normalizeH="0" baseline="0">
                          <a:ln>
                            <a:noFill/>
                          </a:ln>
                          <a:solidFill>
                            <a:schemeClr val="accent2"/>
                          </a:solidFill>
                          <a:effectLst/>
                          <a:latin typeface="CourierPS" pitchFamily="49" charset="0"/>
                          <a:ea typeface="宋体" panose="02010600030101010101" pitchFamily="2" charset="-122"/>
                        </a:rPr>
                        <a:t>r</a:t>
                      </a:r>
                      <a:endParaRPr kumimoji="0" lang="en-US" altLang="zh-CN" sz="1600" b="1" i="0" u="none" strike="noStrike" cap="none" normalizeH="0" baseline="0">
                        <a:ln>
                          <a:noFill/>
                        </a:ln>
                        <a:solidFill>
                          <a:schemeClr val="accent2"/>
                        </a:solidFill>
                        <a:effectLst/>
                        <a:latin typeface="CourierPS" pitchFamily="49" charset="0"/>
                        <a:ea typeface="宋体" panose="02010600030101010101" pitchFamily="2" charset="-122"/>
                      </a:endParaRPr>
                    </a:p>
                  </a:txBody>
                  <a:tcPr marL="0" marR="0" marT="0" marB="0" anchor="b" anchorCtr="1" horzOverflow="overflow">
                    <a:lnL>
                      <a:noFill/>
                    </a:lnL>
                    <a:lnR>
                      <a:noFill/>
                    </a:lnR>
                    <a:lnT>
                      <a:noFill/>
                    </a:lnT>
                    <a:lnB>
                      <a:noFill/>
                    </a:lnB>
                    <a:lnTlToBr>
                      <a:noFill/>
                    </a:lnTlToBr>
                    <a:lnBlToTr>
                      <a:noFill/>
                    </a:lnBlToTr>
                    <a:noFill/>
                  </a:tcPr>
                </a:tc>
              </a:tr>
              <a:tr h="254000">
                <a:tc>
                  <a:txBody>
                    <a:bodyPr/>
                    <a:lstStyle>
                      <a:lvl1pPr eaLnBrk="0" hangingPunct="0">
                        <a:spcBef>
                          <a:spcPct val="20000"/>
                        </a:spcBef>
                        <a:buFont typeface="Wingdings" panose="05000000000000000000" pitchFamily="2" charset="2"/>
                        <a:defRPr sz="2000" b="1">
                          <a:solidFill>
                            <a:schemeClr val="tx1"/>
                          </a:solidFill>
                          <a:latin typeface="Arial" panose="020B0604020202020204" pitchFamily="34" charset="0"/>
                          <a:ea typeface="黑体" panose="02010609060101010101" charset="-122"/>
                        </a:defRPr>
                      </a:lvl1pPr>
                      <a:lvl2pPr marL="742950" indent="-285750" eaLnBrk="0" hangingPunct="0">
                        <a:spcBef>
                          <a:spcPct val="20000"/>
                        </a:spcBef>
                        <a:buFont typeface="Wingdings" panose="05000000000000000000" pitchFamily="2" charset="2"/>
                        <a:defRPr b="1">
                          <a:solidFill>
                            <a:schemeClr val="tx1"/>
                          </a:solidFill>
                          <a:latin typeface="Arial" panose="020B0604020202020204" pitchFamily="34" charset="0"/>
                          <a:ea typeface="楷体_GB2312" pitchFamily="49" charset="-122"/>
                        </a:defRPr>
                      </a:lvl2pPr>
                      <a:lvl3pPr marL="1143000" indent="-228600" eaLnBrk="0" hangingPunct="0">
                        <a:spcBef>
                          <a:spcPct val="20000"/>
                        </a:spcBef>
                        <a:buFont typeface="Gungsuh" pitchFamily="18" charset="-127"/>
                        <a:defRPr sz="1600"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sz="1400">
                          <a:solidFill>
                            <a:schemeClr val="tx1"/>
                          </a:solidFill>
                          <a:latin typeface="Arial" panose="020B0604020202020204" pitchFamily="34" charset="0"/>
                          <a:ea typeface="黑体" panose="02010609060101010101" charset="-122"/>
                        </a:defRPr>
                      </a:lvl4pPr>
                      <a:lvl5pPr marL="2057400" indent="-228600" eaLnBrk="0" hangingPunct="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 typeface="Wingdings" panose="05000000000000000000" pitchFamily="2" charset="2"/>
                        <a:buNone/>
                      </a:pPr>
                      <a:r>
                        <a:rPr kumimoji="0" lang="en-US" altLang="zh-CN" sz="1600" b="1" i="0" u="none" strike="noStrike" cap="none" normalizeH="0" baseline="0">
                          <a:ln>
                            <a:noFill/>
                          </a:ln>
                          <a:solidFill>
                            <a:schemeClr val="tx1"/>
                          </a:solidFill>
                          <a:effectLst/>
                          <a:latin typeface="CourierPS" pitchFamily="49" charset="0"/>
                          <a:ea typeface="宋体" panose="02010600030101010101" pitchFamily="2" charset="-122"/>
                        </a:rPr>
                        <a:t>03</a:t>
                      </a:r>
                      <a:endParaRPr kumimoji="0" lang="en-US" altLang="zh-CN" sz="1600" b="1" i="0" u="none" strike="noStrike" cap="none" normalizeH="0" baseline="0">
                        <a:ln>
                          <a:noFill/>
                        </a:ln>
                        <a:solidFill>
                          <a:schemeClr val="tx1"/>
                        </a:solidFill>
                        <a:effectLst/>
                        <a:latin typeface="CourierPS" pitchFamily="49" charset="0"/>
                        <a:ea typeface="宋体" panose="02010600030101010101" pitchFamily="2" charset="-122"/>
                      </a:endParaRPr>
                    </a:p>
                  </a:txBody>
                  <a:tcPr marL="0" marR="0" marT="0" marB="0" anchor="b" anchorCtr="1" horzOverflow="overflow">
                    <a:lnL>
                      <a:noFill/>
                    </a:lnL>
                    <a:lnR>
                      <a:noFill/>
                    </a:lnR>
                    <a:lnT>
                      <a:noFill/>
                    </a:lnT>
                    <a:lnB>
                      <a:noFill/>
                    </a:lnB>
                    <a:lnTlToBr>
                      <a:noFill/>
                    </a:lnTlToBr>
                    <a:lnBlToTr>
                      <a:noFill/>
                    </a:lnBlToTr>
                    <a:noFill/>
                  </a:tcPr>
                </a:tc>
                <a:tc>
                  <a:txBody>
                    <a:bodyPr/>
                    <a:lstStyle>
                      <a:lvl1pPr eaLnBrk="0" hangingPunct="0">
                        <a:spcBef>
                          <a:spcPct val="20000"/>
                        </a:spcBef>
                        <a:buFont typeface="Wingdings" panose="05000000000000000000" pitchFamily="2" charset="2"/>
                        <a:defRPr sz="2000" b="1">
                          <a:solidFill>
                            <a:schemeClr val="tx1"/>
                          </a:solidFill>
                          <a:latin typeface="Arial" panose="020B0604020202020204" pitchFamily="34" charset="0"/>
                          <a:ea typeface="黑体" panose="02010609060101010101" charset="-122"/>
                        </a:defRPr>
                      </a:lvl1pPr>
                      <a:lvl2pPr marL="742950" indent="-285750" eaLnBrk="0" hangingPunct="0">
                        <a:spcBef>
                          <a:spcPct val="20000"/>
                        </a:spcBef>
                        <a:buFont typeface="Wingdings" panose="05000000000000000000" pitchFamily="2" charset="2"/>
                        <a:defRPr b="1">
                          <a:solidFill>
                            <a:schemeClr val="tx1"/>
                          </a:solidFill>
                          <a:latin typeface="Arial" panose="020B0604020202020204" pitchFamily="34" charset="0"/>
                          <a:ea typeface="楷体_GB2312" pitchFamily="49" charset="-122"/>
                        </a:defRPr>
                      </a:lvl2pPr>
                      <a:lvl3pPr marL="1143000" indent="-228600" eaLnBrk="0" hangingPunct="0">
                        <a:spcBef>
                          <a:spcPct val="20000"/>
                        </a:spcBef>
                        <a:buFont typeface="Gungsuh" pitchFamily="18" charset="-127"/>
                        <a:defRPr sz="1600"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sz="1400">
                          <a:solidFill>
                            <a:schemeClr val="tx1"/>
                          </a:solidFill>
                          <a:latin typeface="Arial" panose="020B0604020202020204" pitchFamily="34" charset="0"/>
                          <a:ea typeface="黑体" panose="02010609060101010101" charset="-122"/>
                        </a:defRPr>
                      </a:lvl4pPr>
                      <a:lvl5pPr marL="2057400" indent="-228600" eaLnBrk="0" hangingPunct="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 typeface="Wingdings" panose="05000000000000000000" pitchFamily="2" charset="2"/>
                        <a:buNone/>
                      </a:pPr>
                      <a:r>
                        <a:rPr kumimoji="0" lang="en-US" altLang="zh-CN" sz="1600" b="1" i="0" u="none" strike="noStrike" cap="none" normalizeH="0" baseline="0">
                          <a:ln>
                            <a:noFill/>
                          </a:ln>
                          <a:solidFill>
                            <a:schemeClr val="accent2"/>
                          </a:solidFill>
                          <a:effectLst/>
                          <a:latin typeface="CourierPS" pitchFamily="49" charset="0"/>
                          <a:ea typeface="宋体" panose="02010600030101010101" pitchFamily="2" charset="-122"/>
                        </a:rPr>
                        <a:t>etx</a:t>
                      </a:r>
                      <a:endParaRPr kumimoji="0" lang="en-US" altLang="zh-CN" sz="1600" b="1" i="0" u="none" strike="noStrike" cap="none" normalizeH="0" baseline="0">
                        <a:ln>
                          <a:noFill/>
                        </a:ln>
                        <a:solidFill>
                          <a:schemeClr val="accent2"/>
                        </a:solidFill>
                        <a:effectLst/>
                        <a:latin typeface="CourierPS" pitchFamily="49" charset="0"/>
                        <a:ea typeface="宋体" panose="02010600030101010101" pitchFamily="2" charset="-122"/>
                      </a:endParaRPr>
                    </a:p>
                  </a:txBody>
                  <a:tcPr marL="0" marR="0" marT="0" marB="0" anchor="b" anchorCtr="1" horzOverflow="overflow">
                    <a:lnL>
                      <a:noFill/>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lvl1pPr eaLnBrk="0" hangingPunct="0">
                        <a:spcBef>
                          <a:spcPct val="20000"/>
                        </a:spcBef>
                        <a:buFont typeface="Wingdings" panose="05000000000000000000" pitchFamily="2" charset="2"/>
                        <a:defRPr sz="2000" b="1">
                          <a:solidFill>
                            <a:schemeClr val="tx1"/>
                          </a:solidFill>
                          <a:latin typeface="Arial" panose="020B0604020202020204" pitchFamily="34" charset="0"/>
                          <a:ea typeface="黑体" panose="02010609060101010101" charset="-122"/>
                        </a:defRPr>
                      </a:lvl1pPr>
                      <a:lvl2pPr marL="742950" indent="-285750" eaLnBrk="0" hangingPunct="0">
                        <a:spcBef>
                          <a:spcPct val="20000"/>
                        </a:spcBef>
                        <a:buFont typeface="Wingdings" panose="05000000000000000000" pitchFamily="2" charset="2"/>
                        <a:defRPr b="1">
                          <a:solidFill>
                            <a:schemeClr val="tx1"/>
                          </a:solidFill>
                          <a:latin typeface="Arial" panose="020B0604020202020204" pitchFamily="34" charset="0"/>
                          <a:ea typeface="楷体_GB2312" pitchFamily="49" charset="-122"/>
                        </a:defRPr>
                      </a:lvl2pPr>
                      <a:lvl3pPr marL="1143000" indent="-228600" eaLnBrk="0" hangingPunct="0">
                        <a:spcBef>
                          <a:spcPct val="20000"/>
                        </a:spcBef>
                        <a:buFont typeface="Gungsuh" pitchFamily="18" charset="-127"/>
                        <a:defRPr sz="1600"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sz="1400">
                          <a:solidFill>
                            <a:schemeClr val="tx1"/>
                          </a:solidFill>
                          <a:latin typeface="Arial" panose="020B0604020202020204" pitchFamily="34" charset="0"/>
                          <a:ea typeface="黑体" panose="02010609060101010101" charset="-122"/>
                        </a:defRPr>
                      </a:lvl4pPr>
                      <a:lvl5pPr marL="2057400" indent="-228600" eaLnBrk="0" hangingPunct="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 typeface="Wingdings" panose="05000000000000000000" pitchFamily="2" charset="2"/>
                        <a:buNone/>
                      </a:pPr>
                      <a:r>
                        <a:rPr kumimoji="0" lang="en-US" altLang="zh-CN" sz="1600" b="1" i="0" u="none" strike="noStrike" cap="none" normalizeH="0" baseline="0">
                          <a:ln>
                            <a:noFill/>
                          </a:ln>
                          <a:solidFill>
                            <a:schemeClr val="tx1"/>
                          </a:solidFill>
                          <a:effectLst/>
                          <a:latin typeface="CourierPS" pitchFamily="49" charset="0"/>
                          <a:ea typeface="宋体" panose="02010600030101010101" pitchFamily="2" charset="-122"/>
                        </a:rPr>
                        <a:t>13</a:t>
                      </a:r>
                      <a:endParaRPr kumimoji="0" lang="en-US" altLang="zh-CN" sz="1600" b="1" i="0" u="none" strike="noStrike" cap="none" normalizeH="0" baseline="0">
                        <a:ln>
                          <a:noFill/>
                        </a:ln>
                        <a:solidFill>
                          <a:schemeClr val="tx1"/>
                        </a:solidFill>
                        <a:effectLst/>
                        <a:latin typeface="CourierPS" pitchFamily="49" charset="0"/>
                        <a:ea typeface="宋体" panose="02010600030101010101" pitchFamily="2" charset="-122"/>
                      </a:endParaRPr>
                    </a:p>
                  </a:txBody>
                  <a:tcPr marL="0" marR="0" marT="0" marB="0" anchor="b" anchorCtr="1" horzOverflow="overflow">
                    <a:lnL w="12700" cap="flat" cmpd="sng" algn="ctr">
                      <a:solidFill>
                        <a:schemeClr val="tx1"/>
                      </a:solidFill>
                      <a:prstDash val="solid"/>
                      <a:round/>
                      <a:headEnd type="none" w="med" len="med"/>
                      <a:tailEnd type="none" w="med" len="med"/>
                    </a:lnL>
                    <a:lnR>
                      <a:noFill/>
                    </a:lnR>
                    <a:lnT>
                      <a:noFill/>
                    </a:lnT>
                    <a:lnB>
                      <a:noFill/>
                    </a:lnB>
                    <a:lnTlToBr>
                      <a:noFill/>
                    </a:lnTlToBr>
                    <a:lnBlToTr>
                      <a:noFill/>
                    </a:lnBlToTr>
                    <a:noFill/>
                  </a:tcPr>
                </a:tc>
                <a:tc>
                  <a:txBody>
                    <a:bodyPr/>
                    <a:lstStyle>
                      <a:lvl1pPr eaLnBrk="0" hangingPunct="0">
                        <a:spcBef>
                          <a:spcPct val="20000"/>
                        </a:spcBef>
                        <a:buFont typeface="Wingdings" panose="05000000000000000000" pitchFamily="2" charset="2"/>
                        <a:defRPr sz="2000" b="1">
                          <a:solidFill>
                            <a:schemeClr val="tx1"/>
                          </a:solidFill>
                          <a:latin typeface="Arial" panose="020B0604020202020204" pitchFamily="34" charset="0"/>
                          <a:ea typeface="黑体" panose="02010609060101010101" charset="-122"/>
                        </a:defRPr>
                      </a:lvl1pPr>
                      <a:lvl2pPr marL="742950" indent="-285750" eaLnBrk="0" hangingPunct="0">
                        <a:spcBef>
                          <a:spcPct val="20000"/>
                        </a:spcBef>
                        <a:buFont typeface="Wingdings" panose="05000000000000000000" pitchFamily="2" charset="2"/>
                        <a:defRPr b="1">
                          <a:solidFill>
                            <a:schemeClr val="tx1"/>
                          </a:solidFill>
                          <a:latin typeface="Arial" panose="020B0604020202020204" pitchFamily="34" charset="0"/>
                          <a:ea typeface="楷体_GB2312" pitchFamily="49" charset="-122"/>
                        </a:defRPr>
                      </a:lvl2pPr>
                      <a:lvl3pPr marL="1143000" indent="-228600" eaLnBrk="0" hangingPunct="0">
                        <a:spcBef>
                          <a:spcPct val="20000"/>
                        </a:spcBef>
                        <a:buFont typeface="Gungsuh" pitchFamily="18" charset="-127"/>
                        <a:defRPr sz="1600"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sz="1400">
                          <a:solidFill>
                            <a:schemeClr val="tx1"/>
                          </a:solidFill>
                          <a:latin typeface="Arial" panose="020B0604020202020204" pitchFamily="34" charset="0"/>
                          <a:ea typeface="黑体" panose="02010609060101010101" charset="-122"/>
                        </a:defRPr>
                      </a:lvl4pPr>
                      <a:lvl5pPr marL="2057400" indent="-228600" eaLnBrk="0" hangingPunct="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 typeface="Wingdings" panose="05000000000000000000" pitchFamily="2" charset="2"/>
                        <a:buNone/>
                      </a:pPr>
                      <a:r>
                        <a:rPr kumimoji="0" lang="en-US" altLang="zh-CN" sz="1600" b="1" i="0" u="none" strike="noStrike" cap="none" normalizeH="0" baseline="0">
                          <a:ln>
                            <a:noFill/>
                          </a:ln>
                          <a:solidFill>
                            <a:schemeClr val="accent2"/>
                          </a:solidFill>
                          <a:effectLst/>
                          <a:latin typeface="CourierPS" pitchFamily="49" charset="0"/>
                          <a:ea typeface="宋体" panose="02010600030101010101" pitchFamily="2" charset="-122"/>
                        </a:rPr>
                        <a:t>dc3</a:t>
                      </a:r>
                      <a:endParaRPr kumimoji="0" lang="en-US" altLang="zh-CN" sz="1600" b="1" i="0" u="none" strike="noStrike" cap="none" normalizeH="0" baseline="0">
                        <a:ln>
                          <a:noFill/>
                        </a:ln>
                        <a:solidFill>
                          <a:schemeClr val="accent2"/>
                        </a:solidFill>
                        <a:effectLst/>
                        <a:latin typeface="CourierPS" pitchFamily="49" charset="0"/>
                        <a:ea typeface="宋体" panose="02010600030101010101" pitchFamily="2" charset="-122"/>
                      </a:endParaRPr>
                    </a:p>
                  </a:txBody>
                  <a:tcPr marL="0" marR="0" marT="0" marB="0" anchor="b" anchorCtr="1" horzOverflow="overflow">
                    <a:lnL>
                      <a:noFill/>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lvl1pPr eaLnBrk="0" hangingPunct="0">
                        <a:spcBef>
                          <a:spcPct val="20000"/>
                        </a:spcBef>
                        <a:buFont typeface="Wingdings" panose="05000000000000000000" pitchFamily="2" charset="2"/>
                        <a:defRPr sz="2000" b="1">
                          <a:solidFill>
                            <a:schemeClr val="tx1"/>
                          </a:solidFill>
                          <a:latin typeface="Arial" panose="020B0604020202020204" pitchFamily="34" charset="0"/>
                          <a:ea typeface="黑体" panose="02010609060101010101" charset="-122"/>
                        </a:defRPr>
                      </a:lvl1pPr>
                      <a:lvl2pPr marL="742950" indent="-285750" eaLnBrk="0" hangingPunct="0">
                        <a:spcBef>
                          <a:spcPct val="20000"/>
                        </a:spcBef>
                        <a:buFont typeface="Wingdings" panose="05000000000000000000" pitchFamily="2" charset="2"/>
                        <a:defRPr b="1">
                          <a:solidFill>
                            <a:schemeClr val="tx1"/>
                          </a:solidFill>
                          <a:latin typeface="Arial" panose="020B0604020202020204" pitchFamily="34" charset="0"/>
                          <a:ea typeface="楷体_GB2312" pitchFamily="49" charset="-122"/>
                        </a:defRPr>
                      </a:lvl2pPr>
                      <a:lvl3pPr marL="1143000" indent="-228600" eaLnBrk="0" hangingPunct="0">
                        <a:spcBef>
                          <a:spcPct val="20000"/>
                        </a:spcBef>
                        <a:buFont typeface="Gungsuh" pitchFamily="18" charset="-127"/>
                        <a:defRPr sz="1600"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sz="1400">
                          <a:solidFill>
                            <a:schemeClr val="tx1"/>
                          </a:solidFill>
                          <a:latin typeface="Arial" panose="020B0604020202020204" pitchFamily="34" charset="0"/>
                          <a:ea typeface="黑体" panose="02010609060101010101" charset="-122"/>
                        </a:defRPr>
                      </a:lvl4pPr>
                      <a:lvl5pPr marL="2057400" indent="-228600" eaLnBrk="0" hangingPunct="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 typeface="Wingdings" panose="05000000000000000000" pitchFamily="2" charset="2"/>
                        <a:buNone/>
                      </a:pPr>
                      <a:r>
                        <a:rPr kumimoji="0" lang="en-US" altLang="zh-CN" sz="1600" b="1" i="0" u="none" strike="noStrike" cap="none" normalizeH="0" baseline="0">
                          <a:ln>
                            <a:noFill/>
                          </a:ln>
                          <a:solidFill>
                            <a:schemeClr val="tx1"/>
                          </a:solidFill>
                          <a:effectLst/>
                          <a:latin typeface="CourierPS" pitchFamily="49" charset="0"/>
                          <a:ea typeface="宋体" panose="02010600030101010101" pitchFamily="2" charset="-122"/>
                        </a:rPr>
                        <a:t>23</a:t>
                      </a:r>
                      <a:endParaRPr kumimoji="0" lang="en-US" altLang="zh-CN" sz="1600" b="1" i="0" u="none" strike="noStrike" cap="none" normalizeH="0" baseline="0">
                        <a:ln>
                          <a:noFill/>
                        </a:ln>
                        <a:solidFill>
                          <a:schemeClr val="tx1"/>
                        </a:solidFill>
                        <a:effectLst/>
                        <a:latin typeface="CourierPS" pitchFamily="49" charset="0"/>
                        <a:ea typeface="宋体" panose="02010600030101010101" pitchFamily="2" charset="-122"/>
                      </a:endParaRPr>
                    </a:p>
                  </a:txBody>
                  <a:tcPr marL="0" marR="0" marT="0" marB="0" anchor="b" anchorCtr="1" horzOverflow="overflow">
                    <a:lnL w="12700" cap="flat" cmpd="sng" algn="ctr">
                      <a:solidFill>
                        <a:schemeClr val="tx1"/>
                      </a:solidFill>
                      <a:prstDash val="solid"/>
                      <a:round/>
                      <a:headEnd type="none" w="med" len="med"/>
                      <a:tailEnd type="none" w="med" len="med"/>
                    </a:lnL>
                    <a:lnR>
                      <a:noFill/>
                    </a:lnR>
                    <a:lnT>
                      <a:noFill/>
                    </a:lnT>
                    <a:lnB>
                      <a:noFill/>
                    </a:lnB>
                    <a:lnTlToBr>
                      <a:noFill/>
                    </a:lnTlToBr>
                    <a:lnBlToTr>
                      <a:noFill/>
                    </a:lnBlToTr>
                    <a:noFill/>
                  </a:tcPr>
                </a:tc>
                <a:tc>
                  <a:txBody>
                    <a:bodyPr/>
                    <a:lstStyle>
                      <a:lvl1pPr eaLnBrk="0" hangingPunct="0">
                        <a:spcBef>
                          <a:spcPct val="20000"/>
                        </a:spcBef>
                        <a:buFont typeface="Wingdings" panose="05000000000000000000" pitchFamily="2" charset="2"/>
                        <a:defRPr sz="2000" b="1">
                          <a:solidFill>
                            <a:schemeClr val="tx1"/>
                          </a:solidFill>
                          <a:latin typeface="Arial" panose="020B0604020202020204" pitchFamily="34" charset="0"/>
                          <a:ea typeface="黑体" panose="02010609060101010101" charset="-122"/>
                        </a:defRPr>
                      </a:lvl1pPr>
                      <a:lvl2pPr marL="742950" indent="-285750" eaLnBrk="0" hangingPunct="0">
                        <a:spcBef>
                          <a:spcPct val="20000"/>
                        </a:spcBef>
                        <a:buFont typeface="Wingdings" panose="05000000000000000000" pitchFamily="2" charset="2"/>
                        <a:defRPr b="1">
                          <a:solidFill>
                            <a:schemeClr val="tx1"/>
                          </a:solidFill>
                          <a:latin typeface="Arial" panose="020B0604020202020204" pitchFamily="34" charset="0"/>
                          <a:ea typeface="楷体_GB2312" pitchFamily="49" charset="-122"/>
                        </a:defRPr>
                      </a:lvl2pPr>
                      <a:lvl3pPr marL="1143000" indent="-228600" eaLnBrk="0" hangingPunct="0">
                        <a:spcBef>
                          <a:spcPct val="20000"/>
                        </a:spcBef>
                        <a:buFont typeface="Gungsuh" pitchFamily="18" charset="-127"/>
                        <a:defRPr sz="1600"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sz="1400">
                          <a:solidFill>
                            <a:schemeClr val="tx1"/>
                          </a:solidFill>
                          <a:latin typeface="Arial" panose="020B0604020202020204" pitchFamily="34" charset="0"/>
                          <a:ea typeface="黑体" panose="02010609060101010101" charset="-122"/>
                        </a:defRPr>
                      </a:lvl4pPr>
                      <a:lvl5pPr marL="2057400" indent="-228600" eaLnBrk="0" hangingPunct="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 typeface="Wingdings" panose="05000000000000000000" pitchFamily="2" charset="2"/>
                        <a:buNone/>
                      </a:pPr>
                      <a:r>
                        <a:rPr kumimoji="0" lang="en-US" altLang="zh-CN" sz="1600" b="1" i="0" u="none" strike="noStrike" cap="none" normalizeH="0" baseline="0">
                          <a:ln>
                            <a:noFill/>
                          </a:ln>
                          <a:solidFill>
                            <a:schemeClr val="accent2"/>
                          </a:solidFill>
                          <a:effectLst/>
                          <a:latin typeface="CourierPS" pitchFamily="49" charset="0"/>
                          <a:ea typeface="宋体" panose="02010600030101010101" pitchFamily="2" charset="-122"/>
                        </a:rPr>
                        <a:t>#</a:t>
                      </a:r>
                      <a:endParaRPr kumimoji="0" lang="en-US" altLang="zh-CN" sz="1600" b="1" i="0" u="none" strike="noStrike" cap="none" normalizeH="0" baseline="0">
                        <a:ln>
                          <a:noFill/>
                        </a:ln>
                        <a:solidFill>
                          <a:schemeClr val="accent2"/>
                        </a:solidFill>
                        <a:effectLst/>
                        <a:latin typeface="CourierPS" pitchFamily="49" charset="0"/>
                        <a:ea typeface="宋体" panose="02010600030101010101" pitchFamily="2" charset="-122"/>
                      </a:endParaRPr>
                    </a:p>
                  </a:txBody>
                  <a:tcPr marL="0" marR="0" marT="0" marB="0" anchor="b" anchorCtr="1" horzOverflow="overflow">
                    <a:lnL>
                      <a:noFill/>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lvl1pPr eaLnBrk="0" hangingPunct="0">
                        <a:spcBef>
                          <a:spcPct val="20000"/>
                        </a:spcBef>
                        <a:buFont typeface="Wingdings" panose="05000000000000000000" pitchFamily="2" charset="2"/>
                        <a:defRPr sz="2000" b="1">
                          <a:solidFill>
                            <a:schemeClr val="tx1"/>
                          </a:solidFill>
                          <a:latin typeface="Arial" panose="020B0604020202020204" pitchFamily="34" charset="0"/>
                          <a:ea typeface="黑体" panose="02010609060101010101" charset="-122"/>
                        </a:defRPr>
                      </a:lvl1pPr>
                      <a:lvl2pPr marL="742950" indent="-285750" eaLnBrk="0" hangingPunct="0">
                        <a:spcBef>
                          <a:spcPct val="20000"/>
                        </a:spcBef>
                        <a:buFont typeface="Wingdings" panose="05000000000000000000" pitchFamily="2" charset="2"/>
                        <a:defRPr b="1">
                          <a:solidFill>
                            <a:schemeClr val="tx1"/>
                          </a:solidFill>
                          <a:latin typeface="Arial" panose="020B0604020202020204" pitchFamily="34" charset="0"/>
                          <a:ea typeface="楷体_GB2312" pitchFamily="49" charset="-122"/>
                        </a:defRPr>
                      </a:lvl2pPr>
                      <a:lvl3pPr marL="1143000" indent="-228600" eaLnBrk="0" hangingPunct="0">
                        <a:spcBef>
                          <a:spcPct val="20000"/>
                        </a:spcBef>
                        <a:buFont typeface="Gungsuh" pitchFamily="18" charset="-127"/>
                        <a:defRPr sz="1600"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sz="1400">
                          <a:solidFill>
                            <a:schemeClr val="tx1"/>
                          </a:solidFill>
                          <a:latin typeface="Arial" panose="020B0604020202020204" pitchFamily="34" charset="0"/>
                          <a:ea typeface="黑体" panose="02010609060101010101" charset="-122"/>
                        </a:defRPr>
                      </a:lvl4pPr>
                      <a:lvl5pPr marL="2057400" indent="-228600" eaLnBrk="0" hangingPunct="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 typeface="Wingdings" panose="05000000000000000000" pitchFamily="2" charset="2"/>
                        <a:buNone/>
                      </a:pPr>
                      <a:r>
                        <a:rPr kumimoji="0" lang="en-US" altLang="zh-CN" sz="1600" b="1" i="0" u="none" strike="noStrike" cap="none" normalizeH="0" baseline="0">
                          <a:ln>
                            <a:noFill/>
                          </a:ln>
                          <a:solidFill>
                            <a:schemeClr val="tx1"/>
                          </a:solidFill>
                          <a:effectLst/>
                          <a:latin typeface="CourierPS" pitchFamily="49" charset="0"/>
                          <a:ea typeface="宋体" panose="02010600030101010101" pitchFamily="2" charset="-122"/>
                        </a:rPr>
                        <a:t>33</a:t>
                      </a:r>
                      <a:endParaRPr kumimoji="0" lang="en-US" altLang="zh-CN" sz="1600" b="1" i="0" u="none" strike="noStrike" cap="none" normalizeH="0" baseline="0">
                        <a:ln>
                          <a:noFill/>
                        </a:ln>
                        <a:solidFill>
                          <a:schemeClr val="tx1"/>
                        </a:solidFill>
                        <a:effectLst/>
                        <a:latin typeface="CourierPS" pitchFamily="49" charset="0"/>
                        <a:ea typeface="宋体" panose="02010600030101010101" pitchFamily="2" charset="-122"/>
                      </a:endParaRPr>
                    </a:p>
                  </a:txBody>
                  <a:tcPr marL="0" marR="0" marT="0" marB="0" anchor="b" anchorCtr="1" horzOverflow="overflow">
                    <a:lnL w="12700" cap="flat" cmpd="sng" algn="ctr">
                      <a:solidFill>
                        <a:schemeClr val="tx1"/>
                      </a:solidFill>
                      <a:prstDash val="solid"/>
                      <a:round/>
                      <a:headEnd type="none" w="med" len="med"/>
                      <a:tailEnd type="none" w="med" len="med"/>
                    </a:lnL>
                    <a:lnR>
                      <a:noFill/>
                    </a:lnR>
                    <a:lnT>
                      <a:noFill/>
                    </a:lnT>
                    <a:lnB>
                      <a:noFill/>
                    </a:lnB>
                    <a:lnTlToBr>
                      <a:noFill/>
                    </a:lnTlToBr>
                    <a:lnBlToTr>
                      <a:noFill/>
                    </a:lnBlToTr>
                    <a:noFill/>
                  </a:tcPr>
                </a:tc>
                <a:tc>
                  <a:txBody>
                    <a:bodyPr/>
                    <a:lstStyle>
                      <a:lvl1pPr eaLnBrk="0" hangingPunct="0">
                        <a:spcBef>
                          <a:spcPct val="20000"/>
                        </a:spcBef>
                        <a:buFont typeface="Wingdings" panose="05000000000000000000" pitchFamily="2" charset="2"/>
                        <a:defRPr sz="2000" b="1">
                          <a:solidFill>
                            <a:schemeClr val="tx1"/>
                          </a:solidFill>
                          <a:latin typeface="Arial" panose="020B0604020202020204" pitchFamily="34" charset="0"/>
                          <a:ea typeface="黑体" panose="02010609060101010101" charset="-122"/>
                        </a:defRPr>
                      </a:lvl1pPr>
                      <a:lvl2pPr marL="742950" indent="-285750" eaLnBrk="0" hangingPunct="0">
                        <a:spcBef>
                          <a:spcPct val="20000"/>
                        </a:spcBef>
                        <a:buFont typeface="Wingdings" panose="05000000000000000000" pitchFamily="2" charset="2"/>
                        <a:defRPr b="1">
                          <a:solidFill>
                            <a:schemeClr val="tx1"/>
                          </a:solidFill>
                          <a:latin typeface="Arial" panose="020B0604020202020204" pitchFamily="34" charset="0"/>
                          <a:ea typeface="楷体_GB2312" pitchFamily="49" charset="-122"/>
                        </a:defRPr>
                      </a:lvl2pPr>
                      <a:lvl3pPr marL="1143000" indent="-228600" eaLnBrk="0" hangingPunct="0">
                        <a:spcBef>
                          <a:spcPct val="20000"/>
                        </a:spcBef>
                        <a:buFont typeface="Gungsuh" pitchFamily="18" charset="-127"/>
                        <a:defRPr sz="1600"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sz="1400">
                          <a:solidFill>
                            <a:schemeClr val="tx1"/>
                          </a:solidFill>
                          <a:latin typeface="Arial" panose="020B0604020202020204" pitchFamily="34" charset="0"/>
                          <a:ea typeface="黑体" panose="02010609060101010101" charset="-122"/>
                        </a:defRPr>
                      </a:lvl4pPr>
                      <a:lvl5pPr marL="2057400" indent="-228600" eaLnBrk="0" hangingPunct="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 typeface="Wingdings" panose="05000000000000000000" pitchFamily="2" charset="2"/>
                        <a:buNone/>
                      </a:pPr>
                      <a:r>
                        <a:rPr kumimoji="0" lang="en-US" altLang="zh-CN" sz="1600" b="1" i="0" u="none" strike="noStrike" cap="none" normalizeH="0" baseline="0">
                          <a:ln>
                            <a:noFill/>
                          </a:ln>
                          <a:solidFill>
                            <a:schemeClr val="accent2"/>
                          </a:solidFill>
                          <a:effectLst/>
                          <a:latin typeface="CourierPS" pitchFamily="49" charset="0"/>
                          <a:ea typeface="宋体" panose="02010600030101010101" pitchFamily="2" charset="-122"/>
                        </a:rPr>
                        <a:t>3</a:t>
                      </a:r>
                      <a:endParaRPr kumimoji="0" lang="en-US" altLang="zh-CN" sz="1600" b="1" i="0" u="none" strike="noStrike" cap="none" normalizeH="0" baseline="0">
                        <a:ln>
                          <a:noFill/>
                        </a:ln>
                        <a:solidFill>
                          <a:schemeClr val="accent2"/>
                        </a:solidFill>
                        <a:effectLst/>
                        <a:latin typeface="CourierPS" pitchFamily="49" charset="0"/>
                        <a:ea typeface="宋体" panose="02010600030101010101" pitchFamily="2" charset="-122"/>
                      </a:endParaRPr>
                    </a:p>
                  </a:txBody>
                  <a:tcPr marL="0" marR="0" marT="0" marB="0" anchor="b" anchorCtr="1" horzOverflow="overflow">
                    <a:lnL>
                      <a:noFill/>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lvl1pPr eaLnBrk="0" hangingPunct="0">
                        <a:spcBef>
                          <a:spcPct val="20000"/>
                        </a:spcBef>
                        <a:buFont typeface="Wingdings" panose="05000000000000000000" pitchFamily="2" charset="2"/>
                        <a:defRPr sz="2000" b="1">
                          <a:solidFill>
                            <a:schemeClr val="tx1"/>
                          </a:solidFill>
                          <a:latin typeface="Arial" panose="020B0604020202020204" pitchFamily="34" charset="0"/>
                          <a:ea typeface="黑体" panose="02010609060101010101" charset="-122"/>
                        </a:defRPr>
                      </a:lvl1pPr>
                      <a:lvl2pPr marL="742950" indent="-285750" eaLnBrk="0" hangingPunct="0">
                        <a:spcBef>
                          <a:spcPct val="20000"/>
                        </a:spcBef>
                        <a:buFont typeface="Wingdings" panose="05000000000000000000" pitchFamily="2" charset="2"/>
                        <a:defRPr b="1">
                          <a:solidFill>
                            <a:schemeClr val="tx1"/>
                          </a:solidFill>
                          <a:latin typeface="Arial" panose="020B0604020202020204" pitchFamily="34" charset="0"/>
                          <a:ea typeface="楷体_GB2312" pitchFamily="49" charset="-122"/>
                        </a:defRPr>
                      </a:lvl2pPr>
                      <a:lvl3pPr marL="1143000" indent="-228600" eaLnBrk="0" hangingPunct="0">
                        <a:spcBef>
                          <a:spcPct val="20000"/>
                        </a:spcBef>
                        <a:buFont typeface="Gungsuh" pitchFamily="18" charset="-127"/>
                        <a:defRPr sz="1600"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sz="1400">
                          <a:solidFill>
                            <a:schemeClr val="tx1"/>
                          </a:solidFill>
                          <a:latin typeface="Arial" panose="020B0604020202020204" pitchFamily="34" charset="0"/>
                          <a:ea typeface="黑体" panose="02010609060101010101" charset="-122"/>
                        </a:defRPr>
                      </a:lvl4pPr>
                      <a:lvl5pPr marL="2057400" indent="-228600" eaLnBrk="0" hangingPunct="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 typeface="Wingdings" panose="05000000000000000000" pitchFamily="2" charset="2"/>
                        <a:buNone/>
                      </a:pPr>
                      <a:r>
                        <a:rPr kumimoji="0" lang="en-US" altLang="zh-CN" sz="1600" b="1" i="0" u="none" strike="noStrike" cap="none" normalizeH="0" baseline="0">
                          <a:ln>
                            <a:noFill/>
                          </a:ln>
                          <a:solidFill>
                            <a:schemeClr val="tx1"/>
                          </a:solidFill>
                          <a:effectLst/>
                          <a:latin typeface="CourierPS" pitchFamily="49" charset="0"/>
                          <a:ea typeface="宋体" panose="02010600030101010101" pitchFamily="2" charset="-122"/>
                        </a:rPr>
                        <a:t>43</a:t>
                      </a:r>
                      <a:endParaRPr kumimoji="0" lang="en-US" altLang="zh-CN" sz="1600" b="1" i="0" u="none" strike="noStrike" cap="none" normalizeH="0" baseline="0">
                        <a:ln>
                          <a:noFill/>
                        </a:ln>
                        <a:solidFill>
                          <a:schemeClr val="tx1"/>
                        </a:solidFill>
                        <a:effectLst/>
                        <a:latin typeface="CourierPS" pitchFamily="49" charset="0"/>
                        <a:ea typeface="宋体" panose="02010600030101010101" pitchFamily="2" charset="-122"/>
                      </a:endParaRPr>
                    </a:p>
                  </a:txBody>
                  <a:tcPr marL="0" marR="0" marT="0" marB="0" anchor="b" anchorCtr="1" horzOverflow="overflow">
                    <a:lnL w="12700" cap="flat" cmpd="sng" algn="ctr">
                      <a:solidFill>
                        <a:schemeClr val="tx1"/>
                      </a:solidFill>
                      <a:prstDash val="solid"/>
                      <a:round/>
                      <a:headEnd type="none" w="med" len="med"/>
                      <a:tailEnd type="none" w="med" len="med"/>
                    </a:lnL>
                    <a:lnR>
                      <a:noFill/>
                    </a:lnR>
                    <a:lnT>
                      <a:noFill/>
                    </a:lnT>
                    <a:lnB>
                      <a:noFill/>
                    </a:lnB>
                    <a:lnTlToBr>
                      <a:noFill/>
                    </a:lnTlToBr>
                    <a:lnBlToTr>
                      <a:noFill/>
                    </a:lnBlToTr>
                    <a:noFill/>
                  </a:tcPr>
                </a:tc>
                <a:tc>
                  <a:txBody>
                    <a:bodyPr/>
                    <a:lstStyle>
                      <a:lvl1pPr eaLnBrk="0" hangingPunct="0">
                        <a:spcBef>
                          <a:spcPct val="20000"/>
                        </a:spcBef>
                        <a:buFont typeface="Wingdings" panose="05000000000000000000" pitchFamily="2" charset="2"/>
                        <a:defRPr sz="2000" b="1">
                          <a:solidFill>
                            <a:schemeClr val="tx1"/>
                          </a:solidFill>
                          <a:latin typeface="Arial" panose="020B0604020202020204" pitchFamily="34" charset="0"/>
                          <a:ea typeface="黑体" panose="02010609060101010101" charset="-122"/>
                        </a:defRPr>
                      </a:lvl1pPr>
                      <a:lvl2pPr marL="742950" indent="-285750" eaLnBrk="0" hangingPunct="0">
                        <a:spcBef>
                          <a:spcPct val="20000"/>
                        </a:spcBef>
                        <a:buFont typeface="Wingdings" panose="05000000000000000000" pitchFamily="2" charset="2"/>
                        <a:defRPr b="1">
                          <a:solidFill>
                            <a:schemeClr val="tx1"/>
                          </a:solidFill>
                          <a:latin typeface="Arial" panose="020B0604020202020204" pitchFamily="34" charset="0"/>
                          <a:ea typeface="楷体_GB2312" pitchFamily="49" charset="-122"/>
                        </a:defRPr>
                      </a:lvl2pPr>
                      <a:lvl3pPr marL="1143000" indent="-228600" eaLnBrk="0" hangingPunct="0">
                        <a:spcBef>
                          <a:spcPct val="20000"/>
                        </a:spcBef>
                        <a:buFont typeface="Gungsuh" pitchFamily="18" charset="-127"/>
                        <a:defRPr sz="1600"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sz="1400">
                          <a:solidFill>
                            <a:schemeClr val="tx1"/>
                          </a:solidFill>
                          <a:latin typeface="Arial" panose="020B0604020202020204" pitchFamily="34" charset="0"/>
                          <a:ea typeface="黑体" panose="02010609060101010101" charset="-122"/>
                        </a:defRPr>
                      </a:lvl4pPr>
                      <a:lvl5pPr marL="2057400" indent="-228600" eaLnBrk="0" hangingPunct="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 typeface="Wingdings" panose="05000000000000000000" pitchFamily="2" charset="2"/>
                        <a:buNone/>
                      </a:pPr>
                      <a:r>
                        <a:rPr kumimoji="0" lang="en-US" altLang="zh-CN" sz="1600" b="1" i="0" u="none" strike="noStrike" cap="none" normalizeH="0" baseline="0">
                          <a:ln>
                            <a:noFill/>
                          </a:ln>
                          <a:solidFill>
                            <a:schemeClr val="accent2"/>
                          </a:solidFill>
                          <a:effectLst/>
                          <a:latin typeface="CourierPS" pitchFamily="49" charset="0"/>
                          <a:ea typeface="宋体" panose="02010600030101010101" pitchFamily="2" charset="-122"/>
                        </a:rPr>
                        <a:t>C</a:t>
                      </a:r>
                      <a:endParaRPr kumimoji="0" lang="en-US" altLang="zh-CN" sz="1600" b="1" i="0" u="none" strike="noStrike" cap="none" normalizeH="0" baseline="0">
                        <a:ln>
                          <a:noFill/>
                        </a:ln>
                        <a:solidFill>
                          <a:schemeClr val="accent2"/>
                        </a:solidFill>
                        <a:effectLst/>
                        <a:latin typeface="CourierPS" pitchFamily="49" charset="0"/>
                        <a:ea typeface="宋体" panose="02010600030101010101" pitchFamily="2" charset="-122"/>
                      </a:endParaRPr>
                    </a:p>
                  </a:txBody>
                  <a:tcPr marL="0" marR="0" marT="0" marB="0" anchor="b" anchorCtr="1" horzOverflow="overflow">
                    <a:lnL>
                      <a:noFill/>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lvl1pPr eaLnBrk="0" hangingPunct="0">
                        <a:spcBef>
                          <a:spcPct val="20000"/>
                        </a:spcBef>
                        <a:buFont typeface="Wingdings" panose="05000000000000000000" pitchFamily="2" charset="2"/>
                        <a:defRPr sz="2000" b="1">
                          <a:solidFill>
                            <a:schemeClr val="tx1"/>
                          </a:solidFill>
                          <a:latin typeface="Arial" panose="020B0604020202020204" pitchFamily="34" charset="0"/>
                          <a:ea typeface="黑体" panose="02010609060101010101" charset="-122"/>
                        </a:defRPr>
                      </a:lvl1pPr>
                      <a:lvl2pPr marL="742950" indent="-285750" eaLnBrk="0" hangingPunct="0">
                        <a:spcBef>
                          <a:spcPct val="20000"/>
                        </a:spcBef>
                        <a:buFont typeface="Wingdings" panose="05000000000000000000" pitchFamily="2" charset="2"/>
                        <a:defRPr b="1">
                          <a:solidFill>
                            <a:schemeClr val="tx1"/>
                          </a:solidFill>
                          <a:latin typeface="Arial" panose="020B0604020202020204" pitchFamily="34" charset="0"/>
                          <a:ea typeface="楷体_GB2312" pitchFamily="49" charset="-122"/>
                        </a:defRPr>
                      </a:lvl2pPr>
                      <a:lvl3pPr marL="1143000" indent="-228600" eaLnBrk="0" hangingPunct="0">
                        <a:spcBef>
                          <a:spcPct val="20000"/>
                        </a:spcBef>
                        <a:buFont typeface="Gungsuh" pitchFamily="18" charset="-127"/>
                        <a:defRPr sz="1600"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sz="1400">
                          <a:solidFill>
                            <a:schemeClr val="tx1"/>
                          </a:solidFill>
                          <a:latin typeface="Arial" panose="020B0604020202020204" pitchFamily="34" charset="0"/>
                          <a:ea typeface="黑体" panose="02010609060101010101" charset="-122"/>
                        </a:defRPr>
                      </a:lvl4pPr>
                      <a:lvl5pPr marL="2057400" indent="-228600" eaLnBrk="0" hangingPunct="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 typeface="Wingdings" panose="05000000000000000000" pitchFamily="2" charset="2"/>
                        <a:buNone/>
                      </a:pPr>
                      <a:r>
                        <a:rPr kumimoji="0" lang="en-US" altLang="zh-CN" sz="1600" b="1" i="0" u="none" strike="noStrike" cap="none" normalizeH="0" baseline="0">
                          <a:ln>
                            <a:noFill/>
                          </a:ln>
                          <a:solidFill>
                            <a:schemeClr val="tx1"/>
                          </a:solidFill>
                          <a:effectLst/>
                          <a:latin typeface="CourierPS" pitchFamily="49" charset="0"/>
                          <a:ea typeface="宋体" panose="02010600030101010101" pitchFamily="2" charset="-122"/>
                        </a:rPr>
                        <a:t>53</a:t>
                      </a:r>
                      <a:endParaRPr kumimoji="0" lang="en-US" altLang="zh-CN" sz="1600" b="1" i="0" u="none" strike="noStrike" cap="none" normalizeH="0" baseline="0">
                        <a:ln>
                          <a:noFill/>
                        </a:ln>
                        <a:solidFill>
                          <a:schemeClr val="tx1"/>
                        </a:solidFill>
                        <a:effectLst/>
                        <a:latin typeface="CourierPS" pitchFamily="49" charset="0"/>
                        <a:ea typeface="宋体" panose="02010600030101010101" pitchFamily="2" charset="-122"/>
                      </a:endParaRPr>
                    </a:p>
                  </a:txBody>
                  <a:tcPr marL="0" marR="0" marT="0" marB="0" anchor="b" anchorCtr="1" horzOverflow="overflow">
                    <a:lnL w="12700" cap="flat" cmpd="sng" algn="ctr">
                      <a:solidFill>
                        <a:schemeClr val="tx1"/>
                      </a:solidFill>
                      <a:prstDash val="solid"/>
                      <a:round/>
                      <a:headEnd type="none" w="med" len="med"/>
                      <a:tailEnd type="none" w="med" len="med"/>
                    </a:lnL>
                    <a:lnR>
                      <a:noFill/>
                    </a:lnR>
                    <a:lnT>
                      <a:noFill/>
                    </a:lnT>
                    <a:lnB>
                      <a:noFill/>
                    </a:lnB>
                    <a:lnTlToBr>
                      <a:noFill/>
                    </a:lnTlToBr>
                    <a:lnBlToTr>
                      <a:noFill/>
                    </a:lnBlToTr>
                    <a:noFill/>
                  </a:tcPr>
                </a:tc>
                <a:tc>
                  <a:txBody>
                    <a:bodyPr/>
                    <a:lstStyle>
                      <a:lvl1pPr eaLnBrk="0" hangingPunct="0">
                        <a:spcBef>
                          <a:spcPct val="20000"/>
                        </a:spcBef>
                        <a:buFont typeface="Wingdings" panose="05000000000000000000" pitchFamily="2" charset="2"/>
                        <a:defRPr sz="2000" b="1">
                          <a:solidFill>
                            <a:schemeClr val="tx1"/>
                          </a:solidFill>
                          <a:latin typeface="Arial" panose="020B0604020202020204" pitchFamily="34" charset="0"/>
                          <a:ea typeface="黑体" panose="02010609060101010101" charset="-122"/>
                        </a:defRPr>
                      </a:lvl1pPr>
                      <a:lvl2pPr marL="742950" indent="-285750" eaLnBrk="0" hangingPunct="0">
                        <a:spcBef>
                          <a:spcPct val="20000"/>
                        </a:spcBef>
                        <a:buFont typeface="Wingdings" panose="05000000000000000000" pitchFamily="2" charset="2"/>
                        <a:defRPr b="1">
                          <a:solidFill>
                            <a:schemeClr val="tx1"/>
                          </a:solidFill>
                          <a:latin typeface="Arial" panose="020B0604020202020204" pitchFamily="34" charset="0"/>
                          <a:ea typeface="楷体_GB2312" pitchFamily="49" charset="-122"/>
                        </a:defRPr>
                      </a:lvl2pPr>
                      <a:lvl3pPr marL="1143000" indent="-228600" eaLnBrk="0" hangingPunct="0">
                        <a:spcBef>
                          <a:spcPct val="20000"/>
                        </a:spcBef>
                        <a:buFont typeface="Gungsuh" pitchFamily="18" charset="-127"/>
                        <a:defRPr sz="1600"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sz="1400">
                          <a:solidFill>
                            <a:schemeClr val="tx1"/>
                          </a:solidFill>
                          <a:latin typeface="Arial" panose="020B0604020202020204" pitchFamily="34" charset="0"/>
                          <a:ea typeface="黑体" panose="02010609060101010101" charset="-122"/>
                        </a:defRPr>
                      </a:lvl4pPr>
                      <a:lvl5pPr marL="2057400" indent="-228600" eaLnBrk="0" hangingPunct="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 typeface="Wingdings" panose="05000000000000000000" pitchFamily="2" charset="2"/>
                        <a:buNone/>
                      </a:pPr>
                      <a:r>
                        <a:rPr kumimoji="0" lang="en-US" altLang="zh-CN" sz="1600" b="1" i="0" u="none" strike="noStrike" cap="none" normalizeH="0" baseline="0">
                          <a:ln>
                            <a:noFill/>
                          </a:ln>
                          <a:solidFill>
                            <a:schemeClr val="tx1"/>
                          </a:solidFill>
                          <a:effectLst/>
                          <a:latin typeface="CourierPS" pitchFamily="49" charset="0"/>
                          <a:ea typeface="宋体" panose="02010600030101010101" pitchFamily="2" charset="-122"/>
                        </a:rPr>
                        <a:t>S</a:t>
                      </a:r>
                      <a:endParaRPr kumimoji="0" lang="en-US" altLang="zh-CN" sz="1600" b="1" i="0" u="none" strike="noStrike" cap="none" normalizeH="0" baseline="0">
                        <a:ln>
                          <a:noFill/>
                        </a:ln>
                        <a:solidFill>
                          <a:schemeClr val="tx1"/>
                        </a:solidFill>
                        <a:effectLst/>
                        <a:latin typeface="CourierPS" pitchFamily="49" charset="0"/>
                        <a:ea typeface="宋体" panose="02010600030101010101" pitchFamily="2" charset="-122"/>
                      </a:endParaRPr>
                    </a:p>
                  </a:txBody>
                  <a:tcPr marL="0" marR="0" marT="0" marB="0" anchor="b" anchorCtr="1" horzOverflow="overflow">
                    <a:lnL>
                      <a:noFill/>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lvl1pPr eaLnBrk="0" hangingPunct="0">
                        <a:spcBef>
                          <a:spcPct val="20000"/>
                        </a:spcBef>
                        <a:buFont typeface="Wingdings" panose="05000000000000000000" pitchFamily="2" charset="2"/>
                        <a:defRPr sz="2000" b="1">
                          <a:solidFill>
                            <a:schemeClr val="tx1"/>
                          </a:solidFill>
                          <a:latin typeface="Arial" panose="020B0604020202020204" pitchFamily="34" charset="0"/>
                          <a:ea typeface="黑体" panose="02010609060101010101" charset="-122"/>
                        </a:defRPr>
                      </a:lvl1pPr>
                      <a:lvl2pPr marL="742950" indent="-285750" eaLnBrk="0" hangingPunct="0">
                        <a:spcBef>
                          <a:spcPct val="20000"/>
                        </a:spcBef>
                        <a:buFont typeface="Wingdings" panose="05000000000000000000" pitchFamily="2" charset="2"/>
                        <a:defRPr b="1">
                          <a:solidFill>
                            <a:schemeClr val="tx1"/>
                          </a:solidFill>
                          <a:latin typeface="Arial" panose="020B0604020202020204" pitchFamily="34" charset="0"/>
                          <a:ea typeface="楷体_GB2312" pitchFamily="49" charset="-122"/>
                        </a:defRPr>
                      </a:lvl2pPr>
                      <a:lvl3pPr marL="1143000" indent="-228600" eaLnBrk="0" hangingPunct="0">
                        <a:spcBef>
                          <a:spcPct val="20000"/>
                        </a:spcBef>
                        <a:buFont typeface="Gungsuh" pitchFamily="18" charset="-127"/>
                        <a:defRPr sz="1600"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sz="1400">
                          <a:solidFill>
                            <a:schemeClr val="tx1"/>
                          </a:solidFill>
                          <a:latin typeface="Arial" panose="020B0604020202020204" pitchFamily="34" charset="0"/>
                          <a:ea typeface="黑体" panose="02010609060101010101" charset="-122"/>
                        </a:defRPr>
                      </a:lvl4pPr>
                      <a:lvl5pPr marL="2057400" indent="-228600" eaLnBrk="0" hangingPunct="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 typeface="Wingdings" panose="05000000000000000000" pitchFamily="2" charset="2"/>
                        <a:buNone/>
                      </a:pPr>
                      <a:r>
                        <a:rPr kumimoji="0" lang="en-US" altLang="zh-CN" sz="1600" b="1" i="0" u="none" strike="noStrike" cap="none" normalizeH="0" baseline="0">
                          <a:ln>
                            <a:noFill/>
                          </a:ln>
                          <a:solidFill>
                            <a:schemeClr val="tx1"/>
                          </a:solidFill>
                          <a:effectLst/>
                          <a:latin typeface="CourierPS" pitchFamily="49" charset="0"/>
                          <a:ea typeface="宋体" panose="02010600030101010101" pitchFamily="2" charset="-122"/>
                        </a:rPr>
                        <a:t>63</a:t>
                      </a:r>
                      <a:endParaRPr kumimoji="0" lang="en-US" altLang="zh-CN" sz="1600" b="1" i="0" u="none" strike="noStrike" cap="none" normalizeH="0" baseline="0">
                        <a:ln>
                          <a:noFill/>
                        </a:ln>
                        <a:solidFill>
                          <a:schemeClr val="tx1"/>
                        </a:solidFill>
                        <a:effectLst/>
                        <a:latin typeface="CourierPS" pitchFamily="49" charset="0"/>
                        <a:ea typeface="宋体" panose="02010600030101010101" pitchFamily="2" charset="-122"/>
                      </a:endParaRPr>
                    </a:p>
                  </a:txBody>
                  <a:tcPr marL="0" marR="0" marT="0" marB="0" anchor="b" anchorCtr="1" horzOverflow="overflow">
                    <a:lnL w="12700" cap="flat" cmpd="sng" algn="ctr">
                      <a:solidFill>
                        <a:schemeClr val="tx1"/>
                      </a:solidFill>
                      <a:prstDash val="solid"/>
                      <a:round/>
                      <a:headEnd type="none" w="med" len="med"/>
                      <a:tailEnd type="none" w="med" len="med"/>
                    </a:lnL>
                    <a:lnR>
                      <a:noFill/>
                    </a:lnR>
                    <a:lnT>
                      <a:noFill/>
                    </a:lnT>
                    <a:lnB>
                      <a:noFill/>
                    </a:lnB>
                    <a:lnTlToBr>
                      <a:noFill/>
                    </a:lnTlToBr>
                    <a:lnBlToTr>
                      <a:noFill/>
                    </a:lnBlToTr>
                    <a:noFill/>
                  </a:tcPr>
                </a:tc>
                <a:tc>
                  <a:txBody>
                    <a:bodyPr/>
                    <a:lstStyle>
                      <a:lvl1pPr eaLnBrk="0" hangingPunct="0">
                        <a:spcBef>
                          <a:spcPct val="20000"/>
                        </a:spcBef>
                        <a:buFont typeface="Wingdings" panose="05000000000000000000" pitchFamily="2" charset="2"/>
                        <a:defRPr sz="2000" b="1">
                          <a:solidFill>
                            <a:schemeClr val="tx1"/>
                          </a:solidFill>
                          <a:latin typeface="Arial" panose="020B0604020202020204" pitchFamily="34" charset="0"/>
                          <a:ea typeface="黑体" panose="02010609060101010101" charset="-122"/>
                        </a:defRPr>
                      </a:lvl1pPr>
                      <a:lvl2pPr marL="742950" indent="-285750" eaLnBrk="0" hangingPunct="0">
                        <a:spcBef>
                          <a:spcPct val="20000"/>
                        </a:spcBef>
                        <a:buFont typeface="Wingdings" panose="05000000000000000000" pitchFamily="2" charset="2"/>
                        <a:defRPr b="1">
                          <a:solidFill>
                            <a:schemeClr val="tx1"/>
                          </a:solidFill>
                          <a:latin typeface="Arial" panose="020B0604020202020204" pitchFamily="34" charset="0"/>
                          <a:ea typeface="楷体_GB2312" pitchFamily="49" charset="-122"/>
                        </a:defRPr>
                      </a:lvl2pPr>
                      <a:lvl3pPr marL="1143000" indent="-228600" eaLnBrk="0" hangingPunct="0">
                        <a:spcBef>
                          <a:spcPct val="20000"/>
                        </a:spcBef>
                        <a:buFont typeface="Gungsuh" pitchFamily="18" charset="-127"/>
                        <a:defRPr sz="1600"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sz="1400">
                          <a:solidFill>
                            <a:schemeClr val="tx1"/>
                          </a:solidFill>
                          <a:latin typeface="Arial" panose="020B0604020202020204" pitchFamily="34" charset="0"/>
                          <a:ea typeface="黑体" panose="02010609060101010101" charset="-122"/>
                        </a:defRPr>
                      </a:lvl4pPr>
                      <a:lvl5pPr marL="2057400" indent="-228600" eaLnBrk="0" hangingPunct="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 typeface="Wingdings" panose="05000000000000000000" pitchFamily="2" charset="2"/>
                        <a:buNone/>
                      </a:pPr>
                      <a:r>
                        <a:rPr kumimoji="0" lang="en-US" altLang="zh-CN" sz="1600" b="1" i="0" u="none" strike="noStrike" cap="none" normalizeH="0" baseline="0">
                          <a:ln>
                            <a:noFill/>
                          </a:ln>
                          <a:solidFill>
                            <a:schemeClr val="accent2"/>
                          </a:solidFill>
                          <a:effectLst/>
                          <a:latin typeface="CourierPS" pitchFamily="49" charset="0"/>
                          <a:ea typeface="宋体" panose="02010600030101010101" pitchFamily="2" charset="-122"/>
                        </a:rPr>
                        <a:t>c</a:t>
                      </a:r>
                      <a:endParaRPr kumimoji="0" lang="en-US" altLang="zh-CN" sz="1600" b="1" i="0" u="none" strike="noStrike" cap="none" normalizeH="0" baseline="0">
                        <a:ln>
                          <a:noFill/>
                        </a:ln>
                        <a:solidFill>
                          <a:schemeClr val="accent2"/>
                        </a:solidFill>
                        <a:effectLst/>
                        <a:latin typeface="CourierPS" pitchFamily="49" charset="0"/>
                        <a:ea typeface="宋体" panose="02010600030101010101" pitchFamily="2" charset="-122"/>
                      </a:endParaRPr>
                    </a:p>
                  </a:txBody>
                  <a:tcPr marL="0" marR="0" marT="0" marB="0" anchor="b" anchorCtr="1" horzOverflow="overflow">
                    <a:lnL>
                      <a:noFill/>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lvl1pPr eaLnBrk="0" hangingPunct="0">
                        <a:spcBef>
                          <a:spcPct val="20000"/>
                        </a:spcBef>
                        <a:buFont typeface="Wingdings" panose="05000000000000000000" pitchFamily="2" charset="2"/>
                        <a:defRPr sz="2000" b="1">
                          <a:solidFill>
                            <a:schemeClr val="tx1"/>
                          </a:solidFill>
                          <a:latin typeface="Arial" panose="020B0604020202020204" pitchFamily="34" charset="0"/>
                          <a:ea typeface="黑体" panose="02010609060101010101" charset="-122"/>
                        </a:defRPr>
                      </a:lvl1pPr>
                      <a:lvl2pPr marL="742950" indent="-285750" eaLnBrk="0" hangingPunct="0">
                        <a:spcBef>
                          <a:spcPct val="20000"/>
                        </a:spcBef>
                        <a:buFont typeface="Wingdings" panose="05000000000000000000" pitchFamily="2" charset="2"/>
                        <a:defRPr b="1">
                          <a:solidFill>
                            <a:schemeClr val="tx1"/>
                          </a:solidFill>
                          <a:latin typeface="Arial" panose="020B0604020202020204" pitchFamily="34" charset="0"/>
                          <a:ea typeface="楷体_GB2312" pitchFamily="49" charset="-122"/>
                        </a:defRPr>
                      </a:lvl2pPr>
                      <a:lvl3pPr marL="1143000" indent="-228600" eaLnBrk="0" hangingPunct="0">
                        <a:spcBef>
                          <a:spcPct val="20000"/>
                        </a:spcBef>
                        <a:buFont typeface="Gungsuh" pitchFamily="18" charset="-127"/>
                        <a:defRPr sz="1600"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sz="1400">
                          <a:solidFill>
                            <a:schemeClr val="tx1"/>
                          </a:solidFill>
                          <a:latin typeface="Arial" panose="020B0604020202020204" pitchFamily="34" charset="0"/>
                          <a:ea typeface="黑体" panose="02010609060101010101" charset="-122"/>
                        </a:defRPr>
                      </a:lvl4pPr>
                      <a:lvl5pPr marL="2057400" indent="-228600" eaLnBrk="0" hangingPunct="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 typeface="Wingdings" panose="05000000000000000000" pitchFamily="2" charset="2"/>
                        <a:buNone/>
                      </a:pPr>
                      <a:r>
                        <a:rPr kumimoji="0" lang="en-US" altLang="zh-CN" sz="1600" b="1" i="0" u="none" strike="noStrike" cap="none" normalizeH="0" baseline="0">
                          <a:ln>
                            <a:noFill/>
                          </a:ln>
                          <a:solidFill>
                            <a:schemeClr val="tx1"/>
                          </a:solidFill>
                          <a:effectLst/>
                          <a:latin typeface="CourierPS" pitchFamily="49" charset="0"/>
                          <a:ea typeface="宋体" panose="02010600030101010101" pitchFamily="2" charset="-122"/>
                        </a:rPr>
                        <a:t>73</a:t>
                      </a:r>
                      <a:endParaRPr kumimoji="0" lang="en-US" altLang="zh-CN" sz="1600" b="1" i="0" u="none" strike="noStrike" cap="none" normalizeH="0" baseline="0">
                        <a:ln>
                          <a:noFill/>
                        </a:ln>
                        <a:solidFill>
                          <a:schemeClr val="tx1"/>
                        </a:solidFill>
                        <a:effectLst/>
                        <a:latin typeface="CourierPS" pitchFamily="49" charset="0"/>
                        <a:ea typeface="宋体" panose="02010600030101010101" pitchFamily="2" charset="-122"/>
                      </a:endParaRPr>
                    </a:p>
                  </a:txBody>
                  <a:tcPr marL="0" marR="0" marT="0" marB="0" anchor="b" anchorCtr="1" horzOverflow="overflow">
                    <a:lnL w="12700" cap="flat" cmpd="sng" algn="ctr">
                      <a:solidFill>
                        <a:schemeClr val="tx1"/>
                      </a:solidFill>
                      <a:prstDash val="solid"/>
                      <a:round/>
                      <a:headEnd type="none" w="med" len="med"/>
                      <a:tailEnd type="none" w="med" len="med"/>
                    </a:lnL>
                    <a:lnR>
                      <a:noFill/>
                    </a:lnR>
                    <a:lnT>
                      <a:noFill/>
                    </a:lnT>
                    <a:lnB>
                      <a:noFill/>
                    </a:lnB>
                    <a:lnTlToBr>
                      <a:noFill/>
                    </a:lnTlToBr>
                    <a:lnBlToTr>
                      <a:noFill/>
                    </a:lnBlToTr>
                    <a:noFill/>
                  </a:tcPr>
                </a:tc>
                <a:tc>
                  <a:txBody>
                    <a:bodyPr/>
                    <a:lstStyle>
                      <a:lvl1pPr eaLnBrk="0" hangingPunct="0">
                        <a:spcBef>
                          <a:spcPct val="20000"/>
                        </a:spcBef>
                        <a:buFont typeface="Wingdings" panose="05000000000000000000" pitchFamily="2" charset="2"/>
                        <a:defRPr sz="2000" b="1">
                          <a:solidFill>
                            <a:schemeClr val="tx1"/>
                          </a:solidFill>
                          <a:latin typeface="Arial" panose="020B0604020202020204" pitchFamily="34" charset="0"/>
                          <a:ea typeface="黑体" panose="02010609060101010101" charset="-122"/>
                        </a:defRPr>
                      </a:lvl1pPr>
                      <a:lvl2pPr marL="742950" indent="-285750" eaLnBrk="0" hangingPunct="0">
                        <a:spcBef>
                          <a:spcPct val="20000"/>
                        </a:spcBef>
                        <a:buFont typeface="Wingdings" panose="05000000000000000000" pitchFamily="2" charset="2"/>
                        <a:defRPr b="1">
                          <a:solidFill>
                            <a:schemeClr val="tx1"/>
                          </a:solidFill>
                          <a:latin typeface="Arial" panose="020B0604020202020204" pitchFamily="34" charset="0"/>
                          <a:ea typeface="楷体_GB2312" pitchFamily="49" charset="-122"/>
                        </a:defRPr>
                      </a:lvl2pPr>
                      <a:lvl3pPr marL="1143000" indent="-228600" eaLnBrk="0" hangingPunct="0">
                        <a:spcBef>
                          <a:spcPct val="20000"/>
                        </a:spcBef>
                        <a:buFont typeface="Gungsuh" pitchFamily="18" charset="-127"/>
                        <a:defRPr sz="1600"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sz="1400">
                          <a:solidFill>
                            <a:schemeClr val="tx1"/>
                          </a:solidFill>
                          <a:latin typeface="Arial" panose="020B0604020202020204" pitchFamily="34" charset="0"/>
                          <a:ea typeface="黑体" panose="02010609060101010101" charset="-122"/>
                        </a:defRPr>
                      </a:lvl4pPr>
                      <a:lvl5pPr marL="2057400" indent="-228600" eaLnBrk="0" hangingPunct="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 typeface="Wingdings" panose="05000000000000000000" pitchFamily="2" charset="2"/>
                        <a:buNone/>
                      </a:pPr>
                      <a:r>
                        <a:rPr kumimoji="0" lang="en-US" altLang="zh-CN" sz="1600" b="1" i="0" u="none" strike="noStrike" cap="none" normalizeH="0" baseline="0">
                          <a:ln>
                            <a:noFill/>
                          </a:ln>
                          <a:solidFill>
                            <a:schemeClr val="accent2"/>
                          </a:solidFill>
                          <a:effectLst/>
                          <a:latin typeface="CourierPS" pitchFamily="49" charset="0"/>
                          <a:ea typeface="宋体" panose="02010600030101010101" pitchFamily="2" charset="-122"/>
                        </a:rPr>
                        <a:t>s</a:t>
                      </a:r>
                      <a:endParaRPr kumimoji="0" lang="en-US" altLang="zh-CN" sz="1600" b="1" i="0" u="none" strike="noStrike" cap="none" normalizeH="0" baseline="0">
                        <a:ln>
                          <a:noFill/>
                        </a:ln>
                        <a:solidFill>
                          <a:schemeClr val="accent2"/>
                        </a:solidFill>
                        <a:effectLst/>
                        <a:latin typeface="CourierPS" pitchFamily="49" charset="0"/>
                        <a:ea typeface="宋体" panose="02010600030101010101" pitchFamily="2" charset="-122"/>
                      </a:endParaRPr>
                    </a:p>
                  </a:txBody>
                  <a:tcPr marL="0" marR="0" marT="0" marB="0" anchor="b" anchorCtr="1" horzOverflow="overflow">
                    <a:lnL>
                      <a:noFill/>
                    </a:lnL>
                    <a:lnR>
                      <a:noFill/>
                    </a:lnR>
                    <a:lnT>
                      <a:noFill/>
                    </a:lnT>
                    <a:lnB>
                      <a:noFill/>
                    </a:lnB>
                    <a:lnTlToBr>
                      <a:noFill/>
                    </a:lnTlToBr>
                    <a:lnBlToTr>
                      <a:noFill/>
                    </a:lnBlToTr>
                    <a:noFill/>
                  </a:tcPr>
                </a:tc>
              </a:tr>
              <a:tr h="254000">
                <a:tc>
                  <a:txBody>
                    <a:bodyPr/>
                    <a:lstStyle>
                      <a:lvl1pPr eaLnBrk="0" hangingPunct="0">
                        <a:spcBef>
                          <a:spcPct val="20000"/>
                        </a:spcBef>
                        <a:buFont typeface="Wingdings" panose="05000000000000000000" pitchFamily="2" charset="2"/>
                        <a:defRPr sz="2000" b="1">
                          <a:solidFill>
                            <a:schemeClr val="tx1"/>
                          </a:solidFill>
                          <a:latin typeface="Arial" panose="020B0604020202020204" pitchFamily="34" charset="0"/>
                          <a:ea typeface="黑体" panose="02010609060101010101" charset="-122"/>
                        </a:defRPr>
                      </a:lvl1pPr>
                      <a:lvl2pPr marL="742950" indent="-285750" eaLnBrk="0" hangingPunct="0">
                        <a:spcBef>
                          <a:spcPct val="20000"/>
                        </a:spcBef>
                        <a:buFont typeface="Wingdings" panose="05000000000000000000" pitchFamily="2" charset="2"/>
                        <a:defRPr b="1">
                          <a:solidFill>
                            <a:schemeClr val="tx1"/>
                          </a:solidFill>
                          <a:latin typeface="Arial" panose="020B0604020202020204" pitchFamily="34" charset="0"/>
                          <a:ea typeface="楷体_GB2312" pitchFamily="49" charset="-122"/>
                        </a:defRPr>
                      </a:lvl2pPr>
                      <a:lvl3pPr marL="1143000" indent="-228600" eaLnBrk="0" hangingPunct="0">
                        <a:spcBef>
                          <a:spcPct val="20000"/>
                        </a:spcBef>
                        <a:buFont typeface="Gungsuh" pitchFamily="18" charset="-127"/>
                        <a:defRPr sz="1600"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sz="1400">
                          <a:solidFill>
                            <a:schemeClr val="tx1"/>
                          </a:solidFill>
                          <a:latin typeface="Arial" panose="020B0604020202020204" pitchFamily="34" charset="0"/>
                          <a:ea typeface="黑体" panose="02010609060101010101" charset="-122"/>
                        </a:defRPr>
                      </a:lvl4pPr>
                      <a:lvl5pPr marL="2057400" indent="-228600" eaLnBrk="0" hangingPunct="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 typeface="Wingdings" panose="05000000000000000000" pitchFamily="2" charset="2"/>
                        <a:buNone/>
                      </a:pPr>
                      <a:r>
                        <a:rPr kumimoji="0" lang="en-US" altLang="zh-CN" sz="1600" b="1" i="0" u="none" strike="noStrike" cap="none" normalizeH="0" baseline="0">
                          <a:ln>
                            <a:noFill/>
                          </a:ln>
                          <a:solidFill>
                            <a:schemeClr val="tx1"/>
                          </a:solidFill>
                          <a:effectLst/>
                          <a:latin typeface="CourierPS" pitchFamily="49" charset="0"/>
                          <a:ea typeface="宋体" panose="02010600030101010101" pitchFamily="2" charset="-122"/>
                        </a:rPr>
                        <a:t>04</a:t>
                      </a:r>
                      <a:endParaRPr kumimoji="0" lang="en-US" altLang="zh-CN" sz="1600" b="1" i="0" u="none" strike="noStrike" cap="none" normalizeH="0" baseline="0">
                        <a:ln>
                          <a:noFill/>
                        </a:ln>
                        <a:solidFill>
                          <a:schemeClr val="tx1"/>
                        </a:solidFill>
                        <a:effectLst/>
                        <a:latin typeface="CourierPS" pitchFamily="49" charset="0"/>
                        <a:ea typeface="宋体" panose="02010600030101010101" pitchFamily="2" charset="-122"/>
                      </a:endParaRPr>
                    </a:p>
                  </a:txBody>
                  <a:tcPr marL="0" marR="0" marT="0" marB="0" anchor="b" anchorCtr="1" horzOverflow="overflow">
                    <a:lnL>
                      <a:noFill/>
                    </a:lnL>
                    <a:lnR>
                      <a:noFill/>
                    </a:lnR>
                    <a:lnT>
                      <a:noFill/>
                    </a:lnT>
                    <a:lnB>
                      <a:noFill/>
                    </a:lnB>
                    <a:lnTlToBr>
                      <a:noFill/>
                    </a:lnTlToBr>
                    <a:lnBlToTr>
                      <a:noFill/>
                    </a:lnBlToTr>
                    <a:noFill/>
                  </a:tcPr>
                </a:tc>
                <a:tc>
                  <a:txBody>
                    <a:bodyPr/>
                    <a:lstStyle>
                      <a:lvl1pPr eaLnBrk="0" hangingPunct="0">
                        <a:spcBef>
                          <a:spcPct val="20000"/>
                        </a:spcBef>
                        <a:buFont typeface="Wingdings" panose="05000000000000000000" pitchFamily="2" charset="2"/>
                        <a:defRPr sz="2000" b="1">
                          <a:solidFill>
                            <a:schemeClr val="tx1"/>
                          </a:solidFill>
                          <a:latin typeface="Arial" panose="020B0604020202020204" pitchFamily="34" charset="0"/>
                          <a:ea typeface="黑体" panose="02010609060101010101" charset="-122"/>
                        </a:defRPr>
                      </a:lvl1pPr>
                      <a:lvl2pPr marL="742950" indent="-285750" eaLnBrk="0" hangingPunct="0">
                        <a:spcBef>
                          <a:spcPct val="20000"/>
                        </a:spcBef>
                        <a:buFont typeface="Wingdings" panose="05000000000000000000" pitchFamily="2" charset="2"/>
                        <a:defRPr b="1">
                          <a:solidFill>
                            <a:schemeClr val="tx1"/>
                          </a:solidFill>
                          <a:latin typeface="Arial" panose="020B0604020202020204" pitchFamily="34" charset="0"/>
                          <a:ea typeface="楷体_GB2312" pitchFamily="49" charset="-122"/>
                        </a:defRPr>
                      </a:lvl2pPr>
                      <a:lvl3pPr marL="1143000" indent="-228600" eaLnBrk="0" hangingPunct="0">
                        <a:spcBef>
                          <a:spcPct val="20000"/>
                        </a:spcBef>
                        <a:buFont typeface="Gungsuh" pitchFamily="18" charset="-127"/>
                        <a:defRPr sz="1600"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sz="1400">
                          <a:solidFill>
                            <a:schemeClr val="tx1"/>
                          </a:solidFill>
                          <a:latin typeface="Arial" panose="020B0604020202020204" pitchFamily="34" charset="0"/>
                          <a:ea typeface="黑体" panose="02010609060101010101" charset="-122"/>
                        </a:defRPr>
                      </a:lvl4pPr>
                      <a:lvl5pPr marL="2057400" indent="-228600" eaLnBrk="0" hangingPunct="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 typeface="Wingdings" panose="05000000000000000000" pitchFamily="2" charset="2"/>
                        <a:buNone/>
                      </a:pPr>
                      <a:r>
                        <a:rPr kumimoji="0" lang="en-US" altLang="zh-CN" sz="1600" b="1" i="0" u="none" strike="noStrike" cap="none" normalizeH="0" baseline="0">
                          <a:ln>
                            <a:noFill/>
                          </a:ln>
                          <a:solidFill>
                            <a:schemeClr val="accent2"/>
                          </a:solidFill>
                          <a:effectLst/>
                          <a:latin typeface="CourierPS" pitchFamily="49" charset="0"/>
                          <a:ea typeface="宋体" panose="02010600030101010101" pitchFamily="2" charset="-122"/>
                        </a:rPr>
                        <a:t>eot</a:t>
                      </a:r>
                      <a:endParaRPr kumimoji="0" lang="en-US" altLang="zh-CN" sz="1600" b="1" i="0" u="none" strike="noStrike" cap="none" normalizeH="0" baseline="0">
                        <a:ln>
                          <a:noFill/>
                        </a:ln>
                        <a:solidFill>
                          <a:schemeClr val="accent2"/>
                        </a:solidFill>
                        <a:effectLst/>
                        <a:latin typeface="CourierPS" pitchFamily="49" charset="0"/>
                        <a:ea typeface="宋体" panose="02010600030101010101" pitchFamily="2" charset="-122"/>
                      </a:endParaRPr>
                    </a:p>
                  </a:txBody>
                  <a:tcPr marL="0" marR="0" marT="0" marB="0" anchor="b" anchorCtr="1" horzOverflow="overflow">
                    <a:lnL>
                      <a:noFill/>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lvl1pPr eaLnBrk="0" hangingPunct="0">
                        <a:spcBef>
                          <a:spcPct val="20000"/>
                        </a:spcBef>
                        <a:buFont typeface="Wingdings" panose="05000000000000000000" pitchFamily="2" charset="2"/>
                        <a:defRPr sz="2000" b="1">
                          <a:solidFill>
                            <a:schemeClr val="tx1"/>
                          </a:solidFill>
                          <a:latin typeface="Arial" panose="020B0604020202020204" pitchFamily="34" charset="0"/>
                          <a:ea typeface="黑体" panose="02010609060101010101" charset="-122"/>
                        </a:defRPr>
                      </a:lvl1pPr>
                      <a:lvl2pPr marL="742950" indent="-285750" eaLnBrk="0" hangingPunct="0">
                        <a:spcBef>
                          <a:spcPct val="20000"/>
                        </a:spcBef>
                        <a:buFont typeface="Wingdings" panose="05000000000000000000" pitchFamily="2" charset="2"/>
                        <a:defRPr b="1">
                          <a:solidFill>
                            <a:schemeClr val="tx1"/>
                          </a:solidFill>
                          <a:latin typeface="Arial" panose="020B0604020202020204" pitchFamily="34" charset="0"/>
                          <a:ea typeface="楷体_GB2312" pitchFamily="49" charset="-122"/>
                        </a:defRPr>
                      </a:lvl2pPr>
                      <a:lvl3pPr marL="1143000" indent="-228600" eaLnBrk="0" hangingPunct="0">
                        <a:spcBef>
                          <a:spcPct val="20000"/>
                        </a:spcBef>
                        <a:buFont typeface="Gungsuh" pitchFamily="18" charset="-127"/>
                        <a:defRPr sz="1600"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sz="1400">
                          <a:solidFill>
                            <a:schemeClr val="tx1"/>
                          </a:solidFill>
                          <a:latin typeface="Arial" panose="020B0604020202020204" pitchFamily="34" charset="0"/>
                          <a:ea typeface="黑体" panose="02010609060101010101" charset="-122"/>
                        </a:defRPr>
                      </a:lvl4pPr>
                      <a:lvl5pPr marL="2057400" indent="-228600" eaLnBrk="0" hangingPunct="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 typeface="Wingdings" panose="05000000000000000000" pitchFamily="2" charset="2"/>
                        <a:buNone/>
                      </a:pPr>
                      <a:r>
                        <a:rPr kumimoji="0" lang="en-US" altLang="zh-CN" sz="1600" b="1" i="0" u="none" strike="noStrike" cap="none" normalizeH="0" baseline="0">
                          <a:ln>
                            <a:noFill/>
                          </a:ln>
                          <a:solidFill>
                            <a:schemeClr val="tx1"/>
                          </a:solidFill>
                          <a:effectLst/>
                          <a:latin typeface="CourierPS" pitchFamily="49" charset="0"/>
                          <a:ea typeface="宋体" panose="02010600030101010101" pitchFamily="2" charset="-122"/>
                        </a:rPr>
                        <a:t>14</a:t>
                      </a:r>
                      <a:endParaRPr kumimoji="0" lang="en-US" altLang="zh-CN" sz="1600" b="1" i="0" u="none" strike="noStrike" cap="none" normalizeH="0" baseline="0">
                        <a:ln>
                          <a:noFill/>
                        </a:ln>
                        <a:solidFill>
                          <a:schemeClr val="tx1"/>
                        </a:solidFill>
                        <a:effectLst/>
                        <a:latin typeface="CourierPS" pitchFamily="49" charset="0"/>
                        <a:ea typeface="宋体" panose="02010600030101010101" pitchFamily="2" charset="-122"/>
                      </a:endParaRPr>
                    </a:p>
                  </a:txBody>
                  <a:tcPr marL="0" marR="0" marT="0" marB="0" anchor="b" anchorCtr="1" horzOverflow="overflow">
                    <a:lnL w="12700" cap="flat" cmpd="sng" algn="ctr">
                      <a:solidFill>
                        <a:schemeClr val="tx1"/>
                      </a:solidFill>
                      <a:prstDash val="solid"/>
                      <a:round/>
                      <a:headEnd type="none" w="med" len="med"/>
                      <a:tailEnd type="none" w="med" len="med"/>
                    </a:lnL>
                    <a:lnR>
                      <a:noFill/>
                    </a:lnR>
                    <a:lnT>
                      <a:noFill/>
                    </a:lnT>
                    <a:lnB>
                      <a:noFill/>
                    </a:lnB>
                    <a:lnTlToBr>
                      <a:noFill/>
                    </a:lnTlToBr>
                    <a:lnBlToTr>
                      <a:noFill/>
                    </a:lnBlToTr>
                    <a:noFill/>
                  </a:tcPr>
                </a:tc>
                <a:tc>
                  <a:txBody>
                    <a:bodyPr/>
                    <a:lstStyle>
                      <a:lvl1pPr eaLnBrk="0" hangingPunct="0">
                        <a:spcBef>
                          <a:spcPct val="20000"/>
                        </a:spcBef>
                        <a:buFont typeface="Wingdings" panose="05000000000000000000" pitchFamily="2" charset="2"/>
                        <a:defRPr sz="2000" b="1">
                          <a:solidFill>
                            <a:schemeClr val="tx1"/>
                          </a:solidFill>
                          <a:latin typeface="Arial" panose="020B0604020202020204" pitchFamily="34" charset="0"/>
                          <a:ea typeface="黑体" panose="02010609060101010101" charset="-122"/>
                        </a:defRPr>
                      </a:lvl1pPr>
                      <a:lvl2pPr marL="742950" indent="-285750" eaLnBrk="0" hangingPunct="0">
                        <a:spcBef>
                          <a:spcPct val="20000"/>
                        </a:spcBef>
                        <a:buFont typeface="Wingdings" panose="05000000000000000000" pitchFamily="2" charset="2"/>
                        <a:defRPr b="1">
                          <a:solidFill>
                            <a:schemeClr val="tx1"/>
                          </a:solidFill>
                          <a:latin typeface="Arial" panose="020B0604020202020204" pitchFamily="34" charset="0"/>
                          <a:ea typeface="楷体_GB2312" pitchFamily="49" charset="-122"/>
                        </a:defRPr>
                      </a:lvl2pPr>
                      <a:lvl3pPr marL="1143000" indent="-228600" eaLnBrk="0" hangingPunct="0">
                        <a:spcBef>
                          <a:spcPct val="20000"/>
                        </a:spcBef>
                        <a:buFont typeface="Gungsuh" pitchFamily="18" charset="-127"/>
                        <a:defRPr sz="1600"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sz="1400">
                          <a:solidFill>
                            <a:schemeClr val="tx1"/>
                          </a:solidFill>
                          <a:latin typeface="Arial" panose="020B0604020202020204" pitchFamily="34" charset="0"/>
                          <a:ea typeface="黑体" panose="02010609060101010101" charset="-122"/>
                        </a:defRPr>
                      </a:lvl4pPr>
                      <a:lvl5pPr marL="2057400" indent="-228600" eaLnBrk="0" hangingPunct="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 typeface="Wingdings" panose="05000000000000000000" pitchFamily="2" charset="2"/>
                        <a:buNone/>
                      </a:pPr>
                      <a:r>
                        <a:rPr kumimoji="0" lang="en-US" altLang="zh-CN" sz="1600" b="1" i="0" u="none" strike="noStrike" cap="none" normalizeH="0" baseline="0">
                          <a:ln>
                            <a:noFill/>
                          </a:ln>
                          <a:solidFill>
                            <a:schemeClr val="accent2"/>
                          </a:solidFill>
                          <a:effectLst/>
                          <a:latin typeface="CourierPS" pitchFamily="49" charset="0"/>
                          <a:ea typeface="宋体" panose="02010600030101010101" pitchFamily="2" charset="-122"/>
                        </a:rPr>
                        <a:t>dc4</a:t>
                      </a:r>
                      <a:endParaRPr kumimoji="0" lang="en-US" altLang="zh-CN" sz="1600" b="1" i="0" u="none" strike="noStrike" cap="none" normalizeH="0" baseline="0">
                        <a:ln>
                          <a:noFill/>
                        </a:ln>
                        <a:solidFill>
                          <a:schemeClr val="accent2"/>
                        </a:solidFill>
                        <a:effectLst/>
                        <a:latin typeface="CourierPS" pitchFamily="49" charset="0"/>
                        <a:ea typeface="宋体" panose="02010600030101010101" pitchFamily="2" charset="-122"/>
                      </a:endParaRPr>
                    </a:p>
                  </a:txBody>
                  <a:tcPr marL="0" marR="0" marT="0" marB="0" anchor="b" anchorCtr="1" horzOverflow="overflow">
                    <a:lnL>
                      <a:noFill/>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lvl1pPr eaLnBrk="0" hangingPunct="0">
                        <a:spcBef>
                          <a:spcPct val="20000"/>
                        </a:spcBef>
                        <a:buFont typeface="Wingdings" panose="05000000000000000000" pitchFamily="2" charset="2"/>
                        <a:defRPr sz="2000" b="1">
                          <a:solidFill>
                            <a:schemeClr val="tx1"/>
                          </a:solidFill>
                          <a:latin typeface="Arial" panose="020B0604020202020204" pitchFamily="34" charset="0"/>
                          <a:ea typeface="黑体" panose="02010609060101010101" charset="-122"/>
                        </a:defRPr>
                      </a:lvl1pPr>
                      <a:lvl2pPr marL="742950" indent="-285750" eaLnBrk="0" hangingPunct="0">
                        <a:spcBef>
                          <a:spcPct val="20000"/>
                        </a:spcBef>
                        <a:buFont typeface="Wingdings" panose="05000000000000000000" pitchFamily="2" charset="2"/>
                        <a:defRPr b="1">
                          <a:solidFill>
                            <a:schemeClr val="tx1"/>
                          </a:solidFill>
                          <a:latin typeface="Arial" panose="020B0604020202020204" pitchFamily="34" charset="0"/>
                          <a:ea typeface="楷体_GB2312" pitchFamily="49" charset="-122"/>
                        </a:defRPr>
                      </a:lvl2pPr>
                      <a:lvl3pPr marL="1143000" indent="-228600" eaLnBrk="0" hangingPunct="0">
                        <a:spcBef>
                          <a:spcPct val="20000"/>
                        </a:spcBef>
                        <a:buFont typeface="Gungsuh" pitchFamily="18" charset="-127"/>
                        <a:defRPr sz="1600"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sz="1400">
                          <a:solidFill>
                            <a:schemeClr val="tx1"/>
                          </a:solidFill>
                          <a:latin typeface="Arial" panose="020B0604020202020204" pitchFamily="34" charset="0"/>
                          <a:ea typeface="黑体" panose="02010609060101010101" charset="-122"/>
                        </a:defRPr>
                      </a:lvl4pPr>
                      <a:lvl5pPr marL="2057400" indent="-228600" eaLnBrk="0" hangingPunct="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 typeface="Wingdings" panose="05000000000000000000" pitchFamily="2" charset="2"/>
                        <a:buNone/>
                      </a:pPr>
                      <a:r>
                        <a:rPr kumimoji="0" lang="en-US" altLang="zh-CN" sz="1600" b="1" i="0" u="none" strike="noStrike" cap="none" normalizeH="0" baseline="0">
                          <a:ln>
                            <a:noFill/>
                          </a:ln>
                          <a:solidFill>
                            <a:schemeClr val="tx1"/>
                          </a:solidFill>
                          <a:effectLst/>
                          <a:latin typeface="CourierPS" pitchFamily="49" charset="0"/>
                          <a:ea typeface="宋体" panose="02010600030101010101" pitchFamily="2" charset="-122"/>
                        </a:rPr>
                        <a:t>24</a:t>
                      </a:r>
                      <a:endParaRPr kumimoji="0" lang="en-US" altLang="zh-CN" sz="1600" b="1" i="0" u="none" strike="noStrike" cap="none" normalizeH="0" baseline="0">
                        <a:ln>
                          <a:noFill/>
                        </a:ln>
                        <a:solidFill>
                          <a:schemeClr val="tx1"/>
                        </a:solidFill>
                        <a:effectLst/>
                        <a:latin typeface="CourierPS" pitchFamily="49" charset="0"/>
                        <a:ea typeface="宋体" panose="02010600030101010101" pitchFamily="2" charset="-122"/>
                      </a:endParaRPr>
                    </a:p>
                  </a:txBody>
                  <a:tcPr marL="0" marR="0" marT="0" marB="0" anchor="b" anchorCtr="1" horzOverflow="overflow">
                    <a:lnL w="12700" cap="flat" cmpd="sng" algn="ctr">
                      <a:solidFill>
                        <a:schemeClr val="tx1"/>
                      </a:solidFill>
                      <a:prstDash val="solid"/>
                      <a:round/>
                      <a:headEnd type="none" w="med" len="med"/>
                      <a:tailEnd type="none" w="med" len="med"/>
                    </a:lnL>
                    <a:lnR>
                      <a:noFill/>
                    </a:lnR>
                    <a:lnT>
                      <a:noFill/>
                    </a:lnT>
                    <a:lnB>
                      <a:noFill/>
                    </a:lnB>
                    <a:lnTlToBr>
                      <a:noFill/>
                    </a:lnTlToBr>
                    <a:lnBlToTr>
                      <a:noFill/>
                    </a:lnBlToTr>
                    <a:noFill/>
                  </a:tcPr>
                </a:tc>
                <a:tc>
                  <a:txBody>
                    <a:bodyPr/>
                    <a:lstStyle>
                      <a:lvl1pPr eaLnBrk="0" hangingPunct="0">
                        <a:spcBef>
                          <a:spcPct val="20000"/>
                        </a:spcBef>
                        <a:buFont typeface="Wingdings" panose="05000000000000000000" pitchFamily="2" charset="2"/>
                        <a:defRPr sz="2000" b="1">
                          <a:solidFill>
                            <a:schemeClr val="tx1"/>
                          </a:solidFill>
                          <a:latin typeface="Arial" panose="020B0604020202020204" pitchFamily="34" charset="0"/>
                          <a:ea typeface="黑体" panose="02010609060101010101" charset="-122"/>
                        </a:defRPr>
                      </a:lvl1pPr>
                      <a:lvl2pPr marL="742950" indent="-285750" eaLnBrk="0" hangingPunct="0">
                        <a:spcBef>
                          <a:spcPct val="20000"/>
                        </a:spcBef>
                        <a:buFont typeface="Wingdings" panose="05000000000000000000" pitchFamily="2" charset="2"/>
                        <a:defRPr b="1">
                          <a:solidFill>
                            <a:schemeClr val="tx1"/>
                          </a:solidFill>
                          <a:latin typeface="Arial" panose="020B0604020202020204" pitchFamily="34" charset="0"/>
                          <a:ea typeface="楷体_GB2312" pitchFamily="49" charset="-122"/>
                        </a:defRPr>
                      </a:lvl2pPr>
                      <a:lvl3pPr marL="1143000" indent="-228600" eaLnBrk="0" hangingPunct="0">
                        <a:spcBef>
                          <a:spcPct val="20000"/>
                        </a:spcBef>
                        <a:buFont typeface="Gungsuh" pitchFamily="18" charset="-127"/>
                        <a:defRPr sz="1600"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sz="1400">
                          <a:solidFill>
                            <a:schemeClr val="tx1"/>
                          </a:solidFill>
                          <a:latin typeface="Arial" panose="020B0604020202020204" pitchFamily="34" charset="0"/>
                          <a:ea typeface="黑体" panose="02010609060101010101" charset="-122"/>
                        </a:defRPr>
                      </a:lvl4pPr>
                      <a:lvl5pPr marL="2057400" indent="-228600" eaLnBrk="0" hangingPunct="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 typeface="Wingdings" panose="05000000000000000000" pitchFamily="2" charset="2"/>
                        <a:buNone/>
                      </a:pPr>
                      <a:r>
                        <a:rPr kumimoji="0" lang="en-US" altLang="zh-CN" sz="1600" b="1" i="0" u="none" strike="noStrike" cap="none" normalizeH="0" baseline="0">
                          <a:ln>
                            <a:noFill/>
                          </a:ln>
                          <a:solidFill>
                            <a:schemeClr val="accent2"/>
                          </a:solidFill>
                          <a:effectLst/>
                          <a:latin typeface="CourierPS" pitchFamily="49" charset="0"/>
                          <a:ea typeface="宋体" panose="02010600030101010101" pitchFamily="2" charset="-122"/>
                        </a:rPr>
                        <a:t>$</a:t>
                      </a:r>
                      <a:endParaRPr kumimoji="0" lang="en-US" altLang="zh-CN" sz="1600" b="1" i="0" u="none" strike="noStrike" cap="none" normalizeH="0" baseline="0">
                        <a:ln>
                          <a:noFill/>
                        </a:ln>
                        <a:solidFill>
                          <a:schemeClr val="accent2"/>
                        </a:solidFill>
                        <a:effectLst/>
                        <a:latin typeface="CourierPS" pitchFamily="49" charset="0"/>
                        <a:ea typeface="宋体" panose="02010600030101010101" pitchFamily="2" charset="-122"/>
                      </a:endParaRPr>
                    </a:p>
                  </a:txBody>
                  <a:tcPr marL="0" marR="0" marT="0" marB="0" anchor="b" anchorCtr="1" horzOverflow="overflow">
                    <a:lnL>
                      <a:noFill/>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lvl1pPr eaLnBrk="0" hangingPunct="0">
                        <a:spcBef>
                          <a:spcPct val="20000"/>
                        </a:spcBef>
                        <a:buFont typeface="Wingdings" panose="05000000000000000000" pitchFamily="2" charset="2"/>
                        <a:defRPr sz="2000" b="1">
                          <a:solidFill>
                            <a:schemeClr val="tx1"/>
                          </a:solidFill>
                          <a:latin typeface="Arial" panose="020B0604020202020204" pitchFamily="34" charset="0"/>
                          <a:ea typeface="黑体" panose="02010609060101010101" charset="-122"/>
                        </a:defRPr>
                      </a:lvl1pPr>
                      <a:lvl2pPr marL="742950" indent="-285750" eaLnBrk="0" hangingPunct="0">
                        <a:spcBef>
                          <a:spcPct val="20000"/>
                        </a:spcBef>
                        <a:buFont typeface="Wingdings" panose="05000000000000000000" pitchFamily="2" charset="2"/>
                        <a:defRPr b="1">
                          <a:solidFill>
                            <a:schemeClr val="tx1"/>
                          </a:solidFill>
                          <a:latin typeface="Arial" panose="020B0604020202020204" pitchFamily="34" charset="0"/>
                          <a:ea typeface="楷体_GB2312" pitchFamily="49" charset="-122"/>
                        </a:defRPr>
                      </a:lvl2pPr>
                      <a:lvl3pPr marL="1143000" indent="-228600" eaLnBrk="0" hangingPunct="0">
                        <a:spcBef>
                          <a:spcPct val="20000"/>
                        </a:spcBef>
                        <a:buFont typeface="Gungsuh" pitchFamily="18" charset="-127"/>
                        <a:defRPr sz="1600"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sz="1400">
                          <a:solidFill>
                            <a:schemeClr val="tx1"/>
                          </a:solidFill>
                          <a:latin typeface="Arial" panose="020B0604020202020204" pitchFamily="34" charset="0"/>
                          <a:ea typeface="黑体" panose="02010609060101010101" charset="-122"/>
                        </a:defRPr>
                      </a:lvl4pPr>
                      <a:lvl5pPr marL="2057400" indent="-228600" eaLnBrk="0" hangingPunct="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 typeface="Wingdings" panose="05000000000000000000" pitchFamily="2" charset="2"/>
                        <a:buNone/>
                      </a:pPr>
                      <a:r>
                        <a:rPr kumimoji="0" lang="en-US" altLang="zh-CN" sz="1600" b="1" i="0" u="none" strike="noStrike" cap="none" normalizeH="0" baseline="0">
                          <a:ln>
                            <a:noFill/>
                          </a:ln>
                          <a:solidFill>
                            <a:schemeClr val="tx1"/>
                          </a:solidFill>
                          <a:effectLst/>
                          <a:latin typeface="CourierPS" pitchFamily="49" charset="0"/>
                          <a:ea typeface="宋体" panose="02010600030101010101" pitchFamily="2" charset="-122"/>
                        </a:rPr>
                        <a:t>34</a:t>
                      </a:r>
                      <a:endParaRPr kumimoji="0" lang="en-US" altLang="zh-CN" sz="1600" b="1" i="0" u="none" strike="noStrike" cap="none" normalizeH="0" baseline="0">
                        <a:ln>
                          <a:noFill/>
                        </a:ln>
                        <a:solidFill>
                          <a:schemeClr val="tx1"/>
                        </a:solidFill>
                        <a:effectLst/>
                        <a:latin typeface="CourierPS" pitchFamily="49" charset="0"/>
                        <a:ea typeface="宋体" panose="02010600030101010101" pitchFamily="2" charset="-122"/>
                      </a:endParaRPr>
                    </a:p>
                  </a:txBody>
                  <a:tcPr marL="0" marR="0" marT="0" marB="0" anchor="b" anchorCtr="1" horzOverflow="overflow">
                    <a:lnL w="12700" cap="flat" cmpd="sng" algn="ctr">
                      <a:solidFill>
                        <a:schemeClr val="tx1"/>
                      </a:solidFill>
                      <a:prstDash val="solid"/>
                      <a:round/>
                      <a:headEnd type="none" w="med" len="med"/>
                      <a:tailEnd type="none" w="med" len="med"/>
                    </a:lnL>
                    <a:lnR>
                      <a:noFill/>
                    </a:lnR>
                    <a:lnT>
                      <a:noFill/>
                    </a:lnT>
                    <a:lnB>
                      <a:noFill/>
                    </a:lnB>
                    <a:lnTlToBr>
                      <a:noFill/>
                    </a:lnTlToBr>
                    <a:lnBlToTr>
                      <a:noFill/>
                    </a:lnBlToTr>
                    <a:noFill/>
                  </a:tcPr>
                </a:tc>
                <a:tc>
                  <a:txBody>
                    <a:bodyPr/>
                    <a:lstStyle>
                      <a:lvl1pPr eaLnBrk="0" hangingPunct="0">
                        <a:spcBef>
                          <a:spcPct val="20000"/>
                        </a:spcBef>
                        <a:buFont typeface="Wingdings" panose="05000000000000000000" pitchFamily="2" charset="2"/>
                        <a:defRPr sz="2000" b="1">
                          <a:solidFill>
                            <a:schemeClr val="tx1"/>
                          </a:solidFill>
                          <a:latin typeface="Arial" panose="020B0604020202020204" pitchFamily="34" charset="0"/>
                          <a:ea typeface="黑体" panose="02010609060101010101" charset="-122"/>
                        </a:defRPr>
                      </a:lvl1pPr>
                      <a:lvl2pPr marL="742950" indent="-285750" eaLnBrk="0" hangingPunct="0">
                        <a:spcBef>
                          <a:spcPct val="20000"/>
                        </a:spcBef>
                        <a:buFont typeface="Wingdings" panose="05000000000000000000" pitchFamily="2" charset="2"/>
                        <a:defRPr b="1">
                          <a:solidFill>
                            <a:schemeClr val="tx1"/>
                          </a:solidFill>
                          <a:latin typeface="Arial" panose="020B0604020202020204" pitchFamily="34" charset="0"/>
                          <a:ea typeface="楷体_GB2312" pitchFamily="49" charset="-122"/>
                        </a:defRPr>
                      </a:lvl2pPr>
                      <a:lvl3pPr marL="1143000" indent="-228600" eaLnBrk="0" hangingPunct="0">
                        <a:spcBef>
                          <a:spcPct val="20000"/>
                        </a:spcBef>
                        <a:buFont typeface="Gungsuh" pitchFamily="18" charset="-127"/>
                        <a:defRPr sz="1600"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sz="1400">
                          <a:solidFill>
                            <a:schemeClr val="tx1"/>
                          </a:solidFill>
                          <a:latin typeface="Arial" panose="020B0604020202020204" pitchFamily="34" charset="0"/>
                          <a:ea typeface="黑体" panose="02010609060101010101" charset="-122"/>
                        </a:defRPr>
                      </a:lvl4pPr>
                      <a:lvl5pPr marL="2057400" indent="-228600" eaLnBrk="0" hangingPunct="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 typeface="Wingdings" panose="05000000000000000000" pitchFamily="2" charset="2"/>
                        <a:buNone/>
                      </a:pPr>
                      <a:r>
                        <a:rPr kumimoji="0" lang="en-US" altLang="zh-CN" sz="1600" b="1" i="0" u="none" strike="noStrike" cap="none" normalizeH="0" baseline="0">
                          <a:ln>
                            <a:noFill/>
                          </a:ln>
                          <a:solidFill>
                            <a:schemeClr val="accent2"/>
                          </a:solidFill>
                          <a:effectLst/>
                          <a:latin typeface="CourierPS" pitchFamily="49" charset="0"/>
                          <a:ea typeface="宋体" panose="02010600030101010101" pitchFamily="2" charset="-122"/>
                        </a:rPr>
                        <a:t>4</a:t>
                      </a:r>
                      <a:endParaRPr kumimoji="0" lang="en-US" altLang="zh-CN" sz="1600" b="1" i="0" u="none" strike="noStrike" cap="none" normalizeH="0" baseline="0">
                        <a:ln>
                          <a:noFill/>
                        </a:ln>
                        <a:solidFill>
                          <a:schemeClr val="accent2"/>
                        </a:solidFill>
                        <a:effectLst/>
                        <a:latin typeface="CourierPS" pitchFamily="49" charset="0"/>
                        <a:ea typeface="宋体" panose="02010600030101010101" pitchFamily="2" charset="-122"/>
                      </a:endParaRPr>
                    </a:p>
                  </a:txBody>
                  <a:tcPr marL="0" marR="0" marT="0" marB="0" anchor="b" anchorCtr="1" horzOverflow="overflow">
                    <a:lnL>
                      <a:noFill/>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lvl1pPr eaLnBrk="0" hangingPunct="0">
                        <a:spcBef>
                          <a:spcPct val="20000"/>
                        </a:spcBef>
                        <a:buFont typeface="Wingdings" panose="05000000000000000000" pitchFamily="2" charset="2"/>
                        <a:defRPr sz="2000" b="1">
                          <a:solidFill>
                            <a:schemeClr val="tx1"/>
                          </a:solidFill>
                          <a:latin typeface="Arial" panose="020B0604020202020204" pitchFamily="34" charset="0"/>
                          <a:ea typeface="黑体" panose="02010609060101010101" charset="-122"/>
                        </a:defRPr>
                      </a:lvl1pPr>
                      <a:lvl2pPr marL="742950" indent="-285750" eaLnBrk="0" hangingPunct="0">
                        <a:spcBef>
                          <a:spcPct val="20000"/>
                        </a:spcBef>
                        <a:buFont typeface="Wingdings" panose="05000000000000000000" pitchFamily="2" charset="2"/>
                        <a:defRPr b="1">
                          <a:solidFill>
                            <a:schemeClr val="tx1"/>
                          </a:solidFill>
                          <a:latin typeface="Arial" panose="020B0604020202020204" pitchFamily="34" charset="0"/>
                          <a:ea typeface="楷体_GB2312" pitchFamily="49" charset="-122"/>
                        </a:defRPr>
                      </a:lvl2pPr>
                      <a:lvl3pPr marL="1143000" indent="-228600" eaLnBrk="0" hangingPunct="0">
                        <a:spcBef>
                          <a:spcPct val="20000"/>
                        </a:spcBef>
                        <a:buFont typeface="Gungsuh" pitchFamily="18" charset="-127"/>
                        <a:defRPr sz="1600"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sz="1400">
                          <a:solidFill>
                            <a:schemeClr val="tx1"/>
                          </a:solidFill>
                          <a:latin typeface="Arial" panose="020B0604020202020204" pitchFamily="34" charset="0"/>
                          <a:ea typeface="黑体" panose="02010609060101010101" charset="-122"/>
                        </a:defRPr>
                      </a:lvl4pPr>
                      <a:lvl5pPr marL="2057400" indent="-228600" eaLnBrk="0" hangingPunct="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 typeface="Wingdings" panose="05000000000000000000" pitchFamily="2" charset="2"/>
                        <a:buNone/>
                      </a:pPr>
                      <a:r>
                        <a:rPr kumimoji="0" lang="en-US" altLang="zh-CN" sz="1600" b="1" i="0" u="none" strike="noStrike" cap="none" normalizeH="0" baseline="0">
                          <a:ln>
                            <a:noFill/>
                          </a:ln>
                          <a:solidFill>
                            <a:schemeClr val="tx1"/>
                          </a:solidFill>
                          <a:effectLst/>
                          <a:latin typeface="CourierPS" pitchFamily="49" charset="0"/>
                          <a:ea typeface="宋体" panose="02010600030101010101" pitchFamily="2" charset="-122"/>
                        </a:rPr>
                        <a:t>44</a:t>
                      </a:r>
                      <a:endParaRPr kumimoji="0" lang="en-US" altLang="zh-CN" sz="1600" b="1" i="0" u="none" strike="noStrike" cap="none" normalizeH="0" baseline="0">
                        <a:ln>
                          <a:noFill/>
                        </a:ln>
                        <a:solidFill>
                          <a:schemeClr val="tx1"/>
                        </a:solidFill>
                        <a:effectLst/>
                        <a:latin typeface="CourierPS" pitchFamily="49" charset="0"/>
                        <a:ea typeface="宋体" panose="02010600030101010101" pitchFamily="2" charset="-122"/>
                      </a:endParaRPr>
                    </a:p>
                  </a:txBody>
                  <a:tcPr marL="0" marR="0" marT="0" marB="0" anchor="b" anchorCtr="1" horzOverflow="overflow">
                    <a:lnL w="12700" cap="flat" cmpd="sng" algn="ctr">
                      <a:solidFill>
                        <a:schemeClr val="tx1"/>
                      </a:solidFill>
                      <a:prstDash val="solid"/>
                      <a:round/>
                      <a:headEnd type="none" w="med" len="med"/>
                      <a:tailEnd type="none" w="med" len="med"/>
                    </a:lnL>
                    <a:lnR>
                      <a:noFill/>
                    </a:lnR>
                    <a:lnT>
                      <a:noFill/>
                    </a:lnT>
                    <a:lnB>
                      <a:noFill/>
                    </a:lnB>
                    <a:lnTlToBr>
                      <a:noFill/>
                    </a:lnTlToBr>
                    <a:lnBlToTr>
                      <a:noFill/>
                    </a:lnBlToTr>
                    <a:noFill/>
                  </a:tcPr>
                </a:tc>
                <a:tc>
                  <a:txBody>
                    <a:bodyPr/>
                    <a:lstStyle>
                      <a:lvl1pPr eaLnBrk="0" hangingPunct="0">
                        <a:spcBef>
                          <a:spcPct val="20000"/>
                        </a:spcBef>
                        <a:buFont typeface="Wingdings" panose="05000000000000000000" pitchFamily="2" charset="2"/>
                        <a:defRPr sz="2000" b="1">
                          <a:solidFill>
                            <a:schemeClr val="tx1"/>
                          </a:solidFill>
                          <a:latin typeface="Arial" panose="020B0604020202020204" pitchFamily="34" charset="0"/>
                          <a:ea typeface="黑体" panose="02010609060101010101" charset="-122"/>
                        </a:defRPr>
                      </a:lvl1pPr>
                      <a:lvl2pPr marL="742950" indent="-285750" eaLnBrk="0" hangingPunct="0">
                        <a:spcBef>
                          <a:spcPct val="20000"/>
                        </a:spcBef>
                        <a:buFont typeface="Wingdings" panose="05000000000000000000" pitchFamily="2" charset="2"/>
                        <a:defRPr b="1">
                          <a:solidFill>
                            <a:schemeClr val="tx1"/>
                          </a:solidFill>
                          <a:latin typeface="Arial" panose="020B0604020202020204" pitchFamily="34" charset="0"/>
                          <a:ea typeface="楷体_GB2312" pitchFamily="49" charset="-122"/>
                        </a:defRPr>
                      </a:lvl2pPr>
                      <a:lvl3pPr marL="1143000" indent="-228600" eaLnBrk="0" hangingPunct="0">
                        <a:spcBef>
                          <a:spcPct val="20000"/>
                        </a:spcBef>
                        <a:buFont typeface="Gungsuh" pitchFamily="18" charset="-127"/>
                        <a:defRPr sz="1600"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sz="1400">
                          <a:solidFill>
                            <a:schemeClr val="tx1"/>
                          </a:solidFill>
                          <a:latin typeface="Arial" panose="020B0604020202020204" pitchFamily="34" charset="0"/>
                          <a:ea typeface="黑体" panose="02010609060101010101" charset="-122"/>
                        </a:defRPr>
                      </a:lvl4pPr>
                      <a:lvl5pPr marL="2057400" indent="-228600" eaLnBrk="0" hangingPunct="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 typeface="Wingdings" panose="05000000000000000000" pitchFamily="2" charset="2"/>
                        <a:buNone/>
                      </a:pPr>
                      <a:r>
                        <a:rPr kumimoji="0" lang="en-US" altLang="zh-CN" sz="1600" b="1" i="0" u="none" strike="noStrike" cap="none" normalizeH="0" baseline="0">
                          <a:ln>
                            <a:noFill/>
                          </a:ln>
                          <a:solidFill>
                            <a:schemeClr val="accent2"/>
                          </a:solidFill>
                          <a:effectLst/>
                          <a:latin typeface="CourierPS" pitchFamily="49" charset="0"/>
                          <a:ea typeface="宋体" panose="02010600030101010101" pitchFamily="2" charset="-122"/>
                        </a:rPr>
                        <a:t>D</a:t>
                      </a:r>
                      <a:endParaRPr kumimoji="0" lang="en-US" altLang="zh-CN" sz="1600" b="1" i="0" u="none" strike="noStrike" cap="none" normalizeH="0" baseline="0">
                        <a:ln>
                          <a:noFill/>
                        </a:ln>
                        <a:solidFill>
                          <a:schemeClr val="accent2"/>
                        </a:solidFill>
                        <a:effectLst/>
                        <a:latin typeface="CourierPS" pitchFamily="49" charset="0"/>
                        <a:ea typeface="宋体" panose="02010600030101010101" pitchFamily="2" charset="-122"/>
                      </a:endParaRPr>
                    </a:p>
                  </a:txBody>
                  <a:tcPr marL="0" marR="0" marT="0" marB="0" anchor="b" anchorCtr="1" horzOverflow="overflow">
                    <a:lnL>
                      <a:noFill/>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lvl1pPr eaLnBrk="0" hangingPunct="0">
                        <a:spcBef>
                          <a:spcPct val="20000"/>
                        </a:spcBef>
                        <a:buFont typeface="Wingdings" panose="05000000000000000000" pitchFamily="2" charset="2"/>
                        <a:defRPr sz="2000" b="1">
                          <a:solidFill>
                            <a:schemeClr val="tx1"/>
                          </a:solidFill>
                          <a:latin typeface="Arial" panose="020B0604020202020204" pitchFamily="34" charset="0"/>
                          <a:ea typeface="黑体" panose="02010609060101010101" charset="-122"/>
                        </a:defRPr>
                      </a:lvl1pPr>
                      <a:lvl2pPr marL="742950" indent="-285750" eaLnBrk="0" hangingPunct="0">
                        <a:spcBef>
                          <a:spcPct val="20000"/>
                        </a:spcBef>
                        <a:buFont typeface="Wingdings" panose="05000000000000000000" pitchFamily="2" charset="2"/>
                        <a:defRPr b="1">
                          <a:solidFill>
                            <a:schemeClr val="tx1"/>
                          </a:solidFill>
                          <a:latin typeface="Arial" panose="020B0604020202020204" pitchFamily="34" charset="0"/>
                          <a:ea typeface="楷体_GB2312" pitchFamily="49" charset="-122"/>
                        </a:defRPr>
                      </a:lvl2pPr>
                      <a:lvl3pPr marL="1143000" indent="-228600" eaLnBrk="0" hangingPunct="0">
                        <a:spcBef>
                          <a:spcPct val="20000"/>
                        </a:spcBef>
                        <a:buFont typeface="Gungsuh" pitchFamily="18" charset="-127"/>
                        <a:defRPr sz="1600"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sz="1400">
                          <a:solidFill>
                            <a:schemeClr val="tx1"/>
                          </a:solidFill>
                          <a:latin typeface="Arial" panose="020B0604020202020204" pitchFamily="34" charset="0"/>
                          <a:ea typeface="黑体" panose="02010609060101010101" charset="-122"/>
                        </a:defRPr>
                      </a:lvl4pPr>
                      <a:lvl5pPr marL="2057400" indent="-228600" eaLnBrk="0" hangingPunct="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 typeface="Wingdings" panose="05000000000000000000" pitchFamily="2" charset="2"/>
                        <a:buNone/>
                      </a:pPr>
                      <a:r>
                        <a:rPr kumimoji="0" lang="en-US" altLang="zh-CN" sz="1600" b="1" i="0" u="none" strike="noStrike" cap="none" normalizeH="0" baseline="0">
                          <a:ln>
                            <a:noFill/>
                          </a:ln>
                          <a:solidFill>
                            <a:schemeClr val="tx1"/>
                          </a:solidFill>
                          <a:effectLst/>
                          <a:latin typeface="CourierPS" pitchFamily="49" charset="0"/>
                          <a:ea typeface="宋体" panose="02010600030101010101" pitchFamily="2" charset="-122"/>
                        </a:rPr>
                        <a:t>54</a:t>
                      </a:r>
                      <a:endParaRPr kumimoji="0" lang="en-US" altLang="zh-CN" sz="1600" b="1" i="0" u="none" strike="noStrike" cap="none" normalizeH="0" baseline="0">
                        <a:ln>
                          <a:noFill/>
                        </a:ln>
                        <a:solidFill>
                          <a:schemeClr val="tx1"/>
                        </a:solidFill>
                        <a:effectLst/>
                        <a:latin typeface="CourierPS" pitchFamily="49" charset="0"/>
                        <a:ea typeface="宋体" panose="02010600030101010101" pitchFamily="2" charset="-122"/>
                      </a:endParaRPr>
                    </a:p>
                  </a:txBody>
                  <a:tcPr marL="0" marR="0" marT="0" marB="0" anchor="b" anchorCtr="1" horzOverflow="overflow">
                    <a:lnL w="12700" cap="flat" cmpd="sng" algn="ctr">
                      <a:solidFill>
                        <a:schemeClr val="tx1"/>
                      </a:solidFill>
                      <a:prstDash val="solid"/>
                      <a:round/>
                      <a:headEnd type="none" w="med" len="med"/>
                      <a:tailEnd type="none" w="med" len="med"/>
                    </a:lnL>
                    <a:lnR>
                      <a:noFill/>
                    </a:lnR>
                    <a:lnT>
                      <a:noFill/>
                    </a:lnT>
                    <a:lnB>
                      <a:noFill/>
                    </a:lnB>
                    <a:lnTlToBr>
                      <a:noFill/>
                    </a:lnTlToBr>
                    <a:lnBlToTr>
                      <a:noFill/>
                    </a:lnBlToTr>
                    <a:noFill/>
                  </a:tcPr>
                </a:tc>
                <a:tc>
                  <a:txBody>
                    <a:bodyPr/>
                    <a:lstStyle>
                      <a:lvl1pPr eaLnBrk="0" hangingPunct="0">
                        <a:spcBef>
                          <a:spcPct val="20000"/>
                        </a:spcBef>
                        <a:buFont typeface="Wingdings" panose="05000000000000000000" pitchFamily="2" charset="2"/>
                        <a:defRPr sz="2000" b="1">
                          <a:solidFill>
                            <a:schemeClr val="tx1"/>
                          </a:solidFill>
                          <a:latin typeface="Arial" panose="020B0604020202020204" pitchFamily="34" charset="0"/>
                          <a:ea typeface="黑体" panose="02010609060101010101" charset="-122"/>
                        </a:defRPr>
                      </a:lvl1pPr>
                      <a:lvl2pPr marL="742950" indent="-285750" eaLnBrk="0" hangingPunct="0">
                        <a:spcBef>
                          <a:spcPct val="20000"/>
                        </a:spcBef>
                        <a:buFont typeface="Wingdings" panose="05000000000000000000" pitchFamily="2" charset="2"/>
                        <a:defRPr b="1">
                          <a:solidFill>
                            <a:schemeClr val="tx1"/>
                          </a:solidFill>
                          <a:latin typeface="Arial" panose="020B0604020202020204" pitchFamily="34" charset="0"/>
                          <a:ea typeface="楷体_GB2312" pitchFamily="49" charset="-122"/>
                        </a:defRPr>
                      </a:lvl2pPr>
                      <a:lvl3pPr marL="1143000" indent="-228600" eaLnBrk="0" hangingPunct="0">
                        <a:spcBef>
                          <a:spcPct val="20000"/>
                        </a:spcBef>
                        <a:buFont typeface="Gungsuh" pitchFamily="18" charset="-127"/>
                        <a:defRPr sz="1600"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sz="1400">
                          <a:solidFill>
                            <a:schemeClr val="tx1"/>
                          </a:solidFill>
                          <a:latin typeface="Arial" panose="020B0604020202020204" pitchFamily="34" charset="0"/>
                          <a:ea typeface="黑体" panose="02010609060101010101" charset="-122"/>
                        </a:defRPr>
                      </a:lvl4pPr>
                      <a:lvl5pPr marL="2057400" indent="-228600" eaLnBrk="0" hangingPunct="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 typeface="Wingdings" panose="05000000000000000000" pitchFamily="2" charset="2"/>
                        <a:buNone/>
                      </a:pPr>
                      <a:r>
                        <a:rPr kumimoji="0" lang="en-US" altLang="zh-CN" sz="1600" b="1" i="0" u="none" strike="noStrike" cap="none" normalizeH="0" baseline="0">
                          <a:ln>
                            <a:noFill/>
                          </a:ln>
                          <a:solidFill>
                            <a:schemeClr val="tx1"/>
                          </a:solidFill>
                          <a:effectLst/>
                          <a:latin typeface="CourierPS" pitchFamily="49" charset="0"/>
                          <a:ea typeface="宋体" panose="02010600030101010101" pitchFamily="2" charset="-122"/>
                        </a:rPr>
                        <a:t>T</a:t>
                      </a:r>
                      <a:endParaRPr kumimoji="0" lang="en-US" altLang="zh-CN" sz="1600" b="1" i="0" u="none" strike="noStrike" cap="none" normalizeH="0" baseline="0">
                        <a:ln>
                          <a:noFill/>
                        </a:ln>
                        <a:solidFill>
                          <a:schemeClr val="tx1"/>
                        </a:solidFill>
                        <a:effectLst/>
                        <a:latin typeface="CourierPS" pitchFamily="49" charset="0"/>
                        <a:ea typeface="宋体" panose="02010600030101010101" pitchFamily="2" charset="-122"/>
                      </a:endParaRPr>
                    </a:p>
                  </a:txBody>
                  <a:tcPr marL="0" marR="0" marT="0" marB="0" anchor="b" anchorCtr="1" horzOverflow="overflow">
                    <a:lnL>
                      <a:noFill/>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lvl1pPr eaLnBrk="0" hangingPunct="0">
                        <a:spcBef>
                          <a:spcPct val="20000"/>
                        </a:spcBef>
                        <a:buFont typeface="Wingdings" panose="05000000000000000000" pitchFamily="2" charset="2"/>
                        <a:defRPr sz="2000" b="1">
                          <a:solidFill>
                            <a:schemeClr val="tx1"/>
                          </a:solidFill>
                          <a:latin typeface="Arial" panose="020B0604020202020204" pitchFamily="34" charset="0"/>
                          <a:ea typeface="黑体" panose="02010609060101010101" charset="-122"/>
                        </a:defRPr>
                      </a:lvl1pPr>
                      <a:lvl2pPr marL="742950" indent="-285750" eaLnBrk="0" hangingPunct="0">
                        <a:spcBef>
                          <a:spcPct val="20000"/>
                        </a:spcBef>
                        <a:buFont typeface="Wingdings" panose="05000000000000000000" pitchFamily="2" charset="2"/>
                        <a:defRPr b="1">
                          <a:solidFill>
                            <a:schemeClr val="tx1"/>
                          </a:solidFill>
                          <a:latin typeface="Arial" panose="020B0604020202020204" pitchFamily="34" charset="0"/>
                          <a:ea typeface="楷体_GB2312" pitchFamily="49" charset="-122"/>
                        </a:defRPr>
                      </a:lvl2pPr>
                      <a:lvl3pPr marL="1143000" indent="-228600" eaLnBrk="0" hangingPunct="0">
                        <a:spcBef>
                          <a:spcPct val="20000"/>
                        </a:spcBef>
                        <a:buFont typeface="Gungsuh" pitchFamily="18" charset="-127"/>
                        <a:defRPr sz="1600"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sz="1400">
                          <a:solidFill>
                            <a:schemeClr val="tx1"/>
                          </a:solidFill>
                          <a:latin typeface="Arial" panose="020B0604020202020204" pitchFamily="34" charset="0"/>
                          <a:ea typeface="黑体" panose="02010609060101010101" charset="-122"/>
                        </a:defRPr>
                      </a:lvl4pPr>
                      <a:lvl5pPr marL="2057400" indent="-228600" eaLnBrk="0" hangingPunct="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 typeface="Wingdings" panose="05000000000000000000" pitchFamily="2" charset="2"/>
                        <a:buNone/>
                      </a:pPr>
                      <a:r>
                        <a:rPr kumimoji="0" lang="en-US" altLang="zh-CN" sz="1600" b="1" i="0" u="none" strike="noStrike" cap="none" normalizeH="0" baseline="0">
                          <a:ln>
                            <a:noFill/>
                          </a:ln>
                          <a:solidFill>
                            <a:schemeClr val="tx1"/>
                          </a:solidFill>
                          <a:effectLst/>
                          <a:latin typeface="CourierPS" pitchFamily="49" charset="0"/>
                          <a:ea typeface="宋体" panose="02010600030101010101" pitchFamily="2" charset="-122"/>
                        </a:rPr>
                        <a:t>64</a:t>
                      </a:r>
                      <a:endParaRPr kumimoji="0" lang="en-US" altLang="zh-CN" sz="1600" b="1" i="0" u="none" strike="noStrike" cap="none" normalizeH="0" baseline="0">
                        <a:ln>
                          <a:noFill/>
                        </a:ln>
                        <a:solidFill>
                          <a:schemeClr val="tx1"/>
                        </a:solidFill>
                        <a:effectLst/>
                        <a:latin typeface="CourierPS" pitchFamily="49" charset="0"/>
                        <a:ea typeface="宋体" panose="02010600030101010101" pitchFamily="2" charset="-122"/>
                      </a:endParaRPr>
                    </a:p>
                  </a:txBody>
                  <a:tcPr marL="0" marR="0" marT="0" marB="0" anchor="b" anchorCtr="1" horzOverflow="overflow">
                    <a:lnL w="12700" cap="flat" cmpd="sng" algn="ctr">
                      <a:solidFill>
                        <a:schemeClr val="tx1"/>
                      </a:solidFill>
                      <a:prstDash val="solid"/>
                      <a:round/>
                      <a:headEnd type="none" w="med" len="med"/>
                      <a:tailEnd type="none" w="med" len="med"/>
                    </a:lnL>
                    <a:lnR>
                      <a:noFill/>
                    </a:lnR>
                    <a:lnT>
                      <a:noFill/>
                    </a:lnT>
                    <a:lnB>
                      <a:noFill/>
                    </a:lnB>
                    <a:lnTlToBr>
                      <a:noFill/>
                    </a:lnTlToBr>
                    <a:lnBlToTr>
                      <a:noFill/>
                    </a:lnBlToTr>
                    <a:noFill/>
                  </a:tcPr>
                </a:tc>
                <a:tc>
                  <a:txBody>
                    <a:bodyPr/>
                    <a:lstStyle>
                      <a:lvl1pPr eaLnBrk="0" hangingPunct="0">
                        <a:spcBef>
                          <a:spcPct val="20000"/>
                        </a:spcBef>
                        <a:buFont typeface="Wingdings" panose="05000000000000000000" pitchFamily="2" charset="2"/>
                        <a:defRPr sz="2000" b="1">
                          <a:solidFill>
                            <a:schemeClr val="tx1"/>
                          </a:solidFill>
                          <a:latin typeface="Arial" panose="020B0604020202020204" pitchFamily="34" charset="0"/>
                          <a:ea typeface="黑体" panose="02010609060101010101" charset="-122"/>
                        </a:defRPr>
                      </a:lvl1pPr>
                      <a:lvl2pPr marL="742950" indent="-285750" eaLnBrk="0" hangingPunct="0">
                        <a:spcBef>
                          <a:spcPct val="20000"/>
                        </a:spcBef>
                        <a:buFont typeface="Wingdings" panose="05000000000000000000" pitchFamily="2" charset="2"/>
                        <a:defRPr b="1">
                          <a:solidFill>
                            <a:schemeClr val="tx1"/>
                          </a:solidFill>
                          <a:latin typeface="Arial" panose="020B0604020202020204" pitchFamily="34" charset="0"/>
                          <a:ea typeface="楷体_GB2312" pitchFamily="49" charset="-122"/>
                        </a:defRPr>
                      </a:lvl2pPr>
                      <a:lvl3pPr marL="1143000" indent="-228600" eaLnBrk="0" hangingPunct="0">
                        <a:spcBef>
                          <a:spcPct val="20000"/>
                        </a:spcBef>
                        <a:buFont typeface="Gungsuh" pitchFamily="18" charset="-127"/>
                        <a:defRPr sz="1600"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sz="1400">
                          <a:solidFill>
                            <a:schemeClr val="tx1"/>
                          </a:solidFill>
                          <a:latin typeface="Arial" panose="020B0604020202020204" pitchFamily="34" charset="0"/>
                          <a:ea typeface="黑体" panose="02010609060101010101" charset="-122"/>
                        </a:defRPr>
                      </a:lvl4pPr>
                      <a:lvl5pPr marL="2057400" indent="-228600" eaLnBrk="0" hangingPunct="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 typeface="Wingdings" panose="05000000000000000000" pitchFamily="2" charset="2"/>
                        <a:buNone/>
                      </a:pPr>
                      <a:r>
                        <a:rPr kumimoji="0" lang="en-US" altLang="zh-CN" sz="1600" b="1" i="0" u="none" strike="noStrike" cap="none" normalizeH="0" baseline="0">
                          <a:ln>
                            <a:noFill/>
                          </a:ln>
                          <a:solidFill>
                            <a:schemeClr val="accent2"/>
                          </a:solidFill>
                          <a:effectLst/>
                          <a:latin typeface="CourierPS" pitchFamily="49" charset="0"/>
                          <a:ea typeface="宋体" panose="02010600030101010101" pitchFamily="2" charset="-122"/>
                        </a:rPr>
                        <a:t>d</a:t>
                      </a:r>
                      <a:endParaRPr kumimoji="0" lang="en-US" altLang="zh-CN" sz="1600" b="1" i="0" u="none" strike="noStrike" cap="none" normalizeH="0" baseline="0">
                        <a:ln>
                          <a:noFill/>
                        </a:ln>
                        <a:solidFill>
                          <a:schemeClr val="accent2"/>
                        </a:solidFill>
                        <a:effectLst/>
                        <a:latin typeface="CourierPS" pitchFamily="49" charset="0"/>
                        <a:ea typeface="宋体" panose="02010600030101010101" pitchFamily="2" charset="-122"/>
                      </a:endParaRPr>
                    </a:p>
                  </a:txBody>
                  <a:tcPr marL="0" marR="0" marT="0" marB="0" anchor="b" anchorCtr="1" horzOverflow="overflow">
                    <a:lnL>
                      <a:noFill/>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lvl1pPr eaLnBrk="0" hangingPunct="0">
                        <a:spcBef>
                          <a:spcPct val="20000"/>
                        </a:spcBef>
                        <a:buFont typeface="Wingdings" panose="05000000000000000000" pitchFamily="2" charset="2"/>
                        <a:defRPr sz="2000" b="1">
                          <a:solidFill>
                            <a:schemeClr val="tx1"/>
                          </a:solidFill>
                          <a:latin typeface="Arial" panose="020B0604020202020204" pitchFamily="34" charset="0"/>
                          <a:ea typeface="黑体" panose="02010609060101010101" charset="-122"/>
                        </a:defRPr>
                      </a:lvl1pPr>
                      <a:lvl2pPr marL="742950" indent="-285750" eaLnBrk="0" hangingPunct="0">
                        <a:spcBef>
                          <a:spcPct val="20000"/>
                        </a:spcBef>
                        <a:buFont typeface="Wingdings" panose="05000000000000000000" pitchFamily="2" charset="2"/>
                        <a:defRPr b="1">
                          <a:solidFill>
                            <a:schemeClr val="tx1"/>
                          </a:solidFill>
                          <a:latin typeface="Arial" panose="020B0604020202020204" pitchFamily="34" charset="0"/>
                          <a:ea typeface="楷体_GB2312" pitchFamily="49" charset="-122"/>
                        </a:defRPr>
                      </a:lvl2pPr>
                      <a:lvl3pPr marL="1143000" indent="-228600" eaLnBrk="0" hangingPunct="0">
                        <a:spcBef>
                          <a:spcPct val="20000"/>
                        </a:spcBef>
                        <a:buFont typeface="Gungsuh" pitchFamily="18" charset="-127"/>
                        <a:defRPr sz="1600"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sz="1400">
                          <a:solidFill>
                            <a:schemeClr val="tx1"/>
                          </a:solidFill>
                          <a:latin typeface="Arial" panose="020B0604020202020204" pitchFamily="34" charset="0"/>
                          <a:ea typeface="黑体" panose="02010609060101010101" charset="-122"/>
                        </a:defRPr>
                      </a:lvl4pPr>
                      <a:lvl5pPr marL="2057400" indent="-228600" eaLnBrk="0" hangingPunct="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 typeface="Wingdings" panose="05000000000000000000" pitchFamily="2" charset="2"/>
                        <a:buNone/>
                      </a:pPr>
                      <a:r>
                        <a:rPr kumimoji="0" lang="en-US" altLang="zh-CN" sz="1600" b="1" i="0" u="none" strike="noStrike" cap="none" normalizeH="0" baseline="0">
                          <a:ln>
                            <a:noFill/>
                          </a:ln>
                          <a:solidFill>
                            <a:schemeClr val="tx1"/>
                          </a:solidFill>
                          <a:effectLst/>
                          <a:latin typeface="CourierPS" pitchFamily="49" charset="0"/>
                          <a:ea typeface="宋体" panose="02010600030101010101" pitchFamily="2" charset="-122"/>
                        </a:rPr>
                        <a:t>74</a:t>
                      </a:r>
                      <a:endParaRPr kumimoji="0" lang="en-US" altLang="zh-CN" sz="1600" b="1" i="0" u="none" strike="noStrike" cap="none" normalizeH="0" baseline="0">
                        <a:ln>
                          <a:noFill/>
                        </a:ln>
                        <a:solidFill>
                          <a:schemeClr val="tx1"/>
                        </a:solidFill>
                        <a:effectLst/>
                        <a:latin typeface="CourierPS" pitchFamily="49" charset="0"/>
                        <a:ea typeface="宋体" panose="02010600030101010101" pitchFamily="2" charset="-122"/>
                      </a:endParaRPr>
                    </a:p>
                  </a:txBody>
                  <a:tcPr marL="0" marR="0" marT="0" marB="0" anchor="b" anchorCtr="1" horzOverflow="overflow">
                    <a:lnL w="12700" cap="flat" cmpd="sng" algn="ctr">
                      <a:solidFill>
                        <a:schemeClr val="tx1"/>
                      </a:solidFill>
                      <a:prstDash val="solid"/>
                      <a:round/>
                      <a:headEnd type="none" w="med" len="med"/>
                      <a:tailEnd type="none" w="med" len="med"/>
                    </a:lnL>
                    <a:lnR>
                      <a:noFill/>
                    </a:lnR>
                    <a:lnT>
                      <a:noFill/>
                    </a:lnT>
                    <a:lnB>
                      <a:noFill/>
                    </a:lnB>
                    <a:lnTlToBr>
                      <a:noFill/>
                    </a:lnTlToBr>
                    <a:lnBlToTr>
                      <a:noFill/>
                    </a:lnBlToTr>
                    <a:noFill/>
                  </a:tcPr>
                </a:tc>
                <a:tc>
                  <a:txBody>
                    <a:bodyPr/>
                    <a:lstStyle>
                      <a:lvl1pPr eaLnBrk="0" hangingPunct="0">
                        <a:spcBef>
                          <a:spcPct val="20000"/>
                        </a:spcBef>
                        <a:buFont typeface="Wingdings" panose="05000000000000000000" pitchFamily="2" charset="2"/>
                        <a:defRPr sz="2000" b="1">
                          <a:solidFill>
                            <a:schemeClr val="tx1"/>
                          </a:solidFill>
                          <a:latin typeface="Arial" panose="020B0604020202020204" pitchFamily="34" charset="0"/>
                          <a:ea typeface="黑体" panose="02010609060101010101" charset="-122"/>
                        </a:defRPr>
                      </a:lvl1pPr>
                      <a:lvl2pPr marL="742950" indent="-285750" eaLnBrk="0" hangingPunct="0">
                        <a:spcBef>
                          <a:spcPct val="20000"/>
                        </a:spcBef>
                        <a:buFont typeface="Wingdings" panose="05000000000000000000" pitchFamily="2" charset="2"/>
                        <a:defRPr b="1">
                          <a:solidFill>
                            <a:schemeClr val="tx1"/>
                          </a:solidFill>
                          <a:latin typeface="Arial" panose="020B0604020202020204" pitchFamily="34" charset="0"/>
                          <a:ea typeface="楷体_GB2312" pitchFamily="49" charset="-122"/>
                        </a:defRPr>
                      </a:lvl2pPr>
                      <a:lvl3pPr marL="1143000" indent="-228600" eaLnBrk="0" hangingPunct="0">
                        <a:spcBef>
                          <a:spcPct val="20000"/>
                        </a:spcBef>
                        <a:buFont typeface="Gungsuh" pitchFamily="18" charset="-127"/>
                        <a:defRPr sz="1600"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sz="1400">
                          <a:solidFill>
                            <a:schemeClr val="tx1"/>
                          </a:solidFill>
                          <a:latin typeface="Arial" panose="020B0604020202020204" pitchFamily="34" charset="0"/>
                          <a:ea typeface="黑体" panose="02010609060101010101" charset="-122"/>
                        </a:defRPr>
                      </a:lvl4pPr>
                      <a:lvl5pPr marL="2057400" indent="-228600" eaLnBrk="0" hangingPunct="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 typeface="Wingdings" panose="05000000000000000000" pitchFamily="2" charset="2"/>
                        <a:buNone/>
                      </a:pPr>
                      <a:r>
                        <a:rPr kumimoji="0" lang="en-US" altLang="zh-CN" sz="1600" b="1" i="0" u="none" strike="noStrike" cap="none" normalizeH="0" baseline="0">
                          <a:ln>
                            <a:noFill/>
                          </a:ln>
                          <a:solidFill>
                            <a:schemeClr val="accent2"/>
                          </a:solidFill>
                          <a:effectLst/>
                          <a:latin typeface="CourierPS" pitchFamily="49" charset="0"/>
                          <a:ea typeface="宋体" panose="02010600030101010101" pitchFamily="2" charset="-122"/>
                        </a:rPr>
                        <a:t>t</a:t>
                      </a:r>
                      <a:endParaRPr kumimoji="0" lang="en-US" altLang="zh-CN" sz="1600" b="1" i="0" u="none" strike="noStrike" cap="none" normalizeH="0" baseline="0">
                        <a:ln>
                          <a:noFill/>
                        </a:ln>
                        <a:solidFill>
                          <a:schemeClr val="accent2"/>
                        </a:solidFill>
                        <a:effectLst/>
                        <a:latin typeface="CourierPS" pitchFamily="49" charset="0"/>
                        <a:ea typeface="宋体" panose="02010600030101010101" pitchFamily="2" charset="-122"/>
                      </a:endParaRPr>
                    </a:p>
                  </a:txBody>
                  <a:tcPr marL="0" marR="0" marT="0" marB="0" anchor="b" anchorCtr="1" horzOverflow="overflow">
                    <a:lnL>
                      <a:noFill/>
                    </a:lnL>
                    <a:lnR>
                      <a:noFill/>
                    </a:lnR>
                    <a:lnT>
                      <a:noFill/>
                    </a:lnT>
                    <a:lnB>
                      <a:noFill/>
                    </a:lnB>
                    <a:lnTlToBr>
                      <a:noFill/>
                    </a:lnTlToBr>
                    <a:lnBlToTr>
                      <a:noFill/>
                    </a:lnBlToTr>
                    <a:noFill/>
                  </a:tcPr>
                </a:tc>
              </a:tr>
              <a:tr h="254000">
                <a:tc>
                  <a:txBody>
                    <a:bodyPr/>
                    <a:lstStyle>
                      <a:lvl1pPr eaLnBrk="0" hangingPunct="0">
                        <a:spcBef>
                          <a:spcPct val="20000"/>
                        </a:spcBef>
                        <a:buFont typeface="Wingdings" panose="05000000000000000000" pitchFamily="2" charset="2"/>
                        <a:defRPr sz="2000" b="1">
                          <a:solidFill>
                            <a:schemeClr val="tx1"/>
                          </a:solidFill>
                          <a:latin typeface="Arial" panose="020B0604020202020204" pitchFamily="34" charset="0"/>
                          <a:ea typeface="黑体" panose="02010609060101010101" charset="-122"/>
                        </a:defRPr>
                      </a:lvl1pPr>
                      <a:lvl2pPr marL="742950" indent="-285750" eaLnBrk="0" hangingPunct="0">
                        <a:spcBef>
                          <a:spcPct val="20000"/>
                        </a:spcBef>
                        <a:buFont typeface="Wingdings" panose="05000000000000000000" pitchFamily="2" charset="2"/>
                        <a:defRPr b="1">
                          <a:solidFill>
                            <a:schemeClr val="tx1"/>
                          </a:solidFill>
                          <a:latin typeface="Arial" panose="020B0604020202020204" pitchFamily="34" charset="0"/>
                          <a:ea typeface="楷体_GB2312" pitchFamily="49" charset="-122"/>
                        </a:defRPr>
                      </a:lvl2pPr>
                      <a:lvl3pPr marL="1143000" indent="-228600" eaLnBrk="0" hangingPunct="0">
                        <a:spcBef>
                          <a:spcPct val="20000"/>
                        </a:spcBef>
                        <a:buFont typeface="Gungsuh" pitchFamily="18" charset="-127"/>
                        <a:defRPr sz="1600"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sz="1400">
                          <a:solidFill>
                            <a:schemeClr val="tx1"/>
                          </a:solidFill>
                          <a:latin typeface="Arial" panose="020B0604020202020204" pitchFamily="34" charset="0"/>
                          <a:ea typeface="黑体" panose="02010609060101010101" charset="-122"/>
                        </a:defRPr>
                      </a:lvl4pPr>
                      <a:lvl5pPr marL="2057400" indent="-228600" eaLnBrk="0" hangingPunct="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 typeface="Wingdings" panose="05000000000000000000" pitchFamily="2" charset="2"/>
                        <a:buNone/>
                      </a:pPr>
                      <a:r>
                        <a:rPr kumimoji="0" lang="en-US" altLang="zh-CN" sz="1600" b="1" i="0" u="none" strike="noStrike" cap="none" normalizeH="0" baseline="0">
                          <a:ln>
                            <a:noFill/>
                          </a:ln>
                          <a:solidFill>
                            <a:schemeClr val="tx1"/>
                          </a:solidFill>
                          <a:effectLst/>
                          <a:latin typeface="CourierPS" pitchFamily="49" charset="0"/>
                          <a:ea typeface="宋体" panose="02010600030101010101" pitchFamily="2" charset="-122"/>
                        </a:rPr>
                        <a:t>05</a:t>
                      </a:r>
                      <a:endParaRPr kumimoji="0" lang="en-US" altLang="zh-CN" sz="1600" b="1" i="0" u="none" strike="noStrike" cap="none" normalizeH="0" baseline="0">
                        <a:ln>
                          <a:noFill/>
                        </a:ln>
                        <a:solidFill>
                          <a:schemeClr val="tx1"/>
                        </a:solidFill>
                        <a:effectLst/>
                        <a:latin typeface="CourierPS" pitchFamily="49" charset="0"/>
                        <a:ea typeface="宋体" panose="02010600030101010101" pitchFamily="2" charset="-122"/>
                      </a:endParaRPr>
                    </a:p>
                  </a:txBody>
                  <a:tcPr marL="0" marR="0" marT="0" marB="0" anchor="b" anchorCtr="1" horzOverflow="overflow">
                    <a:lnL>
                      <a:noFill/>
                    </a:lnL>
                    <a:lnR>
                      <a:noFill/>
                    </a:lnR>
                    <a:lnT>
                      <a:noFill/>
                    </a:lnT>
                    <a:lnB>
                      <a:noFill/>
                    </a:lnB>
                    <a:lnTlToBr>
                      <a:noFill/>
                    </a:lnTlToBr>
                    <a:lnBlToTr>
                      <a:noFill/>
                    </a:lnBlToTr>
                    <a:noFill/>
                  </a:tcPr>
                </a:tc>
                <a:tc>
                  <a:txBody>
                    <a:bodyPr/>
                    <a:lstStyle>
                      <a:lvl1pPr eaLnBrk="0" hangingPunct="0">
                        <a:spcBef>
                          <a:spcPct val="20000"/>
                        </a:spcBef>
                        <a:buFont typeface="Wingdings" panose="05000000000000000000" pitchFamily="2" charset="2"/>
                        <a:defRPr sz="2000" b="1">
                          <a:solidFill>
                            <a:schemeClr val="tx1"/>
                          </a:solidFill>
                          <a:latin typeface="Arial" panose="020B0604020202020204" pitchFamily="34" charset="0"/>
                          <a:ea typeface="黑体" panose="02010609060101010101" charset="-122"/>
                        </a:defRPr>
                      </a:lvl1pPr>
                      <a:lvl2pPr marL="742950" indent="-285750" eaLnBrk="0" hangingPunct="0">
                        <a:spcBef>
                          <a:spcPct val="20000"/>
                        </a:spcBef>
                        <a:buFont typeface="Wingdings" panose="05000000000000000000" pitchFamily="2" charset="2"/>
                        <a:defRPr b="1">
                          <a:solidFill>
                            <a:schemeClr val="tx1"/>
                          </a:solidFill>
                          <a:latin typeface="Arial" panose="020B0604020202020204" pitchFamily="34" charset="0"/>
                          <a:ea typeface="楷体_GB2312" pitchFamily="49" charset="-122"/>
                        </a:defRPr>
                      </a:lvl2pPr>
                      <a:lvl3pPr marL="1143000" indent="-228600" eaLnBrk="0" hangingPunct="0">
                        <a:spcBef>
                          <a:spcPct val="20000"/>
                        </a:spcBef>
                        <a:buFont typeface="Gungsuh" pitchFamily="18" charset="-127"/>
                        <a:defRPr sz="1600"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sz="1400">
                          <a:solidFill>
                            <a:schemeClr val="tx1"/>
                          </a:solidFill>
                          <a:latin typeface="Arial" panose="020B0604020202020204" pitchFamily="34" charset="0"/>
                          <a:ea typeface="黑体" panose="02010609060101010101" charset="-122"/>
                        </a:defRPr>
                      </a:lvl4pPr>
                      <a:lvl5pPr marL="2057400" indent="-228600" eaLnBrk="0" hangingPunct="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 typeface="Wingdings" panose="05000000000000000000" pitchFamily="2" charset="2"/>
                        <a:buNone/>
                      </a:pPr>
                      <a:r>
                        <a:rPr kumimoji="0" lang="en-US" altLang="zh-CN" sz="1600" b="1" i="0" u="none" strike="noStrike" cap="none" normalizeH="0" baseline="0">
                          <a:ln>
                            <a:noFill/>
                          </a:ln>
                          <a:solidFill>
                            <a:schemeClr val="accent2"/>
                          </a:solidFill>
                          <a:effectLst/>
                          <a:latin typeface="CourierPS" pitchFamily="49" charset="0"/>
                          <a:ea typeface="宋体" panose="02010600030101010101" pitchFamily="2" charset="-122"/>
                        </a:rPr>
                        <a:t>enq</a:t>
                      </a:r>
                      <a:endParaRPr kumimoji="0" lang="en-US" altLang="zh-CN" sz="1600" b="1" i="0" u="none" strike="noStrike" cap="none" normalizeH="0" baseline="0">
                        <a:ln>
                          <a:noFill/>
                        </a:ln>
                        <a:solidFill>
                          <a:schemeClr val="accent2"/>
                        </a:solidFill>
                        <a:effectLst/>
                        <a:latin typeface="CourierPS" pitchFamily="49" charset="0"/>
                        <a:ea typeface="宋体" panose="02010600030101010101" pitchFamily="2" charset="-122"/>
                      </a:endParaRPr>
                    </a:p>
                  </a:txBody>
                  <a:tcPr marL="0" marR="0" marT="0" marB="0" anchor="b" anchorCtr="1" horzOverflow="overflow">
                    <a:lnL>
                      <a:noFill/>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lvl1pPr eaLnBrk="0" hangingPunct="0">
                        <a:spcBef>
                          <a:spcPct val="20000"/>
                        </a:spcBef>
                        <a:buFont typeface="Wingdings" panose="05000000000000000000" pitchFamily="2" charset="2"/>
                        <a:defRPr sz="2000" b="1">
                          <a:solidFill>
                            <a:schemeClr val="tx1"/>
                          </a:solidFill>
                          <a:latin typeface="Arial" panose="020B0604020202020204" pitchFamily="34" charset="0"/>
                          <a:ea typeface="黑体" panose="02010609060101010101" charset="-122"/>
                        </a:defRPr>
                      </a:lvl1pPr>
                      <a:lvl2pPr marL="742950" indent="-285750" eaLnBrk="0" hangingPunct="0">
                        <a:spcBef>
                          <a:spcPct val="20000"/>
                        </a:spcBef>
                        <a:buFont typeface="Wingdings" panose="05000000000000000000" pitchFamily="2" charset="2"/>
                        <a:defRPr b="1">
                          <a:solidFill>
                            <a:schemeClr val="tx1"/>
                          </a:solidFill>
                          <a:latin typeface="Arial" panose="020B0604020202020204" pitchFamily="34" charset="0"/>
                          <a:ea typeface="楷体_GB2312" pitchFamily="49" charset="-122"/>
                        </a:defRPr>
                      </a:lvl2pPr>
                      <a:lvl3pPr marL="1143000" indent="-228600" eaLnBrk="0" hangingPunct="0">
                        <a:spcBef>
                          <a:spcPct val="20000"/>
                        </a:spcBef>
                        <a:buFont typeface="Gungsuh" pitchFamily="18" charset="-127"/>
                        <a:defRPr sz="1600"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sz="1400">
                          <a:solidFill>
                            <a:schemeClr val="tx1"/>
                          </a:solidFill>
                          <a:latin typeface="Arial" panose="020B0604020202020204" pitchFamily="34" charset="0"/>
                          <a:ea typeface="黑体" panose="02010609060101010101" charset="-122"/>
                        </a:defRPr>
                      </a:lvl4pPr>
                      <a:lvl5pPr marL="2057400" indent="-228600" eaLnBrk="0" hangingPunct="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 typeface="Wingdings" panose="05000000000000000000" pitchFamily="2" charset="2"/>
                        <a:buNone/>
                      </a:pPr>
                      <a:r>
                        <a:rPr kumimoji="0" lang="en-US" altLang="zh-CN" sz="1600" b="1" i="0" u="none" strike="noStrike" cap="none" normalizeH="0" baseline="0">
                          <a:ln>
                            <a:noFill/>
                          </a:ln>
                          <a:solidFill>
                            <a:schemeClr val="tx1"/>
                          </a:solidFill>
                          <a:effectLst/>
                          <a:latin typeface="CourierPS" pitchFamily="49" charset="0"/>
                          <a:ea typeface="宋体" panose="02010600030101010101" pitchFamily="2" charset="-122"/>
                        </a:rPr>
                        <a:t>15</a:t>
                      </a:r>
                      <a:endParaRPr kumimoji="0" lang="en-US" altLang="zh-CN" sz="1600" b="1" i="0" u="none" strike="noStrike" cap="none" normalizeH="0" baseline="0">
                        <a:ln>
                          <a:noFill/>
                        </a:ln>
                        <a:solidFill>
                          <a:schemeClr val="tx1"/>
                        </a:solidFill>
                        <a:effectLst/>
                        <a:latin typeface="CourierPS" pitchFamily="49" charset="0"/>
                        <a:ea typeface="宋体" panose="02010600030101010101" pitchFamily="2" charset="-122"/>
                      </a:endParaRPr>
                    </a:p>
                  </a:txBody>
                  <a:tcPr marL="0" marR="0" marT="0" marB="0" anchor="b" anchorCtr="1" horzOverflow="overflow">
                    <a:lnL w="12700" cap="flat" cmpd="sng" algn="ctr">
                      <a:solidFill>
                        <a:schemeClr val="tx1"/>
                      </a:solidFill>
                      <a:prstDash val="solid"/>
                      <a:round/>
                      <a:headEnd type="none" w="med" len="med"/>
                      <a:tailEnd type="none" w="med" len="med"/>
                    </a:lnL>
                    <a:lnR>
                      <a:noFill/>
                    </a:lnR>
                    <a:lnT>
                      <a:noFill/>
                    </a:lnT>
                    <a:lnB>
                      <a:noFill/>
                    </a:lnB>
                    <a:lnTlToBr>
                      <a:noFill/>
                    </a:lnTlToBr>
                    <a:lnBlToTr>
                      <a:noFill/>
                    </a:lnBlToTr>
                    <a:noFill/>
                  </a:tcPr>
                </a:tc>
                <a:tc>
                  <a:txBody>
                    <a:bodyPr/>
                    <a:lstStyle>
                      <a:lvl1pPr eaLnBrk="0" hangingPunct="0">
                        <a:spcBef>
                          <a:spcPct val="20000"/>
                        </a:spcBef>
                        <a:buFont typeface="Wingdings" panose="05000000000000000000" pitchFamily="2" charset="2"/>
                        <a:defRPr sz="2000" b="1">
                          <a:solidFill>
                            <a:schemeClr val="tx1"/>
                          </a:solidFill>
                          <a:latin typeface="Arial" panose="020B0604020202020204" pitchFamily="34" charset="0"/>
                          <a:ea typeface="黑体" panose="02010609060101010101" charset="-122"/>
                        </a:defRPr>
                      </a:lvl1pPr>
                      <a:lvl2pPr marL="742950" indent="-285750" eaLnBrk="0" hangingPunct="0">
                        <a:spcBef>
                          <a:spcPct val="20000"/>
                        </a:spcBef>
                        <a:buFont typeface="Wingdings" panose="05000000000000000000" pitchFamily="2" charset="2"/>
                        <a:defRPr b="1">
                          <a:solidFill>
                            <a:schemeClr val="tx1"/>
                          </a:solidFill>
                          <a:latin typeface="Arial" panose="020B0604020202020204" pitchFamily="34" charset="0"/>
                          <a:ea typeface="楷体_GB2312" pitchFamily="49" charset="-122"/>
                        </a:defRPr>
                      </a:lvl2pPr>
                      <a:lvl3pPr marL="1143000" indent="-228600" eaLnBrk="0" hangingPunct="0">
                        <a:spcBef>
                          <a:spcPct val="20000"/>
                        </a:spcBef>
                        <a:buFont typeface="Gungsuh" pitchFamily="18" charset="-127"/>
                        <a:defRPr sz="1600"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sz="1400">
                          <a:solidFill>
                            <a:schemeClr val="tx1"/>
                          </a:solidFill>
                          <a:latin typeface="Arial" panose="020B0604020202020204" pitchFamily="34" charset="0"/>
                          <a:ea typeface="黑体" panose="02010609060101010101" charset="-122"/>
                        </a:defRPr>
                      </a:lvl4pPr>
                      <a:lvl5pPr marL="2057400" indent="-228600" eaLnBrk="0" hangingPunct="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 typeface="Wingdings" panose="05000000000000000000" pitchFamily="2" charset="2"/>
                        <a:buNone/>
                      </a:pPr>
                      <a:r>
                        <a:rPr kumimoji="0" lang="en-US" altLang="zh-CN" sz="1600" b="1" i="0" u="none" strike="noStrike" cap="none" normalizeH="0" baseline="0">
                          <a:ln>
                            <a:noFill/>
                          </a:ln>
                          <a:solidFill>
                            <a:schemeClr val="accent2"/>
                          </a:solidFill>
                          <a:effectLst/>
                          <a:latin typeface="CourierPS" pitchFamily="49" charset="0"/>
                          <a:ea typeface="宋体" panose="02010600030101010101" pitchFamily="2" charset="-122"/>
                        </a:rPr>
                        <a:t>nak</a:t>
                      </a:r>
                      <a:endParaRPr kumimoji="0" lang="en-US" altLang="zh-CN" sz="1600" b="1" i="0" u="none" strike="noStrike" cap="none" normalizeH="0" baseline="0">
                        <a:ln>
                          <a:noFill/>
                        </a:ln>
                        <a:solidFill>
                          <a:schemeClr val="accent2"/>
                        </a:solidFill>
                        <a:effectLst/>
                        <a:latin typeface="CourierPS" pitchFamily="49" charset="0"/>
                        <a:ea typeface="宋体" panose="02010600030101010101" pitchFamily="2" charset="-122"/>
                      </a:endParaRPr>
                    </a:p>
                  </a:txBody>
                  <a:tcPr marL="0" marR="0" marT="0" marB="0" anchor="b" anchorCtr="1" horzOverflow="overflow">
                    <a:lnL>
                      <a:noFill/>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lvl1pPr eaLnBrk="0" hangingPunct="0">
                        <a:spcBef>
                          <a:spcPct val="20000"/>
                        </a:spcBef>
                        <a:buFont typeface="Wingdings" panose="05000000000000000000" pitchFamily="2" charset="2"/>
                        <a:defRPr sz="2000" b="1">
                          <a:solidFill>
                            <a:schemeClr val="tx1"/>
                          </a:solidFill>
                          <a:latin typeface="Arial" panose="020B0604020202020204" pitchFamily="34" charset="0"/>
                          <a:ea typeface="黑体" panose="02010609060101010101" charset="-122"/>
                        </a:defRPr>
                      </a:lvl1pPr>
                      <a:lvl2pPr marL="742950" indent="-285750" eaLnBrk="0" hangingPunct="0">
                        <a:spcBef>
                          <a:spcPct val="20000"/>
                        </a:spcBef>
                        <a:buFont typeface="Wingdings" panose="05000000000000000000" pitchFamily="2" charset="2"/>
                        <a:defRPr b="1">
                          <a:solidFill>
                            <a:schemeClr val="tx1"/>
                          </a:solidFill>
                          <a:latin typeface="Arial" panose="020B0604020202020204" pitchFamily="34" charset="0"/>
                          <a:ea typeface="楷体_GB2312" pitchFamily="49" charset="-122"/>
                        </a:defRPr>
                      </a:lvl2pPr>
                      <a:lvl3pPr marL="1143000" indent="-228600" eaLnBrk="0" hangingPunct="0">
                        <a:spcBef>
                          <a:spcPct val="20000"/>
                        </a:spcBef>
                        <a:buFont typeface="Gungsuh" pitchFamily="18" charset="-127"/>
                        <a:defRPr sz="1600"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sz="1400">
                          <a:solidFill>
                            <a:schemeClr val="tx1"/>
                          </a:solidFill>
                          <a:latin typeface="Arial" panose="020B0604020202020204" pitchFamily="34" charset="0"/>
                          <a:ea typeface="黑体" panose="02010609060101010101" charset="-122"/>
                        </a:defRPr>
                      </a:lvl4pPr>
                      <a:lvl5pPr marL="2057400" indent="-228600" eaLnBrk="0" hangingPunct="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 typeface="Wingdings" panose="05000000000000000000" pitchFamily="2" charset="2"/>
                        <a:buNone/>
                      </a:pPr>
                      <a:r>
                        <a:rPr kumimoji="0" lang="en-US" altLang="zh-CN" sz="1600" b="1" i="0" u="none" strike="noStrike" cap="none" normalizeH="0" baseline="0">
                          <a:ln>
                            <a:noFill/>
                          </a:ln>
                          <a:solidFill>
                            <a:schemeClr val="tx1"/>
                          </a:solidFill>
                          <a:effectLst/>
                          <a:latin typeface="CourierPS" pitchFamily="49" charset="0"/>
                          <a:ea typeface="宋体" panose="02010600030101010101" pitchFamily="2" charset="-122"/>
                        </a:rPr>
                        <a:t>25</a:t>
                      </a:r>
                      <a:endParaRPr kumimoji="0" lang="en-US" altLang="zh-CN" sz="1600" b="1" i="0" u="none" strike="noStrike" cap="none" normalizeH="0" baseline="0">
                        <a:ln>
                          <a:noFill/>
                        </a:ln>
                        <a:solidFill>
                          <a:schemeClr val="tx1"/>
                        </a:solidFill>
                        <a:effectLst/>
                        <a:latin typeface="CourierPS" pitchFamily="49" charset="0"/>
                        <a:ea typeface="宋体" panose="02010600030101010101" pitchFamily="2" charset="-122"/>
                      </a:endParaRPr>
                    </a:p>
                  </a:txBody>
                  <a:tcPr marL="0" marR="0" marT="0" marB="0" anchor="b" anchorCtr="1" horzOverflow="overflow">
                    <a:lnL w="12700" cap="flat" cmpd="sng" algn="ctr">
                      <a:solidFill>
                        <a:schemeClr val="tx1"/>
                      </a:solidFill>
                      <a:prstDash val="solid"/>
                      <a:round/>
                      <a:headEnd type="none" w="med" len="med"/>
                      <a:tailEnd type="none" w="med" len="med"/>
                    </a:lnL>
                    <a:lnR>
                      <a:noFill/>
                    </a:lnR>
                    <a:lnT>
                      <a:noFill/>
                    </a:lnT>
                    <a:lnB>
                      <a:noFill/>
                    </a:lnB>
                    <a:lnTlToBr>
                      <a:noFill/>
                    </a:lnTlToBr>
                    <a:lnBlToTr>
                      <a:noFill/>
                    </a:lnBlToTr>
                    <a:noFill/>
                  </a:tcPr>
                </a:tc>
                <a:tc>
                  <a:txBody>
                    <a:bodyPr/>
                    <a:lstStyle>
                      <a:lvl1pPr eaLnBrk="0" hangingPunct="0">
                        <a:spcBef>
                          <a:spcPct val="20000"/>
                        </a:spcBef>
                        <a:buFont typeface="Wingdings" panose="05000000000000000000" pitchFamily="2" charset="2"/>
                        <a:defRPr sz="2000" b="1">
                          <a:solidFill>
                            <a:schemeClr val="tx1"/>
                          </a:solidFill>
                          <a:latin typeface="Arial" panose="020B0604020202020204" pitchFamily="34" charset="0"/>
                          <a:ea typeface="黑体" panose="02010609060101010101" charset="-122"/>
                        </a:defRPr>
                      </a:lvl1pPr>
                      <a:lvl2pPr marL="742950" indent="-285750" eaLnBrk="0" hangingPunct="0">
                        <a:spcBef>
                          <a:spcPct val="20000"/>
                        </a:spcBef>
                        <a:buFont typeface="Wingdings" panose="05000000000000000000" pitchFamily="2" charset="2"/>
                        <a:defRPr b="1">
                          <a:solidFill>
                            <a:schemeClr val="tx1"/>
                          </a:solidFill>
                          <a:latin typeface="Arial" panose="020B0604020202020204" pitchFamily="34" charset="0"/>
                          <a:ea typeface="楷体_GB2312" pitchFamily="49" charset="-122"/>
                        </a:defRPr>
                      </a:lvl2pPr>
                      <a:lvl3pPr marL="1143000" indent="-228600" eaLnBrk="0" hangingPunct="0">
                        <a:spcBef>
                          <a:spcPct val="20000"/>
                        </a:spcBef>
                        <a:buFont typeface="Gungsuh" pitchFamily="18" charset="-127"/>
                        <a:defRPr sz="1600"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sz="1400">
                          <a:solidFill>
                            <a:schemeClr val="tx1"/>
                          </a:solidFill>
                          <a:latin typeface="Arial" panose="020B0604020202020204" pitchFamily="34" charset="0"/>
                          <a:ea typeface="黑体" panose="02010609060101010101" charset="-122"/>
                        </a:defRPr>
                      </a:lvl4pPr>
                      <a:lvl5pPr marL="2057400" indent="-228600" eaLnBrk="0" hangingPunct="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 typeface="Wingdings" panose="05000000000000000000" pitchFamily="2" charset="2"/>
                        <a:buNone/>
                      </a:pPr>
                      <a:r>
                        <a:rPr kumimoji="0" lang="en-US" altLang="zh-CN" sz="1600" b="1" i="0" u="none" strike="noStrike" cap="none" normalizeH="0" baseline="0">
                          <a:ln>
                            <a:noFill/>
                          </a:ln>
                          <a:solidFill>
                            <a:schemeClr val="accent2"/>
                          </a:solidFill>
                          <a:effectLst/>
                          <a:latin typeface="CourierPS" pitchFamily="49" charset="0"/>
                          <a:ea typeface="宋体" panose="02010600030101010101" pitchFamily="2" charset="-122"/>
                        </a:rPr>
                        <a:t>%</a:t>
                      </a:r>
                      <a:endParaRPr kumimoji="0" lang="en-US" altLang="zh-CN" sz="1600" b="1" i="0" u="none" strike="noStrike" cap="none" normalizeH="0" baseline="0">
                        <a:ln>
                          <a:noFill/>
                        </a:ln>
                        <a:solidFill>
                          <a:schemeClr val="accent2"/>
                        </a:solidFill>
                        <a:effectLst/>
                        <a:latin typeface="CourierPS" pitchFamily="49" charset="0"/>
                        <a:ea typeface="宋体" panose="02010600030101010101" pitchFamily="2" charset="-122"/>
                      </a:endParaRPr>
                    </a:p>
                  </a:txBody>
                  <a:tcPr marL="0" marR="0" marT="0" marB="0" anchor="b" anchorCtr="1" horzOverflow="overflow">
                    <a:lnL>
                      <a:noFill/>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lvl1pPr eaLnBrk="0" hangingPunct="0">
                        <a:spcBef>
                          <a:spcPct val="20000"/>
                        </a:spcBef>
                        <a:buFont typeface="Wingdings" panose="05000000000000000000" pitchFamily="2" charset="2"/>
                        <a:defRPr sz="2000" b="1">
                          <a:solidFill>
                            <a:schemeClr val="tx1"/>
                          </a:solidFill>
                          <a:latin typeface="Arial" panose="020B0604020202020204" pitchFamily="34" charset="0"/>
                          <a:ea typeface="黑体" panose="02010609060101010101" charset="-122"/>
                        </a:defRPr>
                      </a:lvl1pPr>
                      <a:lvl2pPr marL="742950" indent="-285750" eaLnBrk="0" hangingPunct="0">
                        <a:spcBef>
                          <a:spcPct val="20000"/>
                        </a:spcBef>
                        <a:buFont typeface="Wingdings" panose="05000000000000000000" pitchFamily="2" charset="2"/>
                        <a:defRPr b="1">
                          <a:solidFill>
                            <a:schemeClr val="tx1"/>
                          </a:solidFill>
                          <a:latin typeface="Arial" panose="020B0604020202020204" pitchFamily="34" charset="0"/>
                          <a:ea typeface="楷体_GB2312" pitchFamily="49" charset="-122"/>
                        </a:defRPr>
                      </a:lvl2pPr>
                      <a:lvl3pPr marL="1143000" indent="-228600" eaLnBrk="0" hangingPunct="0">
                        <a:spcBef>
                          <a:spcPct val="20000"/>
                        </a:spcBef>
                        <a:buFont typeface="Gungsuh" pitchFamily="18" charset="-127"/>
                        <a:defRPr sz="1600"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sz="1400">
                          <a:solidFill>
                            <a:schemeClr val="tx1"/>
                          </a:solidFill>
                          <a:latin typeface="Arial" panose="020B0604020202020204" pitchFamily="34" charset="0"/>
                          <a:ea typeface="黑体" panose="02010609060101010101" charset="-122"/>
                        </a:defRPr>
                      </a:lvl4pPr>
                      <a:lvl5pPr marL="2057400" indent="-228600" eaLnBrk="0" hangingPunct="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 typeface="Wingdings" panose="05000000000000000000" pitchFamily="2" charset="2"/>
                        <a:buNone/>
                      </a:pPr>
                      <a:r>
                        <a:rPr kumimoji="0" lang="en-US" altLang="zh-CN" sz="1600" b="1" i="0" u="none" strike="noStrike" cap="none" normalizeH="0" baseline="0">
                          <a:ln>
                            <a:noFill/>
                          </a:ln>
                          <a:solidFill>
                            <a:schemeClr val="tx1"/>
                          </a:solidFill>
                          <a:effectLst/>
                          <a:latin typeface="CourierPS" pitchFamily="49" charset="0"/>
                          <a:ea typeface="宋体" panose="02010600030101010101" pitchFamily="2" charset="-122"/>
                        </a:rPr>
                        <a:t>35</a:t>
                      </a:r>
                      <a:endParaRPr kumimoji="0" lang="en-US" altLang="zh-CN" sz="1600" b="1" i="0" u="none" strike="noStrike" cap="none" normalizeH="0" baseline="0">
                        <a:ln>
                          <a:noFill/>
                        </a:ln>
                        <a:solidFill>
                          <a:schemeClr val="tx1"/>
                        </a:solidFill>
                        <a:effectLst/>
                        <a:latin typeface="CourierPS" pitchFamily="49" charset="0"/>
                        <a:ea typeface="宋体" panose="02010600030101010101" pitchFamily="2" charset="-122"/>
                      </a:endParaRPr>
                    </a:p>
                  </a:txBody>
                  <a:tcPr marL="0" marR="0" marT="0" marB="0" anchor="b" anchorCtr="1" horzOverflow="overflow">
                    <a:lnL w="12700" cap="flat" cmpd="sng" algn="ctr">
                      <a:solidFill>
                        <a:schemeClr val="tx1"/>
                      </a:solidFill>
                      <a:prstDash val="solid"/>
                      <a:round/>
                      <a:headEnd type="none" w="med" len="med"/>
                      <a:tailEnd type="none" w="med" len="med"/>
                    </a:lnL>
                    <a:lnR>
                      <a:noFill/>
                    </a:lnR>
                    <a:lnT>
                      <a:noFill/>
                    </a:lnT>
                    <a:lnB>
                      <a:noFill/>
                    </a:lnB>
                    <a:lnTlToBr>
                      <a:noFill/>
                    </a:lnTlToBr>
                    <a:lnBlToTr>
                      <a:noFill/>
                    </a:lnBlToTr>
                    <a:noFill/>
                  </a:tcPr>
                </a:tc>
                <a:tc>
                  <a:txBody>
                    <a:bodyPr/>
                    <a:lstStyle>
                      <a:lvl1pPr eaLnBrk="0" hangingPunct="0">
                        <a:spcBef>
                          <a:spcPct val="20000"/>
                        </a:spcBef>
                        <a:buFont typeface="Wingdings" panose="05000000000000000000" pitchFamily="2" charset="2"/>
                        <a:defRPr sz="2000" b="1">
                          <a:solidFill>
                            <a:schemeClr val="tx1"/>
                          </a:solidFill>
                          <a:latin typeface="Arial" panose="020B0604020202020204" pitchFamily="34" charset="0"/>
                          <a:ea typeface="黑体" panose="02010609060101010101" charset="-122"/>
                        </a:defRPr>
                      </a:lvl1pPr>
                      <a:lvl2pPr marL="742950" indent="-285750" eaLnBrk="0" hangingPunct="0">
                        <a:spcBef>
                          <a:spcPct val="20000"/>
                        </a:spcBef>
                        <a:buFont typeface="Wingdings" panose="05000000000000000000" pitchFamily="2" charset="2"/>
                        <a:defRPr b="1">
                          <a:solidFill>
                            <a:schemeClr val="tx1"/>
                          </a:solidFill>
                          <a:latin typeface="Arial" panose="020B0604020202020204" pitchFamily="34" charset="0"/>
                          <a:ea typeface="楷体_GB2312" pitchFamily="49" charset="-122"/>
                        </a:defRPr>
                      </a:lvl2pPr>
                      <a:lvl3pPr marL="1143000" indent="-228600" eaLnBrk="0" hangingPunct="0">
                        <a:spcBef>
                          <a:spcPct val="20000"/>
                        </a:spcBef>
                        <a:buFont typeface="Gungsuh" pitchFamily="18" charset="-127"/>
                        <a:defRPr sz="1600"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sz="1400">
                          <a:solidFill>
                            <a:schemeClr val="tx1"/>
                          </a:solidFill>
                          <a:latin typeface="Arial" panose="020B0604020202020204" pitchFamily="34" charset="0"/>
                          <a:ea typeface="黑体" panose="02010609060101010101" charset="-122"/>
                        </a:defRPr>
                      </a:lvl4pPr>
                      <a:lvl5pPr marL="2057400" indent="-228600" eaLnBrk="0" hangingPunct="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 typeface="Wingdings" panose="05000000000000000000" pitchFamily="2" charset="2"/>
                        <a:buNone/>
                      </a:pPr>
                      <a:r>
                        <a:rPr kumimoji="0" lang="en-US" altLang="zh-CN" sz="1600" b="1" i="0" u="none" strike="noStrike" cap="none" normalizeH="0" baseline="0">
                          <a:ln>
                            <a:noFill/>
                          </a:ln>
                          <a:solidFill>
                            <a:schemeClr val="accent2"/>
                          </a:solidFill>
                          <a:effectLst/>
                          <a:latin typeface="CourierPS" pitchFamily="49" charset="0"/>
                          <a:ea typeface="宋体" panose="02010600030101010101" pitchFamily="2" charset="-122"/>
                        </a:rPr>
                        <a:t>5</a:t>
                      </a:r>
                      <a:endParaRPr kumimoji="0" lang="en-US" altLang="zh-CN" sz="1600" b="1" i="0" u="none" strike="noStrike" cap="none" normalizeH="0" baseline="0">
                        <a:ln>
                          <a:noFill/>
                        </a:ln>
                        <a:solidFill>
                          <a:schemeClr val="accent2"/>
                        </a:solidFill>
                        <a:effectLst/>
                        <a:latin typeface="CourierPS" pitchFamily="49" charset="0"/>
                        <a:ea typeface="宋体" panose="02010600030101010101" pitchFamily="2" charset="-122"/>
                      </a:endParaRPr>
                    </a:p>
                  </a:txBody>
                  <a:tcPr marL="0" marR="0" marT="0" marB="0" anchor="b" anchorCtr="1" horzOverflow="overflow">
                    <a:lnL>
                      <a:noFill/>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lvl1pPr eaLnBrk="0" hangingPunct="0">
                        <a:spcBef>
                          <a:spcPct val="20000"/>
                        </a:spcBef>
                        <a:buFont typeface="Wingdings" panose="05000000000000000000" pitchFamily="2" charset="2"/>
                        <a:defRPr sz="2000" b="1">
                          <a:solidFill>
                            <a:schemeClr val="tx1"/>
                          </a:solidFill>
                          <a:latin typeface="Arial" panose="020B0604020202020204" pitchFamily="34" charset="0"/>
                          <a:ea typeface="黑体" panose="02010609060101010101" charset="-122"/>
                        </a:defRPr>
                      </a:lvl1pPr>
                      <a:lvl2pPr marL="742950" indent="-285750" eaLnBrk="0" hangingPunct="0">
                        <a:spcBef>
                          <a:spcPct val="20000"/>
                        </a:spcBef>
                        <a:buFont typeface="Wingdings" panose="05000000000000000000" pitchFamily="2" charset="2"/>
                        <a:defRPr b="1">
                          <a:solidFill>
                            <a:schemeClr val="tx1"/>
                          </a:solidFill>
                          <a:latin typeface="Arial" panose="020B0604020202020204" pitchFamily="34" charset="0"/>
                          <a:ea typeface="楷体_GB2312" pitchFamily="49" charset="-122"/>
                        </a:defRPr>
                      </a:lvl2pPr>
                      <a:lvl3pPr marL="1143000" indent="-228600" eaLnBrk="0" hangingPunct="0">
                        <a:spcBef>
                          <a:spcPct val="20000"/>
                        </a:spcBef>
                        <a:buFont typeface="Gungsuh" pitchFamily="18" charset="-127"/>
                        <a:defRPr sz="1600"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sz="1400">
                          <a:solidFill>
                            <a:schemeClr val="tx1"/>
                          </a:solidFill>
                          <a:latin typeface="Arial" panose="020B0604020202020204" pitchFamily="34" charset="0"/>
                          <a:ea typeface="黑体" panose="02010609060101010101" charset="-122"/>
                        </a:defRPr>
                      </a:lvl4pPr>
                      <a:lvl5pPr marL="2057400" indent="-228600" eaLnBrk="0" hangingPunct="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 typeface="Wingdings" panose="05000000000000000000" pitchFamily="2" charset="2"/>
                        <a:buNone/>
                      </a:pPr>
                      <a:r>
                        <a:rPr kumimoji="0" lang="en-US" altLang="zh-CN" sz="1600" b="1" i="0" u="none" strike="noStrike" cap="none" normalizeH="0" baseline="0">
                          <a:ln>
                            <a:noFill/>
                          </a:ln>
                          <a:solidFill>
                            <a:schemeClr val="tx1"/>
                          </a:solidFill>
                          <a:effectLst/>
                          <a:latin typeface="CourierPS" pitchFamily="49" charset="0"/>
                          <a:ea typeface="宋体" panose="02010600030101010101" pitchFamily="2" charset="-122"/>
                        </a:rPr>
                        <a:t>45</a:t>
                      </a:r>
                      <a:endParaRPr kumimoji="0" lang="en-US" altLang="zh-CN" sz="1600" b="1" i="0" u="none" strike="noStrike" cap="none" normalizeH="0" baseline="0">
                        <a:ln>
                          <a:noFill/>
                        </a:ln>
                        <a:solidFill>
                          <a:schemeClr val="tx1"/>
                        </a:solidFill>
                        <a:effectLst/>
                        <a:latin typeface="CourierPS" pitchFamily="49" charset="0"/>
                        <a:ea typeface="宋体" panose="02010600030101010101" pitchFamily="2" charset="-122"/>
                      </a:endParaRPr>
                    </a:p>
                  </a:txBody>
                  <a:tcPr marL="0" marR="0" marT="0" marB="0" anchor="b" anchorCtr="1" horzOverflow="overflow">
                    <a:lnL w="12700" cap="flat" cmpd="sng" algn="ctr">
                      <a:solidFill>
                        <a:schemeClr val="tx1"/>
                      </a:solidFill>
                      <a:prstDash val="solid"/>
                      <a:round/>
                      <a:headEnd type="none" w="med" len="med"/>
                      <a:tailEnd type="none" w="med" len="med"/>
                    </a:lnL>
                    <a:lnR>
                      <a:noFill/>
                    </a:lnR>
                    <a:lnT>
                      <a:noFill/>
                    </a:lnT>
                    <a:lnB>
                      <a:noFill/>
                    </a:lnB>
                    <a:lnTlToBr>
                      <a:noFill/>
                    </a:lnTlToBr>
                    <a:lnBlToTr>
                      <a:noFill/>
                    </a:lnBlToTr>
                    <a:noFill/>
                  </a:tcPr>
                </a:tc>
                <a:tc>
                  <a:txBody>
                    <a:bodyPr/>
                    <a:lstStyle>
                      <a:lvl1pPr eaLnBrk="0" hangingPunct="0">
                        <a:spcBef>
                          <a:spcPct val="20000"/>
                        </a:spcBef>
                        <a:buFont typeface="Wingdings" panose="05000000000000000000" pitchFamily="2" charset="2"/>
                        <a:defRPr sz="2000" b="1">
                          <a:solidFill>
                            <a:schemeClr val="tx1"/>
                          </a:solidFill>
                          <a:latin typeface="Arial" panose="020B0604020202020204" pitchFamily="34" charset="0"/>
                          <a:ea typeface="黑体" panose="02010609060101010101" charset="-122"/>
                        </a:defRPr>
                      </a:lvl1pPr>
                      <a:lvl2pPr marL="742950" indent="-285750" eaLnBrk="0" hangingPunct="0">
                        <a:spcBef>
                          <a:spcPct val="20000"/>
                        </a:spcBef>
                        <a:buFont typeface="Wingdings" panose="05000000000000000000" pitchFamily="2" charset="2"/>
                        <a:defRPr b="1">
                          <a:solidFill>
                            <a:schemeClr val="tx1"/>
                          </a:solidFill>
                          <a:latin typeface="Arial" panose="020B0604020202020204" pitchFamily="34" charset="0"/>
                          <a:ea typeface="楷体_GB2312" pitchFamily="49" charset="-122"/>
                        </a:defRPr>
                      </a:lvl2pPr>
                      <a:lvl3pPr marL="1143000" indent="-228600" eaLnBrk="0" hangingPunct="0">
                        <a:spcBef>
                          <a:spcPct val="20000"/>
                        </a:spcBef>
                        <a:buFont typeface="Gungsuh" pitchFamily="18" charset="-127"/>
                        <a:defRPr sz="1600"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sz="1400">
                          <a:solidFill>
                            <a:schemeClr val="tx1"/>
                          </a:solidFill>
                          <a:latin typeface="Arial" panose="020B0604020202020204" pitchFamily="34" charset="0"/>
                          <a:ea typeface="黑体" panose="02010609060101010101" charset="-122"/>
                        </a:defRPr>
                      </a:lvl4pPr>
                      <a:lvl5pPr marL="2057400" indent="-228600" eaLnBrk="0" hangingPunct="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 typeface="Wingdings" panose="05000000000000000000" pitchFamily="2" charset="2"/>
                        <a:buNone/>
                      </a:pPr>
                      <a:r>
                        <a:rPr kumimoji="0" lang="en-US" altLang="zh-CN" sz="1600" b="1" i="0" u="none" strike="noStrike" cap="none" normalizeH="0" baseline="0">
                          <a:ln>
                            <a:noFill/>
                          </a:ln>
                          <a:solidFill>
                            <a:schemeClr val="accent2"/>
                          </a:solidFill>
                          <a:effectLst/>
                          <a:latin typeface="CourierPS" pitchFamily="49" charset="0"/>
                          <a:ea typeface="宋体" panose="02010600030101010101" pitchFamily="2" charset="-122"/>
                        </a:rPr>
                        <a:t>E</a:t>
                      </a:r>
                      <a:endParaRPr kumimoji="0" lang="en-US" altLang="zh-CN" sz="1600" b="1" i="0" u="none" strike="noStrike" cap="none" normalizeH="0" baseline="0">
                        <a:ln>
                          <a:noFill/>
                        </a:ln>
                        <a:solidFill>
                          <a:schemeClr val="accent2"/>
                        </a:solidFill>
                        <a:effectLst/>
                        <a:latin typeface="CourierPS" pitchFamily="49" charset="0"/>
                        <a:ea typeface="宋体" panose="02010600030101010101" pitchFamily="2" charset="-122"/>
                      </a:endParaRPr>
                    </a:p>
                  </a:txBody>
                  <a:tcPr marL="0" marR="0" marT="0" marB="0" anchor="b" anchorCtr="1" horzOverflow="overflow">
                    <a:lnL>
                      <a:noFill/>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lvl1pPr eaLnBrk="0" hangingPunct="0">
                        <a:spcBef>
                          <a:spcPct val="20000"/>
                        </a:spcBef>
                        <a:buFont typeface="Wingdings" panose="05000000000000000000" pitchFamily="2" charset="2"/>
                        <a:defRPr sz="2000" b="1">
                          <a:solidFill>
                            <a:schemeClr val="tx1"/>
                          </a:solidFill>
                          <a:latin typeface="Arial" panose="020B0604020202020204" pitchFamily="34" charset="0"/>
                          <a:ea typeface="黑体" panose="02010609060101010101" charset="-122"/>
                        </a:defRPr>
                      </a:lvl1pPr>
                      <a:lvl2pPr marL="742950" indent="-285750" eaLnBrk="0" hangingPunct="0">
                        <a:spcBef>
                          <a:spcPct val="20000"/>
                        </a:spcBef>
                        <a:buFont typeface="Wingdings" panose="05000000000000000000" pitchFamily="2" charset="2"/>
                        <a:defRPr b="1">
                          <a:solidFill>
                            <a:schemeClr val="tx1"/>
                          </a:solidFill>
                          <a:latin typeface="Arial" panose="020B0604020202020204" pitchFamily="34" charset="0"/>
                          <a:ea typeface="楷体_GB2312" pitchFamily="49" charset="-122"/>
                        </a:defRPr>
                      </a:lvl2pPr>
                      <a:lvl3pPr marL="1143000" indent="-228600" eaLnBrk="0" hangingPunct="0">
                        <a:spcBef>
                          <a:spcPct val="20000"/>
                        </a:spcBef>
                        <a:buFont typeface="Gungsuh" pitchFamily="18" charset="-127"/>
                        <a:defRPr sz="1600"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sz="1400">
                          <a:solidFill>
                            <a:schemeClr val="tx1"/>
                          </a:solidFill>
                          <a:latin typeface="Arial" panose="020B0604020202020204" pitchFamily="34" charset="0"/>
                          <a:ea typeface="黑体" panose="02010609060101010101" charset="-122"/>
                        </a:defRPr>
                      </a:lvl4pPr>
                      <a:lvl5pPr marL="2057400" indent="-228600" eaLnBrk="0" hangingPunct="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 typeface="Wingdings" panose="05000000000000000000" pitchFamily="2" charset="2"/>
                        <a:buNone/>
                      </a:pPr>
                      <a:r>
                        <a:rPr kumimoji="0" lang="en-US" altLang="zh-CN" sz="1600" b="1" i="0" u="none" strike="noStrike" cap="none" normalizeH="0" baseline="0">
                          <a:ln>
                            <a:noFill/>
                          </a:ln>
                          <a:solidFill>
                            <a:schemeClr val="tx1"/>
                          </a:solidFill>
                          <a:effectLst/>
                          <a:latin typeface="CourierPS" pitchFamily="49" charset="0"/>
                          <a:ea typeface="宋体" panose="02010600030101010101" pitchFamily="2" charset="-122"/>
                        </a:rPr>
                        <a:t>55</a:t>
                      </a:r>
                      <a:endParaRPr kumimoji="0" lang="en-US" altLang="zh-CN" sz="1600" b="1" i="0" u="none" strike="noStrike" cap="none" normalizeH="0" baseline="0">
                        <a:ln>
                          <a:noFill/>
                        </a:ln>
                        <a:solidFill>
                          <a:schemeClr val="tx1"/>
                        </a:solidFill>
                        <a:effectLst/>
                        <a:latin typeface="CourierPS" pitchFamily="49" charset="0"/>
                        <a:ea typeface="宋体" panose="02010600030101010101" pitchFamily="2" charset="-122"/>
                      </a:endParaRPr>
                    </a:p>
                  </a:txBody>
                  <a:tcPr marL="0" marR="0" marT="0" marB="0" anchor="b" anchorCtr="1" horzOverflow="overflow">
                    <a:lnL w="12700" cap="flat" cmpd="sng" algn="ctr">
                      <a:solidFill>
                        <a:schemeClr val="tx1"/>
                      </a:solidFill>
                      <a:prstDash val="solid"/>
                      <a:round/>
                      <a:headEnd type="none" w="med" len="med"/>
                      <a:tailEnd type="none" w="med" len="med"/>
                    </a:lnL>
                    <a:lnR>
                      <a:noFill/>
                    </a:lnR>
                    <a:lnT>
                      <a:noFill/>
                    </a:lnT>
                    <a:lnB>
                      <a:noFill/>
                    </a:lnB>
                    <a:lnTlToBr>
                      <a:noFill/>
                    </a:lnTlToBr>
                    <a:lnBlToTr>
                      <a:noFill/>
                    </a:lnBlToTr>
                    <a:noFill/>
                  </a:tcPr>
                </a:tc>
                <a:tc>
                  <a:txBody>
                    <a:bodyPr/>
                    <a:lstStyle>
                      <a:lvl1pPr eaLnBrk="0" hangingPunct="0">
                        <a:spcBef>
                          <a:spcPct val="20000"/>
                        </a:spcBef>
                        <a:buFont typeface="Wingdings" panose="05000000000000000000" pitchFamily="2" charset="2"/>
                        <a:defRPr sz="2000" b="1">
                          <a:solidFill>
                            <a:schemeClr val="tx1"/>
                          </a:solidFill>
                          <a:latin typeface="Arial" panose="020B0604020202020204" pitchFamily="34" charset="0"/>
                          <a:ea typeface="黑体" panose="02010609060101010101" charset="-122"/>
                        </a:defRPr>
                      </a:lvl1pPr>
                      <a:lvl2pPr marL="742950" indent="-285750" eaLnBrk="0" hangingPunct="0">
                        <a:spcBef>
                          <a:spcPct val="20000"/>
                        </a:spcBef>
                        <a:buFont typeface="Wingdings" panose="05000000000000000000" pitchFamily="2" charset="2"/>
                        <a:defRPr b="1">
                          <a:solidFill>
                            <a:schemeClr val="tx1"/>
                          </a:solidFill>
                          <a:latin typeface="Arial" panose="020B0604020202020204" pitchFamily="34" charset="0"/>
                          <a:ea typeface="楷体_GB2312" pitchFamily="49" charset="-122"/>
                        </a:defRPr>
                      </a:lvl2pPr>
                      <a:lvl3pPr marL="1143000" indent="-228600" eaLnBrk="0" hangingPunct="0">
                        <a:spcBef>
                          <a:spcPct val="20000"/>
                        </a:spcBef>
                        <a:buFont typeface="Gungsuh" pitchFamily="18" charset="-127"/>
                        <a:defRPr sz="1600"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sz="1400">
                          <a:solidFill>
                            <a:schemeClr val="tx1"/>
                          </a:solidFill>
                          <a:latin typeface="Arial" panose="020B0604020202020204" pitchFamily="34" charset="0"/>
                          <a:ea typeface="黑体" panose="02010609060101010101" charset="-122"/>
                        </a:defRPr>
                      </a:lvl4pPr>
                      <a:lvl5pPr marL="2057400" indent="-228600" eaLnBrk="0" hangingPunct="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 typeface="Wingdings" panose="05000000000000000000" pitchFamily="2" charset="2"/>
                        <a:buNone/>
                      </a:pPr>
                      <a:r>
                        <a:rPr kumimoji="0" lang="en-US" altLang="zh-CN" sz="1600" b="1" i="0" u="none" strike="noStrike" cap="none" normalizeH="0" baseline="0">
                          <a:ln>
                            <a:noFill/>
                          </a:ln>
                          <a:solidFill>
                            <a:schemeClr val="tx1"/>
                          </a:solidFill>
                          <a:effectLst/>
                          <a:latin typeface="CourierPS" pitchFamily="49" charset="0"/>
                          <a:ea typeface="宋体" panose="02010600030101010101" pitchFamily="2" charset="-122"/>
                        </a:rPr>
                        <a:t>U</a:t>
                      </a:r>
                      <a:endParaRPr kumimoji="0" lang="en-US" altLang="zh-CN" sz="1600" b="1" i="0" u="none" strike="noStrike" cap="none" normalizeH="0" baseline="0">
                        <a:ln>
                          <a:noFill/>
                        </a:ln>
                        <a:solidFill>
                          <a:schemeClr val="tx1"/>
                        </a:solidFill>
                        <a:effectLst/>
                        <a:latin typeface="CourierPS" pitchFamily="49" charset="0"/>
                        <a:ea typeface="宋体" panose="02010600030101010101" pitchFamily="2" charset="-122"/>
                      </a:endParaRPr>
                    </a:p>
                  </a:txBody>
                  <a:tcPr marL="0" marR="0" marT="0" marB="0" anchor="b" anchorCtr="1" horzOverflow="overflow">
                    <a:lnL>
                      <a:noFill/>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lvl1pPr eaLnBrk="0" hangingPunct="0">
                        <a:spcBef>
                          <a:spcPct val="20000"/>
                        </a:spcBef>
                        <a:buFont typeface="Wingdings" panose="05000000000000000000" pitchFamily="2" charset="2"/>
                        <a:defRPr sz="2000" b="1">
                          <a:solidFill>
                            <a:schemeClr val="tx1"/>
                          </a:solidFill>
                          <a:latin typeface="Arial" panose="020B0604020202020204" pitchFamily="34" charset="0"/>
                          <a:ea typeface="黑体" panose="02010609060101010101" charset="-122"/>
                        </a:defRPr>
                      </a:lvl1pPr>
                      <a:lvl2pPr marL="742950" indent="-285750" eaLnBrk="0" hangingPunct="0">
                        <a:spcBef>
                          <a:spcPct val="20000"/>
                        </a:spcBef>
                        <a:buFont typeface="Wingdings" panose="05000000000000000000" pitchFamily="2" charset="2"/>
                        <a:defRPr b="1">
                          <a:solidFill>
                            <a:schemeClr val="tx1"/>
                          </a:solidFill>
                          <a:latin typeface="Arial" panose="020B0604020202020204" pitchFamily="34" charset="0"/>
                          <a:ea typeface="楷体_GB2312" pitchFamily="49" charset="-122"/>
                        </a:defRPr>
                      </a:lvl2pPr>
                      <a:lvl3pPr marL="1143000" indent="-228600" eaLnBrk="0" hangingPunct="0">
                        <a:spcBef>
                          <a:spcPct val="20000"/>
                        </a:spcBef>
                        <a:buFont typeface="Gungsuh" pitchFamily="18" charset="-127"/>
                        <a:defRPr sz="1600"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sz="1400">
                          <a:solidFill>
                            <a:schemeClr val="tx1"/>
                          </a:solidFill>
                          <a:latin typeface="Arial" panose="020B0604020202020204" pitchFamily="34" charset="0"/>
                          <a:ea typeface="黑体" panose="02010609060101010101" charset="-122"/>
                        </a:defRPr>
                      </a:lvl4pPr>
                      <a:lvl5pPr marL="2057400" indent="-228600" eaLnBrk="0" hangingPunct="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 typeface="Wingdings" panose="05000000000000000000" pitchFamily="2" charset="2"/>
                        <a:buNone/>
                      </a:pPr>
                      <a:r>
                        <a:rPr kumimoji="0" lang="en-US" altLang="zh-CN" sz="1600" b="1" i="0" u="none" strike="noStrike" cap="none" normalizeH="0" baseline="0">
                          <a:ln>
                            <a:noFill/>
                          </a:ln>
                          <a:solidFill>
                            <a:schemeClr val="tx1"/>
                          </a:solidFill>
                          <a:effectLst/>
                          <a:latin typeface="CourierPS" pitchFamily="49" charset="0"/>
                          <a:ea typeface="宋体" panose="02010600030101010101" pitchFamily="2" charset="-122"/>
                        </a:rPr>
                        <a:t>65</a:t>
                      </a:r>
                      <a:endParaRPr kumimoji="0" lang="en-US" altLang="zh-CN" sz="1600" b="1" i="0" u="none" strike="noStrike" cap="none" normalizeH="0" baseline="0">
                        <a:ln>
                          <a:noFill/>
                        </a:ln>
                        <a:solidFill>
                          <a:schemeClr val="tx1"/>
                        </a:solidFill>
                        <a:effectLst/>
                        <a:latin typeface="CourierPS" pitchFamily="49" charset="0"/>
                        <a:ea typeface="宋体" panose="02010600030101010101" pitchFamily="2" charset="-122"/>
                      </a:endParaRPr>
                    </a:p>
                  </a:txBody>
                  <a:tcPr marL="0" marR="0" marT="0" marB="0" anchor="b" anchorCtr="1" horzOverflow="overflow">
                    <a:lnL w="12700" cap="flat" cmpd="sng" algn="ctr">
                      <a:solidFill>
                        <a:schemeClr val="tx1"/>
                      </a:solidFill>
                      <a:prstDash val="solid"/>
                      <a:round/>
                      <a:headEnd type="none" w="med" len="med"/>
                      <a:tailEnd type="none" w="med" len="med"/>
                    </a:lnL>
                    <a:lnR>
                      <a:noFill/>
                    </a:lnR>
                    <a:lnT>
                      <a:noFill/>
                    </a:lnT>
                    <a:lnB>
                      <a:noFill/>
                    </a:lnB>
                    <a:lnTlToBr>
                      <a:noFill/>
                    </a:lnTlToBr>
                    <a:lnBlToTr>
                      <a:noFill/>
                    </a:lnBlToTr>
                    <a:noFill/>
                  </a:tcPr>
                </a:tc>
                <a:tc>
                  <a:txBody>
                    <a:bodyPr/>
                    <a:lstStyle>
                      <a:lvl1pPr eaLnBrk="0" hangingPunct="0">
                        <a:spcBef>
                          <a:spcPct val="20000"/>
                        </a:spcBef>
                        <a:buFont typeface="Wingdings" panose="05000000000000000000" pitchFamily="2" charset="2"/>
                        <a:defRPr sz="2000" b="1">
                          <a:solidFill>
                            <a:schemeClr val="tx1"/>
                          </a:solidFill>
                          <a:latin typeface="Arial" panose="020B0604020202020204" pitchFamily="34" charset="0"/>
                          <a:ea typeface="黑体" panose="02010609060101010101" charset="-122"/>
                        </a:defRPr>
                      </a:lvl1pPr>
                      <a:lvl2pPr marL="742950" indent="-285750" eaLnBrk="0" hangingPunct="0">
                        <a:spcBef>
                          <a:spcPct val="20000"/>
                        </a:spcBef>
                        <a:buFont typeface="Wingdings" panose="05000000000000000000" pitchFamily="2" charset="2"/>
                        <a:defRPr b="1">
                          <a:solidFill>
                            <a:schemeClr val="tx1"/>
                          </a:solidFill>
                          <a:latin typeface="Arial" panose="020B0604020202020204" pitchFamily="34" charset="0"/>
                          <a:ea typeface="楷体_GB2312" pitchFamily="49" charset="-122"/>
                        </a:defRPr>
                      </a:lvl2pPr>
                      <a:lvl3pPr marL="1143000" indent="-228600" eaLnBrk="0" hangingPunct="0">
                        <a:spcBef>
                          <a:spcPct val="20000"/>
                        </a:spcBef>
                        <a:buFont typeface="Gungsuh" pitchFamily="18" charset="-127"/>
                        <a:defRPr sz="1600"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sz="1400">
                          <a:solidFill>
                            <a:schemeClr val="tx1"/>
                          </a:solidFill>
                          <a:latin typeface="Arial" panose="020B0604020202020204" pitchFamily="34" charset="0"/>
                          <a:ea typeface="黑体" panose="02010609060101010101" charset="-122"/>
                        </a:defRPr>
                      </a:lvl4pPr>
                      <a:lvl5pPr marL="2057400" indent="-228600" eaLnBrk="0" hangingPunct="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 typeface="Wingdings" panose="05000000000000000000" pitchFamily="2" charset="2"/>
                        <a:buNone/>
                      </a:pPr>
                      <a:r>
                        <a:rPr kumimoji="0" lang="en-US" altLang="zh-CN" sz="1600" b="1" i="0" u="none" strike="noStrike" cap="none" normalizeH="0" baseline="0">
                          <a:ln>
                            <a:noFill/>
                          </a:ln>
                          <a:solidFill>
                            <a:schemeClr val="accent2"/>
                          </a:solidFill>
                          <a:effectLst/>
                          <a:latin typeface="CourierPS" pitchFamily="49" charset="0"/>
                          <a:ea typeface="宋体" panose="02010600030101010101" pitchFamily="2" charset="-122"/>
                        </a:rPr>
                        <a:t>e</a:t>
                      </a:r>
                      <a:endParaRPr kumimoji="0" lang="en-US" altLang="zh-CN" sz="1600" b="1" i="0" u="none" strike="noStrike" cap="none" normalizeH="0" baseline="0">
                        <a:ln>
                          <a:noFill/>
                        </a:ln>
                        <a:solidFill>
                          <a:schemeClr val="accent2"/>
                        </a:solidFill>
                        <a:effectLst/>
                        <a:latin typeface="CourierPS" pitchFamily="49" charset="0"/>
                        <a:ea typeface="宋体" panose="02010600030101010101" pitchFamily="2" charset="-122"/>
                      </a:endParaRPr>
                    </a:p>
                  </a:txBody>
                  <a:tcPr marL="0" marR="0" marT="0" marB="0" anchor="b" anchorCtr="1" horzOverflow="overflow">
                    <a:lnL>
                      <a:noFill/>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lvl1pPr eaLnBrk="0" hangingPunct="0">
                        <a:spcBef>
                          <a:spcPct val="20000"/>
                        </a:spcBef>
                        <a:buFont typeface="Wingdings" panose="05000000000000000000" pitchFamily="2" charset="2"/>
                        <a:defRPr sz="2000" b="1">
                          <a:solidFill>
                            <a:schemeClr val="tx1"/>
                          </a:solidFill>
                          <a:latin typeface="Arial" panose="020B0604020202020204" pitchFamily="34" charset="0"/>
                          <a:ea typeface="黑体" panose="02010609060101010101" charset="-122"/>
                        </a:defRPr>
                      </a:lvl1pPr>
                      <a:lvl2pPr marL="742950" indent="-285750" eaLnBrk="0" hangingPunct="0">
                        <a:spcBef>
                          <a:spcPct val="20000"/>
                        </a:spcBef>
                        <a:buFont typeface="Wingdings" panose="05000000000000000000" pitchFamily="2" charset="2"/>
                        <a:defRPr b="1">
                          <a:solidFill>
                            <a:schemeClr val="tx1"/>
                          </a:solidFill>
                          <a:latin typeface="Arial" panose="020B0604020202020204" pitchFamily="34" charset="0"/>
                          <a:ea typeface="楷体_GB2312" pitchFamily="49" charset="-122"/>
                        </a:defRPr>
                      </a:lvl2pPr>
                      <a:lvl3pPr marL="1143000" indent="-228600" eaLnBrk="0" hangingPunct="0">
                        <a:spcBef>
                          <a:spcPct val="20000"/>
                        </a:spcBef>
                        <a:buFont typeface="Gungsuh" pitchFamily="18" charset="-127"/>
                        <a:defRPr sz="1600"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sz="1400">
                          <a:solidFill>
                            <a:schemeClr val="tx1"/>
                          </a:solidFill>
                          <a:latin typeface="Arial" panose="020B0604020202020204" pitchFamily="34" charset="0"/>
                          <a:ea typeface="黑体" panose="02010609060101010101" charset="-122"/>
                        </a:defRPr>
                      </a:lvl4pPr>
                      <a:lvl5pPr marL="2057400" indent="-228600" eaLnBrk="0" hangingPunct="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 typeface="Wingdings" panose="05000000000000000000" pitchFamily="2" charset="2"/>
                        <a:buNone/>
                      </a:pPr>
                      <a:r>
                        <a:rPr kumimoji="0" lang="en-US" altLang="zh-CN" sz="1600" b="1" i="0" u="none" strike="noStrike" cap="none" normalizeH="0" baseline="0">
                          <a:ln>
                            <a:noFill/>
                          </a:ln>
                          <a:solidFill>
                            <a:schemeClr val="tx1"/>
                          </a:solidFill>
                          <a:effectLst/>
                          <a:latin typeface="CourierPS" pitchFamily="49" charset="0"/>
                          <a:ea typeface="宋体" panose="02010600030101010101" pitchFamily="2" charset="-122"/>
                        </a:rPr>
                        <a:t>75</a:t>
                      </a:r>
                      <a:endParaRPr kumimoji="0" lang="en-US" altLang="zh-CN" sz="1600" b="1" i="0" u="none" strike="noStrike" cap="none" normalizeH="0" baseline="0">
                        <a:ln>
                          <a:noFill/>
                        </a:ln>
                        <a:solidFill>
                          <a:schemeClr val="tx1"/>
                        </a:solidFill>
                        <a:effectLst/>
                        <a:latin typeface="CourierPS" pitchFamily="49" charset="0"/>
                        <a:ea typeface="宋体" panose="02010600030101010101" pitchFamily="2" charset="-122"/>
                      </a:endParaRPr>
                    </a:p>
                  </a:txBody>
                  <a:tcPr marL="0" marR="0" marT="0" marB="0" anchor="b" anchorCtr="1" horzOverflow="overflow">
                    <a:lnL w="12700" cap="flat" cmpd="sng" algn="ctr">
                      <a:solidFill>
                        <a:schemeClr val="tx1"/>
                      </a:solidFill>
                      <a:prstDash val="solid"/>
                      <a:round/>
                      <a:headEnd type="none" w="med" len="med"/>
                      <a:tailEnd type="none" w="med" len="med"/>
                    </a:lnL>
                    <a:lnR>
                      <a:noFill/>
                    </a:lnR>
                    <a:lnT>
                      <a:noFill/>
                    </a:lnT>
                    <a:lnB>
                      <a:noFill/>
                    </a:lnB>
                    <a:lnTlToBr>
                      <a:noFill/>
                    </a:lnTlToBr>
                    <a:lnBlToTr>
                      <a:noFill/>
                    </a:lnBlToTr>
                    <a:noFill/>
                  </a:tcPr>
                </a:tc>
                <a:tc>
                  <a:txBody>
                    <a:bodyPr/>
                    <a:lstStyle>
                      <a:lvl1pPr eaLnBrk="0" hangingPunct="0">
                        <a:spcBef>
                          <a:spcPct val="20000"/>
                        </a:spcBef>
                        <a:buFont typeface="Wingdings" panose="05000000000000000000" pitchFamily="2" charset="2"/>
                        <a:defRPr sz="2000" b="1">
                          <a:solidFill>
                            <a:schemeClr val="tx1"/>
                          </a:solidFill>
                          <a:latin typeface="Arial" panose="020B0604020202020204" pitchFamily="34" charset="0"/>
                          <a:ea typeface="黑体" panose="02010609060101010101" charset="-122"/>
                        </a:defRPr>
                      </a:lvl1pPr>
                      <a:lvl2pPr marL="742950" indent="-285750" eaLnBrk="0" hangingPunct="0">
                        <a:spcBef>
                          <a:spcPct val="20000"/>
                        </a:spcBef>
                        <a:buFont typeface="Wingdings" panose="05000000000000000000" pitchFamily="2" charset="2"/>
                        <a:defRPr b="1">
                          <a:solidFill>
                            <a:schemeClr val="tx1"/>
                          </a:solidFill>
                          <a:latin typeface="Arial" panose="020B0604020202020204" pitchFamily="34" charset="0"/>
                          <a:ea typeface="楷体_GB2312" pitchFamily="49" charset="-122"/>
                        </a:defRPr>
                      </a:lvl2pPr>
                      <a:lvl3pPr marL="1143000" indent="-228600" eaLnBrk="0" hangingPunct="0">
                        <a:spcBef>
                          <a:spcPct val="20000"/>
                        </a:spcBef>
                        <a:buFont typeface="Gungsuh" pitchFamily="18" charset="-127"/>
                        <a:defRPr sz="1600"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sz="1400">
                          <a:solidFill>
                            <a:schemeClr val="tx1"/>
                          </a:solidFill>
                          <a:latin typeface="Arial" panose="020B0604020202020204" pitchFamily="34" charset="0"/>
                          <a:ea typeface="黑体" panose="02010609060101010101" charset="-122"/>
                        </a:defRPr>
                      </a:lvl4pPr>
                      <a:lvl5pPr marL="2057400" indent="-228600" eaLnBrk="0" hangingPunct="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 typeface="Wingdings" panose="05000000000000000000" pitchFamily="2" charset="2"/>
                        <a:buNone/>
                      </a:pPr>
                      <a:r>
                        <a:rPr kumimoji="0" lang="en-US" altLang="zh-CN" sz="1600" b="1" i="0" u="none" strike="noStrike" cap="none" normalizeH="0" baseline="0">
                          <a:ln>
                            <a:noFill/>
                          </a:ln>
                          <a:solidFill>
                            <a:schemeClr val="accent2"/>
                          </a:solidFill>
                          <a:effectLst/>
                          <a:latin typeface="CourierPS" pitchFamily="49" charset="0"/>
                          <a:ea typeface="宋体" panose="02010600030101010101" pitchFamily="2" charset="-122"/>
                        </a:rPr>
                        <a:t>u</a:t>
                      </a:r>
                      <a:endParaRPr kumimoji="0" lang="en-US" altLang="zh-CN" sz="1600" b="1" i="0" u="none" strike="noStrike" cap="none" normalizeH="0" baseline="0">
                        <a:ln>
                          <a:noFill/>
                        </a:ln>
                        <a:solidFill>
                          <a:schemeClr val="accent2"/>
                        </a:solidFill>
                        <a:effectLst/>
                        <a:latin typeface="CourierPS" pitchFamily="49" charset="0"/>
                        <a:ea typeface="宋体" panose="02010600030101010101" pitchFamily="2" charset="-122"/>
                      </a:endParaRPr>
                    </a:p>
                  </a:txBody>
                  <a:tcPr marL="0" marR="0" marT="0" marB="0" anchor="b" anchorCtr="1" horzOverflow="overflow">
                    <a:lnL>
                      <a:noFill/>
                    </a:lnL>
                    <a:lnR>
                      <a:noFill/>
                    </a:lnR>
                    <a:lnT>
                      <a:noFill/>
                    </a:lnT>
                    <a:lnB>
                      <a:noFill/>
                    </a:lnB>
                    <a:lnTlToBr>
                      <a:noFill/>
                    </a:lnTlToBr>
                    <a:lnBlToTr>
                      <a:noFill/>
                    </a:lnBlToTr>
                    <a:noFill/>
                  </a:tcPr>
                </a:tc>
              </a:tr>
              <a:tr h="254000">
                <a:tc>
                  <a:txBody>
                    <a:bodyPr/>
                    <a:lstStyle>
                      <a:lvl1pPr eaLnBrk="0" hangingPunct="0">
                        <a:spcBef>
                          <a:spcPct val="20000"/>
                        </a:spcBef>
                        <a:buFont typeface="Wingdings" panose="05000000000000000000" pitchFamily="2" charset="2"/>
                        <a:defRPr sz="2000" b="1">
                          <a:solidFill>
                            <a:schemeClr val="tx1"/>
                          </a:solidFill>
                          <a:latin typeface="Arial" panose="020B0604020202020204" pitchFamily="34" charset="0"/>
                          <a:ea typeface="黑体" panose="02010609060101010101" charset="-122"/>
                        </a:defRPr>
                      </a:lvl1pPr>
                      <a:lvl2pPr marL="742950" indent="-285750" eaLnBrk="0" hangingPunct="0">
                        <a:spcBef>
                          <a:spcPct val="20000"/>
                        </a:spcBef>
                        <a:buFont typeface="Wingdings" panose="05000000000000000000" pitchFamily="2" charset="2"/>
                        <a:defRPr b="1">
                          <a:solidFill>
                            <a:schemeClr val="tx1"/>
                          </a:solidFill>
                          <a:latin typeface="Arial" panose="020B0604020202020204" pitchFamily="34" charset="0"/>
                          <a:ea typeface="楷体_GB2312" pitchFamily="49" charset="-122"/>
                        </a:defRPr>
                      </a:lvl2pPr>
                      <a:lvl3pPr marL="1143000" indent="-228600" eaLnBrk="0" hangingPunct="0">
                        <a:spcBef>
                          <a:spcPct val="20000"/>
                        </a:spcBef>
                        <a:buFont typeface="Gungsuh" pitchFamily="18" charset="-127"/>
                        <a:defRPr sz="1600"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sz="1400">
                          <a:solidFill>
                            <a:schemeClr val="tx1"/>
                          </a:solidFill>
                          <a:latin typeface="Arial" panose="020B0604020202020204" pitchFamily="34" charset="0"/>
                          <a:ea typeface="黑体" panose="02010609060101010101" charset="-122"/>
                        </a:defRPr>
                      </a:lvl4pPr>
                      <a:lvl5pPr marL="2057400" indent="-228600" eaLnBrk="0" hangingPunct="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 typeface="Wingdings" panose="05000000000000000000" pitchFamily="2" charset="2"/>
                        <a:buNone/>
                      </a:pPr>
                      <a:r>
                        <a:rPr kumimoji="0" lang="en-US" altLang="zh-CN" sz="1600" b="1" i="0" u="none" strike="noStrike" cap="none" normalizeH="0" baseline="0">
                          <a:ln>
                            <a:noFill/>
                          </a:ln>
                          <a:solidFill>
                            <a:schemeClr val="tx1"/>
                          </a:solidFill>
                          <a:effectLst/>
                          <a:latin typeface="CourierPS" pitchFamily="49" charset="0"/>
                          <a:ea typeface="宋体" panose="02010600030101010101" pitchFamily="2" charset="-122"/>
                        </a:rPr>
                        <a:t>06</a:t>
                      </a:r>
                      <a:endParaRPr kumimoji="0" lang="en-US" altLang="zh-CN" sz="1600" b="1" i="0" u="none" strike="noStrike" cap="none" normalizeH="0" baseline="0">
                        <a:ln>
                          <a:noFill/>
                        </a:ln>
                        <a:solidFill>
                          <a:schemeClr val="tx1"/>
                        </a:solidFill>
                        <a:effectLst/>
                        <a:latin typeface="CourierPS" pitchFamily="49" charset="0"/>
                        <a:ea typeface="宋体" panose="02010600030101010101" pitchFamily="2" charset="-122"/>
                      </a:endParaRPr>
                    </a:p>
                  </a:txBody>
                  <a:tcPr marL="0" marR="0" marT="0" marB="0" anchor="b" anchorCtr="1" horzOverflow="overflow">
                    <a:lnL>
                      <a:noFill/>
                    </a:lnL>
                    <a:lnR>
                      <a:noFill/>
                    </a:lnR>
                    <a:lnT>
                      <a:noFill/>
                    </a:lnT>
                    <a:lnB>
                      <a:noFill/>
                    </a:lnB>
                    <a:lnTlToBr>
                      <a:noFill/>
                    </a:lnTlToBr>
                    <a:lnBlToTr>
                      <a:noFill/>
                    </a:lnBlToTr>
                    <a:noFill/>
                  </a:tcPr>
                </a:tc>
                <a:tc>
                  <a:txBody>
                    <a:bodyPr/>
                    <a:lstStyle>
                      <a:lvl1pPr eaLnBrk="0" hangingPunct="0">
                        <a:spcBef>
                          <a:spcPct val="20000"/>
                        </a:spcBef>
                        <a:buFont typeface="Wingdings" panose="05000000000000000000" pitchFamily="2" charset="2"/>
                        <a:defRPr sz="2000" b="1">
                          <a:solidFill>
                            <a:schemeClr val="tx1"/>
                          </a:solidFill>
                          <a:latin typeface="Arial" panose="020B0604020202020204" pitchFamily="34" charset="0"/>
                          <a:ea typeface="黑体" panose="02010609060101010101" charset="-122"/>
                        </a:defRPr>
                      </a:lvl1pPr>
                      <a:lvl2pPr marL="742950" indent="-285750" eaLnBrk="0" hangingPunct="0">
                        <a:spcBef>
                          <a:spcPct val="20000"/>
                        </a:spcBef>
                        <a:buFont typeface="Wingdings" panose="05000000000000000000" pitchFamily="2" charset="2"/>
                        <a:defRPr b="1">
                          <a:solidFill>
                            <a:schemeClr val="tx1"/>
                          </a:solidFill>
                          <a:latin typeface="Arial" panose="020B0604020202020204" pitchFamily="34" charset="0"/>
                          <a:ea typeface="楷体_GB2312" pitchFamily="49" charset="-122"/>
                        </a:defRPr>
                      </a:lvl2pPr>
                      <a:lvl3pPr marL="1143000" indent="-228600" eaLnBrk="0" hangingPunct="0">
                        <a:spcBef>
                          <a:spcPct val="20000"/>
                        </a:spcBef>
                        <a:buFont typeface="Gungsuh" pitchFamily="18" charset="-127"/>
                        <a:defRPr sz="1600"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sz="1400">
                          <a:solidFill>
                            <a:schemeClr val="tx1"/>
                          </a:solidFill>
                          <a:latin typeface="Arial" panose="020B0604020202020204" pitchFamily="34" charset="0"/>
                          <a:ea typeface="黑体" panose="02010609060101010101" charset="-122"/>
                        </a:defRPr>
                      </a:lvl4pPr>
                      <a:lvl5pPr marL="2057400" indent="-228600" eaLnBrk="0" hangingPunct="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 typeface="Wingdings" panose="05000000000000000000" pitchFamily="2" charset="2"/>
                        <a:buNone/>
                      </a:pPr>
                      <a:r>
                        <a:rPr kumimoji="0" lang="en-US" altLang="zh-CN" sz="1600" b="1" i="0" u="none" strike="noStrike" cap="none" normalizeH="0" baseline="0">
                          <a:ln>
                            <a:noFill/>
                          </a:ln>
                          <a:solidFill>
                            <a:schemeClr val="accent2"/>
                          </a:solidFill>
                          <a:effectLst/>
                          <a:latin typeface="CourierPS" pitchFamily="49" charset="0"/>
                          <a:ea typeface="宋体" panose="02010600030101010101" pitchFamily="2" charset="-122"/>
                        </a:rPr>
                        <a:t>ack</a:t>
                      </a:r>
                      <a:endParaRPr kumimoji="0" lang="en-US" altLang="zh-CN" sz="1600" b="1" i="0" u="none" strike="noStrike" cap="none" normalizeH="0" baseline="0">
                        <a:ln>
                          <a:noFill/>
                        </a:ln>
                        <a:solidFill>
                          <a:schemeClr val="accent2"/>
                        </a:solidFill>
                        <a:effectLst/>
                        <a:latin typeface="CourierPS" pitchFamily="49" charset="0"/>
                        <a:ea typeface="宋体" panose="02010600030101010101" pitchFamily="2" charset="-122"/>
                      </a:endParaRPr>
                    </a:p>
                  </a:txBody>
                  <a:tcPr marL="0" marR="0" marT="0" marB="0" anchor="b" anchorCtr="1" horzOverflow="overflow">
                    <a:lnL>
                      <a:noFill/>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lvl1pPr eaLnBrk="0" hangingPunct="0">
                        <a:spcBef>
                          <a:spcPct val="20000"/>
                        </a:spcBef>
                        <a:buFont typeface="Wingdings" panose="05000000000000000000" pitchFamily="2" charset="2"/>
                        <a:defRPr sz="2000" b="1">
                          <a:solidFill>
                            <a:schemeClr val="tx1"/>
                          </a:solidFill>
                          <a:latin typeface="Arial" panose="020B0604020202020204" pitchFamily="34" charset="0"/>
                          <a:ea typeface="黑体" panose="02010609060101010101" charset="-122"/>
                        </a:defRPr>
                      </a:lvl1pPr>
                      <a:lvl2pPr marL="742950" indent="-285750" eaLnBrk="0" hangingPunct="0">
                        <a:spcBef>
                          <a:spcPct val="20000"/>
                        </a:spcBef>
                        <a:buFont typeface="Wingdings" panose="05000000000000000000" pitchFamily="2" charset="2"/>
                        <a:defRPr b="1">
                          <a:solidFill>
                            <a:schemeClr val="tx1"/>
                          </a:solidFill>
                          <a:latin typeface="Arial" panose="020B0604020202020204" pitchFamily="34" charset="0"/>
                          <a:ea typeface="楷体_GB2312" pitchFamily="49" charset="-122"/>
                        </a:defRPr>
                      </a:lvl2pPr>
                      <a:lvl3pPr marL="1143000" indent="-228600" eaLnBrk="0" hangingPunct="0">
                        <a:spcBef>
                          <a:spcPct val="20000"/>
                        </a:spcBef>
                        <a:buFont typeface="Gungsuh" pitchFamily="18" charset="-127"/>
                        <a:defRPr sz="1600"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sz="1400">
                          <a:solidFill>
                            <a:schemeClr val="tx1"/>
                          </a:solidFill>
                          <a:latin typeface="Arial" panose="020B0604020202020204" pitchFamily="34" charset="0"/>
                          <a:ea typeface="黑体" panose="02010609060101010101" charset="-122"/>
                        </a:defRPr>
                      </a:lvl4pPr>
                      <a:lvl5pPr marL="2057400" indent="-228600" eaLnBrk="0" hangingPunct="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 typeface="Wingdings" panose="05000000000000000000" pitchFamily="2" charset="2"/>
                        <a:buNone/>
                      </a:pPr>
                      <a:r>
                        <a:rPr kumimoji="0" lang="en-US" altLang="zh-CN" sz="1600" b="1" i="0" u="none" strike="noStrike" cap="none" normalizeH="0" baseline="0">
                          <a:ln>
                            <a:noFill/>
                          </a:ln>
                          <a:solidFill>
                            <a:schemeClr val="tx1"/>
                          </a:solidFill>
                          <a:effectLst/>
                          <a:latin typeface="CourierPS" pitchFamily="49" charset="0"/>
                          <a:ea typeface="宋体" panose="02010600030101010101" pitchFamily="2" charset="-122"/>
                        </a:rPr>
                        <a:t>16</a:t>
                      </a:r>
                      <a:endParaRPr kumimoji="0" lang="en-US" altLang="zh-CN" sz="1600" b="1" i="0" u="none" strike="noStrike" cap="none" normalizeH="0" baseline="0">
                        <a:ln>
                          <a:noFill/>
                        </a:ln>
                        <a:solidFill>
                          <a:schemeClr val="tx1"/>
                        </a:solidFill>
                        <a:effectLst/>
                        <a:latin typeface="CourierPS" pitchFamily="49" charset="0"/>
                        <a:ea typeface="宋体" panose="02010600030101010101" pitchFamily="2" charset="-122"/>
                      </a:endParaRPr>
                    </a:p>
                  </a:txBody>
                  <a:tcPr marL="0" marR="0" marT="0" marB="0" anchor="b" anchorCtr="1" horzOverflow="overflow">
                    <a:lnL w="12700" cap="flat" cmpd="sng" algn="ctr">
                      <a:solidFill>
                        <a:schemeClr val="tx1"/>
                      </a:solidFill>
                      <a:prstDash val="solid"/>
                      <a:round/>
                      <a:headEnd type="none" w="med" len="med"/>
                      <a:tailEnd type="none" w="med" len="med"/>
                    </a:lnL>
                    <a:lnR>
                      <a:noFill/>
                    </a:lnR>
                    <a:lnT>
                      <a:noFill/>
                    </a:lnT>
                    <a:lnB>
                      <a:noFill/>
                    </a:lnB>
                    <a:lnTlToBr>
                      <a:noFill/>
                    </a:lnTlToBr>
                    <a:lnBlToTr>
                      <a:noFill/>
                    </a:lnBlToTr>
                    <a:noFill/>
                  </a:tcPr>
                </a:tc>
                <a:tc>
                  <a:txBody>
                    <a:bodyPr/>
                    <a:lstStyle>
                      <a:lvl1pPr eaLnBrk="0" hangingPunct="0">
                        <a:spcBef>
                          <a:spcPct val="20000"/>
                        </a:spcBef>
                        <a:buFont typeface="Wingdings" panose="05000000000000000000" pitchFamily="2" charset="2"/>
                        <a:defRPr sz="2000" b="1">
                          <a:solidFill>
                            <a:schemeClr val="tx1"/>
                          </a:solidFill>
                          <a:latin typeface="Arial" panose="020B0604020202020204" pitchFamily="34" charset="0"/>
                          <a:ea typeface="黑体" panose="02010609060101010101" charset="-122"/>
                        </a:defRPr>
                      </a:lvl1pPr>
                      <a:lvl2pPr marL="742950" indent="-285750" eaLnBrk="0" hangingPunct="0">
                        <a:spcBef>
                          <a:spcPct val="20000"/>
                        </a:spcBef>
                        <a:buFont typeface="Wingdings" panose="05000000000000000000" pitchFamily="2" charset="2"/>
                        <a:defRPr b="1">
                          <a:solidFill>
                            <a:schemeClr val="tx1"/>
                          </a:solidFill>
                          <a:latin typeface="Arial" panose="020B0604020202020204" pitchFamily="34" charset="0"/>
                          <a:ea typeface="楷体_GB2312" pitchFamily="49" charset="-122"/>
                        </a:defRPr>
                      </a:lvl2pPr>
                      <a:lvl3pPr marL="1143000" indent="-228600" eaLnBrk="0" hangingPunct="0">
                        <a:spcBef>
                          <a:spcPct val="20000"/>
                        </a:spcBef>
                        <a:buFont typeface="Gungsuh" pitchFamily="18" charset="-127"/>
                        <a:defRPr sz="1600"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sz="1400">
                          <a:solidFill>
                            <a:schemeClr val="tx1"/>
                          </a:solidFill>
                          <a:latin typeface="Arial" panose="020B0604020202020204" pitchFamily="34" charset="0"/>
                          <a:ea typeface="黑体" panose="02010609060101010101" charset="-122"/>
                        </a:defRPr>
                      </a:lvl4pPr>
                      <a:lvl5pPr marL="2057400" indent="-228600" eaLnBrk="0" hangingPunct="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 typeface="Wingdings" panose="05000000000000000000" pitchFamily="2" charset="2"/>
                        <a:buNone/>
                      </a:pPr>
                      <a:r>
                        <a:rPr kumimoji="0" lang="en-US" altLang="zh-CN" sz="1600" b="1" i="0" u="none" strike="noStrike" cap="none" normalizeH="0" baseline="0">
                          <a:ln>
                            <a:noFill/>
                          </a:ln>
                          <a:solidFill>
                            <a:schemeClr val="accent2"/>
                          </a:solidFill>
                          <a:effectLst/>
                          <a:latin typeface="CourierPS" pitchFamily="49" charset="0"/>
                          <a:ea typeface="宋体" panose="02010600030101010101" pitchFamily="2" charset="-122"/>
                        </a:rPr>
                        <a:t>syn</a:t>
                      </a:r>
                      <a:endParaRPr kumimoji="0" lang="en-US" altLang="zh-CN" sz="1600" b="1" i="0" u="none" strike="noStrike" cap="none" normalizeH="0" baseline="0">
                        <a:ln>
                          <a:noFill/>
                        </a:ln>
                        <a:solidFill>
                          <a:schemeClr val="accent2"/>
                        </a:solidFill>
                        <a:effectLst/>
                        <a:latin typeface="CourierPS" pitchFamily="49" charset="0"/>
                        <a:ea typeface="宋体" panose="02010600030101010101" pitchFamily="2" charset="-122"/>
                      </a:endParaRPr>
                    </a:p>
                  </a:txBody>
                  <a:tcPr marL="0" marR="0" marT="0" marB="0" anchor="b" anchorCtr="1" horzOverflow="overflow">
                    <a:lnL>
                      <a:noFill/>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lvl1pPr eaLnBrk="0" hangingPunct="0">
                        <a:spcBef>
                          <a:spcPct val="20000"/>
                        </a:spcBef>
                        <a:buFont typeface="Wingdings" panose="05000000000000000000" pitchFamily="2" charset="2"/>
                        <a:defRPr sz="2000" b="1">
                          <a:solidFill>
                            <a:schemeClr val="tx1"/>
                          </a:solidFill>
                          <a:latin typeface="Arial" panose="020B0604020202020204" pitchFamily="34" charset="0"/>
                          <a:ea typeface="黑体" panose="02010609060101010101" charset="-122"/>
                        </a:defRPr>
                      </a:lvl1pPr>
                      <a:lvl2pPr marL="742950" indent="-285750" eaLnBrk="0" hangingPunct="0">
                        <a:spcBef>
                          <a:spcPct val="20000"/>
                        </a:spcBef>
                        <a:buFont typeface="Wingdings" panose="05000000000000000000" pitchFamily="2" charset="2"/>
                        <a:defRPr b="1">
                          <a:solidFill>
                            <a:schemeClr val="tx1"/>
                          </a:solidFill>
                          <a:latin typeface="Arial" panose="020B0604020202020204" pitchFamily="34" charset="0"/>
                          <a:ea typeface="楷体_GB2312" pitchFamily="49" charset="-122"/>
                        </a:defRPr>
                      </a:lvl2pPr>
                      <a:lvl3pPr marL="1143000" indent="-228600" eaLnBrk="0" hangingPunct="0">
                        <a:spcBef>
                          <a:spcPct val="20000"/>
                        </a:spcBef>
                        <a:buFont typeface="Gungsuh" pitchFamily="18" charset="-127"/>
                        <a:defRPr sz="1600"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sz="1400">
                          <a:solidFill>
                            <a:schemeClr val="tx1"/>
                          </a:solidFill>
                          <a:latin typeface="Arial" panose="020B0604020202020204" pitchFamily="34" charset="0"/>
                          <a:ea typeface="黑体" panose="02010609060101010101" charset="-122"/>
                        </a:defRPr>
                      </a:lvl4pPr>
                      <a:lvl5pPr marL="2057400" indent="-228600" eaLnBrk="0" hangingPunct="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 typeface="Wingdings" panose="05000000000000000000" pitchFamily="2" charset="2"/>
                        <a:buNone/>
                      </a:pPr>
                      <a:r>
                        <a:rPr kumimoji="0" lang="en-US" altLang="zh-CN" sz="1600" b="1" i="0" u="none" strike="noStrike" cap="none" normalizeH="0" baseline="0">
                          <a:ln>
                            <a:noFill/>
                          </a:ln>
                          <a:solidFill>
                            <a:schemeClr val="tx1"/>
                          </a:solidFill>
                          <a:effectLst/>
                          <a:latin typeface="CourierPS" pitchFamily="49" charset="0"/>
                          <a:ea typeface="宋体" panose="02010600030101010101" pitchFamily="2" charset="-122"/>
                        </a:rPr>
                        <a:t>26</a:t>
                      </a:r>
                      <a:endParaRPr kumimoji="0" lang="en-US" altLang="zh-CN" sz="1600" b="1" i="0" u="none" strike="noStrike" cap="none" normalizeH="0" baseline="0">
                        <a:ln>
                          <a:noFill/>
                        </a:ln>
                        <a:solidFill>
                          <a:schemeClr val="tx1"/>
                        </a:solidFill>
                        <a:effectLst/>
                        <a:latin typeface="CourierPS" pitchFamily="49" charset="0"/>
                        <a:ea typeface="宋体" panose="02010600030101010101" pitchFamily="2" charset="-122"/>
                      </a:endParaRPr>
                    </a:p>
                  </a:txBody>
                  <a:tcPr marL="0" marR="0" marT="0" marB="0" anchor="b" anchorCtr="1" horzOverflow="overflow">
                    <a:lnL w="12700" cap="flat" cmpd="sng" algn="ctr">
                      <a:solidFill>
                        <a:schemeClr val="tx1"/>
                      </a:solidFill>
                      <a:prstDash val="solid"/>
                      <a:round/>
                      <a:headEnd type="none" w="med" len="med"/>
                      <a:tailEnd type="none" w="med" len="med"/>
                    </a:lnL>
                    <a:lnR>
                      <a:noFill/>
                    </a:lnR>
                    <a:lnT>
                      <a:noFill/>
                    </a:lnT>
                    <a:lnB>
                      <a:noFill/>
                    </a:lnB>
                    <a:lnTlToBr>
                      <a:noFill/>
                    </a:lnTlToBr>
                    <a:lnBlToTr>
                      <a:noFill/>
                    </a:lnBlToTr>
                    <a:noFill/>
                  </a:tcPr>
                </a:tc>
                <a:tc>
                  <a:txBody>
                    <a:bodyPr/>
                    <a:lstStyle>
                      <a:lvl1pPr eaLnBrk="0" hangingPunct="0">
                        <a:spcBef>
                          <a:spcPct val="20000"/>
                        </a:spcBef>
                        <a:buFont typeface="Wingdings" panose="05000000000000000000" pitchFamily="2" charset="2"/>
                        <a:defRPr sz="2000" b="1">
                          <a:solidFill>
                            <a:schemeClr val="tx1"/>
                          </a:solidFill>
                          <a:latin typeface="Arial" panose="020B0604020202020204" pitchFamily="34" charset="0"/>
                          <a:ea typeface="黑体" panose="02010609060101010101" charset="-122"/>
                        </a:defRPr>
                      </a:lvl1pPr>
                      <a:lvl2pPr marL="742950" indent="-285750" eaLnBrk="0" hangingPunct="0">
                        <a:spcBef>
                          <a:spcPct val="20000"/>
                        </a:spcBef>
                        <a:buFont typeface="Wingdings" panose="05000000000000000000" pitchFamily="2" charset="2"/>
                        <a:defRPr b="1">
                          <a:solidFill>
                            <a:schemeClr val="tx1"/>
                          </a:solidFill>
                          <a:latin typeface="Arial" panose="020B0604020202020204" pitchFamily="34" charset="0"/>
                          <a:ea typeface="楷体_GB2312" pitchFamily="49" charset="-122"/>
                        </a:defRPr>
                      </a:lvl2pPr>
                      <a:lvl3pPr marL="1143000" indent="-228600" eaLnBrk="0" hangingPunct="0">
                        <a:spcBef>
                          <a:spcPct val="20000"/>
                        </a:spcBef>
                        <a:buFont typeface="Gungsuh" pitchFamily="18" charset="-127"/>
                        <a:defRPr sz="1600"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sz="1400">
                          <a:solidFill>
                            <a:schemeClr val="tx1"/>
                          </a:solidFill>
                          <a:latin typeface="Arial" panose="020B0604020202020204" pitchFamily="34" charset="0"/>
                          <a:ea typeface="黑体" panose="02010609060101010101" charset="-122"/>
                        </a:defRPr>
                      </a:lvl4pPr>
                      <a:lvl5pPr marL="2057400" indent="-228600" eaLnBrk="0" hangingPunct="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 typeface="Wingdings" panose="05000000000000000000" pitchFamily="2" charset="2"/>
                        <a:buNone/>
                      </a:pPr>
                      <a:r>
                        <a:rPr kumimoji="0" lang="en-US" altLang="zh-CN" sz="1600" b="1" i="0" u="none" strike="noStrike" cap="none" normalizeH="0" baseline="0">
                          <a:ln>
                            <a:noFill/>
                          </a:ln>
                          <a:solidFill>
                            <a:schemeClr val="accent2"/>
                          </a:solidFill>
                          <a:effectLst/>
                          <a:latin typeface="CourierPS" pitchFamily="49" charset="0"/>
                          <a:ea typeface="宋体" panose="02010600030101010101" pitchFamily="2" charset="-122"/>
                        </a:rPr>
                        <a:t>&amp;</a:t>
                      </a:r>
                      <a:endParaRPr kumimoji="0" lang="en-US" altLang="zh-CN" sz="1600" b="1" i="0" u="none" strike="noStrike" cap="none" normalizeH="0" baseline="0">
                        <a:ln>
                          <a:noFill/>
                        </a:ln>
                        <a:solidFill>
                          <a:schemeClr val="accent2"/>
                        </a:solidFill>
                        <a:effectLst/>
                        <a:latin typeface="CourierPS" pitchFamily="49" charset="0"/>
                        <a:ea typeface="宋体" panose="02010600030101010101" pitchFamily="2" charset="-122"/>
                      </a:endParaRPr>
                    </a:p>
                  </a:txBody>
                  <a:tcPr marL="0" marR="0" marT="0" marB="0" anchor="b" anchorCtr="1" horzOverflow="overflow">
                    <a:lnL>
                      <a:noFill/>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lvl1pPr eaLnBrk="0" hangingPunct="0">
                        <a:spcBef>
                          <a:spcPct val="20000"/>
                        </a:spcBef>
                        <a:buFont typeface="Wingdings" panose="05000000000000000000" pitchFamily="2" charset="2"/>
                        <a:defRPr sz="2000" b="1">
                          <a:solidFill>
                            <a:schemeClr val="tx1"/>
                          </a:solidFill>
                          <a:latin typeface="Arial" panose="020B0604020202020204" pitchFamily="34" charset="0"/>
                          <a:ea typeface="黑体" panose="02010609060101010101" charset="-122"/>
                        </a:defRPr>
                      </a:lvl1pPr>
                      <a:lvl2pPr marL="742950" indent="-285750" eaLnBrk="0" hangingPunct="0">
                        <a:spcBef>
                          <a:spcPct val="20000"/>
                        </a:spcBef>
                        <a:buFont typeface="Wingdings" panose="05000000000000000000" pitchFamily="2" charset="2"/>
                        <a:defRPr b="1">
                          <a:solidFill>
                            <a:schemeClr val="tx1"/>
                          </a:solidFill>
                          <a:latin typeface="Arial" panose="020B0604020202020204" pitchFamily="34" charset="0"/>
                          <a:ea typeface="楷体_GB2312" pitchFamily="49" charset="-122"/>
                        </a:defRPr>
                      </a:lvl2pPr>
                      <a:lvl3pPr marL="1143000" indent="-228600" eaLnBrk="0" hangingPunct="0">
                        <a:spcBef>
                          <a:spcPct val="20000"/>
                        </a:spcBef>
                        <a:buFont typeface="Gungsuh" pitchFamily="18" charset="-127"/>
                        <a:defRPr sz="1600"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sz="1400">
                          <a:solidFill>
                            <a:schemeClr val="tx1"/>
                          </a:solidFill>
                          <a:latin typeface="Arial" panose="020B0604020202020204" pitchFamily="34" charset="0"/>
                          <a:ea typeface="黑体" panose="02010609060101010101" charset="-122"/>
                        </a:defRPr>
                      </a:lvl4pPr>
                      <a:lvl5pPr marL="2057400" indent="-228600" eaLnBrk="0" hangingPunct="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 typeface="Wingdings" panose="05000000000000000000" pitchFamily="2" charset="2"/>
                        <a:buNone/>
                      </a:pPr>
                      <a:r>
                        <a:rPr kumimoji="0" lang="en-US" altLang="zh-CN" sz="1600" b="1" i="0" u="none" strike="noStrike" cap="none" normalizeH="0" baseline="0">
                          <a:ln>
                            <a:noFill/>
                          </a:ln>
                          <a:solidFill>
                            <a:schemeClr val="tx1"/>
                          </a:solidFill>
                          <a:effectLst/>
                          <a:latin typeface="CourierPS" pitchFamily="49" charset="0"/>
                          <a:ea typeface="宋体" panose="02010600030101010101" pitchFamily="2" charset="-122"/>
                        </a:rPr>
                        <a:t>36</a:t>
                      </a:r>
                      <a:endParaRPr kumimoji="0" lang="en-US" altLang="zh-CN" sz="1600" b="1" i="0" u="none" strike="noStrike" cap="none" normalizeH="0" baseline="0">
                        <a:ln>
                          <a:noFill/>
                        </a:ln>
                        <a:solidFill>
                          <a:schemeClr val="tx1"/>
                        </a:solidFill>
                        <a:effectLst/>
                        <a:latin typeface="CourierPS" pitchFamily="49" charset="0"/>
                        <a:ea typeface="宋体" panose="02010600030101010101" pitchFamily="2" charset="-122"/>
                      </a:endParaRPr>
                    </a:p>
                  </a:txBody>
                  <a:tcPr marL="0" marR="0" marT="0" marB="0" anchor="b" anchorCtr="1" horzOverflow="overflow">
                    <a:lnL w="12700" cap="flat" cmpd="sng" algn="ctr">
                      <a:solidFill>
                        <a:schemeClr val="tx1"/>
                      </a:solidFill>
                      <a:prstDash val="solid"/>
                      <a:round/>
                      <a:headEnd type="none" w="med" len="med"/>
                      <a:tailEnd type="none" w="med" len="med"/>
                    </a:lnL>
                    <a:lnR>
                      <a:noFill/>
                    </a:lnR>
                    <a:lnT>
                      <a:noFill/>
                    </a:lnT>
                    <a:lnB>
                      <a:noFill/>
                    </a:lnB>
                    <a:lnTlToBr>
                      <a:noFill/>
                    </a:lnTlToBr>
                    <a:lnBlToTr>
                      <a:noFill/>
                    </a:lnBlToTr>
                    <a:noFill/>
                  </a:tcPr>
                </a:tc>
                <a:tc>
                  <a:txBody>
                    <a:bodyPr/>
                    <a:lstStyle>
                      <a:lvl1pPr eaLnBrk="0" hangingPunct="0">
                        <a:spcBef>
                          <a:spcPct val="20000"/>
                        </a:spcBef>
                        <a:buFont typeface="Wingdings" panose="05000000000000000000" pitchFamily="2" charset="2"/>
                        <a:defRPr sz="2000" b="1">
                          <a:solidFill>
                            <a:schemeClr val="tx1"/>
                          </a:solidFill>
                          <a:latin typeface="Arial" panose="020B0604020202020204" pitchFamily="34" charset="0"/>
                          <a:ea typeface="黑体" panose="02010609060101010101" charset="-122"/>
                        </a:defRPr>
                      </a:lvl1pPr>
                      <a:lvl2pPr marL="742950" indent="-285750" eaLnBrk="0" hangingPunct="0">
                        <a:spcBef>
                          <a:spcPct val="20000"/>
                        </a:spcBef>
                        <a:buFont typeface="Wingdings" panose="05000000000000000000" pitchFamily="2" charset="2"/>
                        <a:defRPr b="1">
                          <a:solidFill>
                            <a:schemeClr val="tx1"/>
                          </a:solidFill>
                          <a:latin typeface="Arial" panose="020B0604020202020204" pitchFamily="34" charset="0"/>
                          <a:ea typeface="楷体_GB2312" pitchFamily="49" charset="-122"/>
                        </a:defRPr>
                      </a:lvl2pPr>
                      <a:lvl3pPr marL="1143000" indent="-228600" eaLnBrk="0" hangingPunct="0">
                        <a:spcBef>
                          <a:spcPct val="20000"/>
                        </a:spcBef>
                        <a:buFont typeface="Gungsuh" pitchFamily="18" charset="-127"/>
                        <a:defRPr sz="1600"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sz="1400">
                          <a:solidFill>
                            <a:schemeClr val="tx1"/>
                          </a:solidFill>
                          <a:latin typeface="Arial" panose="020B0604020202020204" pitchFamily="34" charset="0"/>
                          <a:ea typeface="黑体" panose="02010609060101010101" charset="-122"/>
                        </a:defRPr>
                      </a:lvl4pPr>
                      <a:lvl5pPr marL="2057400" indent="-228600" eaLnBrk="0" hangingPunct="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 typeface="Wingdings" panose="05000000000000000000" pitchFamily="2" charset="2"/>
                        <a:buNone/>
                      </a:pPr>
                      <a:r>
                        <a:rPr kumimoji="0" lang="en-US" altLang="zh-CN" sz="1600" b="1" i="0" u="none" strike="noStrike" cap="none" normalizeH="0" baseline="0">
                          <a:ln>
                            <a:noFill/>
                          </a:ln>
                          <a:solidFill>
                            <a:schemeClr val="accent2"/>
                          </a:solidFill>
                          <a:effectLst/>
                          <a:latin typeface="CourierPS" pitchFamily="49" charset="0"/>
                          <a:ea typeface="宋体" panose="02010600030101010101" pitchFamily="2" charset="-122"/>
                        </a:rPr>
                        <a:t>6</a:t>
                      </a:r>
                      <a:endParaRPr kumimoji="0" lang="en-US" altLang="zh-CN" sz="1600" b="1" i="0" u="none" strike="noStrike" cap="none" normalizeH="0" baseline="0">
                        <a:ln>
                          <a:noFill/>
                        </a:ln>
                        <a:solidFill>
                          <a:schemeClr val="accent2"/>
                        </a:solidFill>
                        <a:effectLst/>
                        <a:latin typeface="CourierPS" pitchFamily="49" charset="0"/>
                        <a:ea typeface="宋体" panose="02010600030101010101" pitchFamily="2" charset="-122"/>
                      </a:endParaRPr>
                    </a:p>
                  </a:txBody>
                  <a:tcPr marL="0" marR="0" marT="0" marB="0" anchor="b" anchorCtr="1" horzOverflow="overflow">
                    <a:lnL>
                      <a:noFill/>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lvl1pPr eaLnBrk="0" hangingPunct="0">
                        <a:spcBef>
                          <a:spcPct val="20000"/>
                        </a:spcBef>
                        <a:buFont typeface="Wingdings" panose="05000000000000000000" pitchFamily="2" charset="2"/>
                        <a:defRPr sz="2000" b="1">
                          <a:solidFill>
                            <a:schemeClr val="tx1"/>
                          </a:solidFill>
                          <a:latin typeface="Arial" panose="020B0604020202020204" pitchFamily="34" charset="0"/>
                          <a:ea typeface="黑体" panose="02010609060101010101" charset="-122"/>
                        </a:defRPr>
                      </a:lvl1pPr>
                      <a:lvl2pPr marL="742950" indent="-285750" eaLnBrk="0" hangingPunct="0">
                        <a:spcBef>
                          <a:spcPct val="20000"/>
                        </a:spcBef>
                        <a:buFont typeface="Wingdings" panose="05000000000000000000" pitchFamily="2" charset="2"/>
                        <a:defRPr b="1">
                          <a:solidFill>
                            <a:schemeClr val="tx1"/>
                          </a:solidFill>
                          <a:latin typeface="Arial" panose="020B0604020202020204" pitchFamily="34" charset="0"/>
                          <a:ea typeface="楷体_GB2312" pitchFamily="49" charset="-122"/>
                        </a:defRPr>
                      </a:lvl2pPr>
                      <a:lvl3pPr marL="1143000" indent="-228600" eaLnBrk="0" hangingPunct="0">
                        <a:spcBef>
                          <a:spcPct val="20000"/>
                        </a:spcBef>
                        <a:buFont typeface="Gungsuh" pitchFamily="18" charset="-127"/>
                        <a:defRPr sz="1600"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sz="1400">
                          <a:solidFill>
                            <a:schemeClr val="tx1"/>
                          </a:solidFill>
                          <a:latin typeface="Arial" panose="020B0604020202020204" pitchFamily="34" charset="0"/>
                          <a:ea typeface="黑体" panose="02010609060101010101" charset="-122"/>
                        </a:defRPr>
                      </a:lvl4pPr>
                      <a:lvl5pPr marL="2057400" indent="-228600" eaLnBrk="0" hangingPunct="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 typeface="Wingdings" panose="05000000000000000000" pitchFamily="2" charset="2"/>
                        <a:buNone/>
                      </a:pPr>
                      <a:r>
                        <a:rPr kumimoji="0" lang="en-US" altLang="zh-CN" sz="1600" b="1" i="0" u="none" strike="noStrike" cap="none" normalizeH="0" baseline="0">
                          <a:ln>
                            <a:noFill/>
                          </a:ln>
                          <a:solidFill>
                            <a:schemeClr val="tx1"/>
                          </a:solidFill>
                          <a:effectLst/>
                          <a:latin typeface="CourierPS" pitchFamily="49" charset="0"/>
                          <a:ea typeface="宋体" panose="02010600030101010101" pitchFamily="2" charset="-122"/>
                        </a:rPr>
                        <a:t>46</a:t>
                      </a:r>
                      <a:endParaRPr kumimoji="0" lang="en-US" altLang="zh-CN" sz="1600" b="1" i="0" u="none" strike="noStrike" cap="none" normalizeH="0" baseline="0">
                        <a:ln>
                          <a:noFill/>
                        </a:ln>
                        <a:solidFill>
                          <a:schemeClr val="tx1"/>
                        </a:solidFill>
                        <a:effectLst/>
                        <a:latin typeface="CourierPS" pitchFamily="49" charset="0"/>
                        <a:ea typeface="宋体" panose="02010600030101010101" pitchFamily="2" charset="-122"/>
                      </a:endParaRPr>
                    </a:p>
                  </a:txBody>
                  <a:tcPr marL="0" marR="0" marT="0" marB="0" anchor="b" anchorCtr="1" horzOverflow="overflow">
                    <a:lnL w="12700" cap="flat" cmpd="sng" algn="ctr">
                      <a:solidFill>
                        <a:schemeClr val="tx1"/>
                      </a:solidFill>
                      <a:prstDash val="solid"/>
                      <a:round/>
                      <a:headEnd type="none" w="med" len="med"/>
                      <a:tailEnd type="none" w="med" len="med"/>
                    </a:lnL>
                    <a:lnR>
                      <a:noFill/>
                    </a:lnR>
                    <a:lnT>
                      <a:noFill/>
                    </a:lnT>
                    <a:lnB>
                      <a:noFill/>
                    </a:lnB>
                    <a:lnTlToBr>
                      <a:noFill/>
                    </a:lnTlToBr>
                    <a:lnBlToTr>
                      <a:noFill/>
                    </a:lnBlToTr>
                    <a:noFill/>
                  </a:tcPr>
                </a:tc>
                <a:tc>
                  <a:txBody>
                    <a:bodyPr/>
                    <a:lstStyle>
                      <a:lvl1pPr eaLnBrk="0" hangingPunct="0">
                        <a:spcBef>
                          <a:spcPct val="20000"/>
                        </a:spcBef>
                        <a:buFont typeface="Wingdings" panose="05000000000000000000" pitchFamily="2" charset="2"/>
                        <a:defRPr sz="2000" b="1">
                          <a:solidFill>
                            <a:schemeClr val="tx1"/>
                          </a:solidFill>
                          <a:latin typeface="Arial" panose="020B0604020202020204" pitchFamily="34" charset="0"/>
                          <a:ea typeface="黑体" panose="02010609060101010101" charset="-122"/>
                        </a:defRPr>
                      </a:lvl1pPr>
                      <a:lvl2pPr marL="742950" indent="-285750" eaLnBrk="0" hangingPunct="0">
                        <a:spcBef>
                          <a:spcPct val="20000"/>
                        </a:spcBef>
                        <a:buFont typeface="Wingdings" panose="05000000000000000000" pitchFamily="2" charset="2"/>
                        <a:defRPr b="1">
                          <a:solidFill>
                            <a:schemeClr val="tx1"/>
                          </a:solidFill>
                          <a:latin typeface="Arial" panose="020B0604020202020204" pitchFamily="34" charset="0"/>
                          <a:ea typeface="楷体_GB2312" pitchFamily="49" charset="-122"/>
                        </a:defRPr>
                      </a:lvl2pPr>
                      <a:lvl3pPr marL="1143000" indent="-228600" eaLnBrk="0" hangingPunct="0">
                        <a:spcBef>
                          <a:spcPct val="20000"/>
                        </a:spcBef>
                        <a:buFont typeface="Gungsuh" pitchFamily="18" charset="-127"/>
                        <a:defRPr sz="1600"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sz="1400">
                          <a:solidFill>
                            <a:schemeClr val="tx1"/>
                          </a:solidFill>
                          <a:latin typeface="Arial" panose="020B0604020202020204" pitchFamily="34" charset="0"/>
                          <a:ea typeface="黑体" panose="02010609060101010101" charset="-122"/>
                        </a:defRPr>
                      </a:lvl4pPr>
                      <a:lvl5pPr marL="2057400" indent="-228600" eaLnBrk="0" hangingPunct="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 typeface="Wingdings" panose="05000000000000000000" pitchFamily="2" charset="2"/>
                        <a:buNone/>
                      </a:pPr>
                      <a:r>
                        <a:rPr kumimoji="0" lang="en-US" altLang="zh-CN" sz="1600" b="1" i="0" u="none" strike="noStrike" cap="none" normalizeH="0" baseline="0">
                          <a:ln>
                            <a:noFill/>
                          </a:ln>
                          <a:solidFill>
                            <a:schemeClr val="accent2"/>
                          </a:solidFill>
                          <a:effectLst/>
                          <a:latin typeface="CourierPS" pitchFamily="49" charset="0"/>
                          <a:ea typeface="宋体" panose="02010600030101010101" pitchFamily="2" charset="-122"/>
                        </a:rPr>
                        <a:t>F</a:t>
                      </a:r>
                      <a:endParaRPr kumimoji="0" lang="en-US" altLang="zh-CN" sz="1600" b="1" i="0" u="none" strike="noStrike" cap="none" normalizeH="0" baseline="0">
                        <a:ln>
                          <a:noFill/>
                        </a:ln>
                        <a:solidFill>
                          <a:schemeClr val="accent2"/>
                        </a:solidFill>
                        <a:effectLst/>
                        <a:latin typeface="CourierPS" pitchFamily="49" charset="0"/>
                        <a:ea typeface="宋体" panose="02010600030101010101" pitchFamily="2" charset="-122"/>
                      </a:endParaRPr>
                    </a:p>
                  </a:txBody>
                  <a:tcPr marL="0" marR="0" marT="0" marB="0" anchor="b" anchorCtr="1" horzOverflow="overflow">
                    <a:lnL>
                      <a:noFill/>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lvl1pPr eaLnBrk="0" hangingPunct="0">
                        <a:spcBef>
                          <a:spcPct val="20000"/>
                        </a:spcBef>
                        <a:buFont typeface="Wingdings" panose="05000000000000000000" pitchFamily="2" charset="2"/>
                        <a:defRPr sz="2000" b="1">
                          <a:solidFill>
                            <a:schemeClr val="tx1"/>
                          </a:solidFill>
                          <a:latin typeface="Arial" panose="020B0604020202020204" pitchFamily="34" charset="0"/>
                          <a:ea typeface="黑体" panose="02010609060101010101" charset="-122"/>
                        </a:defRPr>
                      </a:lvl1pPr>
                      <a:lvl2pPr marL="742950" indent="-285750" eaLnBrk="0" hangingPunct="0">
                        <a:spcBef>
                          <a:spcPct val="20000"/>
                        </a:spcBef>
                        <a:buFont typeface="Wingdings" panose="05000000000000000000" pitchFamily="2" charset="2"/>
                        <a:defRPr b="1">
                          <a:solidFill>
                            <a:schemeClr val="tx1"/>
                          </a:solidFill>
                          <a:latin typeface="Arial" panose="020B0604020202020204" pitchFamily="34" charset="0"/>
                          <a:ea typeface="楷体_GB2312" pitchFamily="49" charset="-122"/>
                        </a:defRPr>
                      </a:lvl2pPr>
                      <a:lvl3pPr marL="1143000" indent="-228600" eaLnBrk="0" hangingPunct="0">
                        <a:spcBef>
                          <a:spcPct val="20000"/>
                        </a:spcBef>
                        <a:buFont typeface="Gungsuh" pitchFamily="18" charset="-127"/>
                        <a:defRPr sz="1600"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sz="1400">
                          <a:solidFill>
                            <a:schemeClr val="tx1"/>
                          </a:solidFill>
                          <a:latin typeface="Arial" panose="020B0604020202020204" pitchFamily="34" charset="0"/>
                          <a:ea typeface="黑体" panose="02010609060101010101" charset="-122"/>
                        </a:defRPr>
                      </a:lvl4pPr>
                      <a:lvl5pPr marL="2057400" indent="-228600" eaLnBrk="0" hangingPunct="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 typeface="Wingdings" panose="05000000000000000000" pitchFamily="2" charset="2"/>
                        <a:buNone/>
                      </a:pPr>
                      <a:r>
                        <a:rPr kumimoji="0" lang="en-US" altLang="zh-CN" sz="1600" b="1" i="0" u="none" strike="noStrike" cap="none" normalizeH="0" baseline="0">
                          <a:ln>
                            <a:noFill/>
                          </a:ln>
                          <a:solidFill>
                            <a:schemeClr val="tx1"/>
                          </a:solidFill>
                          <a:effectLst/>
                          <a:latin typeface="CourierPS" pitchFamily="49" charset="0"/>
                          <a:ea typeface="宋体" panose="02010600030101010101" pitchFamily="2" charset="-122"/>
                        </a:rPr>
                        <a:t>56</a:t>
                      </a:r>
                      <a:endParaRPr kumimoji="0" lang="en-US" altLang="zh-CN" sz="1600" b="1" i="0" u="none" strike="noStrike" cap="none" normalizeH="0" baseline="0">
                        <a:ln>
                          <a:noFill/>
                        </a:ln>
                        <a:solidFill>
                          <a:schemeClr val="tx1"/>
                        </a:solidFill>
                        <a:effectLst/>
                        <a:latin typeface="CourierPS" pitchFamily="49" charset="0"/>
                        <a:ea typeface="宋体" panose="02010600030101010101" pitchFamily="2" charset="-122"/>
                      </a:endParaRPr>
                    </a:p>
                  </a:txBody>
                  <a:tcPr marL="0" marR="0" marT="0" marB="0" anchor="b" anchorCtr="1" horzOverflow="overflow">
                    <a:lnL w="12700" cap="flat" cmpd="sng" algn="ctr">
                      <a:solidFill>
                        <a:schemeClr val="tx1"/>
                      </a:solidFill>
                      <a:prstDash val="solid"/>
                      <a:round/>
                      <a:headEnd type="none" w="med" len="med"/>
                      <a:tailEnd type="none" w="med" len="med"/>
                    </a:lnL>
                    <a:lnR>
                      <a:noFill/>
                    </a:lnR>
                    <a:lnT>
                      <a:noFill/>
                    </a:lnT>
                    <a:lnB>
                      <a:noFill/>
                    </a:lnB>
                    <a:lnTlToBr>
                      <a:noFill/>
                    </a:lnTlToBr>
                    <a:lnBlToTr>
                      <a:noFill/>
                    </a:lnBlToTr>
                    <a:noFill/>
                  </a:tcPr>
                </a:tc>
                <a:tc>
                  <a:txBody>
                    <a:bodyPr/>
                    <a:lstStyle>
                      <a:lvl1pPr eaLnBrk="0" hangingPunct="0">
                        <a:spcBef>
                          <a:spcPct val="20000"/>
                        </a:spcBef>
                        <a:buFont typeface="Wingdings" panose="05000000000000000000" pitchFamily="2" charset="2"/>
                        <a:defRPr sz="2000" b="1">
                          <a:solidFill>
                            <a:schemeClr val="tx1"/>
                          </a:solidFill>
                          <a:latin typeface="Arial" panose="020B0604020202020204" pitchFamily="34" charset="0"/>
                          <a:ea typeface="黑体" panose="02010609060101010101" charset="-122"/>
                        </a:defRPr>
                      </a:lvl1pPr>
                      <a:lvl2pPr marL="742950" indent="-285750" eaLnBrk="0" hangingPunct="0">
                        <a:spcBef>
                          <a:spcPct val="20000"/>
                        </a:spcBef>
                        <a:buFont typeface="Wingdings" panose="05000000000000000000" pitchFamily="2" charset="2"/>
                        <a:defRPr b="1">
                          <a:solidFill>
                            <a:schemeClr val="tx1"/>
                          </a:solidFill>
                          <a:latin typeface="Arial" panose="020B0604020202020204" pitchFamily="34" charset="0"/>
                          <a:ea typeface="楷体_GB2312" pitchFamily="49" charset="-122"/>
                        </a:defRPr>
                      </a:lvl2pPr>
                      <a:lvl3pPr marL="1143000" indent="-228600" eaLnBrk="0" hangingPunct="0">
                        <a:spcBef>
                          <a:spcPct val="20000"/>
                        </a:spcBef>
                        <a:buFont typeface="Gungsuh" pitchFamily="18" charset="-127"/>
                        <a:defRPr sz="1600"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sz="1400">
                          <a:solidFill>
                            <a:schemeClr val="tx1"/>
                          </a:solidFill>
                          <a:latin typeface="Arial" panose="020B0604020202020204" pitchFamily="34" charset="0"/>
                          <a:ea typeface="黑体" panose="02010609060101010101" charset="-122"/>
                        </a:defRPr>
                      </a:lvl4pPr>
                      <a:lvl5pPr marL="2057400" indent="-228600" eaLnBrk="0" hangingPunct="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 typeface="Wingdings" panose="05000000000000000000" pitchFamily="2" charset="2"/>
                        <a:buNone/>
                      </a:pPr>
                      <a:r>
                        <a:rPr kumimoji="0" lang="en-US" altLang="zh-CN" sz="1600" b="1" i="0" u="none" strike="noStrike" cap="none" normalizeH="0" baseline="0">
                          <a:ln>
                            <a:noFill/>
                          </a:ln>
                          <a:solidFill>
                            <a:schemeClr val="tx1"/>
                          </a:solidFill>
                          <a:effectLst/>
                          <a:latin typeface="CourierPS" pitchFamily="49" charset="0"/>
                          <a:ea typeface="宋体" panose="02010600030101010101" pitchFamily="2" charset="-122"/>
                        </a:rPr>
                        <a:t>V</a:t>
                      </a:r>
                      <a:endParaRPr kumimoji="0" lang="en-US" altLang="zh-CN" sz="1600" b="1" i="0" u="none" strike="noStrike" cap="none" normalizeH="0" baseline="0">
                        <a:ln>
                          <a:noFill/>
                        </a:ln>
                        <a:solidFill>
                          <a:schemeClr val="tx1"/>
                        </a:solidFill>
                        <a:effectLst/>
                        <a:latin typeface="CourierPS" pitchFamily="49" charset="0"/>
                        <a:ea typeface="宋体" panose="02010600030101010101" pitchFamily="2" charset="-122"/>
                      </a:endParaRPr>
                    </a:p>
                  </a:txBody>
                  <a:tcPr marL="0" marR="0" marT="0" marB="0" anchor="b" anchorCtr="1" horzOverflow="overflow">
                    <a:lnL>
                      <a:noFill/>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lvl1pPr eaLnBrk="0" hangingPunct="0">
                        <a:spcBef>
                          <a:spcPct val="20000"/>
                        </a:spcBef>
                        <a:buFont typeface="Wingdings" panose="05000000000000000000" pitchFamily="2" charset="2"/>
                        <a:defRPr sz="2000" b="1">
                          <a:solidFill>
                            <a:schemeClr val="tx1"/>
                          </a:solidFill>
                          <a:latin typeface="Arial" panose="020B0604020202020204" pitchFamily="34" charset="0"/>
                          <a:ea typeface="黑体" panose="02010609060101010101" charset="-122"/>
                        </a:defRPr>
                      </a:lvl1pPr>
                      <a:lvl2pPr marL="742950" indent="-285750" eaLnBrk="0" hangingPunct="0">
                        <a:spcBef>
                          <a:spcPct val="20000"/>
                        </a:spcBef>
                        <a:buFont typeface="Wingdings" panose="05000000000000000000" pitchFamily="2" charset="2"/>
                        <a:defRPr b="1">
                          <a:solidFill>
                            <a:schemeClr val="tx1"/>
                          </a:solidFill>
                          <a:latin typeface="Arial" panose="020B0604020202020204" pitchFamily="34" charset="0"/>
                          <a:ea typeface="楷体_GB2312" pitchFamily="49" charset="-122"/>
                        </a:defRPr>
                      </a:lvl2pPr>
                      <a:lvl3pPr marL="1143000" indent="-228600" eaLnBrk="0" hangingPunct="0">
                        <a:spcBef>
                          <a:spcPct val="20000"/>
                        </a:spcBef>
                        <a:buFont typeface="Gungsuh" pitchFamily="18" charset="-127"/>
                        <a:defRPr sz="1600"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sz="1400">
                          <a:solidFill>
                            <a:schemeClr val="tx1"/>
                          </a:solidFill>
                          <a:latin typeface="Arial" panose="020B0604020202020204" pitchFamily="34" charset="0"/>
                          <a:ea typeface="黑体" panose="02010609060101010101" charset="-122"/>
                        </a:defRPr>
                      </a:lvl4pPr>
                      <a:lvl5pPr marL="2057400" indent="-228600" eaLnBrk="0" hangingPunct="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 typeface="Wingdings" panose="05000000000000000000" pitchFamily="2" charset="2"/>
                        <a:buNone/>
                      </a:pPr>
                      <a:r>
                        <a:rPr kumimoji="0" lang="en-US" altLang="zh-CN" sz="1600" b="1" i="0" u="none" strike="noStrike" cap="none" normalizeH="0" baseline="0">
                          <a:ln>
                            <a:noFill/>
                          </a:ln>
                          <a:solidFill>
                            <a:schemeClr val="tx1"/>
                          </a:solidFill>
                          <a:effectLst/>
                          <a:latin typeface="CourierPS" pitchFamily="49" charset="0"/>
                          <a:ea typeface="宋体" panose="02010600030101010101" pitchFamily="2" charset="-122"/>
                        </a:rPr>
                        <a:t>66</a:t>
                      </a:r>
                      <a:endParaRPr kumimoji="0" lang="en-US" altLang="zh-CN" sz="1600" b="1" i="0" u="none" strike="noStrike" cap="none" normalizeH="0" baseline="0">
                        <a:ln>
                          <a:noFill/>
                        </a:ln>
                        <a:solidFill>
                          <a:schemeClr val="tx1"/>
                        </a:solidFill>
                        <a:effectLst/>
                        <a:latin typeface="CourierPS" pitchFamily="49" charset="0"/>
                        <a:ea typeface="宋体" panose="02010600030101010101" pitchFamily="2" charset="-122"/>
                      </a:endParaRPr>
                    </a:p>
                  </a:txBody>
                  <a:tcPr marL="0" marR="0" marT="0" marB="0" anchor="b" anchorCtr="1" horzOverflow="overflow">
                    <a:lnL w="12700" cap="flat" cmpd="sng" algn="ctr">
                      <a:solidFill>
                        <a:schemeClr val="tx1"/>
                      </a:solidFill>
                      <a:prstDash val="solid"/>
                      <a:round/>
                      <a:headEnd type="none" w="med" len="med"/>
                      <a:tailEnd type="none" w="med" len="med"/>
                    </a:lnL>
                    <a:lnR>
                      <a:noFill/>
                    </a:lnR>
                    <a:lnT>
                      <a:noFill/>
                    </a:lnT>
                    <a:lnB>
                      <a:noFill/>
                    </a:lnB>
                    <a:lnTlToBr>
                      <a:noFill/>
                    </a:lnTlToBr>
                    <a:lnBlToTr>
                      <a:noFill/>
                    </a:lnBlToTr>
                    <a:noFill/>
                  </a:tcPr>
                </a:tc>
                <a:tc>
                  <a:txBody>
                    <a:bodyPr/>
                    <a:lstStyle>
                      <a:lvl1pPr eaLnBrk="0" hangingPunct="0">
                        <a:spcBef>
                          <a:spcPct val="20000"/>
                        </a:spcBef>
                        <a:buFont typeface="Wingdings" panose="05000000000000000000" pitchFamily="2" charset="2"/>
                        <a:defRPr sz="2000" b="1">
                          <a:solidFill>
                            <a:schemeClr val="tx1"/>
                          </a:solidFill>
                          <a:latin typeface="Arial" panose="020B0604020202020204" pitchFamily="34" charset="0"/>
                          <a:ea typeface="黑体" panose="02010609060101010101" charset="-122"/>
                        </a:defRPr>
                      </a:lvl1pPr>
                      <a:lvl2pPr marL="742950" indent="-285750" eaLnBrk="0" hangingPunct="0">
                        <a:spcBef>
                          <a:spcPct val="20000"/>
                        </a:spcBef>
                        <a:buFont typeface="Wingdings" panose="05000000000000000000" pitchFamily="2" charset="2"/>
                        <a:defRPr b="1">
                          <a:solidFill>
                            <a:schemeClr val="tx1"/>
                          </a:solidFill>
                          <a:latin typeface="Arial" panose="020B0604020202020204" pitchFamily="34" charset="0"/>
                          <a:ea typeface="楷体_GB2312" pitchFamily="49" charset="-122"/>
                        </a:defRPr>
                      </a:lvl2pPr>
                      <a:lvl3pPr marL="1143000" indent="-228600" eaLnBrk="0" hangingPunct="0">
                        <a:spcBef>
                          <a:spcPct val="20000"/>
                        </a:spcBef>
                        <a:buFont typeface="Gungsuh" pitchFamily="18" charset="-127"/>
                        <a:defRPr sz="1600"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sz="1400">
                          <a:solidFill>
                            <a:schemeClr val="tx1"/>
                          </a:solidFill>
                          <a:latin typeface="Arial" panose="020B0604020202020204" pitchFamily="34" charset="0"/>
                          <a:ea typeface="黑体" panose="02010609060101010101" charset="-122"/>
                        </a:defRPr>
                      </a:lvl4pPr>
                      <a:lvl5pPr marL="2057400" indent="-228600" eaLnBrk="0" hangingPunct="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 typeface="Wingdings" panose="05000000000000000000" pitchFamily="2" charset="2"/>
                        <a:buNone/>
                      </a:pPr>
                      <a:r>
                        <a:rPr kumimoji="0" lang="en-US" altLang="zh-CN" sz="1600" b="1" i="0" u="none" strike="noStrike" cap="none" normalizeH="0" baseline="0">
                          <a:ln>
                            <a:noFill/>
                          </a:ln>
                          <a:solidFill>
                            <a:schemeClr val="accent2"/>
                          </a:solidFill>
                          <a:effectLst/>
                          <a:latin typeface="CourierPS" pitchFamily="49" charset="0"/>
                          <a:ea typeface="宋体" panose="02010600030101010101" pitchFamily="2" charset="-122"/>
                        </a:rPr>
                        <a:t>f</a:t>
                      </a:r>
                      <a:endParaRPr kumimoji="0" lang="en-US" altLang="zh-CN" sz="1600" b="1" i="0" u="none" strike="noStrike" cap="none" normalizeH="0" baseline="0">
                        <a:ln>
                          <a:noFill/>
                        </a:ln>
                        <a:solidFill>
                          <a:schemeClr val="accent2"/>
                        </a:solidFill>
                        <a:effectLst/>
                        <a:latin typeface="CourierPS" pitchFamily="49" charset="0"/>
                        <a:ea typeface="宋体" panose="02010600030101010101" pitchFamily="2" charset="-122"/>
                      </a:endParaRPr>
                    </a:p>
                  </a:txBody>
                  <a:tcPr marL="0" marR="0" marT="0" marB="0" anchor="b" anchorCtr="1" horzOverflow="overflow">
                    <a:lnL>
                      <a:noFill/>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lvl1pPr eaLnBrk="0" hangingPunct="0">
                        <a:spcBef>
                          <a:spcPct val="20000"/>
                        </a:spcBef>
                        <a:buFont typeface="Wingdings" panose="05000000000000000000" pitchFamily="2" charset="2"/>
                        <a:defRPr sz="2000" b="1">
                          <a:solidFill>
                            <a:schemeClr val="tx1"/>
                          </a:solidFill>
                          <a:latin typeface="Arial" panose="020B0604020202020204" pitchFamily="34" charset="0"/>
                          <a:ea typeface="黑体" panose="02010609060101010101" charset="-122"/>
                        </a:defRPr>
                      </a:lvl1pPr>
                      <a:lvl2pPr marL="742950" indent="-285750" eaLnBrk="0" hangingPunct="0">
                        <a:spcBef>
                          <a:spcPct val="20000"/>
                        </a:spcBef>
                        <a:buFont typeface="Wingdings" panose="05000000000000000000" pitchFamily="2" charset="2"/>
                        <a:defRPr b="1">
                          <a:solidFill>
                            <a:schemeClr val="tx1"/>
                          </a:solidFill>
                          <a:latin typeface="Arial" panose="020B0604020202020204" pitchFamily="34" charset="0"/>
                          <a:ea typeface="楷体_GB2312" pitchFamily="49" charset="-122"/>
                        </a:defRPr>
                      </a:lvl2pPr>
                      <a:lvl3pPr marL="1143000" indent="-228600" eaLnBrk="0" hangingPunct="0">
                        <a:spcBef>
                          <a:spcPct val="20000"/>
                        </a:spcBef>
                        <a:buFont typeface="Gungsuh" pitchFamily="18" charset="-127"/>
                        <a:defRPr sz="1600"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sz="1400">
                          <a:solidFill>
                            <a:schemeClr val="tx1"/>
                          </a:solidFill>
                          <a:latin typeface="Arial" panose="020B0604020202020204" pitchFamily="34" charset="0"/>
                          <a:ea typeface="黑体" panose="02010609060101010101" charset="-122"/>
                        </a:defRPr>
                      </a:lvl4pPr>
                      <a:lvl5pPr marL="2057400" indent="-228600" eaLnBrk="0" hangingPunct="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 typeface="Wingdings" panose="05000000000000000000" pitchFamily="2" charset="2"/>
                        <a:buNone/>
                      </a:pPr>
                      <a:r>
                        <a:rPr kumimoji="0" lang="en-US" altLang="zh-CN" sz="1600" b="1" i="0" u="none" strike="noStrike" cap="none" normalizeH="0" baseline="0">
                          <a:ln>
                            <a:noFill/>
                          </a:ln>
                          <a:solidFill>
                            <a:schemeClr val="tx1"/>
                          </a:solidFill>
                          <a:effectLst/>
                          <a:latin typeface="CourierPS" pitchFamily="49" charset="0"/>
                          <a:ea typeface="宋体" panose="02010600030101010101" pitchFamily="2" charset="-122"/>
                        </a:rPr>
                        <a:t>76</a:t>
                      </a:r>
                      <a:endParaRPr kumimoji="0" lang="en-US" altLang="zh-CN" sz="1600" b="1" i="0" u="none" strike="noStrike" cap="none" normalizeH="0" baseline="0">
                        <a:ln>
                          <a:noFill/>
                        </a:ln>
                        <a:solidFill>
                          <a:schemeClr val="tx1"/>
                        </a:solidFill>
                        <a:effectLst/>
                        <a:latin typeface="CourierPS" pitchFamily="49" charset="0"/>
                        <a:ea typeface="宋体" panose="02010600030101010101" pitchFamily="2" charset="-122"/>
                      </a:endParaRPr>
                    </a:p>
                  </a:txBody>
                  <a:tcPr marL="0" marR="0" marT="0" marB="0" anchor="b" anchorCtr="1" horzOverflow="overflow">
                    <a:lnL w="12700" cap="flat" cmpd="sng" algn="ctr">
                      <a:solidFill>
                        <a:schemeClr val="tx1"/>
                      </a:solidFill>
                      <a:prstDash val="solid"/>
                      <a:round/>
                      <a:headEnd type="none" w="med" len="med"/>
                      <a:tailEnd type="none" w="med" len="med"/>
                    </a:lnL>
                    <a:lnR>
                      <a:noFill/>
                    </a:lnR>
                    <a:lnT>
                      <a:noFill/>
                    </a:lnT>
                    <a:lnB>
                      <a:noFill/>
                    </a:lnB>
                    <a:lnTlToBr>
                      <a:noFill/>
                    </a:lnTlToBr>
                    <a:lnBlToTr>
                      <a:noFill/>
                    </a:lnBlToTr>
                    <a:noFill/>
                  </a:tcPr>
                </a:tc>
                <a:tc>
                  <a:txBody>
                    <a:bodyPr/>
                    <a:lstStyle>
                      <a:lvl1pPr eaLnBrk="0" hangingPunct="0">
                        <a:spcBef>
                          <a:spcPct val="20000"/>
                        </a:spcBef>
                        <a:buFont typeface="Wingdings" panose="05000000000000000000" pitchFamily="2" charset="2"/>
                        <a:defRPr sz="2000" b="1">
                          <a:solidFill>
                            <a:schemeClr val="tx1"/>
                          </a:solidFill>
                          <a:latin typeface="Arial" panose="020B0604020202020204" pitchFamily="34" charset="0"/>
                          <a:ea typeface="黑体" panose="02010609060101010101" charset="-122"/>
                        </a:defRPr>
                      </a:lvl1pPr>
                      <a:lvl2pPr marL="742950" indent="-285750" eaLnBrk="0" hangingPunct="0">
                        <a:spcBef>
                          <a:spcPct val="20000"/>
                        </a:spcBef>
                        <a:buFont typeface="Wingdings" panose="05000000000000000000" pitchFamily="2" charset="2"/>
                        <a:defRPr b="1">
                          <a:solidFill>
                            <a:schemeClr val="tx1"/>
                          </a:solidFill>
                          <a:latin typeface="Arial" panose="020B0604020202020204" pitchFamily="34" charset="0"/>
                          <a:ea typeface="楷体_GB2312" pitchFamily="49" charset="-122"/>
                        </a:defRPr>
                      </a:lvl2pPr>
                      <a:lvl3pPr marL="1143000" indent="-228600" eaLnBrk="0" hangingPunct="0">
                        <a:spcBef>
                          <a:spcPct val="20000"/>
                        </a:spcBef>
                        <a:buFont typeface="Gungsuh" pitchFamily="18" charset="-127"/>
                        <a:defRPr sz="1600"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sz="1400">
                          <a:solidFill>
                            <a:schemeClr val="tx1"/>
                          </a:solidFill>
                          <a:latin typeface="Arial" panose="020B0604020202020204" pitchFamily="34" charset="0"/>
                          <a:ea typeface="黑体" panose="02010609060101010101" charset="-122"/>
                        </a:defRPr>
                      </a:lvl4pPr>
                      <a:lvl5pPr marL="2057400" indent="-228600" eaLnBrk="0" hangingPunct="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 typeface="Wingdings" panose="05000000000000000000" pitchFamily="2" charset="2"/>
                        <a:buNone/>
                      </a:pPr>
                      <a:r>
                        <a:rPr kumimoji="0" lang="en-US" altLang="zh-CN" sz="1600" b="1" i="0" u="none" strike="noStrike" cap="none" normalizeH="0" baseline="0">
                          <a:ln>
                            <a:noFill/>
                          </a:ln>
                          <a:solidFill>
                            <a:schemeClr val="accent2"/>
                          </a:solidFill>
                          <a:effectLst/>
                          <a:latin typeface="CourierPS" pitchFamily="49" charset="0"/>
                          <a:ea typeface="宋体" panose="02010600030101010101" pitchFamily="2" charset="-122"/>
                        </a:rPr>
                        <a:t>v</a:t>
                      </a:r>
                      <a:endParaRPr kumimoji="0" lang="en-US" altLang="zh-CN" sz="1600" b="1" i="0" u="none" strike="noStrike" cap="none" normalizeH="0" baseline="0">
                        <a:ln>
                          <a:noFill/>
                        </a:ln>
                        <a:solidFill>
                          <a:schemeClr val="accent2"/>
                        </a:solidFill>
                        <a:effectLst/>
                        <a:latin typeface="CourierPS" pitchFamily="49" charset="0"/>
                        <a:ea typeface="宋体" panose="02010600030101010101" pitchFamily="2" charset="-122"/>
                      </a:endParaRPr>
                    </a:p>
                  </a:txBody>
                  <a:tcPr marL="0" marR="0" marT="0" marB="0" anchor="b" anchorCtr="1" horzOverflow="overflow">
                    <a:lnL>
                      <a:noFill/>
                    </a:lnL>
                    <a:lnR>
                      <a:noFill/>
                    </a:lnR>
                    <a:lnT>
                      <a:noFill/>
                    </a:lnT>
                    <a:lnB>
                      <a:noFill/>
                    </a:lnB>
                    <a:lnTlToBr>
                      <a:noFill/>
                    </a:lnTlToBr>
                    <a:lnBlToTr>
                      <a:noFill/>
                    </a:lnBlToTr>
                    <a:noFill/>
                  </a:tcPr>
                </a:tc>
              </a:tr>
              <a:tr h="254000">
                <a:tc>
                  <a:txBody>
                    <a:bodyPr/>
                    <a:lstStyle>
                      <a:lvl1pPr eaLnBrk="0" hangingPunct="0">
                        <a:spcBef>
                          <a:spcPct val="20000"/>
                        </a:spcBef>
                        <a:buFont typeface="Wingdings" panose="05000000000000000000" pitchFamily="2" charset="2"/>
                        <a:defRPr sz="2000" b="1">
                          <a:solidFill>
                            <a:schemeClr val="tx1"/>
                          </a:solidFill>
                          <a:latin typeface="Arial" panose="020B0604020202020204" pitchFamily="34" charset="0"/>
                          <a:ea typeface="黑体" panose="02010609060101010101" charset="-122"/>
                        </a:defRPr>
                      </a:lvl1pPr>
                      <a:lvl2pPr marL="742950" indent="-285750" eaLnBrk="0" hangingPunct="0">
                        <a:spcBef>
                          <a:spcPct val="20000"/>
                        </a:spcBef>
                        <a:buFont typeface="Wingdings" panose="05000000000000000000" pitchFamily="2" charset="2"/>
                        <a:defRPr b="1">
                          <a:solidFill>
                            <a:schemeClr val="tx1"/>
                          </a:solidFill>
                          <a:latin typeface="Arial" panose="020B0604020202020204" pitchFamily="34" charset="0"/>
                          <a:ea typeface="楷体_GB2312" pitchFamily="49" charset="-122"/>
                        </a:defRPr>
                      </a:lvl2pPr>
                      <a:lvl3pPr marL="1143000" indent="-228600" eaLnBrk="0" hangingPunct="0">
                        <a:spcBef>
                          <a:spcPct val="20000"/>
                        </a:spcBef>
                        <a:buFont typeface="Gungsuh" pitchFamily="18" charset="-127"/>
                        <a:defRPr sz="1600"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sz="1400">
                          <a:solidFill>
                            <a:schemeClr val="tx1"/>
                          </a:solidFill>
                          <a:latin typeface="Arial" panose="020B0604020202020204" pitchFamily="34" charset="0"/>
                          <a:ea typeface="黑体" panose="02010609060101010101" charset="-122"/>
                        </a:defRPr>
                      </a:lvl4pPr>
                      <a:lvl5pPr marL="2057400" indent="-228600" eaLnBrk="0" hangingPunct="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 typeface="Wingdings" panose="05000000000000000000" pitchFamily="2" charset="2"/>
                        <a:buNone/>
                      </a:pPr>
                      <a:r>
                        <a:rPr kumimoji="0" lang="en-US" altLang="zh-CN" sz="1600" b="1" i="0" u="none" strike="noStrike" cap="none" normalizeH="0" baseline="0">
                          <a:ln>
                            <a:noFill/>
                          </a:ln>
                          <a:solidFill>
                            <a:schemeClr val="tx1"/>
                          </a:solidFill>
                          <a:effectLst/>
                          <a:latin typeface="CourierPS" pitchFamily="49" charset="0"/>
                          <a:ea typeface="宋体" panose="02010600030101010101" pitchFamily="2" charset="-122"/>
                        </a:rPr>
                        <a:t>07</a:t>
                      </a:r>
                      <a:endParaRPr kumimoji="0" lang="en-US" altLang="zh-CN" sz="1600" b="1" i="0" u="none" strike="noStrike" cap="none" normalizeH="0" baseline="0">
                        <a:ln>
                          <a:noFill/>
                        </a:ln>
                        <a:solidFill>
                          <a:schemeClr val="tx1"/>
                        </a:solidFill>
                        <a:effectLst/>
                        <a:latin typeface="CourierPS" pitchFamily="49" charset="0"/>
                        <a:ea typeface="宋体" panose="02010600030101010101" pitchFamily="2" charset="-122"/>
                      </a:endParaRPr>
                    </a:p>
                  </a:txBody>
                  <a:tcPr marL="0" marR="0" marT="0" marB="0" anchor="b" anchorCtr="1" horzOverflow="overflow">
                    <a:lnL>
                      <a:noFill/>
                    </a:lnL>
                    <a:lnR>
                      <a:noFill/>
                    </a:lnR>
                    <a:lnT>
                      <a:noFill/>
                    </a:lnT>
                    <a:lnB>
                      <a:noFill/>
                    </a:lnB>
                    <a:lnTlToBr>
                      <a:noFill/>
                    </a:lnTlToBr>
                    <a:lnBlToTr>
                      <a:noFill/>
                    </a:lnBlToTr>
                    <a:noFill/>
                  </a:tcPr>
                </a:tc>
                <a:tc>
                  <a:txBody>
                    <a:bodyPr/>
                    <a:lstStyle>
                      <a:lvl1pPr eaLnBrk="0" hangingPunct="0">
                        <a:spcBef>
                          <a:spcPct val="20000"/>
                        </a:spcBef>
                        <a:buFont typeface="Wingdings" panose="05000000000000000000" pitchFamily="2" charset="2"/>
                        <a:defRPr sz="2000" b="1">
                          <a:solidFill>
                            <a:schemeClr val="tx1"/>
                          </a:solidFill>
                          <a:latin typeface="Arial" panose="020B0604020202020204" pitchFamily="34" charset="0"/>
                          <a:ea typeface="黑体" panose="02010609060101010101" charset="-122"/>
                        </a:defRPr>
                      </a:lvl1pPr>
                      <a:lvl2pPr marL="742950" indent="-285750" eaLnBrk="0" hangingPunct="0">
                        <a:spcBef>
                          <a:spcPct val="20000"/>
                        </a:spcBef>
                        <a:buFont typeface="Wingdings" panose="05000000000000000000" pitchFamily="2" charset="2"/>
                        <a:defRPr b="1">
                          <a:solidFill>
                            <a:schemeClr val="tx1"/>
                          </a:solidFill>
                          <a:latin typeface="Arial" panose="020B0604020202020204" pitchFamily="34" charset="0"/>
                          <a:ea typeface="楷体_GB2312" pitchFamily="49" charset="-122"/>
                        </a:defRPr>
                      </a:lvl2pPr>
                      <a:lvl3pPr marL="1143000" indent="-228600" eaLnBrk="0" hangingPunct="0">
                        <a:spcBef>
                          <a:spcPct val="20000"/>
                        </a:spcBef>
                        <a:buFont typeface="Gungsuh" pitchFamily="18" charset="-127"/>
                        <a:defRPr sz="1600"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sz="1400">
                          <a:solidFill>
                            <a:schemeClr val="tx1"/>
                          </a:solidFill>
                          <a:latin typeface="Arial" panose="020B0604020202020204" pitchFamily="34" charset="0"/>
                          <a:ea typeface="黑体" panose="02010609060101010101" charset="-122"/>
                        </a:defRPr>
                      </a:lvl4pPr>
                      <a:lvl5pPr marL="2057400" indent="-228600" eaLnBrk="0" hangingPunct="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 typeface="Wingdings" panose="05000000000000000000" pitchFamily="2" charset="2"/>
                        <a:buNone/>
                      </a:pPr>
                      <a:r>
                        <a:rPr kumimoji="0" lang="en-US" altLang="zh-CN" sz="1600" b="1" i="0" u="none" strike="noStrike" cap="none" normalizeH="0" baseline="0">
                          <a:ln>
                            <a:noFill/>
                          </a:ln>
                          <a:solidFill>
                            <a:schemeClr val="accent2"/>
                          </a:solidFill>
                          <a:effectLst/>
                          <a:latin typeface="CourierPS" pitchFamily="49" charset="0"/>
                          <a:ea typeface="宋体" panose="02010600030101010101" pitchFamily="2" charset="-122"/>
                        </a:rPr>
                        <a:t>bel</a:t>
                      </a:r>
                      <a:endParaRPr kumimoji="0" lang="en-US" altLang="zh-CN" sz="1600" b="1" i="0" u="none" strike="noStrike" cap="none" normalizeH="0" baseline="0">
                        <a:ln>
                          <a:noFill/>
                        </a:ln>
                        <a:solidFill>
                          <a:schemeClr val="accent2"/>
                        </a:solidFill>
                        <a:effectLst/>
                        <a:latin typeface="CourierPS" pitchFamily="49" charset="0"/>
                        <a:ea typeface="宋体" panose="02010600030101010101" pitchFamily="2" charset="-122"/>
                      </a:endParaRPr>
                    </a:p>
                  </a:txBody>
                  <a:tcPr marL="0" marR="0" marT="0" marB="0" anchor="b" anchorCtr="1" horzOverflow="overflow">
                    <a:lnL>
                      <a:noFill/>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lvl1pPr eaLnBrk="0" hangingPunct="0">
                        <a:spcBef>
                          <a:spcPct val="20000"/>
                        </a:spcBef>
                        <a:buFont typeface="Wingdings" panose="05000000000000000000" pitchFamily="2" charset="2"/>
                        <a:defRPr sz="2000" b="1">
                          <a:solidFill>
                            <a:schemeClr val="tx1"/>
                          </a:solidFill>
                          <a:latin typeface="Arial" panose="020B0604020202020204" pitchFamily="34" charset="0"/>
                          <a:ea typeface="黑体" panose="02010609060101010101" charset="-122"/>
                        </a:defRPr>
                      </a:lvl1pPr>
                      <a:lvl2pPr marL="742950" indent="-285750" eaLnBrk="0" hangingPunct="0">
                        <a:spcBef>
                          <a:spcPct val="20000"/>
                        </a:spcBef>
                        <a:buFont typeface="Wingdings" panose="05000000000000000000" pitchFamily="2" charset="2"/>
                        <a:defRPr b="1">
                          <a:solidFill>
                            <a:schemeClr val="tx1"/>
                          </a:solidFill>
                          <a:latin typeface="Arial" panose="020B0604020202020204" pitchFamily="34" charset="0"/>
                          <a:ea typeface="楷体_GB2312" pitchFamily="49" charset="-122"/>
                        </a:defRPr>
                      </a:lvl2pPr>
                      <a:lvl3pPr marL="1143000" indent="-228600" eaLnBrk="0" hangingPunct="0">
                        <a:spcBef>
                          <a:spcPct val="20000"/>
                        </a:spcBef>
                        <a:buFont typeface="Gungsuh" pitchFamily="18" charset="-127"/>
                        <a:defRPr sz="1600"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sz="1400">
                          <a:solidFill>
                            <a:schemeClr val="tx1"/>
                          </a:solidFill>
                          <a:latin typeface="Arial" panose="020B0604020202020204" pitchFamily="34" charset="0"/>
                          <a:ea typeface="黑体" panose="02010609060101010101" charset="-122"/>
                        </a:defRPr>
                      </a:lvl4pPr>
                      <a:lvl5pPr marL="2057400" indent="-228600" eaLnBrk="0" hangingPunct="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 typeface="Wingdings" panose="05000000000000000000" pitchFamily="2" charset="2"/>
                        <a:buNone/>
                      </a:pPr>
                      <a:r>
                        <a:rPr kumimoji="0" lang="en-US" altLang="zh-CN" sz="1600" b="1" i="0" u="none" strike="noStrike" cap="none" normalizeH="0" baseline="0">
                          <a:ln>
                            <a:noFill/>
                          </a:ln>
                          <a:solidFill>
                            <a:schemeClr val="tx1"/>
                          </a:solidFill>
                          <a:effectLst/>
                          <a:latin typeface="CourierPS" pitchFamily="49" charset="0"/>
                          <a:ea typeface="宋体" panose="02010600030101010101" pitchFamily="2" charset="-122"/>
                        </a:rPr>
                        <a:t>17</a:t>
                      </a:r>
                      <a:endParaRPr kumimoji="0" lang="en-US" altLang="zh-CN" sz="1600" b="1" i="0" u="none" strike="noStrike" cap="none" normalizeH="0" baseline="0">
                        <a:ln>
                          <a:noFill/>
                        </a:ln>
                        <a:solidFill>
                          <a:schemeClr val="tx1"/>
                        </a:solidFill>
                        <a:effectLst/>
                        <a:latin typeface="CourierPS" pitchFamily="49" charset="0"/>
                        <a:ea typeface="宋体" panose="02010600030101010101" pitchFamily="2" charset="-122"/>
                      </a:endParaRPr>
                    </a:p>
                  </a:txBody>
                  <a:tcPr marL="0" marR="0" marT="0" marB="0" anchor="b" anchorCtr="1" horzOverflow="overflow">
                    <a:lnL w="12700" cap="flat" cmpd="sng" algn="ctr">
                      <a:solidFill>
                        <a:schemeClr val="tx1"/>
                      </a:solidFill>
                      <a:prstDash val="solid"/>
                      <a:round/>
                      <a:headEnd type="none" w="med" len="med"/>
                      <a:tailEnd type="none" w="med" len="med"/>
                    </a:lnL>
                    <a:lnR>
                      <a:noFill/>
                    </a:lnR>
                    <a:lnT>
                      <a:noFill/>
                    </a:lnT>
                    <a:lnB>
                      <a:noFill/>
                    </a:lnB>
                    <a:lnTlToBr>
                      <a:noFill/>
                    </a:lnTlToBr>
                    <a:lnBlToTr>
                      <a:noFill/>
                    </a:lnBlToTr>
                    <a:noFill/>
                  </a:tcPr>
                </a:tc>
                <a:tc>
                  <a:txBody>
                    <a:bodyPr/>
                    <a:lstStyle>
                      <a:lvl1pPr eaLnBrk="0" hangingPunct="0">
                        <a:spcBef>
                          <a:spcPct val="20000"/>
                        </a:spcBef>
                        <a:buFont typeface="Wingdings" panose="05000000000000000000" pitchFamily="2" charset="2"/>
                        <a:defRPr sz="2000" b="1">
                          <a:solidFill>
                            <a:schemeClr val="tx1"/>
                          </a:solidFill>
                          <a:latin typeface="Arial" panose="020B0604020202020204" pitchFamily="34" charset="0"/>
                          <a:ea typeface="黑体" panose="02010609060101010101" charset="-122"/>
                        </a:defRPr>
                      </a:lvl1pPr>
                      <a:lvl2pPr marL="742950" indent="-285750" eaLnBrk="0" hangingPunct="0">
                        <a:spcBef>
                          <a:spcPct val="20000"/>
                        </a:spcBef>
                        <a:buFont typeface="Wingdings" panose="05000000000000000000" pitchFamily="2" charset="2"/>
                        <a:defRPr b="1">
                          <a:solidFill>
                            <a:schemeClr val="tx1"/>
                          </a:solidFill>
                          <a:latin typeface="Arial" panose="020B0604020202020204" pitchFamily="34" charset="0"/>
                          <a:ea typeface="楷体_GB2312" pitchFamily="49" charset="-122"/>
                        </a:defRPr>
                      </a:lvl2pPr>
                      <a:lvl3pPr marL="1143000" indent="-228600" eaLnBrk="0" hangingPunct="0">
                        <a:spcBef>
                          <a:spcPct val="20000"/>
                        </a:spcBef>
                        <a:buFont typeface="Gungsuh" pitchFamily="18" charset="-127"/>
                        <a:defRPr sz="1600"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sz="1400">
                          <a:solidFill>
                            <a:schemeClr val="tx1"/>
                          </a:solidFill>
                          <a:latin typeface="Arial" panose="020B0604020202020204" pitchFamily="34" charset="0"/>
                          <a:ea typeface="黑体" panose="02010609060101010101" charset="-122"/>
                        </a:defRPr>
                      </a:lvl4pPr>
                      <a:lvl5pPr marL="2057400" indent="-228600" eaLnBrk="0" hangingPunct="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 typeface="Wingdings" panose="05000000000000000000" pitchFamily="2" charset="2"/>
                        <a:buNone/>
                      </a:pPr>
                      <a:r>
                        <a:rPr kumimoji="0" lang="en-US" altLang="zh-CN" sz="1600" b="1" i="0" u="none" strike="noStrike" cap="none" normalizeH="0" baseline="0">
                          <a:ln>
                            <a:noFill/>
                          </a:ln>
                          <a:solidFill>
                            <a:schemeClr val="accent2"/>
                          </a:solidFill>
                          <a:effectLst/>
                          <a:latin typeface="CourierPS" pitchFamily="49" charset="0"/>
                          <a:ea typeface="宋体" panose="02010600030101010101" pitchFamily="2" charset="-122"/>
                        </a:rPr>
                        <a:t>etb</a:t>
                      </a:r>
                      <a:endParaRPr kumimoji="0" lang="en-US" altLang="zh-CN" sz="1600" b="1" i="0" u="none" strike="noStrike" cap="none" normalizeH="0" baseline="0">
                        <a:ln>
                          <a:noFill/>
                        </a:ln>
                        <a:solidFill>
                          <a:schemeClr val="accent2"/>
                        </a:solidFill>
                        <a:effectLst/>
                        <a:latin typeface="CourierPS" pitchFamily="49" charset="0"/>
                        <a:ea typeface="宋体" panose="02010600030101010101" pitchFamily="2" charset="-122"/>
                      </a:endParaRPr>
                    </a:p>
                  </a:txBody>
                  <a:tcPr marL="0" marR="0" marT="0" marB="0" anchor="b" anchorCtr="1" horzOverflow="overflow">
                    <a:lnL>
                      <a:noFill/>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lvl1pPr eaLnBrk="0" hangingPunct="0">
                        <a:spcBef>
                          <a:spcPct val="20000"/>
                        </a:spcBef>
                        <a:buFont typeface="Wingdings" panose="05000000000000000000" pitchFamily="2" charset="2"/>
                        <a:defRPr sz="2000" b="1">
                          <a:solidFill>
                            <a:schemeClr val="tx1"/>
                          </a:solidFill>
                          <a:latin typeface="Arial" panose="020B0604020202020204" pitchFamily="34" charset="0"/>
                          <a:ea typeface="黑体" panose="02010609060101010101" charset="-122"/>
                        </a:defRPr>
                      </a:lvl1pPr>
                      <a:lvl2pPr marL="742950" indent="-285750" eaLnBrk="0" hangingPunct="0">
                        <a:spcBef>
                          <a:spcPct val="20000"/>
                        </a:spcBef>
                        <a:buFont typeface="Wingdings" panose="05000000000000000000" pitchFamily="2" charset="2"/>
                        <a:defRPr b="1">
                          <a:solidFill>
                            <a:schemeClr val="tx1"/>
                          </a:solidFill>
                          <a:latin typeface="Arial" panose="020B0604020202020204" pitchFamily="34" charset="0"/>
                          <a:ea typeface="楷体_GB2312" pitchFamily="49" charset="-122"/>
                        </a:defRPr>
                      </a:lvl2pPr>
                      <a:lvl3pPr marL="1143000" indent="-228600" eaLnBrk="0" hangingPunct="0">
                        <a:spcBef>
                          <a:spcPct val="20000"/>
                        </a:spcBef>
                        <a:buFont typeface="Gungsuh" pitchFamily="18" charset="-127"/>
                        <a:defRPr sz="1600"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sz="1400">
                          <a:solidFill>
                            <a:schemeClr val="tx1"/>
                          </a:solidFill>
                          <a:latin typeface="Arial" panose="020B0604020202020204" pitchFamily="34" charset="0"/>
                          <a:ea typeface="黑体" panose="02010609060101010101" charset="-122"/>
                        </a:defRPr>
                      </a:lvl4pPr>
                      <a:lvl5pPr marL="2057400" indent="-228600" eaLnBrk="0" hangingPunct="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 typeface="Wingdings" panose="05000000000000000000" pitchFamily="2" charset="2"/>
                        <a:buNone/>
                      </a:pPr>
                      <a:r>
                        <a:rPr kumimoji="0" lang="en-US" altLang="zh-CN" sz="1600" b="1" i="0" u="none" strike="noStrike" cap="none" normalizeH="0" baseline="0">
                          <a:ln>
                            <a:noFill/>
                          </a:ln>
                          <a:solidFill>
                            <a:schemeClr val="tx1"/>
                          </a:solidFill>
                          <a:effectLst/>
                          <a:latin typeface="CourierPS" pitchFamily="49" charset="0"/>
                          <a:ea typeface="宋体" panose="02010600030101010101" pitchFamily="2" charset="-122"/>
                        </a:rPr>
                        <a:t>27</a:t>
                      </a:r>
                      <a:endParaRPr kumimoji="0" lang="en-US" altLang="zh-CN" sz="1600" b="1" i="0" u="none" strike="noStrike" cap="none" normalizeH="0" baseline="0">
                        <a:ln>
                          <a:noFill/>
                        </a:ln>
                        <a:solidFill>
                          <a:schemeClr val="tx1"/>
                        </a:solidFill>
                        <a:effectLst/>
                        <a:latin typeface="CourierPS" pitchFamily="49" charset="0"/>
                        <a:ea typeface="宋体" panose="02010600030101010101" pitchFamily="2" charset="-122"/>
                      </a:endParaRPr>
                    </a:p>
                  </a:txBody>
                  <a:tcPr marL="0" marR="0" marT="0" marB="0" anchor="b" anchorCtr="1" horzOverflow="overflow">
                    <a:lnL w="12700" cap="flat" cmpd="sng" algn="ctr">
                      <a:solidFill>
                        <a:schemeClr val="tx1"/>
                      </a:solidFill>
                      <a:prstDash val="solid"/>
                      <a:round/>
                      <a:headEnd type="none" w="med" len="med"/>
                      <a:tailEnd type="none" w="med" len="med"/>
                    </a:lnL>
                    <a:lnR>
                      <a:noFill/>
                    </a:lnR>
                    <a:lnT>
                      <a:noFill/>
                    </a:lnT>
                    <a:lnB>
                      <a:noFill/>
                    </a:lnB>
                    <a:lnTlToBr>
                      <a:noFill/>
                    </a:lnTlToBr>
                    <a:lnBlToTr>
                      <a:noFill/>
                    </a:lnBlToTr>
                    <a:noFill/>
                  </a:tcPr>
                </a:tc>
                <a:tc>
                  <a:txBody>
                    <a:bodyPr/>
                    <a:lstStyle>
                      <a:lvl1pPr eaLnBrk="0" hangingPunct="0">
                        <a:spcBef>
                          <a:spcPct val="20000"/>
                        </a:spcBef>
                        <a:buFont typeface="Wingdings" panose="05000000000000000000" pitchFamily="2" charset="2"/>
                        <a:defRPr sz="2000" b="1">
                          <a:solidFill>
                            <a:schemeClr val="tx1"/>
                          </a:solidFill>
                          <a:latin typeface="Arial" panose="020B0604020202020204" pitchFamily="34" charset="0"/>
                          <a:ea typeface="黑体" panose="02010609060101010101" charset="-122"/>
                        </a:defRPr>
                      </a:lvl1pPr>
                      <a:lvl2pPr marL="742950" indent="-285750" eaLnBrk="0" hangingPunct="0">
                        <a:spcBef>
                          <a:spcPct val="20000"/>
                        </a:spcBef>
                        <a:buFont typeface="Wingdings" panose="05000000000000000000" pitchFamily="2" charset="2"/>
                        <a:defRPr b="1">
                          <a:solidFill>
                            <a:schemeClr val="tx1"/>
                          </a:solidFill>
                          <a:latin typeface="Arial" panose="020B0604020202020204" pitchFamily="34" charset="0"/>
                          <a:ea typeface="楷体_GB2312" pitchFamily="49" charset="-122"/>
                        </a:defRPr>
                      </a:lvl2pPr>
                      <a:lvl3pPr marL="1143000" indent="-228600" eaLnBrk="0" hangingPunct="0">
                        <a:spcBef>
                          <a:spcPct val="20000"/>
                        </a:spcBef>
                        <a:buFont typeface="Gungsuh" pitchFamily="18" charset="-127"/>
                        <a:defRPr sz="1600"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sz="1400">
                          <a:solidFill>
                            <a:schemeClr val="tx1"/>
                          </a:solidFill>
                          <a:latin typeface="Arial" panose="020B0604020202020204" pitchFamily="34" charset="0"/>
                          <a:ea typeface="黑体" panose="02010609060101010101" charset="-122"/>
                        </a:defRPr>
                      </a:lvl4pPr>
                      <a:lvl5pPr marL="2057400" indent="-228600" eaLnBrk="0" hangingPunct="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 typeface="Wingdings" panose="05000000000000000000" pitchFamily="2" charset="2"/>
                        <a:buNone/>
                      </a:pPr>
                      <a:r>
                        <a:rPr kumimoji="0" lang="en-US" altLang="zh-CN" sz="1600" b="1" i="0" u="none" strike="noStrike" cap="none" normalizeH="0" baseline="0">
                          <a:ln>
                            <a:noFill/>
                          </a:ln>
                          <a:solidFill>
                            <a:schemeClr val="accent2"/>
                          </a:solidFill>
                          <a:effectLst/>
                          <a:latin typeface="CourierPS" pitchFamily="49" charset="0"/>
                          <a:ea typeface="宋体" panose="02010600030101010101" pitchFamily="2" charset="-122"/>
                        </a:rPr>
                        <a:t>'</a:t>
                      </a:r>
                      <a:endParaRPr kumimoji="0" lang="en-US" altLang="zh-CN" sz="1600" b="1" i="0" u="none" strike="noStrike" cap="none" normalizeH="0" baseline="0">
                        <a:ln>
                          <a:noFill/>
                        </a:ln>
                        <a:solidFill>
                          <a:schemeClr val="accent2"/>
                        </a:solidFill>
                        <a:effectLst/>
                        <a:latin typeface="CourierPS" pitchFamily="49" charset="0"/>
                        <a:ea typeface="宋体" panose="02010600030101010101" pitchFamily="2" charset="-122"/>
                      </a:endParaRPr>
                    </a:p>
                  </a:txBody>
                  <a:tcPr marL="0" marR="0" marT="0" marB="0" anchor="b" anchorCtr="1" horzOverflow="overflow">
                    <a:lnL>
                      <a:noFill/>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lvl1pPr eaLnBrk="0" hangingPunct="0">
                        <a:spcBef>
                          <a:spcPct val="20000"/>
                        </a:spcBef>
                        <a:buFont typeface="Wingdings" panose="05000000000000000000" pitchFamily="2" charset="2"/>
                        <a:defRPr sz="2000" b="1">
                          <a:solidFill>
                            <a:schemeClr val="tx1"/>
                          </a:solidFill>
                          <a:latin typeface="Arial" panose="020B0604020202020204" pitchFamily="34" charset="0"/>
                          <a:ea typeface="黑体" panose="02010609060101010101" charset="-122"/>
                        </a:defRPr>
                      </a:lvl1pPr>
                      <a:lvl2pPr marL="742950" indent="-285750" eaLnBrk="0" hangingPunct="0">
                        <a:spcBef>
                          <a:spcPct val="20000"/>
                        </a:spcBef>
                        <a:buFont typeface="Wingdings" panose="05000000000000000000" pitchFamily="2" charset="2"/>
                        <a:defRPr b="1">
                          <a:solidFill>
                            <a:schemeClr val="tx1"/>
                          </a:solidFill>
                          <a:latin typeface="Arial" panose="020B0604020202020204" pitchFamily="34" charset="0"/>
                          <a:ea typeface="楷体_GB2312" pitchFamily="49" charset="-122"/>
                        </a:defRPr>
                      </a:lvl2pPr>
                      <a:lvl3pPr marL="1143000" indent="-228600" eaLnBrk="0" hangingPunct="0">
                        <a:spcBef>
                          <a:spcPct val="20000"/>
                        </a:spcBef>
                        <a:buFont typeface="Gungsuh" pitchFamily="18" charset="-127"/>
                        <a:defRPr sz="1600"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sz="1400">
                          <a:solidFill>
                            <a:schemeClr val="tx1"/>
                          </a:solidFill>
                          <a:latin typeface="Arial" panose="020B0604020202020204" pitchFamily="34" charset="0"/>
                          <a:ea typeface="黑体" panose="02010609060101010101" charset="-122"/>
                        </a:defRPr>
                      </a:lvl4pPr>
                      <a:lvl5pPr marL="2057400" indent="-228600" eaLnBrk="0" hangingPunct="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 typeface="Wingdings" panose="05000000000000000000" pitchFamily="2" charset="2"/>
                        <a:buNone/>
                      </a:pPr>
                      <a:r>
                        <a:rPr kumimoji="0" lang="en-US" altLang="zh-CN" sz="1600" b="1" i="0" u="none" strike="noStrike" cap="none" normalizeH="0" baseline="0">
                          <a:ln>
                            <a:noFill/>
                          </a:ln>
                          <a:solidFill>
                            <a:schemeClr val="tx1"/>
                          </a:solidFill>
                          <a:effectLst/>
                          <a:latin typeface="CourierPS" pitchFamily="49" charset="0"/>
                          <a:ea typeface="宋体" panose="02010600030101010101" pitchFamily="2" charset="-122"/>
                        </a:rPr>
                        <a:t>37</a:t>
                      </a:r>
                      <a:endParaRPr kumimoji="0" lang="en-US" altLang="zh-CN" sz="1600" b="1" i="0" u="none" strike="noStrike" cap="none" normalizeH="0" baseline="0">
                        <a:ln>
                          <a:noFill/>
                        </a:ln>
                        <a:solidFill>
                          <a:schemeClr val="tx1"/>
                        </a:solidFill>
                        <a:effectLst/>
                        <a:latin typeface="CourierPS" pitchFamily="49" charset="0"/>
                        <a:ea typeface="宋体" panose="02010600030101010101" pitchFamily="2" charset="-122"/>
                      </a:endParaRPr>
                    </a:p>
                  </a:txBody>
                  <a:tcPr marL="0" marR="0" marT="0" marB="0" anchor="b" anchorCtr="1" horzOverflow="overflow">
                    <a:lnL w="12700" cap="flat" cmpd="sng" algn="ctr">
                      <a:solidFill>
                        <a:schemeClr val="tx1"/>
                      </a:solidFill>
                      <a:prstDash val="solid"/>
                      <a:round/>
                      <a:headEnd type="none" w="med" len="med"/>
                      <a:tailEnd type="none" w="med" len="med"/>
                    </a:lnL>
                    <a:lnR>
                      <a:noFill/>
                    </a:lnR>
                    <a:lnT>
                      <a:noFill/>
                    </a:lnT>
                    <a:lnB>
                      <a:noFill/>
                    </a:lnB>
                    <a:lnTlToBr>
                      <a:noFill/>
                    </a:lnTlToBr>
                    <a:lnBlToTr>
                      <a:noFill/>
                    </a:lnBlToTr>
                    <a:noFill/>
                  </a:tcPr>
                </a:tc>
                <a:tc>
                  <a:txBody>
                    <a:bodyPr/>
                    <a:lstStyle>
                      <a:lvl1pPr eaLnBrk="0" hangingPunct="0">
                        <a:spcBef>
                          <a:spcPct val="20000"/>
                        </a:spcBef>
                        <a:buFont typeface="Wingdings" panose="05000000000000000000" pitchFamily="2" charset="2"/>
                        <a:defRPr sz="2000" b="1">
                          <a:solidFill>
                            <a:schemeClr val="tx1"/>
                          </a:solidFill>
                          <a:latin typeface="Arial" panose="020B0604020202020204" pitchFamily="34" charset="0"/>
                          <a:ea typeface="黑体" panose="02010609060101010101" charset="-122"/>
                        </a:defRPr>
                      </a:lvl1pPr>
                      <a:lvl2pPr marL="742950" indent="-285750" eaLnBrk="0" hangingPunct="0">
                        <a:spcBef>
                          <a:spcPct val="20000"/>
                        </a:spcBef>
                        <a:buFont typeface="Wingdings" panose="05000000000000000000" pitchFamily="2" charset="2"/>
                        <a:defRPr b="1">
                          <a:solidFill>
                            <a:schemeClr val="tx1"/>
                          </a:solidFill>
                          <a:latin typeface="Arial" panose="020B0604020202020204" pitchFamily="34" charset="0"/>
                          <a:ea typeface="楷体_GB2312" pitchFamily="49" charset="-122"/>
                        </a:defRPr>
                      </a:lvl2pPr>
                      <a:lvl3pPr marL="1143000" indent="-228600" eaLnBrk="0" hangingPunct="0">
                        <a:spcBef>
                          <a:spcPct val="20000"/>
                        </a:spcBef>
                        <a:buFont typeface="Gungsuh" pitchFamily="18" charset="-127"/>
                        <a:defRPr sz="1600"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sz="1400">
                          <a:solidFill>
                            <a:schemeClr val="tx1"/>
                          </a:solidFill>
                          <a:latin typeface="Arial" panose="020B0604020202020204" pitchFamily="34" charset="0"/>
                          <a:ea typeface="黑体" panose="02010609060101010101" charset="-122"/>
                        </a:defRPr>
                      </a:lvl4pPr>
                      <a:lvl5pPr marL="2057400" indent="-228600" eaLnBrk="0" hangingPunct="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 typeface="Wingdings" panose="05000000000000000000" pitchFamily="2" charset="2"/>
                        <a:buNone/>
                      </a:pPr>
                      <a:r>
                        <a:rPr kumimoji="0" lang="en-US" altLang="zh-CN" sz="1600" b="1" i="0" u="none" strike="noStrike" cap="none" normalizeH="0" baseline="0">
                          <a:ln>
                            <a:noFill/>
                          </a:ln>
                          <a:solidFill>
                            <a:schemeClr val="accent2"/>
                          </a:solidFill>
                          <a:effectLst/>
                          <a:latin typeface="CourierPS" pitchFamily="49" charset="0"/>
                          <a:ea typeface="宋体" panose="02010600030101010101" pitchFamily="2" charset="-122"/>
                        </a:rPr>
                        <a:t>7</a:t>
                      </a:r>
                      <a:endParaRPr kumimoji="0" lang="en-US" altLang="zh-CN" sz="1600" b="1" i="0" u="none" strike="noStrike" cap="none" normalizeH="0" baseline="0">
                        <a:ln>
                          <a:noFill/>
                        </a:ln>
                        <a:solidFill>
                          <a:schemeClr val="accent2"/>
                        </a:solidFill>
                        <a:effectLst/>
                        <a:latin typeface="CourierPS" pitchFamily="49" charset="0"/>
                        <a:ea typeface="宋体" panose="02010600030101010101" pitchFamily="2" charset="-122"/>
                      </a:endParaRPr>
                    </a:p>
                  </a:txBody>
                  <a:tcPr marL="0" marR="0" marT="0" marB="0" anchor="b" anchorCtr="1" horzOverflow="overflow">
                    <a:lnL>
                      <a:noFill/>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lvl1pPr eaLnBrk="0" hangingPunct="0">
                        <a:spcBef>
                          <a:spcPct val="20000"/>
                        </a:spcBef>
                        <a:buFont typeface="Wingdings" panose="05000000000000000000" pitchFamily="2" charset="2"/>
                        <a:defRPr sz="2000" b="1">
                          <a:solidFill>
                            <a:schemeClr val="tx1"/>
                          </a:solidFill>
                          <a:latin typeface="Arial" panose="020B0604020202020204" pitchFamily="34" charset="0"/>
                          <a:ea typeface="黑体" panose="02010609060101010101" charset="-122"/>
                        </a:defRPr>
                      </a:lvl1pPr>
                      <a:lvl2pPr marL="742950" indent="-285750" eaLnBrk="0" hangingPunct="0">
                        <a:spcBef>
                          <a:spcPct val="20000"/>
                        </a:spcBef>
                        <a:buFont typeface="Wingdings" panose="05000000000000000000" pitchFamily="2" charset="2"/>
                        <a:defRPr b="1">
                          <a:solidFill>
                            <a:schemeClr val="tx1"/>
                          </a:solidFill>
                          <a:latin typeface="Arial" panose="020B0604020202020204" pitchFamily="34" charset="0"/>
                          <a:ea typeface="楷体_GB2312" pitchFamily="49" charset="-122"/>
                        </a:defRPr>
                      </a:lvl2pPr>
                      <a:lvl3pPr marL="1143000" indent="-228600" eaLnBrk="0" hangingPunct="0">
                        <a:spcBef>
                          <a:spcPct val="20000"/>
                        </a:spcBef>
                        <a:buFont typeface="Gungsuh" pitchFamily="18" charset="-127"/>
                        <a:defRPr sz="1600"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sz="1400">
                          <a:solidFill>
                            <a:schemeClr val="tx1"/>
                          </a:solidFill>
                          <a:latin typeface="Arial" panose="020B0604020202020204" pitchFamily="34" charset="0"/>
                          <a:ea typeface="黑体" panose="02010609060101010101" charset="-122"/>
                        </a:defRPr>
                      </a:lvl4pPr>
                      <a:lvl5pPr marL="2057400" indent="-228600" eaLnBrk="0" hangingPunct="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 typeface="Wingdings" panose="05000000000000000000" pitchFamily="2" charset="2"/>
                        <a:buNone/>
                      </a:pPr>
                      <a:r>
                        <a:rPr kumimoji="0" lang="en-US" altLang="zh-CN" sz="1600" b="1" i="0" u="none" strike="noStrike" cap="none" normalizeH="0" baseline="0">
                          <a:ln>
                            <a:noFill/>
                          </a:ln>
                          <a:solidFill>
                            <a:schemeClr val="tx1"/>
                          </a:solidFill>
                          <a:effectLst/>
                          <a:latin typeface="CourierPS" pitchFamily="49" charset="0"/>
                          <a:ea typeface="宋体" panose="02010600030101010101" pitchFamily="2" charset="-122"/>
                        </a:rPr>
                        <a:t>47</a:t>
                      </a:r>
                      <a:endParaRPr kumimoji="0" lang="en-US" altLang="zh-CN" sz="1600" b="1" i="0" u="none" strike="noStrike" cap="none" normalizeH="0" baseline="0">
                        <a:ln>
                          <a:noFill/>
                        </a:ln>
                        <a:solidFill>
                          <a:schemeClr val="tx1"/>
                        </a:solidFill>
                        <a:effectLst/>
                        <a:latin typeface="CourierPS" pitchFamily="49" charset="0"/>
                        <a:ea typeface="宋体" panose="02010600030101010101" pitchFamily="2" charset="-122"/>
                      </a:endParaRPr>
                    </a:p>
                  </a:txBody>
                  <a:tcPr marL="0" marR="0" marT="0" marB="0" anchor="b" anchorCtr="1" horzOverflow="overflow">
                    <a:lnL w="12700" cap="flat" cmpd="sng" algn="ctr">
                      <a:solidFill>
                        <a:schemeClr val="tx1"/>
                      </a:solidFill>
                      <a:prstDash val="solid"/>
                      <a:round/>
                      <a:headEnd type="none" w="med" len="med"/>
                      <a:tailEnd type="none" w="med" len="med"/>
                    </a:lnL>
                    <a:lnR>
                      <a:noFill/>
                    </a:lnR>
                    <a:lnT>
                      <a:noFill/>
                    </a:lnT>
                    <a:lnB>
                      <a:noFill/>
                    </a:lnB>
                    <a:lnTlToBr>
                      <a:noFill/>
                    </a:lnTlToBr>
                    <a:lnBlToTr>
                      <a:noFill/>
                    </a:lnBlToTr>
                    <a:noFill/>
                  </a:tcPr>
                </a:tc>
                <a:tc>
                  <a:txBody>
                    <a:bodyPr/>
                    <a:lstStyle>
                      <a:lvl1pPr eaLnBrk="0" hangingPunct="0">
                        <a:spcBef>
                          <a:spcPct val="20000"/>
                        </a:spcBef>
                        <a:buFont typeface="Wingdings" panose="05000000000000000000" pitchFamily="2" charset="2"/>
                        <a:defRPr sz="2000" b="1">
                          <a:solidFill>
                            <a:schemeClr val="tx1"/>
                          </a:solidFill>
                          <a:latin typeface="Arial" panose="020B0604020202020204" pitchFamily="34" charset="0"/>
                          <a:ea typeface="黑体" panose="02010609060101010101" charset="-122"/>
                        </a:defRPr>
                      </a:lvl1pPr>
                      <a:lvl2pPr marL="742950" indent="-285750" eaLnBrk="0" hangingPunct="0">
                        <a:spcBef>
                          <a:spcPct val="20000"/>
                        </a:spcBef>
                        <a:buFont typeface="Wingdings" panose="05000000000000000000" pitchFamily="2" charset="2"/>
                        <a:defRPr b="1">
                          <a:solidFill>
                            <a:schemeClr val="tx1"/>
                          </a:solidFill>
                          <a:latin typeface="Arial" panose="020B0604020202020204" pitchFamily="34" charset="0"/>
                          <a:ea typeface="楷体_GB2312" pitchFamily="49" charset="-122"/>
                        </a:defRPr>
                      </a:lvl2pPr>
                      <a:lvl3pPr marL="1143000" indent="-228600" eaLnBrk="0" hangingPunct="0">
                        <a:spcBef>
                          <a:spcPct val="20000"/>
                        </a:spcBef>
                        <a:buFont typeface="Gungsuh" pitchFamily="18" charset="-127"/>
                        <a:defRPr sz="1600"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sz="1400">
                          <a:solidFill>
                            <a:schemeClr val="tx1"/>
                          </a:solidFill>
                          <a:latin typeface="Arial" panose="020B0604020202020204" pitchFamily="34" charset="0"/>
                          <a:ea typeface="黑体" panose="02010609060101010101" charset="-122"/>
                        </a:defRPr>
                      </a:lvl4pPr>
                      <a:lvl5pPr marL="2057400" indent="-228600" eaLnBrk="0" hangingPunct="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 typeface="Wingdings" panose="05000000000000000000" pitchFamily="2" charset="2"/>
                        <a:buNone/>
                      </a:pPr>
                      <a:r>
                        <a:rPr kumimoji="0" lang="en-US" altLang="zh-CN" sz="1600" b="1" i="0" u="none" strike="noStrike" cap="none" normalizeH="0" baseline="0">
                          <a:ln>
                            <a:noFill/>
                          </a:ln>
                          <a:solidFill>
                            <a:schemeClr val="accent2"/>
                          </a:solidFill>
                          <a:effectLst/>
                          <a:latin typeface="CourierPS" pitchFamily="49" charset="0"/>
                          <a:ea typeface="宋体" panose="02010600030101010101" pitchFamily="2" charset="-122"/>
                        </a:rPr>
                        <a:t>G</a:t>
                      </a:r>
                      <a:endParaRPr kumimoji="0" lang="en-US" altLang="zh-CN" sz="1600" b="1" i="0" u="none" strike="noStrike" cap="none" normalizeH="0" baseline="0">
                        <a:ln>
                          <a:noFill/>
                        </a:ln>
                        <a:solidFill>
                          <a:schemeClr val="accent2"/>
                        </a:solidFill>
                        <a:effectLst/>
                        <a:latin typeface="CourierPS" pitchFamily="49" charset="0"/>
                        <a:ea typeface="宋体" panose="02010600030101010101" pitchFamily="2" charset="-122"/>
                      </a:endParaRPr>
                    </a:p>
                  </a:txBody>
                  <a:tcPr marL="0" marR="0" marT="0" marB="0" anchor="b" anchorCtr="1" horzOverflow="overflow">
                    <a:lnL>
                      <a:noFill/>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lvl1pPr eaLnBrk="0" hangingPunct="0">
                        <a:spcBef>
                          <a:spcPct val="20000"/>
                        </a:spcBef>
                        <a:buFont typeface="Wingdings" panose="05000000000000000000" pitchFamily="2" charset="2"/>
                        <a:defRPr sz="2000" b="1">
                          <a:solidFill>
                            <a:schemeClr val="tx1"/>
                          </a:solidFill>
                          <a:latin typeface="Arial" panose="020B0604020202020204" pitchFamily="34" charset="0"/>
                          <a:ea typeface="黑体" panose="02010609060101010101" charset="-122"/>
                        </a:defRPr>
                      </a:lvl1pPr>
                      <a:lvl2pPr marL="742950" indent="-285750" eaLnBrk="0" hangingPunct="0">
                        <a:spcBef>
                          <a:spcPct val="20000"/>
                        </a:spcBef>
                        <a:buFont typeface="Wingdings" panose="05000000000000000000" pitchFamily="2" charset="2"/>
                        <a:defRPr b="1">
                          <a:solidFill>
                            <a:schemeClr val="tx1"/>
                          </a:solidFill>
                          <a:latin typeface="Arial" panose="020B0604020202020204" pitchFamily="34" charset="0"/>
                          <a:ea typeface="楷体_GB2312" pitchFamily="49" charset="-122"/>
                        </a:defRPr>
                      </a:lvl2pPr>
                      <a:lvl3pPr marL="1143000" indent="-228600" eaLnBrk="0" hangingPunct="0">
                        <a:spcBef>
                          <a:spcPct val="20000"/>
                        </a:spcBef>
                        <a:buFont typeface="Gungsuh" pitchFamily="18" charset="-127"/>
                        <a:defRPr sz="1600"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sz="1400">
                          <a:solidFill>
                            <a:schemeClr val="tx1"/>
                          </a:solidFill>
                          <a:latin typeface="Arial" panose="020B0604020202020204" pitchFamily="34" charset="0"/>
                          <a:ea typeface="黑体" panose="02010609060101010101" charset="-122"/>
                        </a:defRPr>
                      </a:lvl4pPr>
                      <a:lvl5pPr marL="2057400" indent="-228600" eaLnBrk="0" hangingPunct="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 typeface="Wingdings" panose="05000000000000000000" pitchFamily="2" charset="2"/>
                        <a:buNone/>
                      </a:pPr>
                      <a:r>
                        <a:rPr kumimoji="0" lang="en-US" altLang="zh-CN" sz="1600" b="1" i="0" u="none" strike="noStrike" cap="none" normalizeH="0" baseline="0">
                          <a:ln>
                            <a:noFill/>
                          </a:ln>
                          <a:solidFill>
                            <a:schemeClr val="tx1"/>
                          </a:solidFill>
                          <a:effectLst/>
                          <a:latin typeface="CourierPS" pitchFamily="49" charset="0"/>
                          <a:ea typeface="宋体" panose="02010600030101010101" pitchFamily="2" charset="-122"/>
                        </a:rPr>
                        <a:t>57</a:t>
                      </a:r>
                      <a:endParaRPr kumimoji="0" lang="en-US" altLang="zh-CN" sz="1600" b="1" i="0" u="none" strike="noStrike" cap="none" normalizeH="0" baseline="0">
                        <a:ln>
                          <a:noFill/>
                        </a:ln>
                        <a:solidFill>
                          <a:schemeClr val="tx1"/>
                        </a:solidFill>
                        <a:effectLst/>
                        <a:latin typeface="CourierPS" pitchFamily="49" charset="0"/>
                        <a:ea typeface="宋体" panose="02010600030101010101" pitchFamily="2" charset="-122"/>
                      </a:endParaRPr>
                    </a:p>
                  </a:txBody>
                  <a:tcPr marL="0" marR="0" marT="0" marB="0" anchor="b" anchorCtr="1" horzOverflow="overflow">
                    <a:lnL w="12700" cap="flat" cmpd="sng" algn="ctr">
                      <a:solidFill>
                        <a:schemeClr val="tx1"/>
                      </a:solidFill>
                      <a:prstDash val="solid"/>
                      <a:round/>
                      <a:headEnd type="none" w="med" len="med"/>
                      <a:tailEnd type="none" w="med" len="med"/>
                    </a:lnL>
                    <a:lnR>
                      <a:noFill/>
                    </a:lnR>
                    <a:lnT>
                      <a:noFill/>
                    </a:lnT>
                    <a:lnB>
                      <a:noFill/>
                    </a:lnB>
                    <a:lnTlToBr>
                      <a:noFill/>
                    </a:lnTlToBr>
                    <a:lnBlToTr>
                      <a:noFill/>
                    </a:lnBlToTr>
                    <a:noFill/>
                  </a:tcPr>
                </a:tc>
                <a:tc>
                  <a:txBody>
                    <a:bodyPr/>
                    <a:lstStyle>
                      <a:lvl1pPr eaLnBrk="0" hangingPunct="0">
                        <a:spcBef>
                          <a:spcPct val="20000"/>
                        </a:spcBef>
                        <a:buFont typeface="Wingdings" panose="05000000000000000000" pitchFamily="2" charset="2"/>
                        <a:defRPr sz="2000" b="1">
                          <a:solidFill>
                            <a:schemeClr val="tx1"/>
                          </a:solidFill>
                          <a:latin typeface="Arial" panose="020B0604020202020204" pitchFamily="34" charset="0"/>
                          <a:ea typeface="黑体" panose="02010609060101010101" charset="-122"/>
                        </a:defRPr>
                      </a:lvl1pPr>
                      <a:lvl2pPr marL="742950" indent="-285750" eaLnBrk="0" hangingPunct="0">
                        <a:spcBef>
                          <a:spcPct val="20000"/>
                        </a:spcBef>
                        <a:buFont typeface="Wingdings" panose="05000000000000000000" pitchFamily="2" charset="2"/>
                        <a:defRPr b="1">
                          <a:solidFill>
                            <a:schemeClr val="tx1"/>
                          </a:solidFill>
                          <a:latin typeface="Arial" panose="020B0604020202020204" pitchFamily="34" charset="0"/>
                          <a:ea typeface="楷体_GB2312" pitchFamily="49" charset="-122"/>
                        </a:defRPr>
                      </a:lvl2pPr>
                      <a:lvl3pPr marL="1143000" indent="-228600" eaLnBrk="0" hangingPunct="0">
                        <a:spcBef>
                          <a:spcPct val="20000"/>
                        </a:spcBef>
                        <a:buFont typeface="Gungsuh" pitchFamily="18" charset="-127"/>
                        <a:defRPr sz="1600"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sz="1400">
                          <a:solidFill>
                            <a:schemeClr val="tx1"/>
                          </a:solidFill>
                          <a:latin typeface="Arial" panose="020B0604020202020204" pitchFamily="34" charset="0"/>
                          <a:ea typeface="黑体" panose="02010609060101010101" charset="-122"/>
                        </a:defRPr>
                      </a:lvl4pPr>
                      <a:lvl5pPr marL="2057400" indent="-228600" eaLnBrk="0" hangingPunct="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 typeface="Wingdings" panose="05000000000000000000" pitchFamily="2" charset="2"/>
                        <a:buNone/>
                      </a:pPr>
                      <a:r>
                        <a:rPr kumimoji="0" lang="en-US" altLang="zh-CN" sz="1600" b="1" i="0" u="none" strike="noStrike" cap="none" normalizeH="0" baseline="0">
                          <a:ln>
                            <a:noFill/>
                          </a:ln>
                          <a:solidFill>
                            <a:schemeClr val="tx1"/>
                          </a:solidFill>
                          <a:effectLst/>
                          <a:latin typeface="CourierPS" pitchFamily="49" charset="0"/>
                          <a:ea typeface="宋体" panose="02010600030101010101" pitchFamily="2" charset="-122"/>
                        </a:rPr>
                        <a:t>W</a:t>
                      </a:r>
                      <a:endParaRPr kumimoji="0" lang="en-US" altLang="zh-CN" sz="1600" b="1" i="0" u="none" strike="noStrike" cap="none" normalizeH="0" baseline="0">
                        <a:ln>
                          <a:noFill/>
                        </a:ln>
                        <a:solidFill>
                          <a:schemeClr val="tx1"/>
                        </a:solidFill>
                        <a:effectLst/>
                        <a:latin typeface="CourierPS" pitchFamily="49" charset="0"/>
                        <a:ea typeface="宋体" panose="02010600030101010101" pitchFamily="2" charset="-122"/>
                      </a:endParaRPr>
                    </a:p>
                  </a:txBody>
                  <a:tcPr marL="0" marR="0" marT="0" marB="0" anchor="b" anchorCtr="1" horzOverflow="overflow">
                    <a:lnL>
                      <a:noFill/>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lvl1pPr eaLnBrk="0" hangingPunct="0">
                        <a:spcBef>
                          <a:spcPct val="20000"/>
                        </a:spcBef>
                        <a:buFont typeface="Wingdings" panose="05000000000000000000" pitchFamily="2" charset="2"/>
                        <a:defRPr sz="2000" b="1">
                          <a:solidFill>
                            <a:schemeClr val="tx1"/>
                          </a:solidFill>
                          <a:latin typeface="Arial" panose="020B0604020202020204" pitchFamily="34" charset="0"/>
                          <a:ea typeface="黑体" panose="02010609060101010101" charset="-122"/>
                        </a:defRPr>
                      </a:lvl1pPr>
                      <a:lvl2pPr marL="742950" indent="-285750" eaLnBrk="0" hangingPunct="0">
                        <a:spcBef>
                          <a:spcPct val="20000"/>
                        </a:spcBef>
                        <a:buFont typeface="Wingdings" panose="05000000000000000000" pitchFamily="2" charset="2"/>
                        <a:defRPr b="1">
                          <a:solidFill>
                            <a:schemeClr val="tx1"/>
                          </a:solidFill>
                          <a:latin typeface="Arial" panose="020B0604020202020204" pitchFamily="34" charset="0"/>
                          <a:ea typeface="楷体_GB2312" pitchFamily="49" charset="-122"/>
                        </a:defRPr>
                      </a:lvl2pPr>
                      <a:lvl3pPr marL="1143000" indent="-228600" eaLnBrk="0" hangingPunct="0">
                        <a:spcBef>
                          <a:spcPct val="20000"/>
                        </a:spcBef>
                        <a:buFont typeface="Gungsuh" pitchFamily="18" charset="-127"/>
                        <a:defRPr sz="1600"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sz="1400">
                          <a:solidFill>
                            <a:schemeClr val="tx1"/>
                          </a:solidFill>
                          <a:latin typeface="Arial" panose="020B0604020202020204" pitchFamily="34" charset="0"/>
                          <a:ea typeface="黑体" panose="02010609060101010101" charset="-122"/>
                        </a:defRPr>
                      </a:lvl4pPr>
                      <a:lvl5pPr marL="2057400" indent="-228600" eaLnBrk="0" hangingPunct="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 typeface="Wingdings" panose="05000000000000000000" pitchFamily="2" charset="2"/>
                        <a:buNone/>
                      </a:pPr>
                      <a:r>
                        <a:rPr kumimoji="0" lang="en-US" altLang="zh-CN" sz="1600" b="1" i="0" u="none" strike="noStrike" cap="none" normalizeH="0" baseline="0">
                          <a:ln>
                            <a:noFill/>
                          </a:ln>
                          <a:solidFill>
                            <a:schemeClr val="tx1"/>
                          </a:solidFill>
                          <a:effectLst/>
                          <a:latin typeface="CourierPS" pitchFamily="49" charset="0"/>
                          <a:ea typeface="宋体" panose="02010600030101010101" pitchFamily="2" charset="-122"/>
                        </a:rPr>
                        <a:t>67</a:t>
                      </a:r>
                      <a:endParaRPr kumimoji="0" lang="en-US" altLang="zh-CN" sz="1600" b="1" i="0" u="none" strike="noStrike" cap="none" normalizeH="0" baseline="0">
                        <a:ln>
                          <a:noFill/>
                        </a:ln>
                        <a:solidFill>
                          <a:schemeClr val="tx1"/>
                        </a:solidFill>
                        <a:effectLst/>
                        <a:latin typeface="CourierPS" pitchFamily="49" charset="0"/>
                        <a:ea typeface="宋体" panose="02010600030101010101" pitchFamily="2" charset="-122"/>
                      </a:endParaRPr>
                    </a:p>
                  </a:txBody>
                  <a:tcPr marL="0" marR="0" marT="0" marB="0" anchor="b" anchorCtr="1" horzOverflow="overflow">
                    <a:lnL w="12700" cap="flat" cmpd="sng" algn="ctr">
                      <a:solidFill>
                        <a:schemeClr val="tx1"/>
                      </a:solidFill>
                      <a:prstDash val="solid"/>
                      <a:round/>
                      <a:headEnd type="none" w="med" len="med"/>
                      <a:tailEnd type="none" w="med" len="med"/>
                    </a:lnL>
                    <a:lnR>
                      <a:noFill/>
                    </a:lnR>
                    <a:lnT>
                      <a:noFill/>
                    </a:lnT>
                    <a:lnB>
                      <a:noFill/>
                    </a:lnB>
                    <a:lnTlToBr>
                      <a:noFill/>
                    </a:lnTlToBr>
                    <a:lnBlToTr>
                      <a:noFill/>
                    </a:lnBlToTr>
                    <a:noFill/>
                  </a:tcPr>
                </a:tc>
                <a:tc>
                  <a:txBody>
                    <a:bodyPr/>
                    <a:lstStyle>
                      <a:lvl1pPr eaLnBrk="0" hangingPunct="0">
                        <a:spcBef>
                          <a:spcPct val="20000"/>
                        </a:spcBef>
                        <a:buFont typeface="Wingdings" panose="05000000000000000000" pitchFamily="2" charset="2"/>
                        <a:defRPr sz="2000" b="1">
                          <a:solidFill>
                            <a:schemeClr val="tx1"/>
                          </a:solidFill>
                          <a:latin typeface="Arial" panose="020B0604020202020204" pitchFamily="34" charset="0"/>
                          <a:ea typeface="黑体" panose="02010609060101010101" charset="-122"/>
                        </a:defRPr>
                      </a:lvl1pPr>
                      <a:lvl2pPr marL="742950" indent="-285750" eaLnBrk="0" hangingPunct="0">
                        <a:spcBef>
                          <a:spcPct val="20000"/>
                        </a:spcBef>
                        <a:buFont typeface="Wingdings" panose="05000000000000000000" pitchFamily="2" charset="2"/>
                        <a:defRPr b="1">
                          <a:solidFill>
                            <a:schemeClr val="tx1"/>
                          </a:solidFill>
                          <a:latin typeface="Arial" panose="020B0604020202020204" pitchFamily="34" charset="0"/>
                          <a:ea typeface="楷体_GB2312" pitchFamily="49" charset="-122"/>
                        </a:defRPr>
                      </a:lvl2pPr>
                      <a:lvl3pPr marL="1143000" indent="-228600" eaLnBrk="0" hangingPunct="0">
                        <a:spcBef>
                          <a:spcPct val="20000"/>
                        </a:spcBef>
                        <a:buFont typeface="Gungsuh" pitchFamily="18" charset="-127"/>
                        <a:defRPr sz="1600"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sz="1400">
                          <a:solidFill>
                            <a:schemeClr val="tx1"/>
                          </a:solidFill>
                          <a:latin typeface="Arial" panose="020B0604020202020204" pitchFamily="34" charset="0"/>
                          <a:ea typeface="黑体" panose="02010609060101010101" charset="-122"/>
                        </a:defRPr>
                      </a:lvl4pPr>
                      <a:lvl5pPr marL="2057400" indent="-228600" eaLnBrk="0" hangingPunct="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 typeface="Wingdings" panose="05000000000000000000" pitchFamily="2" charset="2"/>
                        <a:buNone/>
                      </a:pPr>
                      <a:r>
                        <a:rPr kumimoji="0" lang="en-US" altLang="zh-CN" sz="1600" b="1" i="0" u="none" strike="noStrike" cap="none" normalizeH="0" baseline="0">
                          <a:ln>
                            <a:noFill/>
                          </a:ln>
                          <a:solidFill>
                            <a:schemeClr val="accent2"/>
                          </a:solidFill>
                          <a:effectLst/>
                          <a:latin typeface="CourierPS" pitchFamily="49" charset="0"/>
                          <a:ea typeface="宋体" panose="02010600030101010101" pitchFamily="2" charset="-122"/>
                        </a:rPr>
                        <a:t>g</a:t>
                      </a:r>
                      <a:endParaRPr kumimoji="0" lang="en-US" altLang="zh-CN" sz="1600" b="1" i="0" u="none" strike="noStrike" cap="none" normalizeH="0" baseline="0">
                        <a:ln>
                          <a:noFill/>
                        </a:ln>
                        <a:solidFill>
                          <a:schemeClr val="accent2"/>
                        </a:solidFill>
                        <a:effectLst/>
                        <a:latin typeface="CourierPS" pitchFamily="49" charset="0"/>
                        <a:ea typeface="宋体" panose="02010600030101010101" pitchFamily="2" charset="-122"/>
                      </a:endParaRPr>
                    </a:p>
                  </a:txBody>
                  <a:tcPr marL="0" marR="0" marT="0" marB="0" anchor="b" anchorCtr="1" horzOverflow="overflow">
                    <a:lnL>
                      <a:noFill/>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lvl1pPr eaLnBrk="0" hangingPunct="0">
                        <a:spcBef>
                          <a:spcPct val="20000"/>
                        </a:spcBef>
                        <a:buFont typeface="Wingdings" panose="05000000000000000000" pitchFamily="2" charset="2"/>
                        <a:defRPr sz="2000" b="1">
                          <a:solidFill>
                            <a:schemeClr val="tx1"/>
                          </a:solidFill>
                          <a:latin typeface="Arial" panose="020B0604020202020204" pitchFamily="34" charset="0"/>
                          <a:ea typeface="黑体" panose="02010609060101010101" charset="-122"/>
                        </a:defRPr>
                      </a:lvl1pPr>
                      <a:lvl2pPr marL="742950" indent="-285750" eaLnBrk="0" hangingPunct="0">
                        <a:spcBef>
                          <a:spcPct val="20000"/>
                        </a:spcBef>
                        <a:buFont typeface="Wingdings" panose="05000000000000000000" pitchFamily="2" charset="2"/>
                        <a:defRPr b="1">
                          <a:solidFill>
                            <a:schemeClr val="tx1"/>
                          </a:solidFill>
                          <a:latin typeface="Arial" panose="020B0604020202020204" pitchFamily="34" charset="0"/>
                          <a:ea typeface="楷体_GB2312" pitchFamily="49" charset="-122"/>
                        </a:defRPr>
                      </a:lvl2pPr>
                      <a:lvl3pPr marL="1143000" indent="-228600" eaLnBrk="0" hangingPunct="0">
                        <a:spcBef>
                          <a:spcPct val="20000"/>
                        </a:spcBef>
                        <a:buFont typeface="Gungsuh" pitchFamily="18" charset="-127"/>
                        <a:defRPr sz="1600"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sz="1400">
                          <a:solidFill>
                            <a:schemeClr val="tx1"/>
                          </a:solidFill>
                          <a:latin typeface="Arial" panose="020B0604020202020204" pitchFamily="34" charset="0"/>
                          <a:ea typeface="黑体" panose="02010609060101010101" charset="-122"/>
                        </a:defRPr>
                      </a:lvl4pPr>
                      <a:lvl5pPr marL="2057400" indent="-228600" eaLnBrk="0" hangingPunct="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 typeface="Wingdings" panose="05000000000000000000" pitchFamily="2" charset="2"/>
                        <a:buNone/>
                      </a:pPr>
                      <a:r>
                        <a:rPr kumimoji="0" lang="en-US" altLang="zh-CN" sz="1600" b="1" i="0" u="none" strike="noStrike" cap="none" normalizeH="0" baseline="0">
                          <a:ln>
                            <a:noFill/>
                          </a:ln>
                          <a:solidFill>
                            <a:schemeClr val="tx1"/>
                          </a:solidFill>
                          <a:effectLst/>
                          <a:latin typeface="CourierPS" pitchFamily="49" charset="0"/>
                          <a:ea typeface="宋体" panose="02010600030101010101" pitchFamily="2" charset="-122"/>
                        </a:rPr>
                        <a:t>77</a:t>
                      </a:r>
                      <a:endParaRPr kumimoji="0" lang="en-US" altLang="zh-CN" sz="1600" b="1" i="0" u="none" strike="noStrike" cap="none" normalizeH="0" baseline="0">
                        <a:ln>
                          <a:noFill/>
                        </a:ln>
                        <a:solidFill>
                          <a:schemeClr val="tx1"/>
                        </a:solidFill>
                        <a:effectLst/>
                        <a:latin typeface="CourierPS" pitchFamily="49" charset="0"/>
                        <a:ea typeface="宋体" panose="02010600030101010101" pitchFamily="2" charset="-122"/>
                      </a:endParaRPr>
                    </a:p>
                  </a:txBody>
                  <a:tcPr marL="0" marR="0" marT="0" marB="0" anchor="b" anchorCtr="1" horzOverflow="overflow">
                    <a:lnL w="12700" cap="flat" cmpd="sng" algn="ctr">
                      <a:solidFill>
                        <a:schemeClr val="tx1"/>
                      </a:solidFill>
                      <a:prstDash val="solid"/>
                      <a:round/>
                      <a:headEnd type="none" w="med" len="med"/>
                      <a:tailEnd type="none" w="med" len="med"/>
                    </a:lnL>
                    <a:lnR>
                      <a:noFill/>
                    </a:lnR>
                    <a:lnT>
                      <a:noFill/>
                    </a:lnT>
                    <a:lnB>
                      <a:noFill/>
                    </a:lnB>
                    <a:lnTlToBr>
                      <a:noFill/>
                    </a:lnTlToBr>
                    <a:lnBlToTr>
                      <a:noFill/>
                    </a:lnBlToTr>
                    <a:noFill/>
                  </a:tcPr>
                </a:tc>
                <a:tc>
                  <a:txBody>
                    <a:bodyPr/>
                    <a:lstStyle>
                      <a:lvl1pPr eaLnBrk="0" hangingPunct="0">
                        <a:spcBef>
                          <a:spcPct val="20000"/>
                        </a:spcBef>
                        <a:buFont typeface="Wingdings" panose="05000000000000000000" pitchFamily="2" charset="2"/>
                        <a:defRPr sz="2000" b="1">
                          <a:solidFill>
                            <a:schemeClr val="tx1"/>
                          </a:solidFill>
                          <a:latin typeface="Arial" panose="020B0604020202020204" pitchFamily="34" charset="0"/>
                          <a:ea typeface="黑体" panose="02010609060101010101" charset="-122"/>
                        </a:defRPr>
                      </a:lvl1pPr>
                      <a:lvl2pPr marL="742950" indent="-285750" eaLnBrk="0" hangingPunct="0">
                        <a:spcBef>
                          <a:spcPct val="20000"/>
                        </a:spcBef>
                        <a:buFont typeface="Wingdings" panose="05000000000000000000" pitchFamily="2" charset="2"/>
                        <a:defRPr b="1">
                          <a:solidFill>
                            <a:schemeClr val="tx1"/>
                          </a:solidFill>
                          <a:latin typeface="Arial" panose="020B0604020202020204" pitchFamily="34" charset="0"/>
                          <a:ea typeface="楷体_GB2312" pitchFamily="49" charset="-122"/>
                        </a:defRPr>
                      </a:lvl2pPr>
                      <a:lvl3pPr marL="1143000" indent="-228600" eaLnBrk="0" hangingPunct="0">
                        <a:spcBef>
                          <a:spcPct val="20000"/>
                        </a:spcBef>
                        <a:buFont typeface="Gungsuh" pitchFamily="18" charset="-127"/>
                        <a:defRPr sz="1600"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sz="1400">
                          <a:solidFill>
                            <a:schemeClr val="tx1"/>
                          </a:solidFill>
                          <a:latin typeface="Arial" panose="020B0604020202020204" pitchFamily="34" charset="0"/>
                          <a:ea typeface="黑体" panose="02010609060101010101" charset="-122"/>
                        </a:defRPr>
                      </a:lvl4pPr>
                      <a:lvl5pPr marL="2057400" indent="-228600" eaLnBrk="0" hangingPunct="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 typeface="Wingdings" panose="05000000000000000000" pitchFamily="2" charset="2"/>
                        <a:buNone/>
                      </a:pPr>
                      <a:r>
                        <a:rPr kumimoji="0" lang="en-US" altLang="zh-CN" sz="1600" b="1" i="0" u="none" strike="noStrike" cap="none" normalizeH="0" baseline="0">
                          <a:ln>
                            <a:noFill/>
                          </a:ln>
                          <a:solidFill>
                            <a:schemeClr val="accent2"/>
                          </a:solidFill>
                          <a:effectLst/>
                          <a:latin typeface="CourierPS" pitchFamily="49" charset="0"/>
                          <a:ea typeface="宋体" panose="02010600030101010101" pitchFamily="2" charset="-122"/>
                        </a:rPr>
                        <a:t>w</a:t>
                      </a:r>
                      <a:endParaRPr kumimoji="0" lang="en-US" altLang="zh-CN" sz="1600" b="1" i="0" u="none" strike="noStrike" cap="none" normalizeH="0" baseline="0">
                        <a:ln>
                          <a:noFill/>
                        </a:ln>
                        <a:solidFill>
                          <a:schemeClr val="accent2"/>
                        </a:solidFill>
                        <a:effectLst/>
                        <a:latin typeface="CourierPS" pitchFamily="49" charset="0"/>
                        <a:ea typeface="宋体" panose="02010600030101010101" pitchFamily="2" charset="-122"/>
                      </a:endParaRPr>
                    </a:p>
                  </a:txBody>
                  <a:tcPr marL="0" marR="0" marT="0" marB="0" anchor="b" anchorCtr="1" horzOverflow="overflow">
                    <a:lnL>
                      <a:noFill/>
                    </a:lnL>
                    <a:lnR>
                      <a:noFill/>
                    </a:lnR>
                    <a:lnT>
                      <a:noFill/>
                    </a:lnT>
                    <a:lnB>
                      <a:noFill/>
                    </a:lnB>
                    <a:lnTlToBr>
                      <a:noFill/>
                    </a:lnTlToBr>
                    <a:lnBlToTr>
                      <a:noFill/>
                    </a:lnBlToTr>
                    <a:noFill/>
                  </a:tcPr>
                </a:tc>
              </a:tr>
              <a:tr h="254000">
                <a:tc>
                  <a:txBody>
                    <a:bodyPr/>
                    <a:lstStyle>
                      <a:lvl1pPr eaLnBrk="0" hangingPunct="0">
                        <a:spcBef>
                          <a:spcPct val="20000"/>
                        </a:spcBef>
                        <a:buFont typeface="Wingdings" panose="05000000000000000000" pitchFamily="2" charset="2"/>
                        <a:defRPr sz="2000" b="1">
                          <a:solidFill>
                            <a:schemeClr val="tx1"/>
                          </a:solidFill>
                          <a:latin typeface="Arial" panose="020B0604020202020204" pitchFamily="34" charset="0"/>
                          <a:ea typeface="黑体" panose="02010609060101010101" charset="-122"/>
                        </a:defRPr>
                      </a:lvl1pPr>
                      <a:lvl2pPr marL="742950" indent="-285750" eaLnBrk="0" hangingPunct="0">
                        <a:spcBef>
                          <a:spcPct val="20000"/>
                        </a:spcBef>
                        <a:buFont typeface="Wingdings" panose="05000000000000000000" pitchFamily="2" charset="2"/>
                        <a:defRPr b="1">
                          <a:solidFill>
                            <a:schemeClr val="tx1"/>
                          </a:solidFill>
                          <a:latin typeface="Arial" panose="020B0604020202020204" pitchFamily="34" charset="0"/>
                          <a:ea typeface="楷体_GB2312" pitchFamily="49" charset="-122"/>
                        </a:defRPr>
                      </a:lvl2pPr>
                      <a:lvl3pPr marL="1143000" indent="-228600" eaLnBrk="0" hangingPunct="0">
                        <a:spcBef>
                          <a:spcPct val="20000"/>
                        </a:spcBef>
                        <a:buFont typeface="Gungsuh" pitchFamily="18" charset="-127"/>
                        <a:defRPr sz="1600"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sz="1400">
                          <a:solidFill>
                            <a:schemeClr val="tx1"/>
                          </a:solidFill>
                          <a:latin typeface="Arial" panose="020B0604020202020204" pitchFamily="34" charset="0"/>
                          <a:ea typeface="黑体" panose="02010609060101010101" charset="-122"/>
                        </a:defRPr>
                      </a:lvl4pPr>
                      <a:lvl5pPr marL="2057400" indent="-228600" eaLnBrk="0" hangingPunct="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 typeface="Wingdings" panose="05000000000000000000" pitchFamily="2" charset="2"/>
                        <a:buNone/>
                      </a:pPr>
                      <a:r>
                        <a:rPr kumimoji="0" lang="en-US" altLang="zh-CN" sz="1600" b="1" i="0" u="none" strike="noStrike" cap="none" normalizeH="0" baseline="0">
                          <a:ln>
                            <a:noFill/>
                          </a:ln>
                          <a:solidFill>
                            <a:schemeClr val="tx1"/>
                          </a:solidFill>
                          <a:effectLst/>
                          <a:latin typeface="CourierPS" pitchFamily="49" charset="0"/>
                          <a:ea typeface="宋体" panose="02010600030101010101" pitchFamily="2" charset="-122"/>
                        </a:rPr>
                        <a:t>08</a:t>
                      </a:r>
                      <a:endParaRPr kumimoji="0" lang="en-US" altLang="zh-CN" sz="1600" b="1" i="0" u="none" strike="noStrike" cap="none" normalizeH="0" baseline="0">
                        <a:ln>
                          <a:noFill/>
                        </a:ln>
                        <a:solidFill>
                          <a:schemeClr val="tx1"/>
                        </a:solidFill>
                        <a:effectLst/>
                        <a:latin typeface="CourierPS" pitchFamily="49" charset="0"/>
                        <a:ea typeface="宋体" panose="02010600030101010101" pitchFamily="2" charset="-122"/>
                      </a:endParaRPr>
                    </a:p>
                  </a:txBody>
                  <a:tcPr marL="0" marR="0" marT="0" marB="0" anchor="b" anchorCtr="1" horzOverflow="overflow">
                    <a:lnL>
                      <a:noFill/>
                    </a:lnL>
                    <a:lnR>
                      <a:noFill/>
                    </a:lnR>
                    <a:lnT>
                      <a:noFill/>
                    </a:lnT>
                    <a:lnB>
                      <a:noFill/>
                    </a:lnB>
                    <a:lnTlToBr>
                      <a:noFill/>
                    </a:lnTlToBr>
                    <a:lnBlToTr>
                      <a:noFill/>
                    </a:lnBlToTr>
                    <a:noFill/>
                  </a:tcPr>
                </a:tc>
                <a:tc>
                  <a:txBody>
                    <a:bodyPr/>
                    <a:lstStyle>
                      <a:lvl1pPr eaLnBrk="0" hangingPunct="0">
                        <a:spcBef>
                          <a:spcPct val="20000"/>
                        </a:spcBef>
                        <a:buFont typeface="Wingdings" panose="05000000000000000000" pitchFamily="2" charset="2"/>
                        <a:defRPr sz="2000" b="1">
                          <a:solidFill>
                            <a:schemeClr val="tx1"/>
                          </a:solidFill>
                          <a:latin typeface="Arial" panose="020B0604020202020204" pitchFamily="34" charset="0"/>
                          <a:ea typeface="黑体" panose="02010609060101010101" charset="-122"/>
                        </a:defRPr>
                      </a:lvl1pPr>
                      <a:lvl2pPr marL="742950" indent="-285750" eaLnBrk="0" hangingPunct="0">
                        <a:spcBef>
                          <a:spcPct val="20000"/>
                        </a:spcBef>
                        <a:buFont typeface="Wingdings" panose="05000000000000000000" pitchFamily="2" charset="2"/>
                        <a:defRPr b="1">
                          <a:solidFill>
                            <a:schemeClr val="tx1"/>
                          </a:solidFill>
                          <a:latin typeface="Arial" panose="020B0604020202020204" pitchFamily="34" charset="0"/>
                          <a:ea typeface="楷体_GB2312" pitchFamily="49" charset="-122"/>
                        </a:defRPr>
                      </a:lvl2pPr>
                      <a:lvl3pPr marL="1143000" indent="-228600" eaLnBrk="0" hangingPunct="0">
                        <a:spcBef>
                          <a:spcPct val="20000"/>
                        </a:spcBef>
                        <a:buFont typeface="Gungsuh" pitchFamily="18" charset="-127"/>
                        <a:defRPr sz="1600"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sz="1400">
                          <a:solidFill>
                            <a:schemeClr val="tx1"/>
                          </a:solidFill>
                          <a:latin typeface="Arial" panose="020B0604020202020204" pitchFamily="34" charset="0"/>
                          <a:ea typeface="黑体" panose="02010609060101010101" charset="-122"/>
                        </a:defRPr>
                      </a:lvl4pPr>
                      <a:lvl5pPr marL="2057400" indent="-228600" eaLnBrk="0" hangingPunct="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 typeface="Wingdings" panose="05000000000000000000" pitchFamily="2" charset="2"/>
                        <a:buNone/>
                      </a:pPr>
                      <a:r>
                        <a:rPr kumimoji="0" lang="en-US" altLang="zh-CN" sz="1600" b="1" i="0" u="none" strike="noStrike" cap="none" normalizeH="0" baseline="0">
                          <a:ln>
                            <a:noFill/>
                          </a:ln>
                          <a:solidFill>
                            <a:schemeClr val="accent2"/>
                          </a:solidFill>
                          <a:effectLst/>
                          <a:latin typeface="CourierPS" pitchFamily="49" charset="0"/>
                          <a:ea typeface="宋体" panose="02010600030101010101" pitchFamily="2" charset="-122"/>
                        </a:rPr>
                        <a:t>bs</a:t>
                      </a:r>
                      <a:endParaRPr kumimoji="0" lang="en-US" altLang="zh-CN" sz="1600" b="1" i="0" u="none" strike="noStrike" cap="none" normalizeH="0" baseline="0">
                        <a:ln>
                          <a:noFill/>
                        </a:ln>
                        <a:solidFill>
                          <a:schemeClr val="accent2"/>
                        </a:solidFill>
                        <a:effectLst/>
                        <a:latin typeface="CourierPS" pitchFamily="49" charset="0"/>
                        <a:ea typeface="宋体" panose="02010600030101010101" pitchFamily="2" charset="-122"/>
                      </a:endParaRPr>
                    </a:p>
                  </a:txBody>
                  <a:tcPr marL="0" marR="0" marT="0" marB="0" anchor="b" anchorCtr="1" horzOverflow="overflow">
                    <a:lnL>
                      <a:noFill/>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lvl1pPr eaLnBrk="0" hangingPunct="0">
                        <a:spcBef>
                          <a:spcPct val="20000"/>
                        </a:spcBef>
                        <a:buFont typeface="Wingdings" panose="05000000000000000000" pitchFamily="2" charset="2"/>
                        <a:defRPr sz="2000" b="1">
                          <a:solidFill>
                            <a:schemeClr val="tx1"/>
                          </a:solidFill>
                          <a:latin typeface="Arial" panose="020B0604020202020204" pitchFamily="34" charset="0"/>
                          <a:ea typeface="黑体" panose="02010609060101010101" charset="-122"/>
                        </a:defRPr>
                      </a:lvl1pPr>
                      <a:lvl2pPr marL="742950" indent="-285750" eaLnBrk="0" hangingPunct="0">
                        <a:spcBef>
                          <a:spcPct val="20000"/>
                        </a:spcBef>
                        <a:buFont typeface="Wingdings" panose="05000000000000000000" pitchFamily="2" charset="2"/>
                        <a:defRPr b="1">
                          <a:solidFill>
                            <a:schemeClr val="tx1"/>
                          </a:solidFill>
                          <a:latin typeface="Arial" panose="020B0604020202020204" pitchFamily="34" charset="0"/>
                          <a:ea typeface="楷体_GB2312" pitchFamily="49" charset="-122"/>
                        </a:defRPr>
                      </a:lvl2pPr>
                      <a:lvl3pPr marL="1143000" indent="-228600" eaLnBrk="0" hangingPunct="0">
                        <a:spcBef>
                          <a:spcPct val="20000"/>
                        </a:spcBef>
                        <a:buFont typeface="Gungsuh" pitchFamily="18" charset="-127"/>
                        <a:defRPr sz="1600"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sz="1400">
                          <a:solidFill>
                            <a:schemeClr val="tx1"/>
                          </a:solidFill>
                          <a:latin typeface="Arial" panose="020B0604020202020204" pitchFamily="34" charset="0"/>
                          <a:ea typeface="黑体" panose="02010609060101010101" charset="-122"/>
                        </a:defRPr>
                      </a:lvl4pPr>
                      <a:lvl5pPr marL="2057400" indent="-228600" eaLnBrk="0" hangingPunct="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 typeface="Wingdings" panose="05000000000000000000" pitchFamily="2" charset="2"/>
                        <a:buNone/>
                      </a:pPr>
                      <a:r>
                        <a:rPr kumimoji="0" lang="en-US" altLang="zh-CN" sz="1600" b="1" i="0" u="none" strike="noStrike" cap="none" normalizeH="0" baseline="0">
                          <a:ln>
                            <a:noFill/>
                          </a:ln>
                          <a:solidFill>
                            <a:schemeClr val="tx1"/>
                          </a:solidFill>
                          <a:effectLst/>
                          <a:latin typeface="CourierPS" pitchFamily="49" charset="0"/>
                          <a:ea typeface="宋体" panose="02010600030101010101" pitchFamily="2" charset="-122"/>
                        </a:rPr>
                        <a:t>18</a:t>
                      </a:r>
                      <a:endParaRPr kumimoji="0" lang="en-US" altLang="zh-CN" sz="1600" b="1" i="0" u="none" strike="noStrike" cap="none" normalizeH="0" baseline="0">
                        <a:ln>
                          <a:noFill/>
                        </a:ln>
                        <a:solidFill>
                          <a:schemeClr val="tx1"/>
                        </a:solidFill>
                        <a:effectLst/>
                        <a:latin typeface="CourierPS" pitchFamily="49" charset="0"/>
                        <a:ea typeface="宋体" panose="02010600030101010101" pitchFamily="2" charset="-122"/>
                      </a:endParaRPr>
                    </a:p>
                  </a:txBody>
                  <a:tcPr marL="0" marR="0" marT="0" marB="0" anchor="b" anchorCtr="1" horzOverflow="overflow">
                    <a:lnL w="12700" cap="flat" cmpd="sng" algn="ctr">
                      <a:solidFill>
                        <a:schemeClr val="tx1"/>
                      </a:solidFill>
                      <a:prstDash val="solid"/>
                      <a:round/>
                      <a:headEnd type="none" w="med" len="med"/>
                      <a:tailEnd type="none" w="med" len="med"/>
                    </a:lnL>
                    <a:lnR>
                      <a:noFill/>
                    </a:lnR>
                    <a:lnT>
                      <a:noFill/>
                    </a:lnT>
                    <a:lnB>
                      <a:noFill/>
                    </a:lnB>
                    <a:lnTlToBr>
                      <a:noFill/>
                    </a:lnTlToBr>
                    <a:lnBlToTr>
                      <a:noFill/>
                    </a:lnBlToTr>
                    <a:noFill/>
                  </a:tcPr>
                </a:tc>
                <a:tc>
                  <a:txBody>
                    <a:bodyPr/>
                    <a:lstStyle>
                      <a:lvl1pPr eaLnBrk="0" hangingPunct="0">
                        <a:spcBef>
                          <a:spcPct val="20000"/>
                        </a:spcBef>
                        <a:buFont typeface="Wingdings" panose="05000000000000000000" pitchFamily="2" charset="2"/>
                        <a:defRPr sz="2000" b="1">
                          <a:solidFill>
                            <a:schemeClr val="tx1"/>
                          </a:solidFill>
                          <a:latin typeface="Arial" panose="020B0604020202020204" pitchFamily="34" charset="0"/>
                          <a:ea typeface="黑体" panose="02010609060101010101" charset="-122"/>
                        </a:defRPr>
                      </a:lvl1pPr>
                      <a:lvl2pPr marL="742950" indent="-285750" eaLnBrk="0" hangingPunct="0">
                        <a:spcBef>
                          <a:spcPct val="20000"/>
                        </a:spcBef>
                        <a:buFont typeface="Wingdings" panose="05000000000000000000" pitchFamily="2" charset="2"/>
                        <a:defRPr b="1">
                          <a:solidFill>
                            <a:schemeClr val="tx1"/>
                          </a:solidFill>
                          <a:latin typeface="Arial" panose="020B0604020202020204" pitchFamily="34" charset="0"/>
                          <a:ea typeface="楷体_GB2312" pitchFamily="49" charset="-122"/>
                        </a:defRPr>
                      </a:lvl2pPr>
                      <a:lvl3pPr marL="1143000" indent="-228600" eaLnBrk="0" hangingPunct="0">
                        <a:spcBef>
                          <a:spcPct val="20000"/>
                        </a:spcBef>
                        <a:buFont typeface="Gungsuh" pitchFamily="18" charset="-127"/>
                        <a:defRPr sz="1600"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sz="1400">
                          <a:solidFill>
                            <a:schemeClr val="tx1"/>
                          </a:solidFill>
                          <a:latin typeface="Arial" panose="020B0604020202020204" pitchFamily="34" charset="0"/>
                          <a:ea typeface="黑体" panose="02010609060101010101" charset="-122"/>
                        </a:defRPr>
                      </a:lvl4pPr>
                      <a:lvl5pPr marL="2057400" indent="-228600" eaLnBrk="0" hangingPunct="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 typeface="Wingdings" panose="05000000000000000000" pitchFamily="2" charset="2"/>
                        <a:buNone/>
                      </a:pPr>
                      <a:r>
                        <a:rPr kumimoji="0" lang="en-US" altLang="zh-CN" sz="1600" b="1" i="0" u="none" strike="noStrike" cap="none" normalizeH="0" baseline="0">
                          <a:ln>
                            <a:noFill/>
                          </a:ln>
                          <a:solidFill>
                            <a:schemeClr val="accent2"/>
                          </a:solidFill>
                          <a:effectLst/>
                          <a:latin typeface="CourierPS" pitchFamily="49" charset="0"/>
                          <a:ea typeface="宋体" panose="02010600030101010101" pitchFamily="2" charset="-122"/>
                        </a:rPr>
                        <a:t>can</a:t>
                      </a:r>
                      <a:endParaRPr kumimoji="0" lang="en-US" altLang="zh-CN" sz="1600" b="1" i="0" u="none" strike="noStrike" cap="none" normalizeH="0" baseline="0">
                        <a:ln>
                          <a:noFill/>
                        </a:ln>
                        <a:solidFill>
                          <a:schemeClr val="accent2"/>
                        </a:solidFill>
                        <a:effectLst/>
                        <a:latin typeface="CourierPS" pitchFamily="49" charset="0"/>
                        <a:ea typeface="宋体" panose="02010600030101010101" pitchFamily="2" charset="-122"/>
                      </a:endParaRPr>
                    </a:p>
                  </a:txBody>
                  <a:tcPr marL="0" marR="0" marT="0" marB="0" anchor="b" anchorCtr="1" horzOverflow="overflow">
                    <a:lnL>
                      <a:noFill/>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lvl1pPr eaLnBrk="0" hangingPunct="0">
                        <a:spcBef>
                          <a:spcPct val="20000"/>
                        </a:spcBef>
                        <a:buFont typeface="Wingdings" panose="05000000000000000000" pitchFamily="2" charset="2"/>
                        <a:defRPr sz="2000" b="1">
                          <a:solidFill>
                            <a:schemeClr val="tx1"/>
                          </a:solidFill>
                          <a:latin typeface="Arial" panose="020B0604020202020204" pitchFamily="34" charset="0"/>
                          <a:ea typeface="黑体" panose="02010609060101010101" charset="-122"/>
                        </a:defRPr>
                      </a:lvl1pPr>
                      <a:lvl2pPr marL="742950" indent="-285750" eaLnBrk="0" hangingPunct="0">
                        <a:spcBef>
                          <a:spcPct val="20000"/>
                        </a:spcBef>
                        <a:buFont typeface="Wingdings" panose="05000000000000000000" pitchFamily="2" charset="2"/>
                        <a:defRPr b="1">
                          <a:solidFill>
                            <a:schemeClr val="tx1"/>
                          </a:solidFill>
                          <a:latin typeface="Arial" panose="020B0604020202020204" pitchFamily="34" charset="0"/>
                          <a:ea typeface="楷体_GB2312" pitchFamily="49" charset="-122"/>
                        </a:defRPr>
                      </a:lvl2pPr>
                      <a:lvl3pPr marL="1143000" indent="-228600" eaLnBrk="0" hangingPunct="0">
                        <a:spcBef>
                          <a:spcPct val="20000"/>
                        </a:spcBef>
                        <a:buFont typeface="Gungsuh" pitchFamily="18" charset="-127"/>
                        <a:defRPr sz="1600"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sz="1400">
                          <a:solidFill>
                            <a:schemeClr val="tx1"/>
                          </a:solidFill>
                          <a:latin typeface="Arial" panose="020B0604020202020204" pitchFamily="34" charset="0"/>
                          <a:ea typeface="黑体" panose="02010609060101010101" charset="-122"/>
                        </a:defRPr>
                      </a:lvl4pPr>
                      <a:lvl5pPr marL="2057400" indent="-228600" eaLnBrk="0" hangingPunct="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 typeface="Wingdings" panose="05000000000000000000" pitchFamily="2" charset="2"/>
                        <a:buNone/>
                      </a:pPr>
                      <a:r>
                        <a:rPr kumimoji="0" lang="en-US" altLang="zh-CN" sz="1600" b="1" i="0" u="none" strike="noStrike" cap="none" normalizeH="0" baseline="0">
                          <a:ln>
                            <a:noFill/>
                          </a:ln>
                          <a:solidFill>
                            <a:schemeClr val="tx1"/>
                          </a:solidFill>
                          <a:effectLst/>
                          <a:latin typeface="CourierPS" pitchFamily="49" charset="0"/>
                          <a:ea typeface="宋体" panose="02010600030101010101" pitchFamily="2" charset="-122"/>
                        </a:rPr>
                        <a:t>28</a:t>
                      </a:r>
                      <a:endParaRPr kumimoji="0" lang="en-US" altLang="zh-CN" sz="1600" b="1" i="0" u="none" strike="noStrike" cap="none" normalizeH="0" baseline="0">
                        <a:ln>
                          <a:noFill/>
                        </a:ln>
                        <a:solidFill>
                          <a:schemeClr val="tx1"/>
                        </a:solidFill>
                        <a:effectLst/>
                        <a:latin typeface="CourierPS" pitchFamily="49" charset="0"/>
                        <a:ea typeface="宋体" panose="02010600030101010101" pitchFamily="2" charset="-122"/>
                      </a:endParaRPr>
                    </a:p>
                  </a:txBody>
                  <a:tcPr marL="0" marR="0" marT="0" marB="0" anchor="b" anchorCtr="1" horzOverflow="overflow">
                    <a:lnL w="12700" cap="flat" cmpd="sng" algn="ctr">
                      <a:solidFill>
                        <a:schemeClr val="tx1"/>
                      </a:solidFill>
                      <a:prstDash val="solid"/>
                      <a:round/>
                      <a:headEnd type="none" w="med" len="med"/>
                      <a:tailEnd type="none" w="med" len="med"/>
                    </a:lnL>
                    <a:lnR>
                      <a:noFill/>
                    </a:lnR>
                    <a:lnT>
                      <a:noFill/>
                    </a:lnT>
                    <a:lnB>
                      <a:noFill/>
                    </a:lnB>
                    <a:lnTlToBr>
                      <a:noFill/>
                    </a:lnTlToBr>
                    <a:lnBlToTr>
                      <a:noFill/>
                    </a:lnBlToTr>
                    <a:noFill/>
                  </a:tcPr>
                </a:tc>
                <a:tc>
                  <a:txBody>
                    <a:bodyPr/>
                    <a:lstStyle>
                      <a:lvl1pPr eaLnBrk="0" hangingPunct="0">
                        <a:spcBef>
                          <a:spcPct val="20000"/>
                        </a:spcBef>
                        <a:buFont typeface="Wingdings" panose="05000000000000000000" pitchFamily="2" charset="2"/>
                        <a:defRPr sz="2000" b="1">
                          <a:solidFill>
                            <a:schemeClr val="tx1"/>
                          </a:solidFill>
                          <a:latin typeface="Arial" panose="020B0604020202020204" pitchFamily="34" charset="0"/>
                          <a:ea typeface="黑体" panose="02010609060101010101" charset="-122"/>
                        </a:defRPr>
                      </a:lvl1pPr>
                      <a:lvl2pPr marL="742950" indent="-285750" eaLnBrk="0" hangingPunct="0">
                        <a:spcBef>
                          <a:spcPct val="20000"/>
                        </a:spcBef>
                        <a:buFont typeface="Wingdings" panose="05000000000000000000" pitchFamily="2" charset="2"/>
                        <a:defRPr b="1">
                          <a:solidFill>
                            <a:schemeClr val="tx1"/>
                          </a:solidFill>
                          <a:latin typeface="Arial" panose="020B0604020202020204" pitchFamily="34" charset="0"/>
                          <a:ea typeface="楷体_GB2312" pitchFamily="49" charset="-122"/>
                        </a:defRPr>
                      </a:lvl2pPr>
                      <a:lvl3pPr marL="1143000" indent="-228600" eaLnBrk="0" hangingPunct="0">
                        <a:spcBef>
                          <a:spcPct val="20000"/>
                        </a:spcBef>
                        <a:buFont typeface="Gungsuh" pitchFamily="18" charset="-127"/>
                        <a:defRPr sz="1600"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sz="1400">
                          <a:solidFill>
                            <a:schemeClr val="tx1"/>
                          </a:solidFill>
                          <a:latin typeface="Arial" panose="020B0604020202020204" pitchFamily="34" charset="0"/>
                          <a:ea typeface="黑体" panose="02010609060101010101" charset="-122"/>
                        </a:defRPr>
                      </a:lvl4pPr>
                      <a:lvl5pPr marL="2057400" indent="-228600" eaLnBrk="0" hangingPunct="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 typeface="Wingdings" panose="05000000000000000000" pitchFamily="2" charset="2"/>
                        <a:buNone/>
                      </a:pPr>
                      <a:r>
                        <a:rPr kumimoji="0" lang="en-US" altLang="zh-CN" sz="1600" b="1" i="0" u="none" strike="noStrike" cap="none" normalizeH="0" baseline="0">
                          <a:ln>
                            <a:noFill/>
                          </a:ln>
                          <a:solidFill>
                            <a:schemeClr val="accent2"/>
                          </a:solidFill>
                          <a:effectLst/>
                          <a:latin typeface="CourierPS" pitchFamily="49" charset="0"/>
                          <a:ea typeface="宋体" panose="02010600030101010101" pitchFamily="2" charset="-122"/>
                        </a:rPr>
                        <a:t>(</a:t>
                      </a:r>
                      <a:endParaRPr kumimoji="0" lang="en-US" altLang="zh-CN" sz="1600" b="1" i="0" u="none" strike="noStrike" cap="none" normalizeH="0" baseline="0">
                        <a:ln>
                          <a:noFill/>
                        </a:ln>
                        <a:solidFill>
                          <a:schemeClr val="accent2"/>
                        </a:solidFill>
                        <a:effectLst/>
                        <a:latin typeface="CourierPS" pitchFamily="49" charset="0"/>
                        <a:ea typeface="宋体" panose="02010600030101010101" pitchFamily="2" charset="-122"/>
                      </a:endParaRPr>
                    </a:p>
                  </a:txBody>
                  <a:tcPr marL="0" marR="0" marT="0" marB="0" anchor="b" anchorCtr="1" horzOverflow="overflow">
                    <a:lnL>
                      <a:noFill/>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lvl1pPr eaLnBrk="0" hangingPunct="0">
                        <a:spcBef>
                          <a:spcPct val="20000"/>
                        </a:spcBef>
                        <a:buFont typeface="Wingdings" panose="05000000000000000000" pitchFamily="2" charset="2"/>
                        <a:defRPr sz="2000" b="1">
                          <a:solidFill>
                            <a:schemeClr val="tx1"/>
                          </a:solidFill>
                          <a:latin typeface="Arial" panose="020B0604020202020204" pitchFamily="34" charset="0"/>
                          <a:ea typeface="黑体" panose="02010609060101010101" charset="-122"/>
                        </a:defRPr>
                      </a:lvl1pPr>
                      <a:lvl2pPr marL="742950" indent="-285750" eaLnBrk="0" hangingPunct="0">
                        <a:spcBef>
                          <a:spcPct val="20000"/>
                        </a:spcBef>
                        <a:buFont typeface="Wingdings" panose="05000000000000000000" pitchFamily="2" charset="2"/>
                        <a:defRPr b="1">
                          <a:solidFill>
                            <a:schemeClr val="tx1"/>
                          </a:solidFill>
                          <a:latin typeface="Arial" panose="020B0604020202020204" pitchFamily="34" charset="0"/>
                          <a:ea typeface="楷体_GB2312" pitchFamily="49" charset="-122"/>
                        </a:defRPr>
                      </a:lvl2pPr>
                      <a:lvl3pPr marL="1143000" indent="-228600" eaLnBrk="0" hangingPunct="0">
                        <a:spcBef>
                          <a:spcPct val="20000"/>
                        </a:spcBef>
                        <a:buFont typeface="Gungsuh" pitchFamily="18" charset="-127"/>
                        <a:defRPr sz="1600"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sz="1400">
                          <a:solidFill>
                            <a:schemeClr val="tx1"/>
                          </a:solidFill>
                          <a:latin typeface="Arial" panose="020B0604020202020204" pitchFamily="34" charset="0"/>
                          <a:ea typeface="黑体" panose="02010609060101010101" charset="-122"/>
                        </a:defRPr>
                      </a:lvl4pPr>
                      <a:lvl5pPr marL="2057400" indent="-228600" eaLnBrk="0" hangingPunct="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 typeface="Wingdings" panose="05000000000000000000" pitchFamily="2" charset="2"/>
                        <a:buNone/>
                      </a:pPr>
                      <a:r>
                        <a:rPr kumimoji="0" lang="en-US" altLang="zh-CN" sz="1600" b="1" i="0" u="none" strike="noStrike" cap="none" normalizeH="0" baseline="0">
                          <a:ln>
                            <a:noFill/>
                          </a:ln>
                          <a:solidFill>
                            <a:schemeClr val="tx1"/>
                          </a:solidFill>
                          <a:effectLst/>
                          <a:latin typeface="CourierPS" pitchFamily="49" charset="0"/>
                          <a:ea typeface="宋体" panose="02010600030101010101" pitchFamily="2" charset="-122"/>
                        </a:rPr>
                        <a:t>38</a:t>
                      </a:r>
                      <a:endParaRPr kumimoji="0" lang="en-US" altLang="zh-CN" sz="1600" b="1" i="0" u="none" strike="noStrike" cap="none" normalizeH="0" baseline="0">
                        <a:ln>
                          <a:noFill/>
                        </a:ln>
                        <a:solidFill>
                          <a:schemeClr val="tx1"/>
                        </a:solidFill>
                        <a:effectLst/>
                        <a:latin typeface="CourierPS" pitchFamily="49" charset="0"/>
                        <a:ea typeface="宋体" panose="02010600030101010101" pitchFamily="2" charset="-122"/>
                      </a:endParaRPr>
                    </a:p>
                  </a:txBody>
                  <a:tcPr marL="0" marR="0" marT="0" marB="0" anchor="b" anchorCtr="1" horzOverflow="overflow">
                    <a:lnL w="12700" cap="flat" cmpd="sng" algn="ctr">
                      <a:solidFill>
                        <a:schemeClr val="tx1"/>
                      </a:solidFill>
                      <a:prstDash val="solid"/>
                      <a:round/>
                      <a:headEnd type="none" w="med" len="med"/>
                      <a:tailEnd type="none" w="med" len="med"/>
                    </a:lnL>
                    <a:lnR>
                      <a:noFill/>
                    </a:lnR>
                    <a:lnT>
                      <a:noFill/>
                    </a:lnT>
                    <a:lnB>
                      <a:noFill/>
                    </a:lnB>
                    <a:lnTlToBr>
                      <a:noFill/>
                    </a:lnTlToBr>
                    <a:lnBlToTr>
                      <a:noFill/>
                    </a:lnBlToTr>
                    <a:noFill/>
                  </a:tcPr>
                </a:tc>
                <a:tc>
                  <a:txBody>
                    <a:bodyPr/>
                    <a:lstStyle>
                      <a:lvl1pPr eaLnBrk="0" hangingPunct="0">
                        <a:spcBef>
                          <a:spcPct val="20000"/>
                        </a:spcBef>
                        <a:buFont typeface="Wingdings" panose="05000000000000000000" pitchFamily="2" charset="2"/>
                        <a:defRPr sz="2000" b="1">
                          <a:solidFill>
                            <a:schemeClr val="tx1"/>
                          </a:solidFill>
                          <a:latin typeface="Arial" panose="020B0604020202020204" pitchFamily="34" charset="0"/>
                          <a:ea typeface="黑体" panose="02010609060101010101" charset="-122"/>
                        </a:defRPr>
                      </a:lvl1pPr>
                      <a:lvl2pPr marL="742950" indent="-285750" eaLnBrk="0" hangingPunct="0">
                        <a:spcBef>
                          <a:spcPct val="20000"/>
                        </a:spcBef>
                        <a:buFont typeface="Wingdings" panose="05000000000000000000" pitchFamily="2" charset="2"/>
                        <a:defRPr b="1">
                          <a:solidFill>
                            <a:schemeClr val="tx1"/>
                          </a:solidFill>
                          <a:latin typeface="Arial" panose="020B0604020202020204" pitchFamily="34" charset="0"/>
                          <a:ea typeface="楷体_GB2312" pitchFamily="49" charset="-122"/>
                        </a:defRPr>
                      </a:lvl2pPr>
                      <a:lvl3pPr marL="1143000" indent="-228600" eaLnBrk="0" hangingPunct="0">
                        <a:spcBef>
                          <a:spcPct val="20000"/>
                        </a:spcBef>
                        <a:buFont typeface="Gungsuh" pitchFamily="18" charset="-127"/>
                        <a:defRPr sz="1600"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sz="1400">
                          <a:solidFill>
                            <a:schemeClr val="tx1"/>
                          </a:solidFill>
                          <a:latin typeface="Arial" panose="020B0604020202020204" pitchFamily="34" charset="0"/>
                          <a:ea typeface="黑体" panose="02010609060101010101" charset="-122"/>
                        </a:defRPr>
                      </a:lvl4pPr>
                      <a:lvl5pPr marL="2057400" indent="-228600" eaLnBrk="0" hangingPunct="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 typeface="Wingdings" panose="05000000000000000000" pitchFamily="2" charset="2"/>
                        <a:buNone/>
                      </a:pPr>
                      <a:r>
                        <a:rPr kumimoji="0" lang="en-US" altLang="zh-CN" sz="1600" b="1" i="0" u="none" strike="noStrike" cap="none" normalizeH="0" baseline="0">
                          <a:ln>
                            <a:noFill/>
                          </a:ln>
                          <a:solidFill>
                            <a:schemeClr val="accent2"/>
                          </a:solidFill>
                          <a:effectLst/>
                          <a:latin typeface="CourierPS" pitchFamily="49" charset="0"/>
                          <a:ea typeface="宋体" panose="02010600030101010101" pitchFamily="2" charset="-122"/>
                        </a:rPr>
                        <a:t>8</a:t>
                      </a:r>
                      <a:endParaRPr kumimoji="0" lang="en-US" altLang="zh-CN" sz="1600" b="1" i="0" u="none" strike="noStrike" cap="none" normalizeH="0" baseline="0">
                        <a:ln>
                          <a:noFill/>
                        </a:ln>
                        <a:solidFill>
                          <a:schemeClr val="accent2"/>
                        </a:solidFill>
                        <a:effectLst/>
                        <a:latin typeface="CourierPS" pitchFamily="49" charset="0"/>
                        <a:ea typeface="宋体" panose="02010600030101010101" pitchFamily="2" charset="-122"/>
                      </a:endParaRPr>
                    </a:p>
                  </a:txBody>
                  <a:tcPr marL="0" marR="0" marT="0" marB="0" anchor="b" anchorCtr="1" horzOverflow="overflow">
                    <a:lnL>
                      <a:noFill/>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lvl1pPr eaLnBrk="0" hangingPunct="0">
                        <a:spcBef>
                          <a:spcPct val="20000"/>
                        </a:spcBef>
                        <a:buFont typeface="Wingdings" panose="05000000000000000000" pitchFamily="2" charset="2"/>
                        <a:defRPr sz="2000" b="1">
                          <a:solidFill>
                            <a:schemeClr val="tx1"/>
                          </a:solidFill>
                          <a:latin typeface="Arial" panose="020B0604020202020204" pitchFamily="34" charset="0"/>
                          <a:ea typeface="黑体" panose="02010609060101010101" charset="-122"/>
                        </a:defRPr>
                      </a:lvl1pPr>
                      <a:lvl2pPr marL="742950" indent="-285750" eaLnBrk="0" hangingPunct="0">
                        <a:spcBef>
                          <a:spcPct val="20000"/>
                        </a:spcBef>
                        <a:buFont typeface="Wingdings" panose="05000000000000000000" pitchFamily="2" charset="2"/>
                        <a:defRPr b="1">
                          <a:solidFill>
                            <a:schemeClr val="tx1"/>
                          </a:solidFill>
                          <a:latin typeface="Arial" panose="020B0604020202020204" pitchFamily="34" charset="0"/>
                          <a:ea typeface="楷体_GB2312" pitchFamily="49" charset="-122"/>
                        </a:defRPr>
                      </a:lvl2pPr>
                      <a:lvl3pPr marL="1143000" indent="-228600" eaLnBrk="0" hangingPunct="0">
                        <a:spcBef>
                          <a:spcPct val="20000"/>
                        </a:spcBef>
                        <a:buFont typeface="Gungsuh" pitchFamily="18" charset="-127"/>
                        <a:defRPr sz="1600"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sz="1400">
                          <a:solidFill>
                            <a:schemeClr val="tx1"/>
                          </a:solidFill>
                          <a:latin typeface="Arial" panose="020B0604020202020204" pitchFamily="34" charset="0"/>
                          <a:ea typeface="黑体" panose="02010609060101010101" charset="-122"/>
                        </a:defRPr>
                      </a:lvl4pPr>
                      <a:lvl5pPr marL="2057400" indent="-228600" eaLnBrk="0" hangingPunct="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 typeface="Wingdings" panose="05000000000000000000" pitchFamily="2" charset="2"/>
                        <a:buNone/>
                      </a:pPr>
                      <a:r>
                        <a:rPr kumimoji="0" lang="en-US" altLang="zh-CN" sz="1600" b="1" i="0" u="none" strike="noStrike" cap="none" normalizeH="0" baseline="0">
                          <a:ln>
                            <a:noFill/>
                          </a:ln>
                          <a:solidFill>
                            <a:schemeClr val="tx1"/>
                          </a:solidFill>
                          <a:effectLst/>
                          <a:latin typeface="CourierPS" pitchFamily="49" charset="0"/>
                          <a:ea typeface="宋体" panose="02010600030101010101" pitchFamily="2" charset="-122"/>
                        </a:rPr>
                        <a:t>48</a:t>
                      </a:r>
                      <a:endParaRPr kumimoji="0" lang="en-US" altLang="zh-CN" sz="1600" b="1" i="0" u="none" strike="noStrike" cap="none" normalizeH="0" baseline="0">
                        <a:ln>
                          <a:noFill/>
                        </a:ln>
                        <a:solidFill>
                          <a:schemeClr val="tx1"/>
                        </a:solidFill>
                        <a:effectLst/>
                        <a:latin typeface="CourierPS" pitchFamily="49" charset="0"/>
                        <a:ea typeface="宋体" panose="02010600030101010101" pitchFamily="2" charset="-122"/>
                      </a:endParaRPr>
                    </a:p>
                  </a:txBody>
                  <a:tcPr marL="0" marR="0" marT="0" marB="0" anchor="b" anchorCtr="1" horzOverflow="overflow">
                    <a:lnL w="12700" cap="flat" cmpd="sng" algn="ctr">
                      <a:solidFill>
                        <a:schemeClr val="tx1"/>
                      </a:solidFill>
                      <a:prstDash val="solid"/>
                      <a:round/>
                      <a:headEnd type="none" w="med" len="med"/>
                      <a:tailEnd type="none" w="med" len="med"/>
                    </a:lnL>
                    <a:lnR>
                      <a:noFill/>
                    </a:lnR>
                    <a:lnT>
                      <a:noFill/>
                    </a:lnT>
                    <a:lnB>
                      <a:noFill/>
                    </a:lnB>
                    <a:lnTlToBr>
                      <a:noFill/>
                    </a:lnTlToBr>
                    <a:lnBlToTr>
                      <a:noFill/>
                    </a:lnBlToTr>
                    <a:noFill/>
                  </a:tcPr>
                </a:tc>
                <a:tc>
                  <a:txBody>
                    <a:bodyPr/>
                    <a:lstStyle>
                      <a:lvl1pPr eaLnBrk="0" hangingPunct="0">
                        <a:spcBef>
                          <a:spcPct val="20000"/>
                        </a:spcBef>
                        <a:buFont typeface="Wingdings" panose="05000000000000000000" pitchFamily="2" charset="2"/>
                        <a:defRPr sz="2000" b="1">
                          <a:solidFill>
                            <a:schemeClr val="tx1"/>
                          </a:solidFill>
                          <a:latin typeface="Arial" panose="020B0604020202020204" pitchFamily="34" charset="0"/>
                          <a:ea typeface="黑体" panose="02010609060101010101" charset="-122"/>
                        </a:defRPr>
                      </a:lvl1pPr>
                      <a:lvl2pPr marL="742950" indent="-285750" eaLnBrk="0" hangingPunct="0">
                        <a:spcBef>
                          <a:spcPct val="20000"/>
                        </a:spcBef>
                        <a:buFont typeface="Wingdings" panose="05000000000000000000" pitchFamily="2" charset="2"/>
                        <a:defRPr b="1">
                          <a:solidFill>
                            <a:schemeClr val="tx1"/>
                          </a:solidFill>
                          <a:latin typeface="Arial" panose="020B0604020202020204" pitchFamily="34" charset="0"/>
                          <a:ea typeface="楷体_GB2312" pitchFamily="49" charset="-122"/>
                        </a:defRPr>
                      </a:lvl2pPr>
                      <a:lvl3pPr marL="1143000" indent="-228600" eaLnBrk="0" hangingPunct="0">
                        <a:spcBef>
                          <a:spcPct val="20000"/>
                        </a:spcBef>
                        <a:buFont typeface="Gungsuh" pitchFamily="18" charset="-127"/>
                        <a:defRPr sz="1600"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sz="1400">
                          <a:solidFill>
                            <a:schemeClr val="tx1"/>
                          </a:solidFill>
                          <a:latin typeface="Arial" panose="020B0604020202020204" pitchFamily="34" charset="0"/>
                          <a:ea typeface="黑体" panose="02010609060101010101" charset="-122"/>
                        </a:defRPr>
                      </a:lvl4pPr>
                      <a:lvl5pPr marL="2057400" indent="-228600" eaLnBrk="0" hangingPunct="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 typeface="Wingdings" panose="05000000000000000000" pitchFamily="2" charset="2"/>
                        <a:buNone/>
                      </a:pPr>
                      <a:r>
                        <a:rPr kumimoji="0" lang="en-US" altLang="zh-CN" sz="1600" b="1" i="0" u="none" strike="noStrike" cap="none" normalizeH="0" baseline="0">
                          <a:ln>
                            <a:noFill/>
                          </a:ln>
                          <a:solidFill>
                            <a:schemeClr val="accent2"/>
                          </a:solidFill>
                          <a:effectLst/>
                          <a:latin typeface="CourierPS" pitchFamily="49" charset="0"/>
                          <a:ea typeface="宋体" panose="02010600030101010101" pitchFamily="2" charset="-122"/>
                        </a:rPr>
                        <a:t>H</a:t>
                      </a:r>
                      <a:endParaRPr kumimoji="0" lang="en-US" altLang="zh-CN" sz="1600" b="1" i="0" u="none" strike="noStrike" cap="none" normalizeH="0" baseline="0">
                        <a:ln>
                          <a:noFill/>
                        </a:ln>
                        <a:solidFill>
                          <a:schemeClr val="accent2"/>
                        </a:solidFill>
                        <a:effectLst/>
                        <a:latin typeface="CourierPS" pitchFamily="49" charset="0"/>
                        <a:ea typeface="宋体" panose="02010600030101010101" pitchFamily="2" charset="-122"/>
                      </a:endParaRPr>
                    </a:p>
                  </a:txBody>
                  <a:tcPr marL="0" marR="0" marT="0" marB="0" anchor="b" anchorCtr="1" horzOverflow="overflow">
                    <a:lnL>
                      <a:noFill/>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lvl1pPr eaLnBrk="0" hangingPunct="0">
                        <a:spcBef>
                          <a:spcPct val="20000"/>
                        </a:spcBef>
                        <a:buFont typeface="Wingdings" panose="05000000000000000000" pitchFamily="2" charset="2"/>
                        <a:defRPr sz="2000" b="1">
                          <a:solidFill>
                            <a:schemeClr val="tx1"/>
                          </a:solidFill>
                          <a:latin typeface="Arial" panose="020B0604020202020204" pitchFamily="34" charset="0"/>
                          <a:ea typeface="黑体" panose="02010609060101010101" charset="-122"/>
                        </a:defRPr>
                      </a:lvl1pPr>
                      <a:lvl2pPr marL="742950" indent="-285750" eaLnBrk="0" hangingPunct="0">
                        <a:spcBef>
                          <a:spcPct val="20000"/>
                        </a:spcBef>
                        <a:buFont typeface="Wingdings" panose="05000000000000000000" pitchFamily="2" charset="2"/>
                        <a:defRPr b="1">
                          <a:solidFill>
                            <a:schemeClr val="tx1"/>
                          </a:solidFill>
                          <a:latin typeface="Arial" panose="020B0604020202020204" pitchFamily="34" charset="0"/>
                          <a:ea typeface="楷体_GB2312" pitchFamily="49" charset="-122"/>
                        </a:defRPr>
                      </a:lvl2pPr>
                      <a:lvl3pPr marL="1143000" indent="-228600" eaLnBrk="0" hangingPunct="0">
                        <a:spcBef>
                          <a:spcPct val="20000"/>
                        </a:spcBef>
                        <a:buFont typeface="Gungsuh" pitchFamily="18" charset="-127"/>
                        <a:defRPr sz="1600"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sz="1400">
                          <a:solidFill>
                            <a:schemeClr val="tx1"/>
                          </a:solidFill>
                          <a:latin typeface="Arial" panose="020B0604020202020204" pitchFamily="34" charset="0"/>
                          <a:ea typeface="黑体" panose="02010609060101010101" charset="-122"/>
                        </a:defRPr>
                      </a:lvl4pPr>
                      <a:lvl5pPr marL="2057400" indent="-228600" eaLnBrk="0" hangingPunct="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 typeface="Wingdings" panose="05000000000000000000" pitchFamily="2" charset="2"/>
                        <a:buNone/>
                      </a:pPr>
                      <a:r>
                        <a:rPr kumimoji="0" lang="en-US" altLang="zh-CN" sz="1600" b="1" i="0" u="none" strike="noStrike" cap="none" normalizeH="0" baseline="0">
                          <a:ln>
                            <a:noFill/>
                          </a:ln>
                          <a:solidFill>
                            <a:schemeClr val="tx1"/>
                          </a:solidFill>
                          <a:effectLst/>
                          <a:latin typeface="CourierPS" pitchFamily="49" charset="0"/>
                          <a:ea typeface="宋体" panose="02010600030101010101" pitchFamily="2" charset="-122"/>
                        </a:rPr>
                        <a:t>58</a:t>
                      </a:r>
                      <a:endParaRPr kumimoji="0" lang="en-US" altLang="zh-CN" sz="1600" b="1" i="0" u="none" strike="noStrike" cap="none" normalizeH="0" baseline="0">
                        <a:ln>
                          <a:noFill/>
                        </a:ln>
                        <a:solidFill>
                          <a:schemeClr val="tx1"/>
                        </a:solidFill>
                        <a:effectLst/>
                        <a:latin typeface="CourierPS" pitchFamily="49" charset="0"/>
                        <a:ea typeface="宋体" panose="02010600030101010101" pitchFamily="2" charset="-122"/>
                      </a:endParaRPr>
                    </a:p>
                  </a:txBody>
                  <a:tcPr marL="0" marR="0" marT="0" marB="0" anchor="b" anchorCtr="1" horzOverflow="overflow">
                    <a:lnL w="12700" cap="flat" cmpd="sng" algn="ctr">
                      <a:solidFill>
                        <a:schemeClr val="tx1"/>
                      </a:solidFill>
                      <a:prstDash val="solid"/>
                      <a:round/>
                      <a:headEnd type="none" w="med" len="med"/>
                      <a:tailEnd type="none" w="med" len="med"/>
                    </a:lnL>
                    <a:lnR>
                      <a:noFill/>
                    </a:lnR>
                    <a:lnT>
                      <a:noFill/>
                    </a:lnT>
                    <a:lnB>
                      <a:noFill/>
                    </a:lnB>
                    <a:lnTlToBr>
                      <a:noFill/>
                    </a:lnTlToBr>
                    <a:lnBlToTr>
                      <a:noFill/>
                    </a:lnBlToTr>
                    <a:noFill/>
                  </a:tcPr>
                </a:tc>
                <a:tc>
                  <a:txBody>
                    <a:bodyPr/>
                    <a:lstStyle>
                      <a:lvl1pPr eaLnBrk="0" hangingPunct="0">
                        <a:spcBef>
                          <a:spcPct val="20000"/>
                        </a:spcBef>
                        <a:buFont typeface="Wingdings" panose="05000000000000000000" pitchFamily="2" charset="2"/>
                        <a:defRPr sz="2000" b="1">
                          <a:solidFill>
                            <a:schemeClr val="tx1"/>
                          </a:solidFill>
                          <a:latin typeface="Arial" panose="020B0604020202020204" pitchFamily="34" charset="0"/>
                          <a:ea typeface="黑体" panose="02010609060101010101" charset="-122"/>
                        </a:defRPr>
                      </a:lvl1pPr>
                      <a:lvl2pPr marL="742950" indent="-285750" eaLnBrk="0" hangingPunct="0">
                        <a:spcBef>
                          <a:spcPct val="20000"/>
                        </a:spcBef>
                        <a:buFont typeface="Wingdings" panose="05000000000000000000" pitchFamily="2" charset="2"/>
                        <a:defRPr b="1">
                          <a:solidFill>
                            <a:schemeClr val="tx1"/>
                          </a:solidFill>
                          <a:latin typeface="Arial" panose="020B0604020202020204" pitchFamily="34" charset="0"/>
                          <a:ea typeface="楷体_GB2312" pitchFamily="49" charset="-122"/>
                        </a:defRPr>
                      </a:lvl2pPr>
                      <a:lvl3pPr marL="1143000" indent="-228600" eaLnBrk="0" hangingPunct="0">
                        <a:spcBef>
                          <a:spcPct val="20000"/>
                        </a:spcBef>
                        <a:buFont typeface="Gungsuh" pitchFamily="18" charset="-127"/>
                        <a:defRPr sz="1600"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sz="1400">
                          <a:solidFill>
                            <a:schemeClr val="tx1"/>
                          </a:solidFill>
                          <a:latin typeface="Arial" panose="020B0604020202020204" pitchFamily="34" charset="0"/>
                          <a:ea typeface="黑体" panose="02010609060101010101" charset="-122"/>
                        </a:defRPr>
                      </a:lvl4pPr>
                      <a:lvl5pPr marL="2057400" indent="-228600" eaLnBrk="0" hangingPunct="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 typeface="Wingdings" panose="05000000000000000000" pitchFamily="2" charset="2"/>
                        <a:buNone/>
                      </a:pPr>
                      <a:r>
                        <a:rPr kumimoji="0" lang="en-US" altLang="zh-CN" sz="1600" b="1" i="0" u="none" strike="noStrike" cap="none" normalizeH="0" baseline="0">
                          <a:ln>
                            <a:noFill/>
                          </a:ln>
                          <a:solidFill>
                            <a:schemeClr val="tx1"/>
                          </a:solidFill>
                          <a:effectLst/>
                          <a:latin typeface="CourierPS" pitchFamily="49" charset="0"/>
                          <a:ea typeface="宋体" panose="02010600030101010101" pitchFamily="2" charset="-122"/>
                        </a:rPr>
                        <a:t>X</a:t>
                      </a:r>
                      <a:endParaRPr kumimoji="0" lang="en-US" altLang="zh-CN" sz="1600" b="1" i="0" u="none" strike="noStrike" cap="none" normalizeH="0" baseline="0">
                        <a:ln>
                          <a:noFill/>
                        </a:ln>
                        <a:solidFill>
                          <a:schemeClr val="tx1"/>
                        </a:solidFill>
                        <a:effectLst/>
                        <a:latin typeface="CourierPS" pitchFamily="49" charset="0"/>
                        <a:ea typeface="宋体" panose="02010600030101010101" pitchFamily="2" charset="-122"/>
                      </a:endParaRPr>
                    </a:p>
                  </a:txBody>
                  <a:tcPr marL="0" marR="0" marT="0" marB="0" anchor="b" anchorCtr="1" horzOverflow="overflow">
                    <a:lnL>
                      <a:noFill/>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lvl1pPr eaLnBrk="0" hangingPunct="0">
                        <a:spcBef>
                          <a:spcPct val="20000"/>
                        </a:spcBef>
                        <a:buFont typeface="Wingdings" panose="05000000000000000000" pitchFamily="2" charset="2"/>
                        <a:defRPr sz="2000" b="1">
                          <a:solidFill>
                            <a:schemeClr val="tx1"/>
                          </a:solidFill>
                          <a:latin typeface="Arial" panose="020B0604020202020204" pitchFamily="34" charset="0"/>
                          <a:ea typeface="黑体" panose="02010609060101010101" charset="-122"/>
                        </a:defRPr>
                      </a:lvl1pPr>
                      <a:lvl2pPr marL="742950" indent="-285750" eaLnBrk="0" hangingPunct="0">
                        <a:spcBef>
                          <a:spcPct val="20000"/>
                        </a:spcBef>
                        <a:buFont typeface="Wingdings" panose="05000000000000000000" pitchFamily="2" charset="2"/>
                        <a:defRPr b="1">
                          <a:solidFill>
                            <a:schemeClr val="tx1"/>
                          </a:solidFill>
                          <a:latin typeface="Arial" panose="020B0604020202020204" pitchFamily="34" charset="0"/>
                          <a:ea typeface="楷体_GB2312" pitchFamily="49" charset="-122"/>
                        </a:defRPr>
                      </a:lvl2pPr>
                      <a:lvl3pPr marL="1143000" indent="-228600" eaLnBrk="0" hangingPunct="0">
                        <a:spcBef>
                          <a:spcPct val="20000"/>
                        </a:spcBef>
                        <a:buFont typeface="Gungsuh" pitchFamily="18" charset="-127"/>
                        <a:defRPr sz="1600"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sz="1400">
                          <a:solidFill>
                            <a:schemeClr val="tx1"/>
                          </a:solidFill>
                          <a:latin typeface="Arial" panose="020B0604020202020204" pitchFamily="34" charset="0"/>
                          <a:ea typeface="黑体" panose="02010609060101010101" charset="-122"/>
                        </a:defRPr>
                      </a:lvl4pPr>
                      <a:lvl5pPr marL="2057400" indent="-228600" eaLnBrk="0" hangingPunct="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 typeface="Wingdings" panose="05000000000000000000" pitchFamily="2" charset="2"/>
                        <a:buNone/>
                      </a:pPr>
                      <a:r>
                        <a:rPr kumimoji="0" lang="en-US" altLang="zh-CN" sz="1600" b="1" i="0" u="none" strike="noStrike" cap="none" normalizeH="0" baseline="0">
                          <a:ln>
                            <a:noFill/>
                          </a:ln>
                          <a:solidFill>
                            <a:schemeClr val="tx1"/>
                          </a:solidFill>
                          <a:effectLst/>
                          <a:latin typeface="CourierPS" pitchFamily="49" charset="0"/>
                          <a:ea typeface="宋体" panose="02010600030101010101" pitchFamily="2" charset="-122"/>
                        </a:rPr>
                        <a:t>68</a:t>
                      </a:r>
                      <a:endParaRPr kumimoji="0" lang="en-US" altLang="zh-CN" sz="1600" b="1" i="0" u="none" strike="noStrike" cap="none" normalizeH="0" baseline="0">
                        <a:ln>
                          <a:noFill/>
                        </a:ln>
                        <a:solidFill>
                          <a:schemeClr val="tx1"/>
                        </a:solidFill>
                        <a:effectLst/>
                        <a:latin typeface="CourierPS" pitchFamily="49" charset="0"/>
                        <a:ea typeface="宋体" panose="02010600030101010101" pitchFamily="2" charset="-122"/>
                      </a:endParaRPr>
                    </a:p>
                  </a:txBody>
                  <a:tcPr marL="0" marR="0" marT="0" marB="0" anchor="b" anchorCtr="1" horzOverflow="overflow">
                    <a:lnL w="12700" cap="flat" cmpd="sng" algn="ctr">
                      <a:solidFill>
                        <a:schemeClr val="tx1"/>
                      </a:solidFill>
                      <a:prstDash val="solid"/>
                      <a:round/>
                      <a:headEnd type="none" w="med" len="med"/>
                      <a:tailEnd type="none" w="med" len="med"/>
                    </a:lnL>
                    <a:lnR>
                      <a:noFill/>
                    </a:lnR>
                    <a:lnT>
                      <a:noFill/>
                    </a:lnT>
                    <a:lnB>
                      <a:noFill/>
                    </a:lnB>
                    <a:lnTlToBr>
                      <a:noFill/>
                    </a:lnTlToBr>
                    <a:lnBlToTr>
                      <a:noFill/>
                    </a:lnBlToTr>
                    <a:noFill/>
                  </a:tcPr>
                </a:tc>
                <a:tc>
                  <a:txBody>
                    <a:bodyPr/>
                    <a:lstStyle>
                      <a:lvl1pPr eaLnBrk="0" hangingPunct="0">
                        <a:spcBef>
                          <a:spcPct val="20000"/>
                        </a:spcBef>
                        <a:buFont typeface="Wingdings" panose="05000000000000000000" pitchFamily="2" charset="2"/>
                        <a:defRPr sz="2000" b="1">
                          <a:solidFill>
                            <a:schemeClr val="tx1"/>
                          </a:solidFill>
                          <a:latin typeface="Arial" panose="020B0604020202020204" pitchFamily="34" charset="0"/>
                          <a:ea typeface="黑体" panose="02010609060101010101" charset="-122"/>
                        </a:defRPr>
                      </a:lvl1pPr>
                      <a:lvl2pPr marL="742950" indent="-285750" eaLnBrk="0" hangingPunct="0">
                        <a:spcBef>
                          <a:spcPct val="20000"/>
                        </a:spcBef>
                        <a:buFont typeface="Wingdings" panose="05000000000000000000" pitchFamily="2" charset="2"/>
                        <a:defRPr b="1">
                          <a:solidFill>
                            <a:schemeClr val="tx1"/>
                          </a:solidFill>
                          <a:latin typeface="Arial" panose="020B0604020202020204" pitchFamily="34" charset="0"/>
                          <a:ea typeface="楷体_GB2312" pitchFamily="49" charset="-122"/>
                        </a:defRPr>
                      </a:lvl2pPr>
                      <a:lvl3pPr marL="1143000" indent="-228600" eaLnBrk="0" hangingPunct="0">
                        <a:spcBef>
                          <a:spcPct val="20000"/>
                        </a:spcBef>
                        <a:buFont typeface="Gungsuh" pitchFamily="18" charset="-127"/>
                        <a:defRPr sz="1600"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sz="1400">
                          <a:solidFill>
                            <a:schemeClr val="tx1"/>
                          </a:solidFill>
                          <a:latin typeface="Arial" panose="020B0604020202020204" pitchFamily="34" charset="0"/>
                          <a:ea typeface="黑体" panose="02010609060101010101" charset="-122"/>
                        </a:defRPr>
                      </a:lvl4pPr>
                      <a:lvl5pPr marL="2057400" indent="-228600" eaLnBrk="0" hangingPunct="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 typeface="Wingdings" panose="05000000000000000000" pitchFamily="2" charset="2"/>
                        <a:buNone/>
                      </a:pPr>
                      <a:r>
                        <a:rPr kumimoji="0" lang="en-US" altLang="zh-CN" sz="1600" b="1" i="0" u="none" strike="noStrike" cap="none" normalizeH="0" baseline="0">
                          <a:ln>
                            <a:noFill/>
                          </a:ln>
                          <a:solidFill>
                            <a:schemeClr val="accent2"/>
                          </a:solidFill>
                          <a:effectLst/>
                          <a:latin typeface="CourierPS" pitchFamily="49" charset="0"/>
                          <a:ea typeface="宋体" panose="02010600030101010101" pitchFamily="2" charset="-122"/>
                        </a:rPr>
                        <a:t>h</a:t>
                      </a:r>
                      <a:endParaRPr kumimoji="0" lang="en-US" altLang="zh-CN" sz="1600" b="1" i="0" u="none" strike="noStrike" cap="none" normalizeH="0" baseline="0">
                        <a:ln>
                          <a:noFill/>
                        </a:ln>
                        <a:solidFill>
                          <a:schemeClr val="accent2"/>
                        </a:solidFill>
                        <a:effectLst/>
                        <a:latin typeface="CourierPS" pitchFamily="49" charset="0"/>
                        <a:ea typeface="宋体" panose="02010600030101010101" pitchFamily="2" charset="-122"/>
                      </a:endParaRPr>
                    </a:p>
                  </a:txBody>
                  <a:tcPr marL="0" marR="0" marT="0" marB="0" anchor="b" anchorCtr="1" horzOverflow="overflow">
                    <a:lnL>
                      <a:noFill/>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lvl1pPr eaLnBrk="0" hangingPunct="0">
                        <a:spcBef>
                          <a:spcPct val="20000"/>
                        </a:spcBef>
                        <a:buFont typeface="Wingdings" panose="05000000000000000000" pitchFamily="2" charset="2"/>
                        <a:defRPr sz="2000" b="1">
                          <a:solidFill>
                            <a:schemeClr val="tx1"/>
                          </a:solidFill>
                          <a:latin typeface="Arial" panose="020B0604020202020204" pitchFamily="34" charset="0"/>
                          <a:ea typeface="黑体" panose="02010609060101010101" charset="-122"/>
                        </a:defRPr>
                      </a:lvl1pPr>
                      <a:lvl2pPr marL="742950" indent="-285750" eaLnBrk="0" hangingPunct="0">
                        <a:spcBef>
                          <a:spcPct val="20000"/>
                        </a:spcBef>
                        <a:buFont typeface="Wingdings" panose="05000000000000000000" pitchFamily="2" charset="2"/>
                        <a:defRPr b="1">
                          <a:solidFill>
                            <a:schemeClr val="tx1"/>
                          </a:solidFill>
                          <a:latin typeface="Arial" panose="020B0604020202020204" pitchFamily="34" charset="0"/>
                          <a:ea typeface="楷体_GB2312" pitchFamily="49" charset="-122"/>
                        </a:defRPr>
                      </a:lvl2pPr>
                      <a:lvl3pPr marL="1143000" indent="-228600" eaLnBrk="0" hangingPunct="0">
                        <a:spcBef>
                          <a:spcPct val="20000"/>
                        </a:spcBef>
                        <a:buFont typeface="Gungsuh" pitchFamily="18" charset="-127"/>
                        <a:defRPr sz="1600"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sz="1400">
                          <a:solidFill>
                            <a:schemeClr val="tx1"/>
                          </a:solidFill>
                          <a:latin typeface="Arial" panose="020B0604020202020204" pitchFamily="34" charset="0"/>
                          <a:ea typeface="黑体" panose="02010609060101010101" charset="-122"/>
                        </a:defRPr>
                      </a:lvl4pPr>
                      <a:lvl5pPr marL="2057400" indent="-228600" eaLnBrk="0" hangingPunct="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 typeface="Wingdings" panose="05000000000000000000" pitchFamily="2" charset="2"/>
                        <a:buNone/>
                      </a:pPr>
                      <a:r>
                        <a:rPr kumimoji="0" lang="en-US" altLang="zh-CN" sz="1600" b="1" i="0" u="none" strike="noStrike" cap="none" normalizeH="0" baseline="0">
                          <a:ln>
                            <a:noFill/>
                          </a:ln>
                          <a:solidFill>
                            <a:schemeClr val="tx1"/>
                          </a:solidFill>
                          <a:effectLst/>
                          <a:latin typeface="CourierPS" pitchFamily="49" charset="0"/>
                          <a:ea typeface="宋体" panose="02010600030101010101" pitchFamily="2" charset="-122"/>
                        </a:rPr>
                        <a:t>78</a:t>
                      </a:r>
                      <a:endParaRPr kumimoji="0" lang="en-US" altLang="zh-CN" sz="1600" b="1" i="0" u="none" strike="noStrike" cap="none" normalizeH="0" baseline="0">
                        <a:ln>
                          <a:noFill/>
                        </a:ln>
                        <a:solidFill>
                          <a:schemeClr val="tx1"/>
                        </a:solidFill>
                        <a:effectLst/>
                        <a:latin typeface="CourierPS" pitchFamily="49" charset="0"/>
                        <a:ea typeface="宋体" panose="02010600030101010101" pitchFamily="2" charset="-122"/>
                      </a:endParaRPr>
                    </a:p>
                  </a:txBody>
                  <a:tcPr marL="0" marR="0" marT="0" marB="0" anchor="b" anchorCtr="1" horzOverflow="overflow">
                    <a:lnL w="12700" cap="flat" cmpd="sng" algn="ctr">
                      <a:solidFill>
                        <a:schemeClr val="tx1"/>
                      </a:solidFill>
                      <a:prstDash val="solid"/>
                      <a:round/>
                      <a:headEnd type="none" w="med" len="med"/>
                      <a:tailEnd type="none" w="med" len="med"/>
                    </a:lnL>
                    <a:lnR>
                      <a:noFill/>
                    </a:lnR>
                    <a:lnT>
                      <a:noFill/>
                    </a:lnT>
                    <a:lnB>
                      <a:noFill/>
                    </a:lnB>
                    <a:lnTlToBr>
                      <a:noFill/>
                    </a:lnTlToBr>
                    <a:lnBlToTr>
                      <a:noFill/>
                    </a:lnBlToTr>
                    <a:noFill/>
                  </a:tcPr>
                </a:tc>
                <a:tc>
                  <a:txBody>
                    <a:bodyPr/>
                    <a:lstStyle>
                      <a:lvl1pPr eaLnBrk="0" hangingPunct="0">
                        <a:spcBef>
                          <a:spcPct val="20000"/>
                        </a:spcBef>
                        <a:buFont typeface="Wingdings" panose="05000000000000000000" pitchFamily="2" charset="2"/>
                        <a:defRPr sz="2000" b="1">
                          <a:solidFill>
                            <a:schemeClr val="tx1"/>
                          </a:solidFill>
                          <a:latin typeface="Arial" panose="020B0604020202020204" pitchFamily="34" charset="0"/>
                          <a:ea typeface="黑体" panose="02010609060101010101" charset="-122"/>
                        </a:defRPr>
                      </a:lvl1pPr>
                      <a:lvl2pPr marL="742950" indent="-285750" eaLnBrk="0" hangingPunct="0">
                        <a:spcBef>
                          <a:spcPct val="20000"/>
                        </a:spcBef>
                        <a:buFont typeface="Wingdings" panose="05000000000000000000" pitchFamily="2" charset="2"/>
                        <a:defRPr b="1">
                          <a:solidFill>
                            <a:schemeClr val="tx1"/>
                          </a:solidFill>
                          <a:latin typeface="Arial" panose="020B0604020202020204" pitchFamily="34" charset="0"/>
                          <a:ea typeface="楷体_GB2312" pitchFamily="49" charset="-122"/>
                        </a:defRPr>
                      </a:lvl2pPr>
                      <a:lvl3pPr marL="1143000" indent="-228600" eaLnBrk="0" hangingPunct="0">
                        <a:spcBef>
                          <a:spcPct val="20000"/>
                        </a:spcBef>
                        <a:buFont typeface="Gungsuh" pitchFamily="18" charset="-127"/>
                        <a:defRPr sz="1600"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sz="1400">
                          <a:solidFill>
                            <a:schemeClr val="tx1"/>
                          </a:solidFill>
                          <a:latin typeface="Arial" panose="020B0604020202020204" pitchFamily="34" charset="0"/>
                          <a:ea typeface="黑体" panose="02010609060101010101" charset="-122"/>
                        </a:defRPr>
                      </a:lvl4pPr>
                      <a:lvl5pPr marL="2057400" indent="-228600" eaLnBrk="0" hangingPunct="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 typeface="Wingdings" panose="05000000000000000000" pitchFamily="2" charset="2"/>
                        <a:buNone/>
                      </a:pPr>
                      <a:r>
                        <a:rPr kumimoji="0" lang="en-US" altLang="zh-CN" sz="1600" b="1" i="0" u="none" strike="noStrike" cap="none" normalizeH="0" baseline="0">
                          <a:ln>
                            <a:noFill/>
                          </a:ln>
                          <a:solidFill>
                            <a:schemeClr val="accent2"/>
                          </a:solidFill>
                          <a:effectLst/>
                          <a:latin typeface="CourierPS" pitchFamily="49" charset="0"/>
                          <a:ea typeface="宋体" panose="02010600030101010101" pitchFamily="2" charset="-122"/>
                        </a:rPr>
                        <a:t>x</a:t>
                      </a:r>
                      <a:endParaRPr kumimoji="0" lang="en-US" altLang="zh-CN" sz="1600" b="1" i="0" u="none" strike="noStrike" cap="none" normalizeH="0" baseline="0">
                        <a:ln>
                          <a:noFill/>
                        </a:ln>
                        <a:solidFill>
                          <a:schemeClr val="accent2"/>
                        </a:solidFill>
                        <a:effectLst/>
                        <a:latin typeface="CourierPS" pitchFamily="49" charset="0"/>
                        <a:ea typeface="宋体" panose="02010600030101010101" pitchFamily="2" charset="-122"/>
                      </a:endParaRPr>
                    </a:p>
                  </a:txBody>
                  <a:tcPr marL="0" marR="0" marT="0" marB="0" anchor="b" anchorCtr="1" horzOverflow="overflow">
                    <a:lnL>
                      <a:noFill/>
                    </a:lnL>
                    <a:lnR>
                      <a:noFill/>
                    </a:lnR>
                    <a:lnT>
                      <a:noFill/>
                    </a:lnT>
                    <a:lnB>
                      <a:noFill/>
                    </a:lnB>
                    <a:lnTlToBr>
                      <a:noFill/>
                    </a:lnTlToBr>
                    <a:lnBlToTr>
                      <a:noFill/>
                    </a:lnBlToTr>
                    <a:noFill/>
                  </a:tcPr>
                </a:tc>
              </a:tr>
              <a:tr h="254000">
                <a:tc>
                  <a:txBody>
                    <a:bodyPr/>
                    <a:lstStyle>
                      <a:lvl1pPr eaLnBrk="0" hangingPunct="0">
                        <a:spcBef>
                          <a:spcPct val="20000"/>
                        </a:spcBef>
                        <a:buFont typeface="Wingdings" panose="05000000000000000000" pitchFamily="2" charset="2"/>
                        <a:defRPr sz="2000" b="1">
                          <a:solidFill>
                            <a:schemeClr val="tx1"/>
                          </a:solidFill>
                          <a:latin typeface="Arial" panose="020B0604020202020204" pitchFamily="34" charset="0"/>
                          <a:ea typeface="黑体" panose="02010609060101010101" charset="-122"/>
                        </a:defRPr>
                      </a:lvl1pPr>
                      <a:lvl2pPr marL="742950" indent="-285750" eaLnBrk="0" hangingPunct="0">
                        <a:spcBef>
                          <a:spcPct val="20000"/>
                        </a:spcBef>
                        <a:buFont typeface="Wingdings" panose="05000000000000000000" pitchFamily="2" charset="2"/>
                        <a:defRPr b="1">
                          <a:solidFill>
                            <a:schemeClr val="tx1"/>
                          </a:solidFill>
                          <a:latin typeface="Arial" panose="020B0604020202020204" pitchFamily="34" charset="0"/>
                          <a:ea typeface="楷体_GB2312" pitchFamily="49" charset="-122"/>
                        </a:defRPr>
                      </a:lvl2pPr>
                      <a:lvl3pPr marL="1143000" indent="-228600" eaLnBrk="0" hangingPunct="0">
                        <a:spcBef>
                          <a:spcPct val="20000"/>
                        </a:spcBef>
                        <a:buFont typeface="Gungsuh" pitchFamily="18" charset="-127"/>
                        <a:defRPr sz="1600"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sz="1400">
                          <a:solidFill>
                            <a:schemeClr val="tx1"/>
                          </a:solidFill>
                          <a:latin typeface="Arial" panose="020B0604020202020204" pitchFamily="34" charset="0"/>
                          <a:ea typeface="黑体" panose="02010609060101010101" charset="-122"/>
                        </a:defRPr>
                      </a:lvl4pPr>
                      <a:lvl5pPr marL="2057400" indent="-228600" eaLnBrk="0" hangingPunct="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 typeface="Wingdings" panose="05000000000000000000" pitchFamily="2" charset="2"/>
                        <a:buNone/>
                      </a:pPr>
                      <a:r>
                        <a:rPr kumimoji="0" lang="en-US" altLang="zh-CN" sz="1600" b="1" i="0" u="none" strike="noStrike" cap="none" normalizeH="0" baseline="0">
                          <a:ln>
                            <a:noFill/>
                          </a:ln>
                          <a:solidFill>
                            <a:schemeClr val="tx1"/>
                          </a:solidFill>
                          <a:effectLst/>
                          <a:latin typeface="CourierPS" pitchFamily="49" charset="0"/>
                          <a:ea typeface="宋体" panose="02010600030101010101" pitchFamily="2" charset="-122"/>
                        </a:rPr>
                        <a:t>09</a:t>
                      </a:r>
                      <a:endParaRPr kumimoji="0" lang="en-US" altLang="zh-CN" sz="1600" b="1" i="0" u="none" strike="noStrike" cap="none" normalizeH="0" baseline="0">
                        <a:ln>
                          <a:noFill/>
                        </a:ln>
                        <a:solidFill>
                          <a:schemeClr val="tx1"/>
                        </a:solidFill>
                        <a:effectLst/>
                        <a:latin typeface="CourierPS" pitchFamily="49" charset="0"/>
                        <a:ea typeface="宋体" panose="02010600030101010101" pitchFamily="2" charset="-122"/>
                      </a:endParaRPr>
                    </a:p>
                  </a:txBody>
                  <a:tcPr marL="0" marR="0" marT="0" marB="0" anchor="b" anchorCtr="1" horzOverflow="overflow">
                    <a:lnL>
                      <a:noFill/>
                    </a:lnL>
                    <a:lnR>
                      <a:noFill/>
                    </a:lnR>
                    <a:lnT>
                      <a:noFill/>
                    </a:lnT>
                    <a:lnB>
                      <a:noFill/>
                    </a:lnB>
                    <a:lnTlToBr>
                      <a:noFill/>
                    </a:lnTlToBr>
                    <a:lnBlToTr>
                      <a:noFill/>
                    </a:lnBlToTr>
                    <a:noFill/>
                  </a:tcPr>
                </a:tc>
                <a:tc>
                  <a:txBody>
                    <a:bodyPr/>
                    <a:lstStyle>
                      <a:lvl1pPr eaLnBrk="0" hangingPunct="0">
                        <a:spcBef>
                          <a:spcPct val="20000"/>
                        </a:spcBef>
                        <a:buFont typeface="Wingdings" panose="05000000000000000000" pitchFamily="2" charset="2"/>
                        <a:defRPr sz="2000" b="1">
                          <a:solidFill>
                            <a:schemeClr val="tx1"/>
                          </a:solidFill>
                          <a:latin typeface="Arial" panose="020B0604020202020204" pitchFamily="34" charset="0"/>
                          <a:ea typeface="黑体" panose="02010609060101010101" charset="-122"/>
                        </a:defRPr>
                      </a:lvl1pPr>
                      <a:lvl2pPr marL="742950" indent="-285750" eaLnBrk="0" hangingPunct="0">
                        <a:spcBef>
                          <a:spcPct val="20000"/>
                        </a:spcBef>
                        <a:buFont typeface="Wingdings" panose="05000000000000000000" pitchFamily="2" charset="2"/>
                        <a:defRPr b="1">
                          <a:solidFill>
                            <a:schemeClr val="tx1"/>
                          </a:solidFill>
                          <a:latin typeface="Arial" panose="020B0604020202020204" pitchFamily="34" charset="0"/>
                          <a:ea typeface="楷体_GB2312" pitchFamily="49" charset="-122"/>
                        </a:defRPr>
                      </a:lvl2pPr>
                      <a:lvl3pPr marL="1143000" indent="-228600" eaLnBrk="0" hangingPunct="0">
                        <a:spcBef>
                          <a:spcPct val="20000"/>
                        </a:spcBef>
                        <a:buFont typeface="Gungsuh" pitchFamily="18" charset="-127"/>
                        <a:defRPr sz="1600"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sz="1400">
                          <a:solidFill>
                            <a:schemeClr val="tx1"/>
                          </a:solidFill>
                          <a:latin typeface="Arial" panose="020B0604020202020204" pitchFamily="34" charset="0"/>
                          <a:ea typeface="黑体" panose="02010609060101010101" charset="-122"/>
                        </a:defRPr>
                      </a:lvl4pPr>
                      <a:lvl5pPr marL="2057400" indent="-228600" eaLnBrk="0" hangingPunct="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 typeface="Wingdings" panose="05000000000000000000" pitchFamily="2" charset="2"/>
                        <a:buNone/>
                      </a:pPr>
                      <a:r>
                        <a:rPr kumimoji="0" lang="en-US" altLang="zh-CN" sz="1600" b="1" i="0" u="none" strike="noStrike" cap="none" normalizeH="0" baseline="0">
                          <a:ln>
                            <a:noFill/>
                          </a:ln>
                          <a:solidFill>
                            <a:schemeClr val="accent2"/>
                          </a:solidFill>
                          <a:effectLst/>
                          <a:latin typeface="CourierPS" pitchFamily="49" charset="0"/>
                          <a:ea typeface="宋体" panose="02010600030101010101" pitchFamily="2" charset="-122"/>
                        </a:rPr>
                        <a:t>ht</a:t>
                      </a:r>
                      <a:endParaRPr kumimoji="0" lang="en-US" altLang="zh-CN" sz="1600" b="1" i="0" u="none" strike="noStrike" cap="none" normalizeH="0" baseline="0">
                        <a:ln>
                          <a:noFill/>
                        </a:ln>
                        <a:solidFill>
                          <a:schemeClr val="accent2"/>
                        </a:solidFill>
                        <a:effectLst/>
                        <a:latin typeface="CourierPS" pitchFamily="49" charset="0"/>
                        <a:ea typeface="宋体" panose="02010600030101010101" pitchFamily="2" charset="-122"/>
                      </a:endParaRPr>
                    </a:p>
                  </a:txBody>
                  <a:tcPr marL="0" marR="0" marT="0" marB="0" anchor="b" anchorCtr="1" horzOverflow="overflow">
                    <a:lnL>
                      <a:noFill/>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lvl1pPr eaLnBrk="0" hangingPunct="0">
                        <a:spcBef>
                          <a:spcPct val="20000"/>
                        </a:spcBef>
                        <a:buFont typeface="Wingdings" panose="05000000000000000000" pitchFamily="2" charset="2"/>
                        <a:defRPr sz="2000" b="1">
                          <a:solidFill>
                            <a:schemeClr val="tx1"/>
                          </a:solidFill>
                          <a:latin typeface="Arial" panose="020B0604020202020204" pitchFamily="34" charset="0"/>
                          <a:ea typeface="黑体" panose="02010609060101010101" charset="-122"/>
                        </a:defRPr>
                      </a:lvl1pPr>
                      <a:lvl2pPr marL="742950" indent="-285750" eaLnBrk="0" hangingPunct="0">
                        <a:spcBef>
                          <a:spcPct val="20000"/>
                        </a:spcBef>
                        <a:buFont typeface="Wingdings" panose="05000000000000000000" pitchFamily="2" charset="2"/>
                        <a:defRPr b="1">
                          <a:solidFill>
                            <a:schemeClr val="tx1"/>
                          </a:solidFill>
                          <a:latin typeface="Arial" panose="020B0604020202020204" pitchFamily="34" charset="0"/>
                          <a:ea typeface="楷体_GB2312" pitchFamily="49" charset="-122"/>
                        </a:defRPr>
                      </a:lvl2pPr>
                      <a:lvl3pPr marL="1143000" indent="-228600" eaLnBrk="0" hangingPunct="0">
                        <a:spcBef>
                          <a:spcPct val="20000"/>
                        </a:spcBef>
                        <a:buFont typeface="Gungsuh" pitchFamily="18" charset="-127"/>
                        <a:defRPr sz="1600"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sz="1400">
                          <a:solidFill>
                            <a:schemeClr val="tx1"/>
                          </a:solidFill>
                          <a:latin typeface="Arial" panose="020B0604020202020204" pitchFamily="34" charset="0"/>
                          <a:ea typeface="黑体" panose="02010609060101010101" charset="-122"/>
                        </a:defRPr>
                      </a:lvl4pPr>
                      <a:lvl5pPr marL="2057400" indent="-228600" eaLnBrk="0" hangingPunct="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 typeface="Wingdings" panose="05000000000000000000" pitchFamily="2" charset="2"/>
                        <a:buNone/>
                      </a:pPr>
                      <a:r>
                        <a:rPr kumimoji="0" lang="en-US" altLang="zh-CN" sz="1600" b="1" i="0" u="none" strike="noStrike" cap="none" normalizeH="0" baseline="0">
                          <a:ln>
                            <a:noFill/>
                          </a:ln>
                          <a:solidFill>
                            <a:schemeClr val="tx1"/>
                          </a:solidFill>
                          <a:effectLst/>
                          <a:latin typeface="CourierPS" pitchFamily="49" charset="0"/>
                          <a:ea typeface="宋体" panose="02010600030101010101" pitchFamily="2" charset="-122"/>
                        </a:rPr>
                        <a:t>19</a:t>
                      </a:r>
                      <a:endParaRPr kumimoji="0" lang="en-US" altLang="zh-CN" sz="1600" b="1" i="0" u="none" strike="noStrike" cap="none" normalizeH="0" baseline="0">
                        <a:ln>
                          <a:noFill/>
                        </a:ln>
                        <a:solidFill>
                          <a:schemeClr val="tx1"/>
                        </a:solidFill>
                        <a:effectLst/>
                        <a:latin typeface="CourierPS" pitchFamily="49" charset="0"/>
                        <a:ea typeface="宋体" panose="02010600030101010101" pitchFamily="2" charset="-122"/>
                      </a:endParaRPr>
                    </a:p>
                  </a:txBody>
                  <a:tcPr marL="0" marR="0" marT="0" marB="0" anchor="b" anchorCtr="1" horzOverflow="overflow">
                    <a:lnL w="12700" cap="flat" cmpd="sng" algn="ctr">
                      <a:solidFill>
                        <a:schemeClr val="tx1"/>
                      </a:solidFill>
                      <a:prstDash val="solid"/>
                      <a:round/>
                      <a:headEnd type="none" w="med" len="med"/>
                      <a:tailEnd type="none" w="med" len="med"/>
                    </a:lnL>
                    <a:lnR>
                      <a:noFill/>
                    </a:lnR>
                    <a:lnT>
                      <a:noFill/>
                    </a:lnT>
                    <a:lnB>
                      <a:noFill/>
                    </a:lnB>
                    <a:lnTlToBr>
                      <a:noFill/>
                    </a:lnTlToBr>
                    <a:lnBlToTr>
                      <a:noFill/>
                    </a:lnBlToTr>
                    <a:noFill/>
                  </a:tcPr>
                </a:tc>
                <a:tc>
                  <a:txBody>
                    <a:bodyPr/>
                    <a:lstStyle>
                      <a:lvl1pPr eaLnBrk="0" hangingPunct="0">
                        <a:spcBef>
                          <a:spcPct val="20000"/>
                        </a:spcBef>
                        <a:buFont typeface="Wingdings" panose="05000000000000000000" pitchFamily="2" charset="2"/>
                        <a:defRPr sz="2000" b="1">
                          <a:solidFill>
                            <a:schemeClr val="tx1"/>
                          </a:solidFill>
                          <a:latin typeface="Arial" panose="020B0604020202020204" pitchFamily="34" charset="0"/>
                          <a:ea typeface="黑体" panose="02010609060101010101" charset="-122"/>
                        </a:defRPr>
                      </a:lvl1pPr>
                      <a:lvl2pPr marL="742950" indent="-285750" eaLnBrk="0" hangingPunct="0">
                        <a:spcBef>
                          <a:spcPct val="20000"/>
                        </a:spcBef>
                        <a:buFont typeface="Wingdings" panose="05000000000000000000" pitchFamily="2" charset="2"/>
                        <a:defRPr b="1">
                          <a:solidFill>
                            <a:schemeClr val="tx1"/>
                          </a:solidFill>
                          <a:latin typeface="Arial" panose="020B0604020202020204" pitchFamily="34" charset="0"/>
                          <a:ea typeface="楷体_GB2312" pitchFamily="49" charset="-122"/>
                        </a:defRPr>
                      </a:lvl2pPr>
                      <a:lvl3pPr marL="1143000" indent="-228600" eaLnBrk="0" hangingPunct="0">
                        <a:spcBef>
                          <a:spcPct val="20000"/>
                        </a:spcBef>
                        <a:buFont typeface="Gungsuh" pitchFamily="18" charset="-127"/>
                        <a:defRPr sz="1600"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sz="1400">
                          <a:solidFill>
                            <a:schemeClr val="tx1"/>
                          </a:solidFill>
                          <a:latin typeface="Arial" panose="020B0604020202020204" pitchFamily="34" charset="0"/>
                          <a:ea typeface="黑体" panose="02010609060101010101" charset="-122"/>
                        </a:defRPr>
                      </a:lvl4pPr>
                      <a:lvl5pPr marL="2057400" indent="-228600" eaLnBrk="0" hangingPunct="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 typeface="Wingdings" panose="05000000000000000000" pitchFamily="2" charset="2"/>
                        <a:buNone/>
                      </a:pPr>
                      <a:r>
                        <a:rPr kumimoji="0" lang="en-US" altLang="zh-CN" sz="1600" b="1" i="0" u="none" strike="noStrike" cap="none" normalizeH="0" baseline="0">
                          <a:ln>
                            <a:noFill/>
                          </a:ln>
                          <a:solidFill>
                            <a:schemeClr val="accent2"/>
                          </a:solidFill>
                          <a:effectLst/>
                          <a:latin typeface="CourierPS" pitchFamily="49" charset="0"/>
                          <a:ea typeface="宋体" panose="02010600030101010101" pitchFamily="2" charset="-122"/>
                        </a:rPr>
                        <a:t>em</a:t>
                      </a:r>
                      <a:endParaRPr kumimoji="0" lang="en-US" altLang="zh-CN" sz="1600" b="1" i="0" u="none" strike="noStrike" cap="none" normalizeH="0" baseline="0">
                        <a:ln>
                          <a:noFill/>
                        </a:ln>
                        <a:solidFill>
                          <a:schemeClr val="accent2"/>
                        </a:solidFill>
                        <a:effectLst/>
                        <a:latin typeface="CourierPS" pitchFamily="49" charset="0"/>
                        <a:ea typeface="宋体" panose="02010600030101010101" pitchFamily="2" charset="-122"/>
                      </a:endParaRPr>
                    </a:p>
                  </a:txBody>
                  <a:tcPr marL="0" marR="0" marT="0" marB="0" anchor="b" anchorCtr="1" horzOverflow="overflow">
                    <a:lnL>
                      <a:noFill/>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lvl1pPr eaLnBrk="0" hangingPunct="0">
                        <a:spcBef>
                          <a:spcPct val="20000"/>
                        </a:spcBef>
                        <a:buFont typeface="Wingdings" panose="05000000000000000000" pitchFamily="2" charset="2"/>
                        <a:defRPr sz="2000" b="1">
                          <a:solidFill>
                            <a:schemeClr val="tx1"/>
                          </a:solidFill>
                          <a:latin typeface="Arial" panose="020B0604020202020204" pitchFamily="34" charset="0"/>
                          <a:ea typeface="黑体" panose="02010609060101010101" charset="-122"/>
                        </a:defRPr>
                      </a:lvl1pPr>
                      <a:lvl2pPr marL="742950" indent="-285750" eaLnBrk="0" hangingPunct="0">
                        <a:spcBef>
                          <a:spcPct val="20000"/>
                        </a:spcBef>
                        <a:buFont typeface="Wingdings" panose="05000000000000000000" pitchFamily="2" charset="2"/>
                        <a:defRPr b="1">
                          <a:solidFill>
                            <a:schemeClr val="tx1"/>
                          </a:solidFill>
                          <a:latin typeface="Arial" panose="020B0604020202020204" pitchFamily="34" charset="0"/>
                          <a:ea typeface="楷体_GB2312" pitchFamily="49" charset="-122"/>
                        </a:defRPr>
                      </a:lvl2pPr>
                      <a:lvl3pPr marL="1143000" indent="-228600" eaLnBrk="0" hangingPunct="0">
                        <a:spcBef>
                          <a:spcPct val="20000"/>
                        </a:spcBef>
                        <a:buFont typeface="Gungsuh" pitchFamily="18" charset="-127"/>
                        <a:defRPr sz="1600"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sz="1400">
                          <a:solidFill>
                            <a:schemeClr val="tx1"/>
                          </a:solidFill>
                          <a:latin typeface="Arial" panose="020B0604020202020204" pitchFamily="34" charset="0"/>
                          <a:ea typeface="黑体" panose="02010609060101010101" charset="-122"/>
                        </a:defRPr>
                      </a:lvl4pPr>
                      <a:lvl5pPr marL="2057400" indent="-228600" eaLnBrk="0" hangingPunct="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 typeface="Wingdings" panose="05000000000000000000" pitchFamily="2" charset="2"/>
                        <a:buNone/>
                      </a:pPr>
                      <a:r>
                        <a:rPr kumimoji="0" lang="en-US" altLang="zh-CN" sz="1600" b="1" i="0" u="none" strike="noStrike" cap="none" normalizeH="0" baseline="0">
                          <a:ln>
                            <a:noFill/>
                          </a:ln>
                          <a:solidFill>
                            <a:schemeClr val="tx1"/>
                          </a:solidFill>
                          <a:effectLst/>
                          <a:latin typeface="CourierPS" pitchFamily="49" charset="0"/>
                          <a:ea typeface="宋体" panose="02010600030101010101" pitchFamily="2" charset="-122"/>
                        </a:rPr>
                        <a:t>29</a:t>
                      </a:r>
                      <a:endParaRPr kumimoji="0" lang="en-US" altLang="zh-CN" sz="1600" b="1" i="0" u="none" strike="noStrike" cap="none" normalizeH="0" baseline="0">
                        <a:ln>
                          <a:noFill/>
                        </a:ln>
                        <a:solidFill>
                          <a:schemeClr val="tx1"/>
                        </a:solidFill>
                        <a:effectLst/>
                        <a:latin typeface="CourierPS" pitchFamily="49" charset="0"/>
                        <a:ea typeface="宋体" panose="02010600030101010101" pitchFamily="2" charset="-122"/>
                      </a:endParaRPr>
                    </a:p>
                  </a:txBody>
                  <a:tcPr marL="0" marR="0" marT="0" marB="0" anchor="b" anchorCtr="1" horzOverflow="overflow">
                    <a:lnL w="12700" cap="flat" cmpd="sng" algn="ctr">
                      <a:solidFill>
                        <a:schemeClr val="tx1"/>
                      </a:solidFill>
                      <a:prstDash val="solid"/>
                      <a:round/>
                      <a:headEnd type="none" w="med" len="med"/>
                      <a:tailEnd type="none" w="med" len="med"/>
                    </a:lnL>
                    <a:lnR>
                      <a:noFill/>
                    </a:lnR>
                    <a:lnT>
                      <a:noFill/>
                    </a:lnT>
                    <a:lnB>
                      <a:noFill/>
                    </a:lnB>
                    <a:lnTlToBr>
                      <a:noFill/>
                    </a:lnTlToBr>
                    <a:lnBlToTr>
                      <a:noFill/>
                    </a:lnBlToTr>
                    <a:noFill/>
                  </a:tcPr>
                </a:tc>
                <a:tc>
                  <a:txBody>
                    <a:bodyPr/>
                    <a:lstStyle>
                      <a:lvl1pPr eaLnBrk="0" hangingPunct="0">
                        <a:spcBef>
                          <a:spcPct val="20000"/>
                        </a:spcBef>
                        <a:buFont typeface="Wingdings" panose="05000000000000000000" pitchFamily="2" charset="2"/>
                        <a:defRPr sz="2000" b="1">
                          <a:solidFill>
                            <a:schemeClr val="tx1"/>
                          </a:solidFill>
                          <a:latin typeface="Arial" panose="020B0604020202020204" pitchFamily="34" charset="0"/>
                          <a:ea typeface="黑体" panose="02010609060101010101" charset="-122"/>
                        </a:defRPr>
                      </a:lvl1pPr>
                      <a:lvl2pPr marL="742950" indent="-285750" eaLnBrk="0" hangingPunct="0">
                        <a:spcBef>
                          <a:spcPct val="20000"/>
                        </a:spcBef>
                        <a:buFont typeface="Wingdings" panose="05000000000000000000" pitchFamily="2" charset="2"/>
                        <a:defRPr b="1">
                          <a:solidFill>
                            <a:schemeClr val="tx1"/>
                          </a:solidFill>
                          <a:latin typeface="Arial" panose="020B0604020202020204" pitchFamily="34" charset="0"/>
                          <a:ea typeface="楷体_GB2312" pitchFamily="49" charset="-122"/>
                        </a:defRPr>
                      </a:lvl2pPr>
                      <a:lvl3pPr marL="1143000" indent="-228600" eaLnBrk="0" hangingPunct="0">
                        <a:spcBef>
                          <a:spcPct val="20000"/>
                        </a:spcBef>
                        <a:buFont typeface="Gungsuh" pitchFamily="18" charset="-127"/>
                        <a:defRPr sz="1600"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sz="1400">
                          <a:solidFill>
                            <a:schemeClr val="tx1"/>
                          </a:solidFill>
                          <a:latin typeface="Arial" panose="020B0604020202020204" pitchFamily="34" charset="0"/>
                          <a:ea typeface="黑体" panose="02010609060101010101" charset="-122"/>
                        </a:defRPr>
                      </a:lvl4pPr>
                      <a:lvl5pPr marL="2057400" indent="-228600" eaLnBrk="0" hangingPunct="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 typeface="Wingdings" panose="05000000000000000000" pitchFamily="2" charset="2"/>
                        <a:buNone/>
                      </a:pPr>
                      <a:r>
                        <a:rPr kumimoji="0" lang="en-US" altLang="zh-CN" sz="1600" b="1" i="0" u="none" strike="noStrike" cap="none" normalizeH="0" baseline="0">
                          <a:ln>
                            <a:noFill/>
                          </a:ln>
                          <a:solidFill>
                            <a:schemeClr val="accent2"/>
                          </a:solidFill>
                          <a:effectLst/>
                          <a:latin typeface="CourierPS" pitchFamily="49" charset="0"/>
                          <a:ea typeface="宋体" panose="02010600030101010101" pitchFamily="2" charset="-122"/>
                        </a:rPr>
                        <a:t>)</a:t>
                      </a:r>
                      <a:endParaRPr kumimoji="0" lang="en-US" altLang="zh-CN" sz="1600" b="1" i="0" u="none" strike="noStrike" cap="none" normalizeH="0" baseline="0">
                        <a:ln>
                          <a:noFill/>
                        </a:ln>
                        <a:solidFill>
                          <a:schemeClr val="accent2"/>
                        </a:solidFill>
                        <a:effectLst/>
                        <a:latin typeface="CourierPS" pitchFamily="49" charset="0"/>
                        <a:ea typeface="宋体" panose="02010600030101010101" pitchFamily="2" charset="-122"/>
                      </a:endParaRPr>
                    </a:p>
                  </a:txBody>
                  <a:tcPr marL="0" marR="0" marT="0" marB="0" anchor="b" anchorCtr="1" horzOverflow="overflow">
                    <a:lnL>
                      <a:noFill/>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lvl1pPr eaLnBrk="0" hangingPunct="0">
                        <a:spcBef>
                          <a:spcPct val="20000"/>
                        </a:spcBef>
                        <a:buFont typeface="Wingdings" panose="05000000000000000000" pitchFamily="2" charset="2"/>
                        <a:defRPr sz="2000" b="1">
                          <a:solidFill>
                            <a:schemeClr val="tx1"/>
                          </a:solidFill>
                          <a:latin typeface="Arial" panose="020B0604020202020204" pitchFamily="34" charset="0"/>
                          <a:ea typeface="黑体" panose="02010609060101010101" charset="-122"/>
                        </a:defRPr>
                      </a:lvl1pPr>
                      <a:lvl2pPr marL="742950" indent="-285750" eaLnBrk="0" hangingPunct="0">
                        <a:spcBef>
                          <a:spcPct val="20000"/>
                        </a:spcBef>
                        <a:buFont typeface="Wingdings" panose="05000000000000000000" pitchFamily="2" charset="2"/>
                        <a:defRPr b="1">
                          <a:solidFill>
                            <a:schemeClr val="tx1"/>
                          </a:solidFill>
                          <a:latin typeface="Arial" panose="020B0604020202020204" pitchFamily="34" charset="0"/>
                          <a:ea typeface="楷体_GB2312" pitchFamily="49" charset="-122"/>
                        </a:defRPr>
                      </a:lvl2pPr>
                      <a:lvl3pPr marL="1143000" indent="-228600" eaLnBrk="0" hangingPunct="0">
                        <a:spcBef>
                          <a:spcPct val="20000"/>
                        </a:spcBef>
                        <a:buFont typeface="Gungsuh" pitchFamily="18" charset="-127"/>
                        <a:defRPr sz="1600"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sz="1400">
                          <a:solidFill>
                            <a:schemeClr val="tx1"/>
                          </a:solidFill>
                          <a:latin typeface="Arial" panose="020B0604020202020204" pitchFamily="34" charset="0"/>
                          <a:ea typeface="黑体" panose="02010609060101010101" charset="-122"/>
                        </a:defRPr>
                      </a:lvl4pPr>
                      <a:lvl5pPr marL="2057400" indent="-228600" eaLnBrk="0" hangingPunct="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 typeface="Wingdings" panose="05000000000000000000" pitchFamily="2" charset="2"/>
                        <a:buNone/>
                      </a:pPr>
                      <a:r>
                        <a:rPr kumimoji="0" lang="en-US" altLang="zh-CN" sz="1600" b="1" i="0" u="none" strike="noStrike" cap="none" normalizeH="0" baseline="0">
                          <a:ln>
                            <a:noFill/>
                          </a:ln>
                          <a:solidFill>
                            <a:schemeClr val="tx1"/>
                          </a:solidFill>
                          <a:effectLst/>
                          <a:latin typeface="CourierPS" pitchFamily="49" charset="0"/>
                          <a:ea typeface="宋体" panose="02010600030101010101" pitchFamily="2" charset="-122"/>
                        </a:rPr>
                        <a:t>39</a:t>
                      </a:r>
                      <a:endParaRPr kumimoji="0" lang="en-US" altLang="zh-CN" sz="1600" b="1" i="0" u="none" strike="noStrike" cap="none" normalizeH="0" baseline="0">
                        <a:ln>
                          <a:noFill/>
                        </a:ln>
                        <a:solidFill>
                          <a:schemeClr val="tx1"/>
                        </a:solidFill>
                        <a:effectLst/>
                        <a:latin typeface="CourierPS" pitchFamily="49" charset="0"/>
                        <a:ea typeface="宋体" panose="02010600030101010101" pitchFamily="2" charset="-122"/>
                      </a:endParaRPr>
                    </a:p>
                  </a:txBody>
                  <a:tcPr marL="0" marR="0" marT="0" marB="0" anchor="b" anchorCtr="1" horzOverflow="overflow">
                    <a:lnL w="12700" cap="flat" cmpd="sng" algn="ctr">
                      <a:solidFill>
                        <a:schemeClr val="tx1"/>
                      </a:solidFill>
                      <a:prstDash val="solid"/>
                      <a:round/>
                      <a:headEnd type="none" w="med" len="med"/>
                      <a:tailEnd type="none" w="med" len="med"/>
                    </a:lnL>
                    <a:lnR>
                      <a:noFill/>
                    </a:lnR>
                    <a:lnT>
                      <a:noFill/>
                    </a:lnT>
                    <a:lnB>
                      <a:noFill/>
                    </a:lnB>
                    <a:lnTlToBr>
                      <a:noFill/>
                    </a:lnTlToBr>
                    <a:lnBlToTr>
                      <a:noFill/>
                    </a:lnBlToTr>
                    <a:noFill/>
                  </a:tcPr>
                </a:tc>
                <a:tc>
                  <a:txBody>
                    <a:bodyPr/>
                    <a:lstStyle>
                      <a:lvl1pPr eaLnBrk="0" hangingPunct="0">
                        <a:spcBef>
                          <a:spcPct val="20000"/>
                        </a:spcBef>
                        <a:buFont typeface="Wingdings" panose="05000000000000000000" pitchFamily="2" charset="2"/>
                        <a:defRPr sz="2000" b="1">
                          <a:solidFill>
                            <a:schemeClr val="tx1"/>
                          </a:solidFill>
                          <a:latin typeface="Arial" panose="020B0604020202020204" pitchFamily="34" charset="0"/>
                          <a:ea typeface="黑体" panose="02010609060101010101" charset="-122"/>
                        </a:defRPr>
                      </a:lvl1pPr>
                      <a:lvl2pPr marL="742950" indent="-285750" eaLnBrk="0" hangingPunct="0">
                        <a:spcBef>
                          <a:spcPct val="20000"/>
                        </a:spcBef>
                        <a:buFont typeface="Wingdings" panose="05000000000000000000" pitchFamily="2" charset="2"/>
                        <a:defRPr b="1">
                          <a:solidFill>
                            <a:schemeClr val="tx1"/>
                          </a:solidFill>
                          <a:latin typeface="Arial" panose="020B0604020202020204" pitchFamily="34" charset="0"/>
                          <a:ea typeface="楷体_GB2312" pitchFamily="49" charset="-122"/>
                        </a:defRPr>
                      </a:lvl2pPr>
                      <a:lvl3pPr marL="1143000" indent="-228600" eaLnBrk="0" hangingPunct="0">
                        <a:spcBef>
                          <a:spcPct val="20000"/>
                        </a:spcBef>
                        <a:buFont typeface="Gungsuh" pitchFamily="18" charset="-127"/>
                        <a:defRPr sz="1600"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sz="1400">
                          <a:solidFill>
                            <a:schemeClr val="tx1"/>
                          </a:solidFill>
                          <a:latin typeface="Arial" panose="020B0604020202020204" pitchFamily="34" charset="0"/>
                          <a:ea typeface="黑体" panose="02010609060101010101" charset="-122"/>
                        </a:defRPr>
                      </a:lvl4pPr>
                      <a:lvl5pPr marL="2057400" indent="-228600" eaLnBrk="0" hangingPunct="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 typeface="Wingdings" panose="05000000000000000000" pitchFamily="2" charset="2"/>
                        <a:buNone/>
                      </a:pPr>
                      <a:r>
                        <a:rPr kumimoji="0" lang="en-US" altLang="zh-CN" sz="1600" b="1" i="0" u="none" strike="noStrike" cap="none" normalizeH="0" baseline="0">
                          <a:ln>
                            <a:noFill/>
                          </a:ln>
                          <a:solidFill>
                            <a:schemeClr val="accent2"/>
                          </a:solidFill>
                          <a:effectLst/>
                          <a:latin typeface="CourierPS" pitchFamily="49" charset="0"/>
                          <a:ea typeface="宋体" panose="02010600030101010101" pitchFamily="2" charset="-122"/>
                        </a:rPr>
                        <a:t>9</a:t>
                      </a:r>
                      <a:endParaRPr kumimoji="0" lang="en-US" altLang="zh-CN" sz="1600" b="1" i="0" u="none" strike="noStrike" cap="none" normalizeH="0" baseline="0">
                        <a:ln>
                          <a:noFill/>
                        </a:ln>
                        <a:solidFill>
                          <a:schemeClr val="accent2"/>
                        </a:solidFill>
                        <a:effectLst/>
                        <a:latin typeface="CourierPS" pitchFamily="49" charset="0"/>
                        <a:ea typeface="宋体" panose="02010600030101010101" pitchFamily="2" charset="-122"/>
                      </a:endParaRPr>
                    </a:p>
                  </a:txBody>
                  <a:tcPr marL="0" marR="0" marT="0" marB="0" anchor="b" anchorCtr="1" horzOverflow="overflow">
                    <a:lnL>
                      <a:noFill/>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lvl1pPr eaLnBrk="0" hangingPunct="0">
                        <a:spcBef>
                          <a:spcPct val="20000"/>
                        </a:spcBef>
                        <a:buFont typeface="Wingdings" panose="05000000000000000000" pitchFamily="2" charset="2"/>
                        <a:defRPr sz="2000" b="1">
                          <a:solidFill>
                            <a:schemeClr val="tx1"/>
                          </a:solidFill>
                          <a:latin typeface="Arial" panose="020B0604020202020204" pitchFamily="34" charset="0"/>
                          <a:ea typeface="黑体" panose="02010609060101010101" charset="-122"/>
                        </a:defRPr>
                      </a:lvl1pPr>
                      <a:lvl2pPr marL="742950" indent="-285750" eaLnBrk="0" hangingPunct="0">
                        <a:spcBef>
                          <a:spcPct val="20000"/>
                        </a:spcBef>
                        <a:buFont typeface="Wingdings" panose="05000000000000000000" pitchFamily="2" charset="2"/>
                        <a:defRPr b="1">
                          <a:solidFill>
                            <a:schemeClr val="tx1"/>
                          </a:solidFill>
                          <a:latin typeface="Arial" panose="020B0604020202020204" pitchFamily="34" charset="0"/>
                          <a:ea typeface="楷体_GB2312" pitchFamily="49" charset="-122"/>
                        </a:defRPr>
                      </a:lvl2pPr>
                      <a:lvl3pPr marL="1143000" indent="-228600" eaLnBrk="0" hangingPunct="0">
                        <a:spcBef>
                          <a:spcPct val="20000"/>
                        </a:spcBef>
                        <a:buFont typeface="Gungsuh" pitchFamily="18" charset="-127"/>
                        <a:defRPr sz="1600"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sz="1400">
                          <a:solidFill>
                            <a:schemeClr val="tx1"/>
                          </a:solidFill>
                          <a:latin typeface="Arial" panose="020B0604020202020204" pitchFamily="34" charset="0"/>
                          <a:ea typeface="黑体" panose="02010609060101010101" charset="-122"/>
                        </a:defRPr>
                      </a:lvl4pPr>
                      <a:lvl5pPr marL="2057400" indent="-228600" eaLnBrk="0" hangingPunct="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 typeface="Wingdings" panose="05000000000000000000" pitchFamily="2" charset="2"/>
                        <a:buNone/>
                      </a:pPr>
                      <a:r>
                        <a:rPr kumimoji="0" lang="en-US" altLang="zh-CN" sz="1600" b="1" i="0" u="none" strike="noStrike" cap="none" normalizeH="0" baseline="0">
                          <a:ln>
                            <a:noFill/>
                          </a:ln>
                          <a:solidFill>
                            <a:schemeClr val="tx1"/>
                          </a:solidFill>
                          <a:effectLst/>
                          <a:latin typeface="CourierPS" pitchFamily="49" charset="0"/>
                          <a:ea typeface="宋体" panose="02010600030101010101" pitchFamily="2" charset="-122"/>
                        </a:rPr>
                        <a:t>49</a:t>
                      </a:r>
                      <a:endParaRPr kumimoji="0" lang="en-US" altLang="zh-CN" sz="1600" b="1" i="0" u="none" strike="noStrike" cap="none" normalizeH="0" baseline="0">
                        <a:ln>
                          <a:noFill/>
                        </a:ln>
                        <a:solidFill>
                          <a:schemeClr val="tx1"/>
                        </a:solidFill>
                        <a:effectLst/>
                        <a:latin typeface="CourierPS" pitchFamily="49" charset="0"/>
                        <a:ea typeface="宋体" panose="02010600030101010101" pitchFamily="2" charset="-122"/>
                      </a:endParaRPr>
                    </a:p>
                  </a:txBody>
                  <a:tcPr marL="0" marR="0" marT="0" marB="0" anchor="b" anchorCtr="1" horzOverflow="overflow">
                    <a:lnL w="12700" cap="flat" cmpd="sng" algn="ctr">
                      <a:solidFill>
                        <a:schemeClr val="tx1"/>
                      </a:solidFill>
                      <a:prstDash val="solid"/>
                      <a:round/>
                      <a:headEnd type="none" w="med" len="med"/>
                      <a:tailEnd type="none" w="med" len="med"/>
                    </a:lnL>
                    <a:lnR>
                      <a:noFill/>
                    </a:lnR>
                    <a:lnT>
                      <a:noFill/>
                    </a:lnT>
                    <a:lnB>
                      <a:noFill/>
                    </a:lnB>
                    <a:lnTlToBr>
                      <a:noFill/>
                    </a:lnTlToBr>
                    <a:lnBlToTr>
                      <a:noFill/>
                    </a:lnBlToTr>
                    <a:noFill/>
                  </a:tcPr>
                </a:tc>
                <a:tc>
                  <a:txBody>
                    <a:bodyPr/>
                    <a:lstStyle>
                      <a:lvl1pPr eaLnBrk="0" hangingPunct="0">
                        <a:spcBef>
                          <a:spcPct val="20000"/>
                        </a:spcBef>
                        <a:buFont typeface="Wingdings" panose="05000000000000000000" pitchFamily="2" charset="2"/>
                        <a:defRPr sz="2000" b="1">
                          <a:solidFill>
                            <a:schemeClr val="tx1"/>
                          </a:solidFill>
                          <a:latin typeface="Arial" panose="020B0604020202020204" pitchFamily="34" charset="0"/>
                          <a:ea typeface="黑体" panose="02010609060101010101" charset="-122"/>
                        </a:defRPr>
                      </a:lvl1pPr>
                      <a:lvl2pPr marL="742950" indent="-285750" eaLnBrk="0" hangingPunct="0">
                        <a:spcBef>
                          <a:spcPct val="20000"/>
                        </a:spcBef>
                        <a:buFont typeface="Wingdings" panose="05000000000000000000" pitchFamily="2" charset="2"/>
                        <a:defRPr b="1">
                          <a:solidFill>
                            <a:schemeClr val="tx1"/>
                          </a:solidFill>
                          <a:latin typeface="Arial" panose="020B0604020202020204" pitchFamily="34" charset="0"/>
                          <a:ea typeface="楷体_GB2312" pitchFamily="49" charset="-122"/>
                        </a:defRPr>
                      </a:lvl2pPr>
                      <a:lvl3pPr marL="1143000" indent="-228600" eaLnBrk="0" hangingPunct="0">
                        <a:spcBef>
                          <a:spcPct val="20000"/>
                        </a:spcBef>
                        <a:buFont typeface="Gungsuh" pitchFamily="18" charset="-127"/>
                        <a:defRPr sz="1600"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sz="1400">
                          <a:solidFill>
                            <a:schemeClr val="tx1"/>
                          </a:solidFill>
                          <a:latin typeface="Arial" panose="020B0604020202020204" pitchFamily="34" charset="0"/>
                          <a:ea typeface="黑体" panose="02010609060101010101" charset="-122"/>
                        </a:defRPr>
                      </a:lvl4pPr>
                      <a:lvl5pPr marL="2057400" indent="-228600" eaLnBrk="0" hangingPunct="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 typeface="Wingdings" panose="05000000000000000000" pitchFamily="2" charset="2"/>
                        <a:buNone/>
                      </a:pPr>
                      <a:r>
                        <a:rPr kumimoji="0" lang="en-US" altLang="zh-CN" sz="1600" b="1" i="0" u="none" strike="noStrike" cap="none" normalizeH="0" baseline="0">
                          <a:ln>
                            <a:noFill/>
                          </a:ln>
                          <a:solidFill>
                            <a:schemeClr val="accent2"/>
                          </a:solidFill>
                          <a:effectLst/>
                          <a:latin typeface="CourierPS" pitchFamily="49" charset="0"/>
                          <a:ea typeface="宋体" panose="02010600030101010101" pitchFamily="2" charset="-122"/>
                        </a:rPr>
                        <a:t>I</a:t>
                      </a:r>
                      <a:endParaRPr kumimoji="0" lang="en-US" altLang="zh-CN" sz="1600" b="1" i="0" u="none" strike="noStrike" cap="none" normalizeH="0" baseline="0">
                        <a:ln>
                          <a:noFill/>
                        </a:ln>
                        <a:solidFill>
                          <a:schemeClr val="accent2"/>
                        </a:solidFill>
                        <a:effectLst/>
                        <a:latin typeface="CourierPS" pitchFamily="49" charset="0"/>
                        <a:ea typeface="宋体" panose="02010600030101010101" pitchFamily="2" charset="-122"/>
                      </a:endParaRPr>
                    </a:p>
                  </a:txBody>
                  <a:tcPr marL="0" marR="0" marT="0" marB="0" anchor="b" anchorCtr="1" horzOverflow="overflow">
                    <a:lnL>
                      <a:noFill/>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lvl1pPr eaLnBrk="0" hangingPunct="0">
                        <a:spcBef>
                          <a:spcPct val="20000"/>
                        </a:spcBef>
                        <a:buFont typeface="Wingdings" panose="05000000000000000000" pitchFamily="2" charset="2"/>
                        <a:defRPr sz="2000" b="1">
                          <a:solidFill>
                            <a:schemeClr val="tx1"/>
                          </a:solidFill>
                          <a:latin typeface="Arial" panose="020B0604020202020204" pitchFamily="34" charset="0"/>
                          <a:ea typeface="黑体" panose="02010609060101010101" charset="-122"/>
                        </a:defRPr>
                      </a:lvl1pPr>
                      <a:lvl2pPr marL="742950" indent="-285750" eaLnBrk="0" hangingPunct="0">
                        <a:spcBef>
                          <a:spcPct val="20000"/>
                        </a:spcBef>
                        <a:buFont typeface="Wingdings" panose="05000000000000000000" pitchFamily="2" charset="2"/>
                        <a:defRPr b="1">
                          <a:solidFill>
                            <a:schemeClr val="tx1"/>
                          </a:solidFill>
                          <a:latin typeface="Arial" panose="020B0604020202020204" pitchFamily="34" charset="0"/>
                          <a:ea typeface="楷体_GB2312" pitchFamily="49" charset="-122"/>
                        </a:defRPr>
                      </a:lvl2pPr>
                      <a:lvl3pPr marL="1143000" indent="-228600" eaLnBrk="0" hangingPunct="0">
                        <a:spcBef>
                          <a:spcPct val="20000"/>
                        </a:spcBef>
                        <a:buFont typeface="Gungsuh" pitchFamily="18" charset="-127"/>
                        <a:defRPr sz="1600"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sz="1400">
                          <a:solidFill>
                            <a:schemeClr val="tx1"/>
                          </a:solidFill>
                          <a:latin typeface="Arial" panose="020B0604020202020204" pitchFamily="34" charset="0"/>
                          <a:ea typeface="黑体" panose="02010609060101010101" charset="-122"/>
                        </a:defRPr>
                      </a:lvl4pPr>
                      <a:lvl5pPr marL="2057400" indent="-228600" eaLnBrk="0" hangingPunct="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 typeface="Wingdings" panose="05000000000000000000" pitchFamily="2" charset="2"/>
                        <a:buNone/>
                      </a:pPr>
                      <a:r>
                        <a:rPr kumimoji="0" lang="en-US" altLang="zh-CN" sz="1600" b="1" i="0" u="none" strike="noStrike" cap="none" normalizeH="0" baseline="0">
                          <a:ln>
                            <a:noFill/>
                          </a:ln>
                          <a:solidFill>
                            <a:schemeClr val="tx1"/>
                          </a:solidFill>
                          <a:effectLst/>
                          <a:latin typeface="CourierPS" pitchFamily="49" charset="0"/>
                          <a:ea typeface="宋体" panose="02010600030101010101" pitchFamily="2" charset="-122"/>
                        </a:rPr>
                        <a:t>59</a:t>
                      </a:r>
                      <a:endParaRPr kumimoji="0" lang="en-US" altLang="zh-CN" sz="1600" b="1" i="0" u="none" strike="noStrike" cap="none" normalizeH="0" baseline="0">
                        <a:ln>
                          <a:noFill/>
                        </a:ln>
                        <a:solidFill>
                          <a:schemeClr val="tx1"/>
                        </a:solidFill>
                        <a:effectLst/>
                        <a:latin typeface="CourierPS" pitchFamily="49" charset="0"/>
                        <a:ea typeface="宋体" panose="02010600030101010101" pitchFamily="2" charset="-122"/>
                      </a:endParaRPr>
                    </a:p>
                  </a:txBody>
                  <a:tcPr marL="0" marR="0" marT="0" marB="0" anchor="b" anchorCtr="1" horzOverflow="overflow">
                    <a:lnL w="12700" cap="flat" cmpd="sng" algn="ctr">
                      <a:solidFill>
                        <a:schemeClr val="tx1"/>
                      </a:solidFill>
                      <a:prstDash val="solid"/>
                      <a:round/>
                      <a:headEnd type="none" w="med" len="med"/>
                      <a:tailEnd type="none" w="med" len="med"/>
                    </a:lnL>
                    <a:lnR>
                      <a:noFill/>
                    </a:lnR>
                    <a:lnT>
                      <a:noFill/>
                    </a:lnT>
                    <a:lnB>
                      <a:noFill/>
                    </a:lnB>
                    <a:lnTlToBr>
                      <a:noFill/>
                    </a:lnTlToBr>
                    <a:lnBlToTr>
                      <a:noFill/>
                    </a:lnBlToTr>
                    <a:noFill/>
                  </a:tcPr>
                </a:tc>
                <a:tc>
                  <a:txBody>
                    <a:bodyPr/>
                    <a:lstStyle>
                      <a:lvl1pPr eaLnBrk="0" hangingPunct="0">
                        <a:spcBef>
                          <a:spcPct val="20000"/>
                        </a:spcBef>
                        <a:buFont typeface="Wingdings" panose="05000000000000000000" pitchFamily="2" charset="2"/>
                        <a:defRPr sz="2000" b="1">
                          <a:solidFill>
                            <a:schemeClr val="tx1"/>
                          </a:solidFill>
                          <a:latin typeface="Arial" panose="020B0604020202020204" pitchFamily="34" charset="0"/>
                          <a:ea typeface="黑体" panose="02010609060101010101" charset="-122"/>
                        </a:defRPr>
                      </a:lvl1pPr>
                      <a:lvl2pPr marL="742950" indent="-285750" eaLnBrk="0" hangingPunct="0">
                        <a:spcBef>
                          <a:spcPct val="20000"/>
                        </a:spcBef>
                        <a:buFont typeface="Wingdings" panose="05000000000000000000" pitchFamily="2" charset="2"/>
                        <a:defRPr b="1">
                          <a:solidFill>
                            <a:schemeClr val="tx1"/>
                          </a:solidFill>
                          <a:latin typeface="Arial" panose="020B0604020202020204" pitchFamily="34" charset="0"/>
                          <a:ea typeface="楷体_GB2312" pitchFamily="49" charset="-122"/>
                        </a:defRPr>
                      </a:lvl2pPr>
                      <a:lvl3pPr marL="1143000" indent="-228600" eaLnBrk="0" hangingPunct="0">
                        <a:spcBef>
                          <a:spcPct val="20000"/>
                        </a:spcBef>
                        <a:buFont typeface="Gungsuh" pitchFamily="18" charset="-127"/>
                        <a:defRPr sz="1600"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sz="1400">
                          <a:solidFill>
                            <a:schemeClr val="tx1"/>
                          </a:solidFill>
                          <a:latin typeface="Arial" panose="020B0604020202020204" pitchFamily="34" charset="0"/>
                          <a:ea typeface="黑体" panose="02010609060101010101" charset="-122"/>
                        </a:defRPr>
                      </a:lvl4pPr>
                      <a:lvl5pPr marL="2057400" indent="-228600" eaLnBrk="0" hangingPunct="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 typeface="Wingdings" panose="05000000000000000000" pitchFamily="2" charset="2"/>
                        <a:buNone/>
                      </a:pPr>
                      <a:r>
                        <a:rPr kumimoji="0" lang="en-US" altLang="zh-CN" sz="1600" b="1" i="0" u="none" strike="noStrike" cap="none" normalizeH="0" baseline="0">
                          <a:ln>
                            <a:noFill/>
                          </a:ln>
                          <a:solidFill>
                            <a:schemeClr val="tx1"/>
                          </a:solidFill>
                          <a:effectLst/>
                          <a:latin typeface="CourierPS" pitchFamily="49" charset="0"/>
                          <a:ea typeface="宋体" panose="02010600030101010101" pitchFamily="2" charset="-122"/>
                        </a:rPr>
                        <a:t>Y</a:t>
                      </a:r>
                      <a:endParaRPr kumimoji="0" lang="en-US" altLang="zh-CN" sz="1600" b="1" i="0" u="none" strike="noStrike" cap="none" normalizeH="0" baseline="0">
                        <a:ln>
                          <a:noFill/>
                        </a:ln>
                        <a:solidFill>
                          <a:schemeClr val="tx1"/>
                        </a:solidFill>
                        <a:effectLst/>
                        <a:latin typeface="CourierPS" pitchFamily="49" charset="0"/>
                        <a:ea typeface="宋体" panose="02010600030101010101" pitchFamily="2" charset="-122"/>
                      </a:endParaRPr>
                    </a:p>
                  </a:txBody>
                  <a:tcPr marL="0" marR="0" marT="0" marB="0" anchor="b" anchorCtr="1" horzOverflow="overflow">
                    <a:lnL>
                      <a:noFill/>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lvl1pPr eaLnBrk="0" hangingPunct="0">
                        <a:spcBef>
                          <a:spcPct val="20000"/>
                        </a:spcBef>
                        <a:buFont typeface="Wingdings" panose="05000000000000000000" pitchFamily="2" charset="2"/>
                        <a:defRPr sz="2000" b="1">
                          <a:solidFill>
                            <a:schemeClr val="tx1"/>
                          </a:solidFill>
                          <a:latin typeface="Arial" panose="020B0604020202020204" pitchFamily="34" charset="0"/>
                          <a:ea typeface="黑体" panose="02010609060101010101" charset="-122"/>
                        </a:defRPr>
                      </a:lvl1pPr>
                      <a:lvl2pPr marL="742950" indent="-285750" eaLnBrk="0" hangingPunct="0">
                        <a:spcBef>
                          <a:spcPct val="20000"/>
                        </a:spcBef>
                        <a:buFont typeface="Wingdings" panose="05000000000000000000" pitchFamily="2" charset="2"/>
                        <a:defRPr b="1">
                          <a:solidFill>
                            <a:schemeClr val="tx1"/>
                          </a:solidFill>
                          <a:latin typeface="Arial" panose="020B0604020202020204" pitchFamily="34" charset="0"/>
                          <a:ea typeface="楷体_GB2312" pitchFamily="49" charset="-122"/>
                        </a:defRPr>
                      </a:lvl2pPr>
                      <a:lvl3pPr marL="1143000" indent="-228600" eaLnBrk="0" hangingPunct="0">
                        <a:spcBef>
                          <a:spcPct val="20000"/>
                        </a:spcBef>
                        <a:buFont typeface="Gungsuh" pitchFamily="18" charset="-127"/>
                        <a:defRPr sz="1600"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sz="1400">
                          <a:solidFill>
                            <a:schemeClr val="tx1"/>
                          </a:solidFill>
                          <a:latin typeface="Arial" panose="020B0604020202020204" pitchFamily="34" charset="0"/>
                          <a:ea typeface="黑体" panose="02010609060101010101" charset="-122"/>
                        </a:defRPr>
                      </a:lvl4pPr>
                      <a:lvl5pPr marL="2057400" indent="-228600" eaLnBrk="0" hangingPunct="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 typeface="Wingdings" panose="05000000000000000000" pitchFamily="2" charset="2"/>
                        <a:buNone/>
                      </a:pPr>
                      <a:r>
                        <a:rPr kumimoji="0" lang="en-US" altLang="zh-CN" sz="1600" b="1" i="0" u="none" strike="noStrike" cap="none" normalizeH="0" baseline="0">
                          <a:ln>
                            <a:noFill/>
                          </a:ln>
                          <a:solidFill>
                            <a:schemeClr val="tx1"/>
                          </a:solidFill>
                          <a:effectLst/>
                          <a:latin typeface="CourierPS" pitchFamily="49" charset="0"/>
                          <a:ea typeface="宋体" panose="02010600030101010101" pitchFamily="2" charset="-122"/>
                        </a:rPr>
                        <a:t>69</a:t>
                      </a:r>
                      <a:endParaRPr kumimoji="0" lang="en-US" altLang="zh-CN" sz="1600" b="1" i="0" u="none" strike="noStrike" cap="none" normalizeH="0" baseline="0">
                        <a:ln>
                          <a:noFill/>
                        </a:ln>
                        <a:solidFill>
                          <a:schemeClr val="tx1"/>
                        </a:solidFill>
                        <a:effectLst/>
                        <a:latin typeface="CourierPS" pitchFamily="49" charset="0"/>
                        <a:ea typeface="宋体" panose="02010600030101010101" pitchFamily="2" charset="-122"/>
                      </a:endParaRPr>
                    </a:p>
                  </a:txBody>
                  <a:tcPr marL="0" marR="0" marT="0" marB="0" anchor="b" anchorCtr="1" horzOverflow="overflow">
                    <a:lnL w="12700" cap="flat" cmpd="sng" algn="ctr">
                      <a:solidFill>
                        <a:schemeClr val="tx1"/>
                      </a:solidFill>
                      <a:prstDash val="solid"/>
                      <a:round/>
                      <a:headEnd type="none" w="med" len="med"/>
                      <a:tailEnd type="none" w="med" len="med"/>
                    </a:lnL>
                    <a:lnR>
                      <a:noFill/>
                    </a:lnR>
                    <a:lnT>
                      <a:noFill/>
                    </a:lnT>
                    <a:lnB>
                      <a:noFill/>
                    </a:lnB>
                    <a:lnTlToBr>
                      <a:noFill/>
                    </a:lnTlToBr>
                    <a:lnBlToTr>
                      <a:noFill/>
                    </a:lnBlToTr>
                    <a:noFill/>
                  </a:tcPr>
                </a:tc>
                <a:tc>
                  <a:txBody>
                    <a:bodyPr/>
                    <a:lstStyle>
                      <a:lvl1pPr eaLnBrk="0" hangingPunct="0">
                        <a:spcBef>
                          <a:spcPct val="20000"/>
                        </a:spcBef>
                        <a:buFont typeface="Wingdings" panose="05000000000000000000" pitchFamily="2" charset="2"/>
                        <a:defRPr sz="2000" b="1">
                          <a:solidFill>
                            <a:schemeClr val="tx1"/>
                          </a:solidFill>
                          <a:latin typeface="Arial" panose="020B0604020202020204" pitchFamily="34" charset="0"/>
                          <a:ea typeface="黑体" panose="02010609060101010101" charset="-122"/>
                        </a:defRPr>
                      </a:lvl1pPr>
                      <a:lvl2pPr marL="742950" indent="-285750" eaLnBrk="0" hangingPunct="0">
                        <a:spcBef>
                          <a:spcPct val="20000"/>
                        </a:spcBef>
                        <a:buFont typeface="Wingdings" panose="05000000000000000000" pitchFamily="2" charset="2"/>
                        <a:defRPr b="1">
                          <a:solidFill>
                            <a:schemeClr val="tx1"/>
                          </a:solidFill>
                          <a:latin typeface="Arial" panose="020B0604020202020204" pitchFamily="34" charset="0"/>
                          <a:ea typeface="楷体_GB2312" pitchFamily="49" charset="-122"/>
                        </a:defRPr>
                      </a:lvl2pPr>
                      <a:lvl3pPr marL="1143000" indent="-228600" eaLnBrk="0" hangingPunct="0">
                        <a:spcBef>
                          <a:spcPct val="20000"/>
                        </a:spcBef>
                        <a:buFont typeface="Gungsuh" pitchFamily="18" charset="-127"/>
                        <a:defRPr sz="1600"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sz="1400">
                          <a:solidFill>
                            <a:schemeClr val="tx1"/>
                          </a:solidFill>
                          <a:latin typeface="Arial" panose="020B0604020202020204" pitchFamily="34" charset="0"/>
                          <a:ea typeface="黑体" panose="02010609060101010101" charset="-122"/>
                        </a:defRPr>
                      </a:lvl4pPr>
                      <a:lvl5pPr marL="2057400" indent="-228600" eaLnBrk="0" hangingPunct="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 typeface="Wingdings" panose="05000000000000000000" pitchFamily="2" charset="2"/>
                        <a:buNone/>
                      </a:pPr>
                      <a:r>
                        <a:rPr kumimoji="0" lang="en-US" altLang="zh-CN" sz="1600" b="1" i="0" u="none" strike="noStrike" cap="none" normalizeH="0" baseline="0">
                          <a:ln>
                            <a:noFill/>
                          </a:ln>
                          <a:solidFill>
                            <a:schemeClr val="accent2"/>
                          </a:solidFill>
                          <a:effectLst/>
                          <a:latin typeface="CourierPS" pitchFamily="49" charset="0"/>
                          <a:ea typeface="宋体" panose="02010600030101010101" pitchFamily="2" charset="-122"/>
                        </a:rPr>
                        <a:t>i</a:t>
                      </a:r>
                      <a:endParaRPr kumimoji="0" lang="en-US" altLang="zh-CN" sz="1600" b="1" i="0" u="none" strike="noStrike" cap="none" normalizeH="0" baseline="0">
                        <a:ln>
                          <a:noFill/>
                        </a:ln>
                        <a:solidFill>
                          <a:schemeClr val="accent2"/>
                        </a:solidFill>
                        <a:effectLst/>
                        <a:latin typeface="CourierPS" pitchFamily="49" charset="0"/>
                        <a:ea typeface="宋体" panose="02010600030101010101" pitchFamily="2" charset="-122"/>
                      </a:endParaRPr>
                    </a:p>
                  </a:txBody>
                  <a:tcPr marL="0" marR="0" marT="0" marB="0" anchor="b" anchorCtr="1" horzOverflow="overflow">
                    <a:lnL>
                      <a:noFill/>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lvl1pPr eaLnBrk="0" hangingPunct="0">
                        <a:spcBef>
                          <a:spcPct val="20000"/>
                        </a:spcBef>
                        <a:buFont typeface="Wingdings" panose="05000000000000000000" pitchFamily="2" charset="2"/>
                        <a:defRPr sz="2000" b="1">
                          <a:solidFill>
                            <a:schemeClr val="tx1"/>
                          </a:solidFill>
                          <a:latin typeface="Arial" panose="020B0604020202020204" pitchFamily="34" charset="0"/>
                          <a:ea typeface="黑体" panose="02010609060101010101" charset="-122"/>
                        </a:defRPr>
                      </a:lvl1pPr>
                      <a:lvl2pPr marL="742950" indent="-285750" eaLnBrk="0" hangingPunct="0">
                        <a:spcBef>
                          <a:spcPct val="20000"/>
                        </a:spcBef>
                        <a:buFont typeface="Wingdings" panose="05000000000000000000" pitchFamily="2" charset="2"/>
                        <a:defRPr b="1">
                          <a:solidFill>
                            <a:schemeClr val="tx1"/>
                          </a:solidFill>
                          <a:latin typeface="Arial" panose="020B0604020202020204" pitchFamily="34" charset="0"/>
                          <a:ea typeface="楷体_GB2312" pitchFamily="49" charset="-122"/>
                        </a:defRPr>
                      </a:lvl2pPr>
                      <a:lvl3pPr marL="1143000" indent="-228600" eaLnBrk="0" hangingPunct="0">
                        <a:spcBef>
                          <a:spcPct val="20000"/>
                        </a:spcBef>
                        <a:buFont typeface="Gungsuh" pitchFamily="18" charset="-127"/>
                        <a:defRPr sz="1600"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sz="1400">
                          <a:solidFill>
                            <a:schemeClr val="tx1"/>
                          </a:solidFill>
                          <a:latin typeface="Arial" panose="020B0604020202020204" pitchFamily="34" charset="0"/>
                          <a:ea typeface="黑体" panose="02010609060101010101" charset="-122"/>
                        </a:defRPr>
                      </a:lvl4pPr>
                      <a:lvl5pPr marL="2057400" indent="-228600" eaLnBrk="0" hangingPunct="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 typeface="Wingdings" panose="05000000000000000000" pitchFamily="2" charset="2"/>
                        <a:buNone/>
                      </a:pPr>
                      <a:r>
                        <a:rPr kumimoji="0" lang="en-US" altLang="zh-CN" sz="1600" b="1" i="0" u="none" strike="noStrike" cap="none" normalizeH="0" baseline="0">
                          <a:ln>
                            <a:noFill/>
                          </a:ln>
                          <a:solidFill>
                            <a:schemeClr val="tx1"/>
                          </a:solidFill>
                          <a:effectLst/>
                          <a:latin typeface="CourierPS" pitchFamily="49" charset="0"/>
                          <a:ea typeface="宋体" panose="02010600030101010101" pitchFamily="2" charset="-122"/>
                        </a:rPr>
                        <a:t>79</a:t>
                      </a:r>
                      <a:endParaRPr kumimoji="0" lang="en-US" altLang="zh-CN" sz="1600" b="1" i="0" u="none" strike="noStrike" cap="none" normalizeH="0" baseline="0">
                        <a:ln>
                          <a:noFill/>
                        </a:ln>
                        <a:solidFill>
                          <a:schemeClr val="tx1"/>
                        </a:solidFill>
                        <a:effectLst/>
                        <a:latin typeface="CourierPS" pitchFamily="49" charset="0"/>
                        <a:ea typeface="宋体" panose="02010600030101010101" pitchFamily="2" charset="-122"/>
                      </a:endParaRPr>
                    </a:p>
                  </a:txBody>
                  <a:tcPr marL="0" marR="0" marT="0" marB="0" anchor="b" anchorCtr="1" horzOverflow="overflow">
                    <a:lnL w="12700" cap="flat" cmpd="sng" algn="ctr">
                      <a:solidFill>
                        <a:schemeClr val="tx1"/>
                      </a:solidFill>
                      <a:prstDash val="solid"/>
                      <a:round/>
                      <a:headEnd type="none" w="med" len="med"/>
                      <a:tailEnd type="none" w="med" len="med"/>
                    </a:lnL>
                    <a:lnR>
                      <a:noFill/>
                    </a:lnR>
                    <a:lnT>
                      <a:noFill/>
                    </a:lnT>
                    <a:lnB>
                      <a:noFill/>
                    </a:lnB>
                    <a:lnTlToBr>
                      <a:noFill/>
                    </a:lnTlToBr>
                    <a:lnBlToTr>
                      <a:noFill/>
                    </a:lnBlToTr>
                    <a:noFill/>
                  </a:tcPr>
                </a:tc>
                <a:tc>
                  <a:txBody>
                    <a:bodyPr/>
                    <a:lstStyle>
                      <a:lvl1pPr eaLnBrk="0" hangingPunct="0">
                        <a:spcBef>
                          <a:spcPct val="20000"/>
                        </a:spcBef>
                        <a:buFont typeface="Wingdings" panose="05000000000000000000" pitchFamily="2" charset="2"/>
                        <a:defRPr sz="2000" b="1">
                          <a:solidFill>
                            <a:schemeClr val="tx1"/>
                          </a:solidFill>
                          <a:latin typeface="Arial" panose="020B0604020202020204" pitchFamily="34" charset="0"/>
                          <a:ea typeface="黑体" panose="02010609060101010101" charset="-122"/>
                        </a:defRPr>
                      </a:lvl1pPr>
                      <a:lvl2pPr marL="742950" indent="-285750" eaLnBrk="0" hangingPunct="0">
                        <a:spcBef>
                          <a:spcPct val="20000"/>
                        </a:spcBef>
                        <a:buFont typeface="Wingdings" panose="05000000000000000000" pitchFamily="2" charset="2"/>
                        <a:defRPr b="1">
                          <a:solidFill>
                            <a:schemeClr val="tx1"/>
                          </a:solidFill>
                          <a:latin typeface="Arial" panose="020B0604020202020204" pitchFamily="34" charset="0"/>
                          <a:ea typeface="楷体_GB2312" pitchFamily="49" charset="-122"/>
                        </a:defRPr>
                      </a:lvl2pPr>
                      <a:lvl3pPr marL="1143000" indent="-228600" eaLnBrk="0" hangingPunct="0">
                        <a:spcBef>
                          <a:spcPct val="20000"/>
                        </a:spcBef>
                        <a:buFont typeface="Gungsuh" pitchFamily="18" charset="-127"/>
                        <a:defRPr sz="1600"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sz="1400">
                          <a:solidFill>
                            <a:schemeClr val="tx1"/>
                          </a:solidFill>
                          <a:latin typeface="Arial" panose="020B0604020202020204" pitchFamily="34" charset="0"/>
                          <a:ea typeface="黑体" panose="02010609060101010101" charset="-122"/>
                        </a:defRPr>
                      </a:lvl4pPr>
                      <a:lvl5pPr marL="2057400" indent="-228600" eaLnBrk="0" hangingPunct="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 typeface="Wingdings" panose="05000000000000000000" pitchFamily="2" charset="2"/>
                        <a:buNone/>
                      </a:pPr>
                      <a:r>
                        <a:rPr kumimoji="0" lang="en-US" altLang="zh-CN" sz="1600" b="1" i="0" u="none" strike="noStrike" cap="none" normalizeH="0" baseline="0">
                          <a:ln>
                            <a:noFill/>
                          </a:ln>
                          <a:solidFill>
                            <a:schemeClr val="accent2"/>
                          </a:solidFill>
                          <a:effectLst/>
                          <a:latin typeface="CourierPS" pitchFamily="49" charset="0"/>
                          <a:ea typeface="宋体" panose="02010600030101010101" pitchFamily="2" charset="-122"/>
                        </a:rPr>
                        <a:t>y</a:t>
                      </a:r>
                      <a:endParaRPr kumimoji="0" lang="en-US" altLang="zh-CN" sz="1600" b="1" i="0" u="none" strike="noStrike" cap="none" normalizeH="0" baseline="0">
                        <a:ln>
                          <a:noFill/>
                        </a:ln>
                        <a:solidFill>
                          <a:schemeClr val="accent2"/>
                        </a:solidFill>
                        <a:effectLst/>
                        <a:latin typeface="CourierPS" pitchFamily="49" charset="0"/>
                        <a:ea typeface="宋体" panose="02010600030101010101" pitchFamily="2" charset="-122"/>
                      </a:endParaRPr>
                    </a:p>
                  </a:txBody>
                  <a:tcPr marL="0" marR="0" marT="0" marB="0" anchor="b" anchorCtr="1" horzOverflow="overflow">
                    <a:lnL>
                      <a:noFill/>
                    </a:lnL>
                    <a:lnR>
                      <a:noFill/>
                    </a:lnR>
                    <a:lnT>
                      <a:noFill/>
                    </a:lnT>
                    <a:lnB>
                      <a:noFill/>
                    </a:lnB>
                    <a:lnTlToBr>
                      <a:noFill/>
                    </a:lnTlToBr>
                    <a:lnBlToTr>
                      <a:noFill/>
                    </a:lnBlToTr>
                    <a:noFill/>
                  </a:tcPr>
                </a:tc>
              </a:tr>
              <a:tr h="254000">
                <a:tc>
                  <a:txBody>
                    <a:bodyPr/>
                    <a:lstStyle>
                      <a:lvl1pPr eaLnBrk="0" hangingPunct="0">
                        <a:spcBef>
                          <a:spcPct val="20000"/>
                        </a:spcBef>
                        <a:buFont typeface="Wingdings" panose="05000000000000000000" pitchFamily="2" charset="2"/>
                        <a:defRPr sz="2000" b="1">
                          <a:solidFill>
                            <a:schemeClr val="tx1"/>
                          </a:solidFill>
                          <a:latin typeface="Arial" panose="020B0604020202020204" pitchFamily="34" charset="0"/>
                          <a:ea typeface="黑体" panose="02010609060101010101" charset="-122"/>
                        </a:defRPr>
                      </a:lvl1pPr>
                      <a:lvl2pPr marL="742950" indent="-285750" eaLnBrk="0" hangingPunct="0">
                        <a:spcBef>
                          <a:spcPct val="20000"/>
                        </a:spcBef>
                        <a:buFont typeface="Wingdings" panose="05000000000000000000" pitchFamily="2" charset="2"/>
                        <a:defRPr b="1">
                          <a:solidFill>
                            <a:schemeClr val="tx1"/>
                          </a:solidFill>
                          <a:latin typeface="Arial" panose="020B0604020202020204" pitchFamily="34" charset="0"/>
                          <a:ea typeface="楷体_GB2312" pitchFamily="49" charset="-122"/>
                        </a:defRPr>
                      </a:lvl2pPr>
                      <a:lvl3pPr marL="1143000" indent="-228600" eaLnBrk="0" hangingPunct="0">
                        <a:spcBef>
                          <a:spcPct val="20000"/>
                        </a:spcBef>
                        <a:buFont typeface="Gungsuh" pitchFamily="18" charset="-127"/>
                        <a:defRPr sz="1600"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sz="1400">
                          <a:solidFill>
                            <a:schemeClr val="tx1"/>
                          </a:solidFill>
                          <a:latin typeface="Arial" panose="020B0604020202020204" pitchFamily="34" charset="0"/>
                          <a:ea typeface="黑体" panose="02010609060101010101" charset="-122"/>
                        </a:defRPr>
                      </a:lvl4pPr>
                      <a:lvl5pPr marL="2057400" indent="-228600" eaLnBrk="0" hangingPunct="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 typeface="Wingdings" panose="05000000000000000000" pitchFamily="2" charset="2"/>
                        <a:buNone/>
                      </a:pPr>
                      <a:r>
                        <a:rPr kumimoji="0" lang="en-US" altLang="zh-CN" sz="1600" b="1" i="0" u="none" strike="noStrike" cap="none" normalizeH="0" baseline="0">
                          <a:ln>
                            <a:noFill/>
                          </a:ln>
                          <a:solidFill>
                            <a:schemeClr val="tx1"/>
                          </a:solidFill>
                          <a:effectLst/>
                          <a:latin typeface="CourierPS" pitchFamily="49" charset="0"/>
                          <a:ea typeface="宋体" panose="02010600030101010101" pitchFamily="2" charset="-122"/>
                        </a:rPr>
                        <a:t>0a</a:t>
                      </a:r>
                      <a:endParaRPr kumimoji="0" lang="en-US" altLang="zh-CN" sz="1600" b="1" i="0" u="none" strike="noStrike" cap="none" normalizeH="0" baseline="0">
                        <a:ln>
                          <a:noFill/>
                        </a:ln>
                        <a:solidFill>
                          <a:schemeClr val="tx1"/>
                        </a:solidFill>
                        <a:effectLst/>
                        <a:latin typeface="CourierPS" pitchFamily="49" charset="0"/>
                        <a:ea typeface="宋体" panose="02010600030101010101" pitchFamily="2" charset="-122"/>
                      </a:endParaRPr>
                    </a:p>
                  </a:txBody>
                  <a:tcPr marL="0" marR="0" marT="0" marB="0" anchor="b" anchorCtr="1" horzOverflow="overflow">
                    <a:lnL>
                      <a:noFill/>
                    </a:lnL>
                    <a:lnR>
                      <a:noFill/>
                    </a:lnR>
                    <a:lnT>
                      <a:noFill/>
                    </a:lnT>
                    <a:lnB>
                      <a:noFill/>
                    </a:lnB>
                    <a:lnTlToBr>
                      <a:noFill/>
                    </a:lnTlToBr>
                    <a:lnBlToTr>
                      <a:noFill/>
                    </a:lnBlToTr>
                    <a:noFill/>
                  </a:tcPr>
                </a:tc>
                <a:tc>
                  <a:txBody>
                    <a:bodyPr/>
                    <a:lstStyle>
                      <a:lvl1pPr eaLnBrk="0" hangingPunct="0">
                        <a:spcBef>
                          <a:spcPct val="20000"/>
                        </a:spcBef>
                        <a:buFont typeface="Wingdings" panose="05000000000000000000" pitchFamily="2" charset="2"/>
                        <a:defRPr sz="2000" b="1">
                          <a:solidFill>
                            <a:schemeClr val="tx1"/>
                          </a:solidFill>
                          <a:latin typeface="Arial" panose="020B0604020202020204" pitchFamily="34" charset="0"/>
                          <a:ea typeface="黑体" panose="02010609060101010101" charset="-122"/>
                        </a:defRPr>
                      </a:lvl1pPr>
                      <a:lvl2pPr marL="742950" indent="-285750" eaLnBrk="0" hangingPunct="0">
                        <a:spcBef>
                          <a:spcPct val="20000"/>
                        </a:spcBef>
                        <a:buFont typeface="Wingdings" panose="05000000000000000000" pitchFamily="2" charset="2"/>
                        <a:defRPr b="1">
                          <a:solidFill>
                            <a:schemeClr val="tx1"/>
                          </a:solidFill>
                          <a:latin typeface="Arial" panose="020B0604020202020204" pitchFamily="34" charset="0"/>
                          <a:ea typeface="楷体_GB2312" pitchFamily="49" charset="-122"/>
                        </a:defRPr>
                      </a:lvl2pPr>
                      <a:lvl3pPr marL="1143000" indent="-228600" eaLnBrk="0" hangingPunct="0">
                        <a:spcBef>
                          <a:spcPct val="20000"/>
                        </a:spcBef>
                        <a:buFont typeface="Gungsuh" pitchFamily="18" charset="-127"/>
                        <a:defRPr sz="1600"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sz="1400">
                          <a:solidFill>
                            <a:schemeClr val="tx1"/>
                          </a:solidFill>
                          <a:latin typeface="Arial" panose="020B0604020202020204" pitchFamily="34" charset="0"/>
                          <a:ea typeface="黑体" panose="02010609060101010101" charset="-122"/>
                        </a:defRPr>
                      </a:lvl4pPr>
                      <a:lvl5pPr marL="2057400" indent="-228600" eaLnBrk="0" hangingPunct="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 typeface="Wingdings" panose="05000000000000000000" pitchFamily="2" charset="2"/>
                        <a:buNone/>
                      </a:pPr>
                      <a:r>
                        <a:rPr kumimoji="0" lang="en-US" altLang="zh-CN" sz="1600" b="1" i="0" u="none" strike="noStrike" cap="none" normalizeH="0" baseline="0">
                          <a:ln>
                            <a:noFill/>
                          </a:ln>
                          <a:solidFill>
                            <a:schemeClr val="accent2"/>
                          </a:solidFill>
                          <a:effectLst/>
                          <a:latin typeface="CourierPS" pitchFamily="49" charset="0"/>
                          <a:ea typeface="宋体" panose="02010600030101010101" pitchFamily="2" charset="-122"/>
                        </a:rPr>
                        <a:t>nl</a:t>
                      </a:r>
                      <a:endParaRPr kumimoji="0" lang="en-US" altLang="zh-CN" sz="1600" b="1" i="0" u="none" strike="noStrike" cap="none" normalizeH="0" baseline="0">
                        <a:ln>
                          <a:noFill/>
                        </a:ln>
                        <a:solidFill>
                          <a:schemeClr val="accent2"/>
                        </a:solidFill>
                        <a:effectLst/>
                        <a:latin typeface="CourierPS" pitchFamily="49" charset="0"/>
                        <a:ea typeface="宋体" panose="02010600030101010101" pitchFamily="2" charset="-122"/>
                      </a:endParaRPr>
                    </a:p>
                  </a:txBody>
                  <a:tcPr marL="0" marR="0" marT="0" marB="0" anchor="b" anchorCtr="1" horzOverflow="overflow">
                    <a:lnL>
                      <a:noFill/>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lvl1pPr eaLnBrk="0" hangingPunct="0">
                        <a:spcBef>
                          <a:spcPct val="20000"/>
                        </a:spcBef>
                        <a:buFont typeface="Wingdings" panose="05000000000000000000" pitchFamily="2" charset="2"/>
                        <a:defRPr sz="2000" b="1">
                          <a:solidFill>
                            <a:schemeClr val="tx1"/>
                          </a:solidFill>
                          <a:latin typeface="Arial" panose="020B0604020202020204" pitchFamily="34" charset="0"/>
                          <a:ea typeface="黑体" panose="02010609060101010101" charset="-122"/>
                        </a:defRPr>
                      </a:lvl1pPr>
                      <a:lvl2pPr marL="742950" indent="-285750" eaLnBrk="0" hangingPunct="0">
                        <a:spcBef>
                          <a:spcPct val="20000"/>
                        </a:spcBef>
                        <a:buFont typeface="Wingdings" panose="05000000000000000000" pitchFamily="2" charset="2"/>
                        <a:defRPr b="1">
                          <a:solidFill>
                            <a:schemeClr val="tx1"/>
                          </a:solidFill>
                          <a:latin typeface="Arial" panose="020B0604020202020204" pitchFamily="34" charset="0"/>
                          <a:ea typeface="楷体_GB2312" pitchFamily="49" charset="-122"/>
                        </a:defRPr>
                      </a:lvl2pPr>
                      <a:lvl3pPr marL="1143000" indent="-228600" eaLnBrk="0" hangingPunct="0">
                        <a:spcBef>
                          <a:spcPct val="20000"/>
                        </a:spcBef>
                        <a:buFont typeface="Gungsuh" pitchFamily="18" charset="-127"/>
                        <a:defRPr sz="1600"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sz="1400">
                          <a:solidFill>
                            <a:schemeClr val="tx1"/>
                          </a:solidFill>
                          <a:latin typeface="Arial" panose="020B0604020202020204" pitchFamily="34" charset="0"/>
                          <a:ea typeface="黑体" panose="02010609060101010101" charset="-122"/>
                        </a:defRPr>
                      </a:lvl4pPr>
                      <a:lvl5pPr marL="2057400" indent="-228600" eaLnBrk="0" hangingPunct="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 typeface="Wingdings" panose="05000000000000000000" pitchFamily="2" charset="2"/>
                        <a:buNone/>
                      </a:pPr>
                      <a:r>
                        <a:rPr kumimoji="0" lang="en-US" altLang="zh-CN" sz="1600" b="1" i="0" u="none" strike="noStrike" cap="none" normalizeH="0" baseline="0">
                          <a:ln>
                            <a:noFill/>
                          </a:ln>
                          <a:solidFill>
                            <a:schemeClr val="tx1"/>
                          </a:solidFill>
                          <a:effectLst/>
                          <a:latin typeface="CourierPS" pitchFamily="49" charset="0"/>
                          <a:ea typeface="宋体" panose="02010600030101010101" pitchFamily="2" charset="-122"/>
                        </a:rPr>
                        <a:t>1a</a:t>
                      </a:r>
                      <a:endParaRPr kumimoji="0" lang="en-US" altLang="zh-CN" sz="1600" b="1" i="0" u="none" strike="noStrike" cap="none" normalizeH="0" baseline="0">
                        <a:ln>
                          <a:noFill/>
                        </a:ln>
                        <a:solidFill>
                          <a:schemeClr val="tx1"/>
                        </a:solidFill>
                        <a:effectLst/>
                        <a:latin typeface="CourierPS" pitchFamily="49" charset="0"/>
                        <a:ea typeface="宋体" panose="02010600030101010101" pitchFamily="2" charset="-122"/>
                      </a:endParaRPr>
                    </a:p>
                  </a:txBody>
                  <a:tcPr marL="0" marR="0" marT="0" marB="0" anchor="b" anchorCtr="1" horzOverflow="overflow">
                    <a:lnL w="12700" cap="flat" cmpd="sng" algn="ctr">
                      <a:solidFill>
                        <a:schemeClr val="tx1"/>
                      </a:solidFill>
                      <a:prstDash val="solid"/>
                      <a:round/>
                      <a:headEnd type="none" w="med" len="med"/>
                      <a:tailEnd type="none" w="med" len="med"/>
                    </a:lnL>
                    <a:lnR>
                      <a:noFill/>
                    </a:lnR>
                    <a:lnT>
                      <a:noFill/>
                    </a:lnT>
                    <a:lnB>
                      <a:noFill/>
                    </a:lnB>
                    <a:lnTlToBr>
                      <a:noFill/>
                    </a:lnTlToBr>
                    <a:lnBlToTr>
                      <a:noFill/>
                    </a:lnBlToTr>
                    <a:noFill/>
                  </a:tcPr>
                </a:tc>
                <a:tc>
                  <a:txBody>
                    <a:bodyPr/>
                    <a:lstStyle>
                      <a:lvl1pPr eaLnBrk="0" hangingPunct="0">
                        <a:spcBef>
                          <a:spcPct val="20000"/>
                        </a:spcBef>
                        <a:buFont typeface="Wingdings" panose="05000000000000000000" pitchFamily="2" charset="2"/>
                        <a:defRPr sz="2000" b="1">
                          <a:solidFill>
                            <a:schemeClr val="tx1"/>
                          </a:solidFill>
                          <a:latin typeface="Arial" panose="020B0604020202020204" pitchFamily="34" charset="0"/>
                          <a:ea typeface="黑体" panose="02010609060101010101" charset="-122"/>
                        </a:defRPr>
                      </a:lvl1pPr>
                      <a:lvl2pPr marL="742950" indent="-285750" eaLnBrk="0" hangingPunct="0">
                        <a:spcBef>
                          <a:spcPct val="20000"/>
                        </a:spcBef>
                        <a:buFont typeface="Wingdings" panose="05000000000000000000" pitchFamily="2" charset="2"/>
                        <a:defRPr b="1">
                          <a:solidFill>
                            <a:schemeClr val="tx1"/>
                          </a:solidFill>
                          <a:latin typeface="Arial" panose="020B0604020202020204" pitchFamily="34" charset="0"/>
                          <a:ea typeface="楷体_GB2312" pitchFamily="49" charset="-122"/>
                        </a:defRPr>
                      </a:lvl2pPr>
                      <a:lvl3pPr marL="1143000" indent="-228600" eaLnBrk="0" hangingPunct="0">
                        <a:spcBef>
                          <a:spcPct val="20000"/>
                        </a:spcBef>
                        <a:buFont typeface="Gungsuh" pitchFamily="18" charset="-127"/>
                        <a:defRPr sz="1600"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sz="1400">
                          <a:solidFill>
                            <a:schemeClr val="tx1"/>
                          </a:solidFill>
                          <a:latin typeface="Arial" panose="020B0604020202020204" pitchFamily="34" charset="0"/>
                          <a:ea typeface="黑体" panose="02010609060101010101" charset="-122"/>
                        </a:defRPr>
                      </a:lvl4pPr>
                      <a:lvl5pPr marL="2057400" indent="-228600" eaLnBrk="0" hangingPunct="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 typeface="Wingdings" panose="05000000000000000000" pitchFamily="2" charset="2"/>
                        <a:buNone/>
                      </a:pPr>
                      <a:r>
                        <a:rPr kumimoji="0" lang="en-US" altLang="zh-CN" sz="1600" b="1" i="0" u="none" strike="noStrike" cap="none" normalizeH="0" baseline="0">
                          <a:ln>
                            <a:noFill/>
                          </a:ln>
                          <a:solidFill>
                            <a:schemeClr val="accent2"/>
                          </a:solidFill>
                          <a:effectLst/>
                          <a:latin typeface="CourierPS" pitchFamily="49" charset="0"/>
                          <a:ea typeface="宋体" panose="02010600030101010101" pitchFamily="2" charset="-122"/>
                        </a:rPr>
                        <a:t>sub</a:t>
                      </a:r>
                      <a:endParaRPr kumimoji="0" lang="en-US" altLang="zh-CN" sz="1600" b="1" i="0" u="none" strike="noStrike" cap="none" normalizeH="0" baseline="0">
                        <a:ln>
                          <a:noFill/>
                        </a:ln>
                        <a:solidFill>
                          <a:schemeClr val="accent2"/>
                        </a:solidFill>
                        <a:effectLst/>
                        <a:latin typeface="CourierPS" pitchFamily="49" charset="0"/>
                        <a:ea typeface="宋体" panose="02010600030101010101" pitchFamily="2" charset="-122"/>
                      </a:endParaRPr>
                    </a:p>
                  </a:txBody>
                  <a:tcPr marL="0" marR="0" marT="0" marB="0" anchor="b" anchorCtr="1" horzOverflow="overflow">
                    <a:lnL>
                      <a:noFill/>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lvl1pPr eaLnBrk="0" hangingPunct="0">
                        <a:spcBef>
                          <a:spcPct val="20000"/>
                        </a:spcBef>
                        <a:buFont typeface="Wingdings" panose="05000000000000000000" pitchFamily="2" charset="2"/>
                        <a:defRPr sz="2000" b="1">
                          <a:solidFill>
                            <a:schemeClr val="tx1"/>
                          </a:solidFill>
                          <a:latin typeface="Arial" panose="020B0604020202020204" pitchFamily="34" charset="0"/>
                          <a:ea typeface="黑体" panose="02010609060101010101" charset="-122"/>
                        </a:defRPr>
                      </a:lvl1pPr>
                      <a:lvl2pPr marL="742950" indent="-285750" eaLnBrk="0" hangingPunct="0">
                        <a:spcBef>
                          <a:spcPct val="20000"/>
                        </a:spcBef>
                        <a:buFont typeface="Wingdings" panose="05000000000000000000" pitchFamily="2" charset="2"/>
                        <a:defRPr b="1">
                          <a:solidFill>
                            <a:schemeClr val="tx1"/>
                          </a:solidFill>
                          <a:latin typeface="Arial" panose="020B0604020202020204" pitchFamily="34" charset="0"/>
                          <a:ea typeface="楷体_GB2312" pitchFamily="49" charset="-122"/>
                        </a:defRPr>
                      </a:lvl2pPr>
                      <a:lvl3pPr marL="1143000" indent="-228600" eaLnBrk="0" hangingPunct="0">
                        <a:spcBef>
                          <a:spcPct val="20000"/>
                        </a:spcBef>
                        <a:buFont typeface="Gungsuh" pitchFamily="18" charset="-127"/>
                        <a:defRPr sz="1600"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sz="1400">
                          <a:solidFill>
                            <a:schemeClr val="tx1"/>
                          </a:solidFill>
                          <a:latin typeface="Arial" panose="020B0604020202020204" pitchFamily="34" charset="0"/>
                          <a:ea typeface="黑体" panose="02010609060101010101" charset="-122"/>
                        </a:defRPr>
                      </a:lvl4pPr>
                      <a:lvl5pPr marL="2057400" indent="-228600" eaLnBrk="0" hangingPunct="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 typeface="Wingdings" panose="05000000000000000000" pitchFamily="2" charset="2"/>
                        <a:buNone/>
                      </a:pPr>
                      <a:r>
                        <a:rPr kumimoji="0" lang="en-US" altLang="zh-CN" sz="1600" b="1" i="0" u="none" strike="noStrike" cap="none" normalizeH="0" baseline="0">
                          <a:ln>
                            <a:noFill/>
                          </a:ln>
                          <a:solidFill>
                            <a:schemeClr val="tx1"/>
                          </a:solidFill>
                          <a:effectLst/>
                          <a:latin typeface="CourierPS" pitchFamily="49" charset="0"/>
                          <a:ea typeface="宋体" panose="02010600030101010101" pitchFamily="2" charset="-122"/>
                        </a:rPr>
                        <a:t>2a</a:t>
                      </a:r>
                      <a:endParaRPr kumimoji="0" lang="en-US" altLang="zh-CN" sz="1600" b="1" i="0" u="none" strike="noStrike" cap="none" normalizeH="0" baseline="0">
                        <a:ln>
                          <a:noFill/>
                        </a:ln>
                        <a:solidFill>
                          <a:schemeClr val="tx1"/>
                        </a:solidFill>
                        <a:effectLst/>
                        <a:latin typeface="CourierPS" pitchFamily="49" charset="0"/>
                        <a:ea typeface="宋体" panose="02010600030101010101" pitchFamily="2" charset="-122"/>
                      </a:endParaRPr>
                    </a:p>
                  </a:txBody>
                  <a:tcPr marL="0" marR="0" marT="0" marB="0" anchor="b" anchorCtr="1" horzOverflow="overflow">
                    <a:lnL w="12700" cap="flat" cmpd="sng" algn="ctr">
                      <a:solidFill>
                        <a:schemeClr val="tx1"/>
                      </a:solidFill>
                      <a:prstDash val="solid"/>
                      <a:round/>
                      <a:headEnd type="none" w="med" len="med"/>
                      <a:tailEnd type="none" w="med" len="med"/>
                    </a:lnL>
                    <a:lnR>
                      <a:noFill/>
                    </a:lnR>
                    <a:lnT>
                      <a:noFill/>
                    </a:lnT>
                    <a:lnB>
                      <a:noFill/>
                    </a:lnB>
                    <a:lnTlToBr>
                      <a:noFill/>
                    </a:lnTlToBr>
                    <a:lnBlToTr>
                      <a:noFill/>
                    </a:lnBlToTr>
                    <a:noFill/>
                  </a:tcPr>
                </a:tc>
                <a:tc>
                  <a:txBody>
                    <a:bodyPr/>
                    <a:lstStyle>
                      <a:lvl1pPr eaLnBrk="0" hangingPunct="0">
                        <a:spcBef>
                          <a:spcPct val="20000"/>
                        </a:spcBef>
                        <a:buFont typeface="Wingdings" panose="05000000000000000000" pitchFamily="2" charset="2"/>
                        <a:defRPr sz="2000" b="1">
                          <a:solidFill>
                            <a:schemeClr val="tx1"/>
                          </a:solidFill>
                          <a:latin typeface="Arial" panose="020B0604020202020204" pitchFamily="34" charset="0"/>
                          <a:ea typeface="黑体" panose="02010609060101010101" charset="-122"/>
                        </a:defRPr>
                      </a:lvl1pPr>
                      <a:lvl2pPr marL="742950" indent="-285750" eaLnBrk="0" hangingPunct="0">
                        <a:spcBef>
                          <a:spcPct val="20000"/>
                        </a:spcBef>
                        <a:buFont typeface="Wingdings" panose="05000000000000000000" pitchFamily="2" charset="2"/>
                        <a:defRPr b="1">
                          <a:solidFill>
                            <a:schemeClr val="tx1"/>
                          </a:solidFill>
                          <a:latin typeface="Arial" panose="020B0604020202020204" pitchFamily="34" charset="0"/>
                          <a:ea typeface="楷体_GB2312" pitchFamily="49" charset="-122"/>
                        </a:defRPr>
                      </a:lvl2pPr>
                      <a:lvl3pPr marL="1143000" indent="-228600" eaLnBrk="0" hangingPunct="0">
                        <a:spcBef>
                          <a:spcPct val="20000"/>
                        </a:spcBef>
                        <a:buFont typeface="Gungsuh" pitchFamily="18" charset="-127"/>
                        <a:defRPr sz="1600"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sz="1400">
                          <a:solidFill>
                            <a:schemeClr val="tx1"/>
                          </a:solidFill>
                          <a:latin typeface="Arial" panose="020B0604020202020204" pitchFamily="34" charset="0"/>
                          <a:ea typeface="黑体" panose="02010609060101010101" charset="-122"/>
                        </a:defRPr>
                      </a:lvl4pPr>
                      <a:lvl5pPr marL="2057400" indent="-228600" eaLnBrk="0" hangingPunct="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 typeface="Wingdings" panose="05000000000000000000" pitchFamily="2" charset="2"/>
                        <a:buNone/>
                      </a:pPr>
                      <a:r>
                        <a:rPr kumimoji="0" lang="zh-CN" altLang="en-US" sz="1600" b="1" i="0" u="none" strike="noStrike" cap="none" normalizeH="0" baseline="0">
                          <a:ln>
                            <a:noFill/>
                          </a:ln>
                          <a:solidFill>
                            <a:schemeClr val="accent2"/>
                          </a:solidFill>
                          <a:effectLst/>
                          <a:latin typeface="CourierPS" pitchFamily="49" charset="0"/>
                          <a:ea typeface="宋体" panose="02010600030101010101" pitchFamily="2" charset="-122"/>
                        </a:rPr>
                        <a:t>*</a:t>
                      </a:r>
                      <a:endParaRPr kumimoji="0" lang="zh-CN" altLang="en-US" sz="1600" b="1" i="0" u="none" strike="noStrike" cap="none" normalizeH="0" baseline="0">
                        <a:ln>
                          <a:noFill/>
                        </a:ln>
                        <a:solidFill>
                          <a:schemeClr val="accent2"/>
                        </a:solidFill>
                        <a:effectLst/>
                        <a:latin typeface="CourierPS" pitchFamily="49" charset="0"/>
                        <a:ea typeface="宋体" panose="02010600030101010101" pitchFamily="2" charset="-122"/>
                      </a:endParaRPr>
                    </a:p>
                  </a:txBody>
                  <a:tcPr marL="0" marR="0" marT="0" marB="0" anchor="b" anchorCtr="1" horzOverflow="overflow">
                    <a:lnL>
                      <a:noFill/>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lvl1pPr eaLnBrk="0" hangingPunct="0">
                        <a:spcBef>
                          <a:spcPct val="20000"/>
                        </a:spcBef>
                        <a:buFont typeface="Wingdings" panose="05000000000000000000" pitchFamily="2" charset="2"/>
                        <a:defRPr sz="2000" b="1">
                          <a:solidFill>
                            <a:schemeClr val="tx1"/>
                          </a:solidFill>
                          <a:latin typeface="Arial" panose="020B0604020202020204" pitchFamily="34" charset="0"/>
                          <a:ea typeface="黑体" panose="02010609060101010101" charset="-122"/>
                        </a:defRPr>
                      </a:lvl1pPr>
                      <a:lvl2pPr marL="742950" indent="-285750" eaLnBrk="0" hangingPunct="0">
                        <a:spcBef>
                          <a:spcPct val="20000"/>
                        </a:spcBef>
                        <a:buFont typeface="Wingdings" panose="05000000000000000000" pitchFamily="2" charset="2"/>
                        <a:defRPr b="1">
                          <a:solidFill>
                            <a:schemeClr val="tx1"/>
                          </a:solidFill>
                          <a:latin typeface="Arial" panose="020B0604020202020204" pitchFamily="34" charset="0"/>
                          <a:ea typeface="楷体_GB2312" pitchFamily="49" charset="-122"/>
                        </a:defRPr>
                      </a:lvl2pPr>
                      <a:lvl3pPr marL="1143000" indent="-228600" eaLnBrk="0" hangingPunct="0">
                        <a:spcBef>
                          <a:spcPct val="20000"/>
                        </a:spcBef>
                        <a:buFont typeface="Gungsuh" pitchFamily="18" charset="-127"/>
                        <a:defRPr sz="1600"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sz="1400">
                          <a:solidFill>
                            <a:schemeClr val="tx1"/>
                          </a:solidFill>
                          <a:latin typeface="Arial" panose="020B0604020202020204" pitchFamily="34" charset="0"/>
                          <a:ea typeface="黑体" panose="02010609060101010101" charset="-122"/>
                        </a:defRPr>
                      </a:lvl4pPr>
                      <a:lvl5pPr marL="2057400" indent="-228600" eaLnBrk="0" hangingPunct="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 typeface="Wingdings" panose="05000000000000000000" pitchFamily="2" charset="2"/>
                        <a:buNone/>
                      </a:pPr>
                      <a:r>
                        <a:rPr kumimoji="0" lang="en-US" altLang="zh-CN" sz="1600" b="1" i="0" u="none" strike="noStrike" cap="none" normalizeH="0" baseline="0">
                          <a:ln>
                            <a:noFill/>
                          </a:ln>
                          <a:solidFill>
                            <a:schemeClr val="tx1"/>
                          </a:solidFill>
                          <a:effectLst/>
                          <a:latin typeface="CourierPS" pitchFamily="49" charset="0"/>
                          <a:ea typeface="宋体" panose="02010600030101010101" pitchFamily="2" charset="-122"/>
                        </a:rPr>
                        <a:t>3a</a:t>
                      </a:r>
                      <a:endParaRPr kumimoji="0" lang="en-US" altLang="zh-CN" sz="1600" b="1" i="0" u="none" strike="noStrike" cap="none" normalizeH="0" baseline="0">
                        <a:ln>
                          <a:noFill/>
                        </a:ln>
                        <a:solidFill>
                          <a:schemeClr val="tx1"/>
                        </a:solidFill>
                        <a:effectLst/>
                        <a:latin typeface="CourierPS" pitchFamily="49" charset="0"/>
                        <a:ea typeface="宋体" panose="02010600030101010101" pitchFamily="2" charset="-122"/>
                      </a:endParaRPr>
                    </a:p>
                  </a:txBody>
                  <a:tcPr marL="0" marR="0" marT="0" marB="0" anchor="b" anchorCtr="1" horzOverflow="overflow">
                    <a:lnL w="12700" cap="flat" cmpd="sng" algn="ctr">
                      <a:solidFill>
                        <a:schemeClr val="tx1"/>
                      </a:solidFill>
                      <a:prstDash val="solid"/>
                      <a:round/>
                      <a:headEnd type="none" w="med" len="med"/>
                      <a:tailEnd type="none" w="med" len="med"/>
                    </a:lnL>
                    <a:lnR>
                      <a:noFill/>
                    </a:lnR>
                    <a:lnT>
                      <a:noFill/>
                    </a:lnT>
                    <a:lnB>
                      <a:noFill/>
                    </a:lnB>
                    <a:lnTlToBr>
                      <a:noFill/>
                    </a:lnTlToBr>
                    <a:lnBlToTr>
                      <a:noFill/>
                    </a:lnBlToTr>
                    <a:noFill/>
                  </a:tcPr>
                </a:tc>
                <a:tc>
                  <a:txBody>
                    <a:bodyPr/>
                    <a:lstStyle>
                      <a:lvl1pPr eaLnBrk="0" hangingPunct="0">
                        <a:spcBef>
                          <a:spcPct val="20000"/>
                        </a:spcBef>
                        <a:buFont typeface="Wingdings" panose="05000000000000000000" pitchFamily="2" charset="2"/>
                        <a:defRPr sz="2000" b="1">
                          <a:solidFill>
                            <a:schemeClr val="tx1"/>
                          </a:solidFill>
                          <a:latin typeface="Arial" panose="020B0604020202020204" pitchFamily="34" charset="0"/>
                          <a:ea typeface="黑体" panose="02010609060101010101" charset="-122"/>
                        </a:defRPr>
                      </a:lvl1pPr>
                      <a:lvl2pPr marL="742950" indent="-285750" eaLnBrk="0" hangingPunct="0">
                        <a:spcBef>
                          <a:spcPct val="20000"/>
                        </a:spcBef>
                        <a:buFont typeface="Wingdings" panose="05000000000000000000" pitchFamily="2" charset="2"/>
                        <a:defRPr b="1">
                          <a:solidFill>
                            <a:schemeClr val="tx1"/>
                          </a:solidFill>
                          <a:latin typeface="Arial" panose="020B0604020202020204" pitchFamily="34" charset="0"/>
                          <a:ea typeface="楷体_GB2312" pitchFamily="49" charset="-122"/>
                        </a:defRPr>
                      </a:lvl2pPr>
                      <a:lvl3pPr marL="1143000" indent="-228600" eaLnBrk="0" hangingPunct="0">
                        <a:spcBef>
                          <a:spcPct val="20000"/>
                        </a:spcBef>
                        <a:buFont typeface="Gungsuh" pitchFamily="18" charset="-127"/>
                        <a:defRPr sz="1600"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sz="1400">
                          <a:solidFill>
                            <a:schemeClr val="tx1"/>
                          </a:solidFill>
                          <a:latin typeface="Arial" panose="020B0604020202020204" pitchFamily="34" charset="0"/>
                          <a:ea typeface="黑体" panose="02010609060101010101" charset="-122"/>
                        </a:defRPr>
                      </a:lvl4pPr>
                      <a:lvl5pPr marL="2057400" indent="-228600" eaLnBrk="0" hangingPunct="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 typeface="Wingdings" panose="05000000000000000000" pitchFamily="2" charset="2"/>
                        <a:buNone/>
                      </a:pPr>
                      <a:r>
                        <a:rPr kumimoji="0" lang="en-US" altLang="zh-CN" sz="1600" b="1" i="0" u="none" strike="noStrike" cap="none" normalizeH="0" baseline="0">
                          <a:ln>
                            <a:noFill/>
                          </a:ln>
                          <a:solidFill>
                            <a:schemeClr val="accent2"/>
                          </a:solidFill>
                          <a:effectLst/>
                          <a:latin typeface="CourierPS" pitchFamily="49" charset="0"/>
                          <a:ea typeface="宋体" panose="02010600030101010101" pitchFamily="2" charset="-122"/>
                        </a:rPr>
                        <a:t>:</a:t>
                      </a:r>
                      <a:endParaRPr kumimoji="0" lang="en-US" altLang="zh-CN" sz="1600" b="1" i="0" u="none" strike="noStrike" cap="none" normalizeH="0" baseline="0">
                        <a:ln>
                          <a:noFill/>
                        </a:ln>
                        <a:solidFill>
                          <a:schemeClr val="accent2"/>
                        </a:solidFill>
                        <a:effectLst/>
                        <a:latin typeface="CourierPS" pitchFamily="49" charset="0"/>
                        <a:ea typeface="宋体" panose="02010600030101010101" pitchFamily="2" charset="-122"/>
                      </a:endParaRPr>
                    </a:p>
                  </a:txBody>
                  <a:tcPr marL="0" marR="0" marT="0" marB="0" anchor="b" anchorCtr="1" horzOverflow="overflow">
                    <a:lnL>
                      <a:noFill/>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lvl1pPr eaLnBrk="0" hangingPunct="0">
                        <a:spcBef>
                          <a:spcPct val="20000"/>
                        </a:spcBef>
                        <a:buFont typeface="Wingdings" panose="05000000000000000000" pitchFamily="2" charset="2"/>
                        <a:defRPr sz="2000" b="1">
                          <a:solidFill>
                            <a:schemeClr val="tx1"/>
                          </a:solidFill>
                          <a:latin typeface="Arial" panose="020B0604020202020204" pitchFamily="34" charset="0"/>
                          <a:ea typeface="黑体" panose="02010609060101010101" charset="-122"/>
                        </a:defRPr>
                      </a:lvl1pPr>
                      <a:lvl2pPr marL="742950" indent="-285750" eaLnBrk="0" hangingPunct="0">
                        <a:spcBef>
                          <a:spcPct val="20000"/>
                        </a:spcBef>
                        <a:buFont typeface="Wingdings" panose="05000000000000000000" pitchFamily="2" charset="2"/>
                        <a:defRPr b="1">
                          <a:solidFill>
                            <a:schemeClr val="tx1"/>
                          </a:solidFill>
                          <a:latin typeface="Arial" panose="020B0604020202020204" pitchFamily="34" charset="0"/>
                          <a:ea typeface="楷体_GB2312" pitchFamily="49" charset="-122"/>
                        </a:defRPr>
                      </a:lvl2pPr>
                      <a:lvl3pPr marL="1143000" indent="-228600" eaLnBrk="0" hangingPunct="0">
                        <a:spcBef>
                          <a:spcPct val="20000"/>
                        </a:spcBef>
                        <a:buFont typeface="Gungsuh" pitchFamily="18" charset="-127"/>
                        <a:defRPr sz="1600"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sz="1400">
                          <a:solidFill>
                            <a:schemeClr val="tx1"/>
                          </a:solidFill>
                          <a:latin typeface="Arial" panose="020B0604020202020204" pitchFamily="34" charset="0"/>
                          <a:ea typeface="黑体" panose="02010609060101010101" charset="-122"/>
                        </a:defRPr>
                      </a:lvl4pPr>
                      <a:lvl5pPr marL="2057400" indent="-228600" eaLnBrk="0" hangingPunct="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 typeface="Wingdings" panose="05000000000000000000" pitchFamily="2" charset="2"/>
                        <a:buNone/>
                      </a:pPr>
                      <a:r>
                        <a:rPr kumimoji="0" lang="en-US" altLang="zh-CN" sz="1600" b="1" i="0" u="none" strike="noStrike" cap="none" normalizeH="0" baseline="0">
                          <a:ln>
                            <a:noFill/>
                          </a:ln>
                          <a:solidFill>
                            <a:schemeClr val="tx1"/>
                          </a:solidFill>
                          <a:effectLst/>
                          <a:latin typeface="CourierPS" pitchFamily="49" charset="0"/>
                          <a:ea typeface="宋体" panose="02010600030101010101" pitchFamily="2" charset="-122"/>
                        </a:rPr>
                        <a:t>4a</a:t>
                      </a:r>
                      <a:endParaRPr kumimoji="0" lang="en-US" altLang="zh-CN" sz="1600" b="1" i="0" u="none" strike="noStrike" cap="none" normalizeH="0" baseline="0">
                        <a:ln>
                          <a:noFill/>
                        </a:ln>
                        <a:solidFill>
                          <a:schemeClr val="tx1"/>
                        </a:solidFill>
                        <a:effectLst/>
                        <a:latin typeface="CourierPS" pitchFamily="49" charset="0"/>
                        <a:ea typeface="宋体" panose="02010600030101010101" pitchFamily="2" charset="-122"/>
                      </a:endParaRPr>
                    </a:p>
                  </a:txBody>
                  <a:tcPr marL="0" marR="0" marT="0" marB="0" anchor="b" anchorCtr="1" horzOverflow="overflow">
                    <a:lnL w="12700" cap="flat" cmpd="sng" algn="ctr">
                      <a:solidFill>
                        <a:schemeClr val="tx1"/>
                      </a:solidFill>
                      <a:prstDash val="solid"/>
                      <a:round/>
                      <a:headEnd type="none" w="med" len="med"/>
                      <a:tailEnd type="none" w="med" len="med"/>
                    </a:lnL>
                    <a:lnR>
                      <a:noFill/>
                    </a:lnR>
                    <a:lnT>
                      <a:noFill/>
                    </a:lnT>
                    <a:lnB>
                      <a:noFill/>
                    </a:lnB>
                    <a:lnTlToBr>
                      <a:noFill/>
                    </a:lnTlToBr>
                    <a:lnBlToTr>
                      <a:noFill/>
                    </a:lnBlToTr>
                    <a:noFill/>
                  </a:tcPr>
                </a:tc>
                <a:tc>
                  <a:txBody>
                    <a:bodyPr/>
                    <a:lstStyle>
                      <a:lvl1pPr eaLnBrk="0" hangingPunct="0">
                        <a:spcBef>
                          <a:spcPct val="20000"/>
                        </a:spcBef>
                        <a:buFont typeface="Wingdings" panose="05000000000000000000" pitchFamily="2" charset="2"/>
                        <a:defRPr sz="2000" b="1">
                          <a:solidFill>
                            <a:schemeClr val="tx1"/>
                          </a:solidFill>
                          <a:latin typeface="Arial" panose="020B0604020202020204" pitchFamily="34" charset="0"/>
                          <a:ea typeface="黑体" panose="02010609060101010101" charset="-122"/>
                        </a:defRPr>
                      </a:lvl1pPr>
                      <a:lvl2pPr marL="742950" indent="-285750" eaLnBrk="0" hangingPunct="0">
                        <a:spcBef>
                          <a:spcPct val="20000"/>
                        </a:spcBef>
                        <a:buFont typeface="Wingdings" panose="05000000000000000000" pitchFamily="2" charset="2"/>
                        <a:defRPr b="1">
                          <a:solidFill>
                            <a:schemeClr val="tx1"/>
                          </a:solidFill>
                          <a:latin typeface="Arial" panose="020B0604020202020204" pitchFamily="34" charset="0"/>
                          <a:ea typeface="楷体_GB2312" pitchFamily="49" charset="-122"/>
                        </a:defRPr>
                      </a:lvl2pPr>
                      <a:lvl3pPr marL="1143000" indent="-228600" eaLnBrk="0" hangingPunct="0">
                        <a:spcBef>
                          <a:spcPct val="20000"/>
                        </a:spcBef>
                        <a:buFont typeface="Gungsuh" pitchFamily="18" charset="-127"/>
                        <a:defRPr sz="1600"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sz="1400">
                          <a:solidFill>
                            <a:schemeClr val="tx1"/>
                          </a:solidFill>
                          <a:latin typeface="Arial" panose="020B0604020202020204" pitchFamily="34" charset="0"/>
                          <a:ea typeface="黑体" panose="02010609060101010101" charset="-122"/>
                        </a:defRPr>
                      </a:lvl4pPr>
                      <a:lvl5pPr marL="2057400" indent="-228600" eaLnBrk="0" hangingPunct="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 typeface="Wingdings" panose="05000000000000000000" pitchFamily="2" charset="2"/>
                        <a:buNone/>
                      </a:pPr>
                      <a:r>
                        <a:rPr kumimoji="0" lang="en-US" altLang="zh-CN" sz="1600" b="1" i="0" u="none" strike="noStrike" cap="none" normalizeH="0" baseline="0">
                          <a:ln>
                            <a:noFill/>
                          </a:ln>
                          <a:solidFill>
                            <a:schemeClr val="accent2"/>
                          </a:solidFill>
                          <a:effectLst/>
                          <a:latin typeface="CourierPS" pitchFamily="49" charset="0"/>
                          <a:ea typeface="宋体" panose="02010600030101010101" pitchFamily="2" charset="-122"/>
                        </a:rPr>
                        <a:t>J</a:t>
                      </a:r>
                      <a:endParaRPr kumimoji="0" lang="en-US" altLang="zh-CN" sz="1600" b="1" i="0" u="none" strike="noStrike" cap="none" normalizeH="0" baseline="0">
                        <a:ln>
                          <a:noFill/>
                        </a:ln>
                        <a:solidFill>
                          <a:schemeClr val="accent2"/>
                        </a:solidFill>
                        <a:effectLst/>
                        <a:latin typeface="CourierPS" pitchFamily="49" charset="0"/>
                        <a:ea typeface="宋体" panose="02010600030101010101" pitchFamily="2" charset="-122"/>
                      </a:endParaRPr>
                    </a:p>
                  </a:txBody>
                  <a:tcPr marL="0" marR="0" marT="0" marB="0" anchor="b" anchorCtr="1" horzOverflow="overflow">
                    <a:lnL>
                      <a:noFill/>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lvl1pPr eaLnBrk="0" hangingPunct="0">
                        <a:spcBef>
                          <a:spcPct val="20000"/>
                        </a:spcBef>
                        <a:buFont typeface="Wingdings" panose="05000000000000000000" pitchFamily="2" charset="2"/>
                        <a:defRPr sz="2000" b="1">
                          <a:solidFill>
                            <a:schemeClr val="tx1"/>
                          </a:solidFill>
                          <a:latin typeface="Arial" panose="020B0604020202020204" pitchFamily="34" charset="0"/>
                          <a:ea typeface="黑体" panose="02010609060101010101" charset="-122"/>
                        </a:defRPr>
                      </a:lvl1pPr>
                      <a:lvl2pPr marL="742950" indent="-285750" eaLnBrk="0" hangingPunct="0">
                        <a:spcBef>
                          <a:spcPct val="20000"/>
                        </a:spcBef>
                        <a:buFont typeface="Wingdings" panose="05000000000000000000" pitchFamily="2" charset="2"/>
                        <a:defRPr b="1">
                          <a:solidFill>
                            <a:schemeClr val="tx1"/>
                          </a:solidFill>
                          <a:latin typeface="Arial" panose="020B0604020202020204" pitchFamily="34" charset="0"/>
                          <a:ea typeface="楷体_GB2312" pitchFamily="49" charset="-122"/>
                        </a:defRPr>
                      </a:lvl2pPr>
                      <a:lvl3pPr marL="1143000" indent="-228600" eaLnBrk="0" hangingPunct="0">
                        <a:spcBef>
                          <a:spcPct val="20000"/>
                        </a:spcBef>
                        <a:buFont typeface="Gungsuh" pitchFamily="18" charset="-127"/>
                        <a:defRPr sz="1600"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sz="1400">
                          <a:solidFill>
                            <a:schemeClr val="tx1"/>
                          </a:solidFill>
                          <a:latin typeface="Arial" panose="020B0604020202020204" pitchFamily="34" charset="0"/>
                          <a:ea typeface="黑体" panose="02010609060101010101" charset="-122"/>
                        </a:defRPr>
                      </a:lvl4pPr>
                      <a:lvl5pPr marL="2057400" indent="-228600" eaLnBrk="0" hangingPunct="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 typeface="Wingdings" panose="05000000000000000000" pitchFamily="2" charset="2"/>
                        <a:buNone/>
                      </a:pPr>
                      <a:r>
                        <a:rPr kumimoji="0" lang="en-US" altLang="zh-CN" sz="1600" b="1" i="0" u="none" strike="noStrike" cap="none" normalizeH="0" baseline="0">
                          <a:ln>
                            <a:noFill/>
                          </a:ln>
                          <a:solidFill>
                            <a:schemeClr val="tx1"/>
                          </a:solidFill>
                          <a:effectLst/>
                          <a:latin typeface="CourierPS" pitchFamily="49" charset="0"/>
                          <a:ea typeface="宋体" panose="02010600030101010101" pitchFamily="2" charset="-122"/>
                        </a:rPr>
                        <a:t>5a</a:t>
                      </a:r>
                      <a:endParaRPr kumimoji="0" lang="en-US" altLang="zh-CN" sz="1600" b="1" i="0" u="none" strike="noStrike" cap="none" normalizeH="0" baseline="0">
                        <a:ln>
                          <a:noFill/>
                        </a:ln>
                        <a:solidFill>
                          <a:schemeClr val="tx1"/>
                        </a:solidFill>
                        <a:effectLst/>
                        <a:latin typeface="CourierPS" pitchFamily="49" charset="0"/>
                        <a:ea typeface="宋体" panose="02010600030101010101" pitchFamily="2" charset="-122"/>
                      </a:endParaRPr>
                    </a:p>
                  </a:txBody>
                  <a:tcPr marL="0" marR="0" marT="0" marB="0" anchor="b" anchorCtr="1" horzOverflow="overflow">
                    <a:lnL w="12700" cap="flat" cmpd="sng" algn="ctr">
                      <a:solidFill>
                        <a:schemeClr val="tx1"/>
                      </a:solidFill>
                      <a:prstDash val="solid"/>
                      <a:round/>
                      <a:headEnd type="none" w="med" len="med"/>
                      <a:tailEnd type="none" w="med" len="med"/>
                    </a:lnL>
                    <a:lnR>
                      <a:noFill/>
                    </a:lnR>
                    <a:lnT>
                      <a:noFill/>
                    </a:lnT>
                    <a:lnB>
                      <a:noFill/>
                    </a:lnB>
                    <a:lnTlToBr>
                      <a:noFill/>
                    </a:lnTlToBr>
                    <a:lnBlToTr>
                      <a:noFill/>
                    </a:lnBlToTr>
                    <a:noFill/>
                  </a:tcPr>
                </a:tc>
                <a:tc>
                  <a:txBody>
                    <a:bodyPr/>
                    <a:lstStyle>
                      <a:lvl1pPr eaLnBrk="0" hangingPunct="0">
                        <a:spcBef>
                          <a:spcPct val="20000"/>
                        </a:spcBef>
                        <a:buFont typeface="Wingdings" panose="05000000000000000000" pitchFamily="2" charset="2"/>
                        <a:defRPr sz="2000" b="1">
                          <a:solidFill>
                            <a:schemeClr val="tx1"/>
                          </a:solidFill>
                          <a:latin typeface="Arial" panose="020B0604020202020204" pitchFamily="34" charset="0"/>
                          <a:ea typeface="黑体" panose="02010609060101010101" charset="-122"/>
                        </a:defRPr>
                      </a:lvl1pPr>
                      <a:lvl2pPr marL="742950" indent="-285750" eaLnBrk="0" hangingPunct="0">
                        <a:spcBef>
                          <a:spcPct val="20000"/>
                        </a:spcBef>
                        <a:buFont typeface="Wingdings" panose="05000000000000000000" pitchFamily="2" charset="2"/>
                        <a:defRPr b="1">
                          <a:solidFill>
                            <a:schemeClr val="tx1"/>
                          </a:solidFill>
                          <a:latin typeface="Arial" panose="020B0604020202020204" pitchFamily="34" charset="0"/>
                          <a:ea typeface="楷体_GB2312" pitchFamily="49" charset="-122"/>
                        </a:defRPr>
                      </a:lvl2pPr>
                      <a:lvl3pPr marL="1143000" indent="-228600" eaLnBrk="0" hangingPunct="0">
                        <a:spcBef>
                          <a:spcPct val="20000"/>
                        </a:spcBef>
                        <a:buFont typeface="Gungsuh" pitchFamily="18" charset="-127"/>
                        <a:defRPr sz="1600"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sz="1400">
                          <a:solidFill>
                            <a:schemeClr val="tx1"/>
                          </a:solidFill>
                          <a:latin typeface="Arial" panose="020B0604020202020204" pitchFamily="34" charset="0"/>
                          <a:ea typeface="黑体" panose="02010609060101010101" charset="-122"/>
                        </a:defRPr>
                      </a:lvl4pPr>
                      <a:lvl5pPr marL="2057400" indent="-228600" eaLnBrk="0" hangingPunct="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 typeface="Wingdings" panose="05000000000000000000" pitchFamily="2" charset="2"/>
                        <a:buNone/>
                      </a:pPr>
                      <a:r>
                        <a:rPr kumimoji="0" lang="en-US" altLang="zh-CN" sz="1600" b="1" i="0" u="none" strike="noStrike" cap="none" normalizeH="0" baseline="0">
                          <a:ln>
                            <a:noFill/>
                          </a:ln>
                          <a:solidFill>
                            <a:schemeClr val="tx1"/>
                          </a:solidFill>
                          <a:effectLst/>
                          <a:latin typeface="CourierPS" pitchFamily="49" charset="0"/>
                          <a:ea typeface="宋体" panose="02010600030101010101" pitchFamily="2" charset="-122"/>
                        </a:rPr>
                        <a:t>Z</a:t>
                      </a:r>
                      <a:endParaRPr kumimoji="0" lang="en-US" altLang="zh-CN" sz="1600" b="1" i="0" u="none" strike="noStrike" cap="none" normalizeH="0" baseline="0">
                        <a:ln>
                          <a:noFill/>
                        </a:ln>
                        <a:solidFill>
                          <a:schemeClr val="tx1"/>
                        </a:solidFill>
                        <a:effectLst/>
                        <a:latin typeface="CourierPS" pitchFamily="49" charset="0"/>
                        <a:ea typeface="宋体" panose="02010600030101010101" pitchFamily="2" charset="-122"/>
                      </a:endParaRPr>
                    </a:p>
                  </a:txBody>
                  <a:tcPr marL="0" marR="0" marT="0" marB="0" anchor="b" anchorCtr="1" horzOverflow="overflow">
                    <a:lnL>
                      <a:noFill/>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lvl1pPr eaLnBrk="0" hangingPunct="0">
                        <a:spcBef>
                          <a:spcPct val="20000"/>
                        </a:spcBef>
                        <a:buFont typeface="Wingdings" panose="05000000000000000000" pitchFamily="2" charset="2"/>
                        <a:defRPr sz="2000" b="1">
                          <a:solidFill>
                            <a:schemeClr val="tx1"/>
                          </a:solidFill>
                          <a:latin typeface="Arial" panose="020B0604020202020204" pitchFamily="34" charset="0"/>
                          <a:ea typeface="黑体" panose="02010609060101010101" charset="-122"/>
                        </a:defRPr>
                      </a:lvl1pPr>
                      <a:lvl2pPr marL="742950" indent="-285750" eaLnBrk="0" hangingPunct="0">
                        <a:spcBef>
                          <a:spcPct val="20000"/>
                        </a:spcBef>
                        <a:buFont typeface="Wingdings" panose="05000000000000000000" pitchFamily="2" charset="2"/>
                        <a:defRPr b="1">
                          <a:solidFill>
                            <a:schemeClr val="tx1"/>
                          </a:solidFill>
                          <a:latin typeface="Arial" panose="020B0604020202020204" pitchFamily="34" charset="0"/>
                          <a:ea typeface="楷体_GB2312" pitchFamily="49" charset="-122"/>
                        </a:defRPr>
                      </a:lvl2pPr>
                      <a:lvl3pPr marL="1143000" indent="-228600" eaLnBrk="0" hangingPunct="0">
                        <a:spcBef>
                          <a:spcPct val="20000"/>
                        </a:spcBef>
                        <a:buFont typeface="Gungsuh" pitchFamily="18" charset="-127"/>
                        <a:defRPr sz="1600"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sz="1400">
                          <a:solidFill>
                            <a:schemeClr val="tx1"/>
                          </a:solidFill>
                          <a:latin typeface="Arial" panose="020B0604020202020204" pitchFamily="34" charset="0"/>
                          <a:ea typeface="黑体" panose="02010609060101010101" charset="-122"/>
                        </a:defRPr>
                      </a:lvl4pPr>
                      <a:lvl5pPr marL="2057400" indent="-228600" eaLnBrk="0" hangingPunct="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 typeface="Wingdings" panose="05000000000000000000" pitchFamily="2" charset="2"/>
                        <a:buNone/>
                      </a:pPr>
                      <a:r>
                        <a:rPr kumimoji="0" lang="en-US" altLang="zh-CN" sz="1600" b="1" i="0" u="none" strike="noStrike" cap="none" normalizeH="0" baseline="0">
                          <a:ln>
                            <a:noFill/>
                          </a:ln>
                          <a:solidFill>
                            <a:schemeClr val="tx1"/>
                          </a:solidFill>
                          <a:effectLst/>
                          <a:latin typeface="CourierPS" pitchFamily="49" charset="0"/>
                          <a:ea typeface="宋体" panose="02010600030101010101" pitchFamily="2" charset="-122"/>
                        </a:rPr>
                        <a:t>6a</a:t>
                      </a:r>
                      <a:endParaRPr kumimoji="0" lang="en-US" altLang="zh-CN" sz="1600" b="1" i="0" u="none" strike="noStrike" cap="none" normalizeH="0" baseline="0">
                        <a:ln>
                          <a:noFill/>
                        </a:ln>
                        <a:solidFill>
                          <a:schemeClr val="tx1"/>
                        </a:solidFill>
                        <a:effectLst/>
                        <a:latin typeface="CourierPS" pitchFamily="49" charset="0"/>
                        <a:ea typeface="宋体" panose="02010600030101010101" pitchFamily="2" charset="-122"/>
                      </a:endParaRPr>
                    </a:p>
                  </a:txBody>
                  <a:tcPr marL="0" marR="0" marT="0" marB="0" anchor="b" anchorCtr="1" horzOverflow="overflow">
                    <a:lnL w="12700" cap="flat" cmpd="sng" algn="ctr">
                      <a:solidFill>
                        <a:schemeClr val="tx1"/>
                      </a:solidFill>
                      <a:prstDash val="solid"/>
                      <a:round/>
                      <a:headEnd type="none" w="med" len="med"/>
                      <a:tailEnd type="none" w="med" len="med"/>
                    </a:lnL>
                    <a:lnR>
                      <a:noFill/>
                    </a:lnR>
                    <a:lnT>
                      <a:noFill/>
                    </a:lnT>
                    <a:lnB>
                      <a:noFill/>
                    </a:lnB>
                    <a:lnTlToBr>
                      <a:noFill/>
                    </a:lnTlToBr>
                    <a:lnBlToTr>
                      <a:noFill/>
                    </a:lnBlToTr>
                    <a:noFill/>
                  </a:tcPr>
                </a:tc>
                <a:tc>
                  <a:txBody>
                    <a:bodyPr/>
                    <a:lstStyle>
                      <a:lvl1pPr eaLnBrk="0" hangingPunct="0">
                        <a:spcBef>
                          <a:spcPct val="20000"/>
                        </a:spcBef>
                        <a:buFont typeface="Wingdings" panose="05000000000000000000" pitchFamily="2" charset="2"/>
                        <a:defRPr sz="2000" b="1">
                          <a:solidFill>
                            <a:schemeClr val="tx1"/>
                          </a:solidFill>
                          <a:latin typeface="Arial" panose="020B0604020202020204" pitchFamily="34" charset="0"/>
                          <a:ea typeface="黑体" panose="02010609060101010101" charset="-122"/>
                        </a:defRPr>
                      </a:lvl1pPr>
                      <a:lvl2pPr marL="742950" indent="-285750" eaLnBrk="0" hangingPunct="0">
                        <a:spcBef>
                          <a:spcPct val="20000"/>
                        </a:spcBef>
                        <a:buFont typeface="Wingdings" panose="05000000000000000000" pitchFamily="2" charset="2"/>
                        <a:defRPr b="1">
                          <a:solidFill>
                            <a:schemeClr val="tx1"/>
                          </a:solidFill>
                          <a:latin typeface="Arial" panose="020B0604020202020204" pitchFamily="34" charset="0"/>
                          <a:ea typeface="楷体_GB2312" pitchFamily="49" charset="-122"/>
                        </a:defRPr>
                      </a:lvl2pPr>
                      <a:lvl3pPr marL="1143000" indent="-228600" eaLnBrk="0" hangingPunct="0">
                        <a:spcBef>
                          <a:spcPct val="20000"/>
                        </a:spcBef>
                        <a:buFont typeface="Gungsuh" pitchFamily="18" charset="-127"/>
                        <a:defRPr sz="1600"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sz="1400">
                          <a:solidFill>
                            <a:schemeClr val="tx1"/>
                          </a:solidFill>
                          <a:latin typeface="Arial" panose="020B0604020202020204" pitchFamily="34" charset="0"/>
                          <a:ea typeface="黑体" panose="02010609060101010101" charset="-122"/>
                        </a:defRPr>
                      </a:lvl4pPr>
                      <a:lvl5pPr marL="2057400" indent="-228600" eaLnBrk="0" hangingPunct="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 typeface="Wingdings" panose="05000000000000000000" pitchFamily="2" charset="2"/>
                        <a:buNone/>
                      </a:pPr>
                      <a:r>
                        <a:rPr kumimoji="0" lang="en-US" altLang="zh-CN" sz="1600" b="1" i="0" u="none" strike="noStrike" cap="none" normalizeH="0" baseline="0">
                          <a:ln>
                            <a:noFill/>
                          </a:ln>
                          <a:solidFill>
                            <a:schemeClr val="accent2"/>
                          </a:solidFill>
                          <a:effectLst/>
                          <a:latin typeface="CourierPS" pitchFamily="49" charset="0"/>
                          <a:ea typeface="宋体" panose="02010600030101010101" pitchFamily="2" charset="-122"/>
                        </a:rPr>
                        <a:t>j</a:t>
                      </a:r>
                      <a:endParaRPr kumimoji="0" lang="en-US" altLang="zh-CN" sz="1600" b="1" i="0" u="none" strike="noStrike" cap="none" normalizeH="0" baseline="0">
                        <a:ln>
                          <a:noFill/>
                        </a:ln>
                        <a:solidFill>
                          <a:schemeClr val="accent2"/>
                        </a:solidFill>
                        <a:effectLst/>
                        <a:latin typeface="CourierPS" pitchFamily="49" charset="0"/>
                        <a:ea typeface="宋体" panose="02010600030101010101" pitchFamily="2" charset="-122"/>
                      </a:endParaRPr>
                    </a:p>
                  </a:txBody>
                  <a:tcPr marL="0" marR="0" marT="0" marB="0" anchor="b" anchorCtr="1" horzOverflow="overflow">
                    <a:lnL>
                      <a:noFill/>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lvl1pPr eaLnBrk="0" hangingPunct="0">
                        <a:spcBef>
                          <a:spcPct val="20000"/>
                        </a:spcBef>
                        <a:buFont typeface="Wingdings" panose="05000000000000000000" pitchFamily="2" charset="2"/>
                        <a:defRPr sz="2000" b="1">
                          <a:solidFill>
                            <a:schemeClr val="tx1"/>
                          </a:solidFill>
                          <a:latin typeface="Arial" panose="020B0604020202020204" pitchFamily="34" charset="0"/>
                          <a:ea typeface="黑体" panose="02010609060101010101" charset="-122"/>
                        </a:defRPr>
                      </a:lvl1pPr>
                      <a:lvl2pPr marL="742950" indent="-285750" eaLnBrk="0" hangingPunct="0">
                        <a:spcBef>
                          <a:spcPct val="20000"/>
                        </a:spcBef>
                        <a:buFont typeface="Wingdings" panose="05000000000000000000" pitchFamily="2" charset="2"/>
                        <a:defRPr b="1">
                          <a:solidFill>
                            <a:schemeClr val="tx1"/>
                          </a:solidFill>
                          <a:latin typeface="Arial" panose="020B0604020202020204" pitchFamily="34" charset="0"/>
                          <a:ea typeface="楷体_GB2312" pitchFamily="49" charset="-122"/>
                        </a:defRPr>
                      </a:lvl2pPr>
                      <a:lvl3pPr marL="1143000" indent="-228600" eaLnBrk="0" hangingPunct="0">
                        <a:spcBef>
                          <a:spcPct val="20000"/>
                        </a:spcBef>
                        <a:buFont typeface="Gungsuh" pitchFamily="18" charset="-127"/>
                        <a:defRPr sz="1600"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sz="1400">
                          <a:solidFill>
                            <a:schemeClr val="tx1"/>
                          </a:solidFill>
                          <a:latin typeface="Arial" panose="020B0604020202020204" pitchFamily="34" charset="0"/>
                          <a:ea typeface="黑体" panose="02010609060101010101" charset="-122"/>
                        </a:defRPr>
                      </a:lvl4pPr>
                      <a:lvl5pPr marL="2057400" indent="-228600" eaLnBrk="0" hangingPunct="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 typeface="Wingdings" panose="05000000000000000000" pitchFamily="2" charset="2"/>
                        <a:buNone/>
                      </a:pPr>
                      <a:r>
                        <a:rPr kumimoji="0" lang="en-US" altLang="zh-CN" sz="1600" b="1" i="0" u="none" strike="noStrike" cap="none" normalizeH="0" baseline="0">
                          <a:ln>
                            <a:noFill/>
                          </a:ln>
                          <a:solidFill>
                            <a:schemeClr val="tx1"/>
                          </a:solidFill>
                          <a:effectLst/>
                          <a:latin typeface="CourierPS" pitchFamily="49" charset="0"/>
                          <a:ea typeface="宋体" panose="02010600030101010101" pitchFamily="2" charset="-122"/>
                        </a:rPr>
                        <a:t>7a</a:t>
                      </a:r>
                      <a:endParaRPr kumimoji="0" lang="en-US" altLang="zh-CN" sz="1600" b="1" i="0" u="none" strike="noStrike" cap="none" normalizeH="0" baseline="0">
                        <a:ln>
                          <a:noFill/>
                        </a:ln>
                        <a:solidFill>
                          <a:schemeClr val="tx1"/>
                        </a:solidFill>
                        <a:effectLst/>
                        <a:latin typeface="CourierPS" pitchFamily="49" charset="0"/>
                        <a:ea typeface="宋体" panose="02010600030101010101" pitchFamily="2" charset="-122"/>
                      </a:endParaRPr>
                    </a:p>
                  </a:txBody>
                  <a:tcPr marL="0" marR="0" marT="0" marB="0" anchor="b" anchorCtr="1" horzOverflow="overflow">
                    <a:lnL w="12700" cap="flat" cmpd="sng" algn="ctr">
                      <a:solidFill>
                        <a:schemeClr val="tx1"/>
                      </a:solidFill>
                      <a:prstDash val="solid"/>
                      <a:round/>
                      <a:headEnd type="none" w="med" len="med"/>
                      <a:tailEnd type="none" w="med" len="med"/>
                    </a:lnL>
                    <a:lnR>
                      <a:noFill/>
                    </a:lnR>
                    <a:lnT>
                      <a:noFill/>
                    </a:lnT>
                    <a:lnB>
                      <a:noFill/>
                    </a:lnB>
                    <a:lnTlToBr>
                      <a:noFill/>
                    </a:lnTlToBr>
                    <a:lnBlToTr>
                      <a:noFill/>
                    </a:lnBlToTr>
                    <a:noFill/>
                  </a:tcPr>
                </a:tc>
                <a:tc>
                  <a:txBody>
                    <a:bodyPr/>
                    <a:lstStyle>
                      <a:lvl1pPr eaLnBrk="0" hangingPunct="0">
                        <a:spcBef>
                          <a:spcPct val="20000"/>
                        </a:spcBef>
                        <a:buFont typeface="Wingdings" panose="05000000000000000000" pitchFamily="2" charset="2"/>
                        <a:defRPr sz="2000" b="1">
                          <a:solidFill>
                            <a:schemeClr val="tx1"/>
                          </a:solidFill>
                          <a:latin typeface="Arial" panose="020B0604020202020204" pitchFamily="34" charset="0"/>
                          <a:ea typeface="黑体" panose="02010609060101010101" charset="-122"/>
                        </a:defRPr>
                      </a:lvl1pPr>
                      <a:lvl2pPr marL="742950" indent="-285750" eaLnBrk="0" hangingPunct="0">
                        <a:spcBef>
                          <a:spcPct val="20000"/>
                        </a:spcBef>
                        <a:buFont typeface="Wingdings" panose="05000000000000000000" pitchFamily="2" charset="2"/>
                        <a:defRPr b="1">
                          <a:solidFill>
                            <a:schemeClr val="tx1"/>
                          </a:solidFill>
                          <a:latin typeface="Arial" panose="020B0604020202020204" pitchFamily="34" charset="0"/>
                          <a:ea typeface="楷体_GB2312" pitchFamily="49" charset="-122"/>
                        </a:defRPr>
                      </a:lvl2pPr>
                      <a:lvl3pPr marL="1143000" indent="-228600" eaLnBrk="0" hangingPunct="0">
                        <a:spcBef>
                          <a:spcPct val="20000"/>
                        </a:spcBef>
                        <a:buFont typeface="Gungsuh" pitchFamily="18" charset="-127"/>
                        <a:defRPr sz="1600"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sz="1400">
                          <a:solidFill>
                            <a:schemeClr val="tx1"/>
                          </a:solidFill>
                          <a:latin typeface="Arial" panose="020B0604020202020204" pitchFamily="34" charset="0"/>
                          <a:ea typeface="黑体" panose="02010609060101010101" charset="-122"/>
                        </a:defRPr>
                      </a:lvl4pPr>
                      <a:lvl5pPr marL="2057400" indent="-228600" eaLnBrk="0" hangingPunct="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 typeface="Wingdings" panose="05000000000000000000" pitchFamily="2" charset="2"/>
                        <a:buNone/>
                      </a:pPr>
                      <a:r>
                        <a:rPr kumimoji="0" lang="en-US" altLang="zh-CN" sz="1600" b="1" i="0" u="none" strike="noStrike" cap="none" normalizeH="0" baseline="0">
                          <a:ln>
                            <a:noFill/>
                          </a:ln>
                          <a:solidFill>
                            <a:schemeClr val="accent2"/>
                          </a:solidFill>
                          <a:effectLst/>
                          <a:latin typeface="CourierPS" pitchFamily="49" charset="0"/>
                          <a:ea typeface="宋体" panose="02010600030101010101" pitchFamily="2" charset="-122"/>
                        </a:rPr>
                        <a:t>z</a:t>
                      </a:r>
                      <a:endParaRPr kumimoji="0" lang="en-US" altLang="zh-CN" sz="1600" b="1" i="0" u="none" strike="noStrike" cap="none" normalizeH="0" baseline="0">
                        <a:ln>
                          <a:noFill/>
                        </a:ln>
                        <a:solidFill>
                          <a:schemeClr val="accent2"/>
                        </a:solidFill>
                        <a:effectLst/>
                        <a:latin typeface="CourierPS" pitchFamily="49" charset="0"/>
                        <a:ea typeface="宋体" panose="02010600030101010101" pitchFamily="2" charset="-122"/>
                      </a:endParaRPr>
                    </a:p>
                  </a:txBody>
                  <a:tcPr marL="0" marR="0" marT="0" marB="0" anchor="b" anchorCtr="1" horzOverflow="overflow">
                    <a:lnL>
                      <a:noFill/>
                    </a:lnL>
                    <a:lnR>
                      <a:noFill/>
                    </a:lnR>
                    <a:lnT>
                      <a:noFill/>
                    </a:lnT>
                    <a:lnB>
                      <a:noFill/>
                    </a:lnB>
                    <a:lnTlToBr>
                      <a:noFill/>
                    </a:lnTlToBr>
                    <a:lnBlToTr>
                      <a:noFill/>
                    </a:lnBlToTr>
                    <a:noFill/>
                  </a:tcPr>
                </a:tc>
              </a:tr>
              <a:tr h="254000">
                <a:tc>
                  <a:txBody>
                    <a:bodyPr/>
                    <a:lstStyle>
                      <a:lvl1pPr eaLnBrk="0" hangingPunct="0">
                        <a:spcBef>
                          <a:spcPct val="20000"/>
                        </a:spcBef>
                        <a:buFont typeface="Wingdings" panose="05000000000000000000" pitchFamily="2" charset="2"/>
                        <a:defRPr sz="2000" b="1">
                          <a:solidFill>
                            <a:schemeClr val="tx1"/>
                          </a:solidFill>
                          <a:latin typeface="Arial" panose="020B0604020202020204" pitchFamily="34" charset="0"/>
                          <a:ea typeface="黑体" panose="02010609060101010101" charset="-122"/>
                        </a:defRPr>
                      </a:lvl1pPr>
                      <a:lvl2pPr marL="742950" indent="-285750" eaLnBrk="0" hangingPunct="0">
                        <a:spcBef>
                          <a:spcPct val="20000"/>
                        </a:spcBef>
                        <a:buFont typeface="Wingdings" panose="05000000000000000000" pitchFamily="2" charset="2"/>
                        <a:defRPr b="1">
                          <a:solidFill>
                            <a:schemeClr val="tx1"/>
                          </a:solidFill>
                          <a:latin typeface="Arial" panose="020B0604020202020204" pitchFamily="34" charset="0"/>
                          <a:ea typeface="楷体_GB2312" pitchFamily="49" charset="-122"/>
                        </a:defRPr>
                      </a:lvl2pPr>
                      <a:lvl3pPr marL="1143000" indent="-228600" eaLnBrk="0" hangingPunct="0">
                        <a:spcBef>
                          <a:spcPct val="20000"/>
                        </a:spcBef>
                        <a:buFont typeface="Gungsuh" pitchFamily="18" charset="-127"/>
                        <a:defRPr sz="1600"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sz="1400">
                          <a:solidFill>
                            <a:schemeClr val="tx1"/>
                          </a:solidFill>
                          <a:latin typeface="Arial" panose="020B0604020202020204" pitchFamily="34" charset="0"/>
                          <a:ea typeface="黑体" panose="02010609060101010101" charset="-122"/>
                        </a:defRPr>
                      </a:lvl4pPr>
                      <a:lvl5pPr marL="2057400" indent="-228600" eaLnBrk="0" hangingPunct="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 typeface="Wingdings" panose="05000000000000000000" pitchFamily="2" charset="2"/>
                        <a:buNone/>
                      </a:pPr>
                      <a:r>
                        <a:rPr kumimoji="0" lang="en-US" altLang="zh-CN" sz="1600" b="1" i="0" u="none" strike="noStrike" cap="none" normalizeH="0" baseline="0">
                          <a:ln>
                            <a:noFill/>
                          </a:ln>
                          <a:solidFill>
                            <a:schemeClr val="tx1"/>
                          </a:solidFill>
                          <a:effectLst/>
                          <a:latin typeface="CourierPS" pitchFamily="49" charset="0"/>
                          <a:ea typeface="宋体" panose="02010600030101010101" pitchFamily="2" charset="-122"/>
                        </a:rPr>
                        <a:t>0b</a:t>
                      </a:r>
                      <a:endParaRPr kumimoji="0" lang="en-US" altLang="zh-CN" sz="1600" b="1" i="0" u="none" strike="noStrike" cap="none" normalizeH="0" baseline="0">
                        <a:ln>
                          <a:noFill/>
                        </a:ln>
                        <a:solidFill>
                          <a:schemeClr val="tx1"/>
                        </a:solidFill>
                        <a:effectLst/>
                        <a:latin typeface="CourierPS" pitchFamily="49" charset="0"/>
                        <a:ea typeface="宋体" panose="02010600030101010101" pitchFamily="2" charset="-122"/>
                      </a:endParaRPr>
                    </a:p>
                  </a:txBody>
                  <a:tcPr marL="0" marR="0" marT="0" marB="0" anchor="b" anchorCtr="1" horzOverflow="overflow">
                    <a:lnL>
                      <a:noFill/>
                    </a:lnL>
                    <a:lnR>
                      <a:noFill/>
                    </a:lnR>
                    <a:lnT>
                      <a:noFill/>
                    </a:lnT>
                    <a:lnB>
                      <a:noFill/>
                    </a:lnB>
                    <a:lnTlToBr>
                      <a:noFill/>
                    </a:lnTlToBr>
                    <a:lnBlToTr>
                      <a:noFill/>
                    </a:lnBlToTr>
                    <a:noFill/>
                  </a:tcPr>
                </a:tc>
                <a:tc>
                  <a:txBody>
                    <a:bodyPr/>
                    <a:lstStyle>
                      <a:lvl1pPr eaLnBrk="0" hangingPunct="0">
                        <a:spcBef>
                          <a:spcPct val="20000"/>
                        </a:spcBef>
                        <a:buFont typeface="Wingdings" panose="05000000000000000000" pitchFamily="2" charset="2"/>
                        <a:defRPr sz="2000" b="1">
                          <a:solidFill>
                            <a:schemeClr val="tx1"/>
                          </a:solidFill>
                          <a:latin typeface="Arial" panose="020B0604020202020204" pitchFamily="34" charset="0"/>
                          <a:ea typeface="黑体" panose="02010609060101010101" charset="-122"/>
                        </a:defRPr>
                      </a:lvl1pPr>
                      <a:lvl2pPr marL="742950" indent="-285750" eaLnBrk="0" hangingPunct="0">
                        <a:spcBef>
                          <a:spcPct val="20000"/>
                        </a:spcBef>
                        <a:buFont typeface="Wingdings" panose="05000000000000000000" pitchFamily="2" charset="2"/>
                        <a:defRPr b="1">
                          <a:solidFill>
                            <a:schemeClr val="tx1"/>
                          </a:solidFill>
                          <a:latin typeface="Arial" panose="020B0604020202020204" pitchFamily="34" charset="0"/>
                          <a:ea typeface="楷体_GB2312" pitchFamily="49" charset="-122"/>
                        </a:defRPr>
                      </a:lvl2pPr>
                      <a:lvl3pPr marL="1143000" indent="-228600" eaLnBrk="0" hangingPunct="0">
                        <a:spcBef>
                          <a:spcPct val="20000"/>
                        </a:spcBef>
                        <a:buFont typeface="Gungsuh" pitchFamily="18" charset="-127"/>
                        <a:defRPr sz="1600"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sz="1400">
                          <a:solidFill>
                            <a:schemeClr val="tx1"/>
                          </a:solidFill>
                          <a:latin typeface="Arial" panose="020B0604020202020204" pitchFamily="34" charset="0"/>
                          <a:ea typeface="黑体" panose="02010609060101010101" charset="-122"/>
                        </a:defRPr>
                      </a:lvl4pPr>
                      <a:lvl5pPr marL="2057400" indent="-228600" eaLnBrk="0" hangingPunct="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 typeface="Wingdings" panose="05000000000000000000" pitchFamily="2" charset="2"/>
                        <a:buNone/>
                      </a:pPr>
                      <a:r>
                        <a:rPr kumimoji="0" lang="en-US" altLang="zh-CN" sz="1600" b="1" i="0" u="none" strike="noStrike" cap="none" normalizeH="0" baseline="0">
                          <a:ln>
                            <a:noFill/>
                          </a:ln>
                          <a:solidFill>
                            <a:schemeClr val="accent2"/>
                          </a:solidFill>
                          <a:effectLst/>
                          <a:latin typeface="CourierPS" pitchFamily="49" charset="0"/>
                          <a:ea typeface="宋体" panose="02010600030101010101" pitchFamily="2" charset="-122"/>
                        </a:rPr>
                        <a:t>vt</a:t>
                      </a:r>
                      <a:endParaRPr kumimoji="0" lang="en-US" altLang="zh-CN" sz="1600" b="1" i="0" u="none" strike="noStrike" cap="none" normalizeH="0" baseline="0">
                        <a:ln>
                          <a:noFill/>
                        </a:ln>
                        <a:solidFill>
                          <a:schemeClr val="accent2"/>
                        </a:solidFill>
                        <a:effectLst/>
                        <a:latin typeface="CourierPS" pitchFamily="49" charset="0"/>
                        <a:ea typeface="宋体" panose="02010600030101010101" pitchFamily="2" charset="-122"/>
                      </a:endParaRPr>
                    </a:p>
                  </a:txBody>
                  <a:tcPr marL="0" marR="0" marT="0" marB="0" anchor="b" anchorCtr="1" horzOverflow="overflow">
                    <a:lnL>
                      <a:noFill/>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lvl1pPr eaLnBrk="0" hangingPunct="0">
                        <a:spcBef>
                          <a:spcPct val="20000"/>
                        </a:spcBef>
                        <a:buFont typeface="Wingdings" panose="05000000000000000000" pitchFamily="2" charset="2"/>
                        <a:defRPr sz="2000" b="1">
                          <a:solidFill>
                            <a:schemeClr val="tx1"/>
                          </a:solidFill>
                          <a:latin typeface="Arial" panose="020B0604020202020204" pitchFamily="34" charset="0"/>
                          <a:ea typeface="黑体" panose="02010609060101010101" charset="-122"/>
                        </a:defRPr>
                      </a:lvl1pPr>
                      <a:lvl2pPr marL="742950" indent="-285750" eaLnBrk="0" hangingPunct="0">
                        <a:spcBef>
                          <a:spcPct val="20000"/>
                        </a:spcBef>
                        <a:buFont typeface="Wingdings" panose="05000000000000000000" pitchFamily="2" charset="2"/>
                        <a:defRPr b="1">
                          <a:solidFill>
                            <a:schemeClr val="tx1"/>
                          </a:solidFill>
                          <a:latin typeface="Arial" panose="020B0604020202020204" pitchFamily="34" charset="0"/>
                          <a:ea typeface="楷体_GB2312" pitchFamily="49" charset="-122"/>
                        </a:defRPr>
                      </a:lvl2pPr>
                      <a:lvl3pPr marL="1143000" indent="-228600" eaLnBrk="0" hangingPunct="0">
                        <a:spcBef>
                          <a:spcPct val="20000"/>
                        </a:spcBef>
                        <a:buFont typeface="Gungsuh" pitchFamily="18" charset="-127"/>
                        <a:defRPr sz="1600"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sz="1400">
                          <a:solidFill>
                            <a:schemeClr val="tx1"/>
                          </a:solidFill>
                          <a:latin typeface="Arial" panose="020B0604020202020204" pitchFamily="34" charset="0"/>
                          <a:ea typeface="黑体" panose="02010609060101010101" charset="-122"/>
                        </a:defRPr>
                      </a:lvl4pPr>
                      <a:lvl5pPr marL="2057400" indent="-228600" eaLnBrk="0" hangingPunct="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 typeface="Wingdings" panose="05000000000000000000" pitchFamily="2" charset="2"/>
                        <a:buNone/>
                      </a:pPr>
                      <a:r>
                        <a:rPr kumimoji="0" lang="en-US" altLang="zh-CN" sz="1600" b="1" i="0" u="none" strike="noStrike" cap="none" normalizeH="0" baseline="0">
                          <a:ln>
                            <a:noFill/>
                          </a:ln>
                          <a:solidFill>
                            <a:schemeClr val="tx1"/>
                          </a:solidFill>
                          <a:effectLst/>
                          <a:latin typeface="CourierPS" pitchFamily="49" charset="0"/>
                          <a:ea typeface="宋体" panose="02010600030101010101" pitchFamily="2" charset="-122"/>
                        </a:rPr>
                        <a:t>1b</a:t>
                      </a:r>
                      <a:endParaRPr kumimoji="0" lang="en-US" altLang="zh-CN" sz="1600" b="1" i="0" u="none" strike="noStrike" cap="none" normalizeH="0" baseline="0">
                        <a:ln>
                          <a:noFill/>
                        </a:ln>
                        <a:solidFill>
                          <a:schemeClr val="tx1"/>
                        </a:solidFill>
                        <a:effectLst/>
                        <a:latin typeface="CourierPS" pitchFamily="49" charset="0"/>
                        <a:ea typeface="宋体" panose="02010600030101010101" pitchFamily="2" charset="-122"/>
                      </a:endParaRPr>
                    </a:p>
                  </a:txBody>
                  <a:tcPr marL="0" marR="0" marT="0" marB="0" anchor="b" anchorCtr="1" horzOverflow="overflow">
                    <a:lnL w="12700" cap="flat" cmpd="sng" algn="ctr">
                      <a:solidFill>
                        <a:schemeClr val="tx1"/>
                      </a:solidFill>
                      <a:prstDash val="solid"/>
                      <a:round/>
                      <a:headEnd type="none" w="med" len="med"/>
                      <a:tailEnd type="none" w="med" len="med"/>
                    </a:lnL>
                    <a:lnR>
                      <a:noFill/>
                    </a:lnR>
                    <a:lnT>
                      <a:noFill/>
                    </a:lnT>
                    <a:lnB>
                      <a:noFill/>
                    </a:lnB>
                    <a:lnTlToBr>
                      <a:noFill/>
                    </a:lnTlToBr>
                    <a:lnBlToTr>
                      <a:noFill/>
                    </a:lnBlToTr>
                    <a:noFill/>
                  </a:tcPr>
                </a:tc>
                <a:tc>
                  <a:txBody>
                    <a:bodyPr/>
                    <a:lstStyle>
                      <a:lvl1pPr eaLnBrk="0" hangingPunct="0">
                        <a:spcBef>
                          <a:spcPct val="20000"/>
                        </a:spcBef>
                        <a:buFont typeface="Wingdings" panose="05000000000000000000" pitchFamily="2" charset="2"/>
                        <a:defRPr sz="2000" b="1">
                          <a:solidFill>
                            <a:schemeClr val="tx1"/>
                          </a:solidFill>
                          <a:latin typeface="Arial" panose="020B0604020202020204" pitchFamily="34" charset="0"/>
                          <a:ea typeface="黑体" panose="02010609060101010101" charset="-122"/>
                        </a:defRPr>
                      </a:lvl1pPr>
                      <a:lvl2pPr marL="742950" indent="-285750" eaLnBrk="0" hangingPunct="0">
                        <a:spcBef>
                          <a:spcPct val="20000"/>
                        </a:spcBef>
                        <a:buFont typeface="Wingdings" panose="05000000000000000000" pitchFamily="2" charset="2"/>
                        <a:defRPr b="1">
                          <a:solidFill>
                            <a:schemeClr val="tx1"/>
                          </a:solidFill>
                          <a:latin typeface="Arial" panose="020B0604020202020204" pitchFamily="34" charset="0"/>
                          <a:ea typeface="楷体_GB2312" pitchFamily="49" charset="-122"/>
                        </a:defRPr>
                      </a:lvl2pPr>
                      <a:lvl3pPr marL="1143000" indent="-228600" eaLnBrk="0" hangingPunct="0">
                        <a:spcBef>
                          <a:spcPct val="20000"/>
                        </a:spcBef>
                        <a:buFont typeface="Gungsuh" pitchFamily="18" charset="-127"/>
                        <a:defRPr sz="1600"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sz="1400">
                          <a:solidFill>
                            <a:schemeClr val="tx1"/>
                          </a:solidFill>
                          <a:latin typeface="Arial" panose="020B0604020202020204" pitchFamily="34" charset="0"/>
                          <a:ea typeface="黑体" panose="02010609060101010101" charset="-122"/>
                        </a:defRPr>
                      </a:lvl4pPr>
                      <a:lvl5pPr marL="2057400" indent="-228600" eaLnBrk="0" hangingPunct="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 typeface="Wingdings" panose="05000000000000000000" pitchFamily="2" charset="2"/>
                        <a:buNone/>
                      </a:pPr>
                      <a:r>
                        <a:rPr kumimoji="0" lang="en-US" altLang="zh-CN" sz="1600" b="1" i="0" u="none" strike="noStrike" cap="none" normalizeH="0" baseline="0">
                          <a:ln>
                            <a:noFill/>
                          </a:ln>
                          <a:solidFill>
                            <a:schemeClr val="accent2"/>
                          </a:solidFill>
                          <a:effectLst/>
                          <a:latin typeface="CourierPS" pitchFamily="49" charset="0"/>
                          <a:ea typeface="宋体" panose="02010600030101010101" pitchFamily="2" charset="-122"/>
                        </a:rPr>
                        <a:t>esc</a:t>
                      </a:r>
                      <a:endParaRPr kumimoji="0" lang="en-US" altLang="zh-CN" sz="1600" b="1" i="0" u="none" strike="noStrike" cap="none" normalizeH="0" baseline="0">
                        <a:ln>
                          <a:noFill/>
                        </a:ln>
                        <a:solidFill>
                          <a:schemeClr val="accent2"/>
                        </a:solidFill>
                        <a:effectLst/>
                        <a:latin typeface="CourierPS" pitchFamily="49" charset="0"/>
                        <a:ea typeface="宋体" panose="02010600030101010101" pitchFamily="2" charset="-122"/>
                      </a:endParaRPr>
                    </a:p>
                  </a:txBody>
                  <a:tcPr marL="0" marR="0" marT="0" marB="0" anchor="b" anchorCtr="1" horzOverflow="overflow">
                    <a:lnL>
                      <a:noFill/>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lvl1pPr eaLnBrk="0" hangingPunct="0">
                        <a:spcBef>
                          <a:spcPct val="20000"/>
                        </a:spcBef>
                        <a:buFont typeface="Wingdings" panose="05000000000000000000" pitchFamily="2" charset="2"/>
                        <a:defRPr sz="2000" b="1">
                          <a:solidFill>
                            <a:schemeClr val="tx1"/>
                          </a:solidFill>
                          <a:latin typeface="Arial" panose="020B0604020202020204" pitchFamily="34" charset="0"/>
                          <a:ea typeface="黑体" panose="02010609060101010101" charset="-122"/>
                        </a:defRPr>
                      </a:lvl1pPr>
                      <a:lvl2pPr marL="742950" indent="-285750" eaLnBrk="0" hangingPunct="0">
                        <a:spcBef>
                          <a:spcPct val="20000"/>
                        </a:spcBef>
                        <a:buFont typeface="Wingdings" panose="05000000000000000000" pitchFamily="2" charset="2"/>
                        <a:defRPr b="1">
                          <a:solidFill>
                            <a:schemeClr val="tx1"/>
                          </a:solidFill>
                          <a:latin typeface="Arial" panose="020B0604020202020204" pitchFamily="34" charset="0"/>
                          <a:ea typeface="楷体_GB2312" pitchFamily="49" charset="-122"/>
                        </a:defRPr>
                      </a:lvl2pPr>
                      <a:lvl3pPr marL="1143000" indent="-228600" eaLnBrk="0" hangingPunct="0">
                        <a:spcBef>
                          <a:spcPct val="20000"/>
                        </a:spcBef>
                        <a:buFont typeface="Gungsuh" pitchFamily="18" charset="-127"/>
                        <a:defRPr sz="1600"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sz="1400">
                          <a:solidFill>
                            <a:schemeClr val="tx1"/>
                          </a:solidFill>
                          <a:latin typeface="Arial" panose="020B0604020202020204" pitchFamily="34" charset="0"/>
                          <a:ea typeface="黑体" panose="02010609060101010101" charset="-122"/>
                        </a:defRPr>
                      </a:lvl4pPr>
                      <a:lvl5pPr marL="2057400" indent="-228600" eaLnBrk="0" hangingPunct="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 typeface="Wingdings" panose="05000000000000000000" pitchFamily="2" charset="2"/>
                        <a:buNone/>
                      </a:pPr>
                      <a:r>
                        <a:rPr kumimoji="0" lang="en-US" altLang="zh-CN" sz="1600" b="1" i="0" u="none" strike="noStrike" cap="none" normalizeH="0" baseline="0">
                          <a:ln>
                            <a:noFill/>
                          </a:ln>
                          <a:solidFill>
                            <a:schemeClr val="tx1"/>
                          </a:solidFill>
                          <a:effectLst/>
                          <a:latin typeface="CourierPS" pitchFamily="49" charset="0"/>
                          <a:ea typeface="宋体" panose="02010600030101010101" pitchFamily="2" charset="-122"/>
                        </a:rPr>
                        <a:t>2b</a:t>
                      </a:r>
                      <a:endParaRPr kumimoji="0" lang="en-US" altLang="zh-CN" sz="1600" b="1" i="0" u="none" strike="noStrike" cap="none" normalizeH="0" baseline="0">
                        <a:ln>
                          <a:noFill/>
                        </a:ln>
                        <a:solidFill>
                          <a:schemeClr val="tx1"/>
                        </a:solidFill>
                        <a:effectLst/>
                        <a:latin typeface="CourierPS" pitchFamily="49" charset="0"/>
                        <a:ea typeface="宋体" panose="02010600030101010101" pitchFamily="2" charset="-122"/>
                      </a:endParaRPr>
                    </a:p>
                  </a:txBody>
                  <a:tcPr marL="0" marR="0" marT="0" marB="0" anchor="b" anchorCtr="1" horzOverflow="overflow">
                    <a:lnL w="12700" cap="flat" cmpd="sng" algn="ctr">
                      <a:solidFill>
                        <a:schemeClr val="tx1"/>
                      </a:solidFill>
                      <a:prstDash val="solid"/>
                      <a:round/>
                      <a:headEnd type="none" w="med" len="med"/>
                      <a:tailEnd type="none" w="med" len="med"/>
                    </a:lnL>
                    <a:lnR>
                      <a:noFill/>
                    </a:lnR>
                    <a:lnT>
                      <a:noFill/>
                    </a:lnT>
                    <a:lnB>
                      <a:noFill/>
                    </a:lnB>
                    <a:lnTlToBr>
                      <a:noFill/>
                    </a:lnTlToBr>
                    <a:lnBlToTr>
                      <a:noFill/>
                    </a:lnBlToTr>
                    <a:noFill/>
                  </a:tcPr>
                </a:tc>
                <a:tc>
                  <a:txBody>
                    <a:bodyPr/>
                    <a:lstStyle>
                      <a:lvl1pPr eaLnBrk="0" hangingPunct="0">
                        <a:spcBef>
                          <a:spcPct val="20000"/>
                        </a:spcBef>
                        <a:buFont typeface="Wingdings" panose="05000000000000000000" pitchFamily="2" charset="2"/>
                        <a:defRPr sz="2000" b="1">
                          <a:solidFill>
                            <a:schemeClr val="tx1"/>
                          </a:solidFill>
                          <a:latin typeface="Arial" panose="020B0604020202020204" pitchFamily="34" charset="0"/>
                          <a:ea typeface="黑体" panose="02010609060101010101" charset="-122"/>
                        </a:defRPr>
                      </a:lvl1pPr>
                      <a:lvl2pPr marL="742950" indent="-285750" eaLnBrk="0" hangingPunct="0">
                        <a:spcBef>
                          <a:spcPct val="20000"/>
                        </a:spcBef>
                        <a:buFont typeface="Wingdings" panose="05000000000000000000" pitchFamily="2" charset="2"/>
                        <a:defRPr b="1">
                          <a:solidFill>
                            <a:schemeClr val="tx1"/>
                          </a:solidFill>
                          <a:latin typeface="Arial" panose="020B0604020202020204" pitchFamily="34" charset="0"/>
                          <a:ea typeface="楷体_GB2312" pitchFamily="49" charset="-122"/>
                        </a:defRPr>
                      </a:lvl2pPr>
                      <a:lvl3pPr marL="1143000" indent="-228600" eaLnBrk="0" hangingPunct="0">
                        <a:spcBef>
                          <a:spcPct val="20000"/>
                        </a:spcBef>
                        <a:buFont typeface="Gungsuh" pitchFamily="18" charset="-127"/>
                        <a:defRPr sz="1600"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sz="1400">
                          <a:solidFill>
                            <a:schemeClr val="tx1"/>
                          </a:solidFill>
                          <a:latin typeface="Arial" panose="020B0604020202020204" pitchFamily="34" charset="0"/>
                          <a:ea typeface="黑体" panose="02010609060101010101" charset="-122"/>
                        </a:defRPr>
                      </a:lvl4pPr>
                      <a:lvl5pPr marL="2057400" indent="-228600" eaLnBrk="0" hangingPunct="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 typeface="Wingdings" panose="05000000000000000000" pitchFamily="2" charset="2"/>
                        <a:buNone/>
                      </a:pPr>
                      <a:r>
                        <a:rPr kumimoji="0" lang="en-US" altLang="zh-CN" sz="1600" b="1" i="0" u="none" strike="noStrike" cap="none" normalizeH="0" baseline="0">
                          <a:ln>
                            <a:noFill/>
                          </a:ln>
                          <a:solidFill>
                            <a:schemeClr val="accent2"/>
                          </a:solidFill>
                          <a:effectLst/>
                          <a:latin typeface="CourierPS" pitchFamily="49" charset="0"/>
                          <a:ea typeface="宋体" panose="02010600030101010101" pitchFamily="2" charset="-122"/>
                        </a:rPr>
                        <a:t>+</a:t>
                      </a:r>
                      <a:endParaRPr kumimoji="0" lang="en-US" altLang="zh-CN" sz="1600" b="1" i="0" u="none" strike="noStrike" cap="none" normalizeH="0" baseline="0">
                        <a:ln>
                          <a:noFill/>
                        </a:ln>
                        <a:solidFill>
                          <a:schemeClr val="accent2"/>
                        </a:solidFill>
                        <a:effectLst/>
                        <a:latin typeface="CourierPS" pitchFamily="49" charset="0"/>
                        <a:ea typeface="宋体" panose="02010600030101010101" pitchFamily="2" charset="-122"/>
                      </a:endParaRPr>
                    </a:p>
                  </a:txBody>
                  <a:tcPr marL="0" marR="0" marT="0" marB="0" anchor="b" anchorCtr="1" horzOverflow="overflow">
                    <a:lnL>
                      <a:noFill/>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lvl1pPr eaLnBrk="0" hangingPunct="0">
                        <a:spcBef>
                          <a:spcPct val="20000"/>
                        </a:spcBef>
                        <a:buFont typeface="Wingdings" panose="05000000000000000000" pitchFamily="2" charset="2"/>
                        <a:defRPr sz="2000" b="1">
                          <a:solidFill>
                            <a:schemeClr val="tx1"/>
                          </a:solidFill>
                          <a:latin typeface="Arial" panose="020B0604020202020204" pitchFamily="34" charset="0"/>
                          <a:ea typeface="黑体" panose="02010609060101010101" charset="-122"/>
                        </a:defRPr>
                      </a:lvl1pPr>
                      <a:lvl2pPr marL="742950" indent="-285750" eaLnBrk="0" hangingPunct="0">
                        <a:spcBef>
                          <a:spcPct val="20000"/>
                        </a:spcBef>
                        <a:buFont typeface="Wingdings" panose="05000000000000000000" pitchFamily="2" charset="2"/>
                        <a:defRPr b="1">
                          <a:solidFill>
                            <a:schemeClr val="tx1"/>
                          </a:solidFill>
                          <a:latin typeface="Arial" panose="020B0604020202020204" pitchFamily="34" charset="0"/>
                          <a:ea typeface="楷体_GB2312" pitchFamily="49" charset="-122"/>
                        </a:defRPr>
                      </a:lvl2pPr>
                      <a:lvl3pPr marL="1143000" indent="-228600" eaLnBrk="0" hangingPunct="0">
                        <a:spcBef>
                          <a:spcPct val="20000"/>
                        </a:spcBef>
                        <a:buFont typeface="Gungsuh" pitchFamily="18" charset="-127"/>
                        <a:defRPr sz="1600"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sz="1400">
                          <a:solidFill>
                            <a:schemeClr val="tx1"/>
                          </a:solidFill>
                          <a:latin typeface="Arial" panose="020B0604020202020204" pitchFamily="34" charset="0"/>
                          <a:ea typeface="黑体" panose="02010609060101010101" charset="-122"/>
                        </a:defRPr>
                      </a:lvl4pPr>
                      <a:lvl5pPr marL="2057400" indent="-228600" eaLnBrk="0" hangingPunct="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 typeface="Wingdings" panose="05000000000000000000" pitchFamily="2" charset="2"/>
                        <a:buNone/>
                      </a:pPr>
                      <a:r>
                        <a:rPr kumimoji="0" lang="en-US" altLang="zh-CN" sz="1600" b="1" i="0" u="none" strike="noStrike" cap="none" normalizeH="0" baseline="0">
                          <a:ln>
                            <a:noFill/>
                          </a:ln>
                          <a:solidFill>
                            <a:schemeClr val="tx1"/>
                          </a:solidFill>
                          <a:effectLst/>
                          <a:latin typeface="CourierPS" pitchFamily="49" charset="0"/>
                          <a:ea typeface="宋体" panose="02010600030101010101" pitchFamily="2" charset="-122"/>
                        </a:rPr>
                        <a:t>3b</a:t>
                      </a:r>
                      <a:endParaRPr kumimoji="0" lang="en-US" altLang="zh-CN" sz="1600" b="1" i="0" u="none" strike="noStrike" cap="none" normalizeH="0" baseline="0">
                        <a:ln>
                          <a:noFill/>
                        </a:ln>
                        <a:solidFill>
                          <a:schemeClr val="tx1"/>
                        </a:solidFill>
                        <a:effectLst/>
                        <a:latin typeface="CourierPS" pitchFamily="49" charset="0"/>
                        <a:ea typeface="宋体" panose="02010600030101010101" pitchFamily="2" charset="-122"/>
                      </a:endParaRPr>
                    </a:p>
                  </a:txBody>
                  <a:tcPr marL="0" marR="0" marT="0" marB="0" anchor="b" anchorCtr="1" horzOverflow="overflow">
                    <a:lnL w="12700" cap="flat" cmpd="sng" algn="ctr">
                      <a:solidFill>
                        <a:schemeClr val="tx1"/>
                      </a:solidFill>
                      <a:prstDash val="solid"/>
                      <a:round/>
                      <a:headEnd type="none" w="med" len="med"/>
                      <a:tailEnd type="none" w="med" len="med"/>
                    </a:lnL>
                    <a:lnR>
                      <a:noFill/>
                    </a:lnR>
                    <a:lnT>
                      <a:noFill/>
                    </a:lnT>
                    <a:lnB>
                      <a:noFill/>
                    </a:lnB>
                    <a:lnTlToBr>
                      <a:noFill/>
                    </a:lnTlToBr>
                    <a:lnBlToTr>
                      <a:noFill/>
                    </a:lnBlToTr>
                    <a:noFill/>
                  </a:tcPr>
                </a:tc>
                <a:tc>
                  <a:txBody>
                    <a:bodyPr/>
                    <a:lstStyle>
                      <a:lvl1pPr eaLnBrk="0" hangingPunct="0">
                        <a:spcBef>
                          <a:spcPct val="20000"/>
                        </a:spcBef>
                        <a:buFont typeface="Wingdings" panose="05000000000000000000" pitchFamily="2" charset="2"/>
                        <a:defRPr sz="2000" b="1">
                          <a:solidFill>
                            <a:schemeClr val="tx1"/>
                          </a:solidFill>
                          <a:latin typeface="Arial" panose="020B0604020202020204" pitchFamily="34" charset="0"/>
                          <a:ea typeface="黑体" panose="02010609060101010101" charset="-122"/>
                        </a:defRPr>
                      </a:lvl1pPr>
                      <a:lvl2pPr marL="742950" indent="-285750" eaLnBrk="0" hangingPunct="0">
                        <a:spcBef>
                          <a:spcPct val="20000"/>
                        </a:spcBef>
                        <a:buFont typeface="Wingdings" panose="05000000000000000000" pitchFamily="2" charset="2"/>
                        <a:defRPr b="1">
                          <a:solidFill>
                            <a:schemeClr val="tx1"/>
                          </a:solidFill>
                          <a:latin typeface="Arial" panose="020B0604020202020204" pitchFamily="34" charset="0"/>
                          <a:ea typeface="楷体_GB2312" pitchFamily="49" charset="-122"/>
                        </a:defRPr>
                      </a:lvl2pPr>
                      <a:lvl3pPr marL="1143000" indent="-228600" eaLnBrk="0" hangingPunct="0">
                        <a:spcBef>
                          <a:spcPct val="20000"/>
                        </a:spcBef>
                        <a:buFont typeface="Gungsuh" pitchFamily="18" charset="-127"/>
                        <a:defRPr sz="1600"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sz="1400">
                          <a:solidFill>
                            <a:schemeClr val="tx1"/>
                          </a:solidFill>
                          <a:latin typeface="Arial" panose="020B0604020202020204" pitchFamily="34" charset="0"/>
                          <a:ea typeface="黑体" panose="02010609060101010101" charset="-122"/>
                        </a:defRPr>
                      </a:lvl4pPr>
                      <a:lvl5pPr marL="2057400" indent="-228600" eaLnBrk="0" hangingPunct="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 typeface="Wingdings" panose="05000000000000000000" pitchFamily="2" charset="2"/>
                        <a:buNone/>
                      </a:pPr>
                      <a:r>
                        <a:rPr kumimoji="0" lang="en-US" altLang="zh-CN" sz="1600" b="1" i="0" u="none" strike="noStrike" cap="none" normalizeH="0" baseline="0">
                          <a:ln>
                            <a:noFill/>
                          </a:ln>
                          <a:solidFill>
                            <a:schemeClr val="accent2"/>
                          </a:solidFill>
                          <a:effectLst/>
                          <a:latin typeface="CourierPS" pitchFamily="49" charset="0"/>
                          <a:ea typeface="宋体" panose="02010600030101010101" pitchFamily="2" charset="-122"/>
                        </a:rPr>
                        <a:t>;</a:t>
                      </a:r>
                      <a:endParaRPr kumimoji="0" lang="en-US" altLang="zh-CN" sz="1600" b="1" i="0" u="none" strike="noStrike" cap="none" normalizeH="0" baseline="0">
                        <a:ln>
                          <a:noFill/>
                        </a:ln>
                        <a:solidFill>
                          <a:schemeClr val="accent2"/>
                        </a:solidFill>
                        <a:effectLst/>
                        <a:latin typeface="CourierPS" pitchFamily="49" charset="0"/>
                        <a:ea typeface="宋体" panose="02010600030101010101" pitchFamily="2" charset="-122"/>
                      </a:endParaRPr>
                    </a:p>
                  </a:txBody>
                  <a:tcPr marL="0" marR="0" marT="0" marB="0" anchor="b" anchorCtr="1" horzOverflow="overflow">
                    <a:lnL>
                      <a:noFill/>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lvl1pPr eaLnBrk="0" hangingPunct="0">
                        <a:spcBef>
                          <a:spcPct val="20000"/>
                        </a:spcBef>
                        <a:buFont typeface="Wingdings" panose="05000000000000000000" pitchFamily="2" charset="2"/>
                        <a:defRPr sz="2000" b="1">
                          <a:solidFill>
                            <a:schemeClr val="tx1"/>
                          </a:solidFill>
                          <a:latin typeface="Arial" panose="020B0604020202020204" pitchFamily="34" charset="0"/>
                          <a:ea typeface="黑体" panose="02010609060101010101" charset="-122"/>
                        </a:defRPr>
                      </a:lvl1pPr>
                      <a:lvl2pPr marL="742950" indent="-285750" eaLnBrk="0" hangingPunct="0">
                        <a:spcBef>
                          <a:spcPct val="20000"/>
                        </a:spcBef>
                        <a:buFont typeface="Wingdings" panose="05000000000000000000" pitchFamily="2" charset="2"/>
                        <a:defRPr b="1">
                          <a:solidFill>
                            <a:schemeClr val="tx1"/>
                          </a:solidFill>
                          <a:latin typeface="Arial" panose="020B0604020202020204" pitchFamily="34" charset="0"/>
                          <a:ea typeface="楷体_GB2312" pitchFamily="49" charset="-122"/>
                        </a:defRPr>
                      </a:lvl2pPr>
                      <a:lvl3pPr marL="1143000" indent="-228600" eaLnBrk="0" hangingPunct="0">
                        <a:spcBef>
                          <a:spcPct val="20000"/>
                        </a:spcBef>
                        <a:buFont typeface="Gungsuh" pitchFamily="18" charset="-127"/>
                        <a:defRPr sz="1600"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sz="1400">
                          <a:solidFill>
                            <a:schemeClr val="tx1"/>
                          </a:solidFill>
                          <a:latin typeface="Arial" panose="020B0604020202020204" pitchFamily="34" charset="0"/>
                          <a:ea typeface="黑体" panose="02010609060101010101" charset="-122"/>
                        </a:defRPr>
                      </a:lvl4pPr>
                      <a:lvl5pPr marL="2057400" indent="-228600" eaLnBrk="0" hangingPunct="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 typeface="Wingdings" panose="05000000000000000000" pitchFamily="2" charset="2"/>
                        <a:buNone/>
                      </a:pPr>
                      <a:r>
                        <a:rPr kumimoji="0" lang="en-US" altLang="zh-CN" sz="1600" b="1" i="0" u="none" strike="noStrike" cap="none" normalizeH="0" baseline="0">
                          <a:ln>
                            <a:noFill/>
                          </a:ln>
                          <a:solidFill>
                            <a:schemeClr val="tx1"/>
                          </a:solidFill>
                          <a:effectLst/>
                          <a:latin typeface="CourierPS" pitchFamily="49" charset="0"/>
                          <a:ea typeface="宋体" panose="02010600030101010101" pitchFamily="2" charset="-122"/>
                        </a:rPr>
                        <a:t>4b</a:t>
                      </a:r>
                      <a:endParaRPr kumimoji="0" lang="en-US" altLang="zh-CN" sz="1600" b="1" i="0" u="none" strike="noStrike" cap="none" normalizeH="0" baseline="0">
                        <a:ln>
                          <a:noFill/>
                        </a:ln>
                        <a:solidFill>
                          <a:schemeClr val="tx1"/>
                        </a:solidFill>
                        <a:effectLst/>
                        <a:latin typeface="CourierPS" pitchFamily="49" charset="0"/>
                        <a:ea typeface="宋体" panose="02010600030101010101" pitchFamily="2" charset="-122"/>
                      </a:endParaRPr>
                    </a:p>
                  </a:txBody>
                  <a:tcPr marL="0" marR="0" marT="0" marB="0" anchor="b" anchorCtr="1" horzOverflow="overflow">
                    <a:lnL w="12700" cap="flat" cmpd="sng" algn="ctr">
                      <a:solidFill>
                        <a:schemeClr val="tx1"/>
                      </a:solidFill>
                      <a:prstDash val="solid"/>
                      <a:round/>
                      <a:headEnd type="none" w="med" len="med"/>
                      <a:tailEnd type="none" w="med" len="med"/>
                    </a:lnL>
                    <a:lnR>
                      <a:noFill/>
                    </a:lnR>
                    <a:lnT>
                      <a:noFill/>
                    </a:lnT>
                    <a:lnB>
                      <a:noFill/>
                    </a:lnB>
                    <a:lnTlToBr>
                      <a:noFill/>
                    </a:lnTlToBr>
                    <a:lnBlToTr>
                      <a:noFill/>
                    </a:lnBlToTr>
                    <a:noFill/>
                  </a:tcPr>
                </a:tc>
                <a:tc>
                  <a:txBody>
                    <a:bodyPr/>
                    <a:lstStyle>
                      <a:lvl1pPr eaLnBrk="0" hangingPunct="0">
                        <a:spcBef>
                          <a:spcPct val="20000"/>
                        </a:spcBef>
                        <a:buFont typeface="Wingdings" panose="05000000000000000000" pitchFamily="2" charset="2"/>
                        <a:defRPr sz="2000" b="1">
                          <a:solidFill>
                            <a:schemeClr val="tx1"/>
                          </a:solidFill>
                          <a:latin typeface="Arial" panose="020B0604020202020204" pitchFamily="34" charset="0"/>
                          <a:ea typeface="黑体" panose="02010609060101010101" charset="-122"/>
                        </a:defRPr>
                      </a:lvl1pPr>
                      <a:lvl2pPr marL="742950" indent="-285750" eaLnBrk="0" hangingPunct="0">
                        <a:spcBef>
                          <a:spcPct val="20000"/>
                        </a:spcBef>
                        <a:buFont typeface="Wingdings" panose="05000000000000000000" pitchFamily="2" charset="2"/>
                        <a:defRPr b="1">
                          <a:solidFill>
                            <a:schemeClr val="tx1"/>
                          </a:solidFill>
                          <a:latin typeface="Arial" panose="020B0604020202020204" pitchFamily="34" charset="0"/>
                          <a:ea typeface="楷体_GB2312" pitchFamily="49" charset="-122"/>
                        </a:defRPr>
                      </a:lvl2pPr>
                      <a:lvl3pPr marL="1143000" indent="-228600" eaLnBrk="0" hangingPunct="0">
                        <a:spcBef>
                          <a:spcPct val="20000"/>
                        </a:spcBef>
                        <a:buFont typeface="Gungsuh" pitchFamily="18" charset="-127"/>
                        <a:defRPr sz="1600"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sz="1400">
                          <a:solidFill>
                            <a:schemeClr val="tx1"/>
                          </a:solidFill>
                          <a:latin typeface="Arial" panose="020B0604020202020204" pitchFamily="34" charset="0"/>
                          <a:ea typeface="黑体" panose="02010609060101010101" charset="-122"/>
                        </a:defRPr>
                      </a:lvl4pPr>
                      <a:lvl5pPr marL="2057400" indent="-228600" eaLnBrk="0" hangingPunct="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 typeface="Wingdings" panose="05000000000000000000" pitchFamily="2" charset="2"/>
                        <a:buNone/>
                      </a:pPr>
                      <a:r>
                        <a:rPr kumimoji="0" lang="en-US" altLang="zh-CN" sz="1600" b="1" i="0" u="none" strike="noStrike" cap="none" normalizeH="0" baseline="0">
                          <a:ln>
                            <a:noFill/>
                          </a:ln>
                          <a:solidFill>
                            <a:schemeClr val="accent2"/>
                          </a:solidFill>
                          <a:effectLst/>
                          <a:latin typeface="CourierPS" pitchFamily="49" charset="0"/>
                          <a:ea typeface="宋体" panose="02010600030101010101" pitchFamily="2" charset="-122"/>
                        </a:rPr>
                        <a:t>K</a:t>
                      </a:r>
                      <a:endParaRPr kumimoji="0" lang="en-US" altLang="zh-CN" sz="1600" b="1" i="0" u="none" strike="noStrike" cap="none" normalizeH="0" baseline="0">
                        <a:ln>
                          <a:noFill/>
                        </a:ln>
                        <a:solidFill>
                          <a:schemeClr val="accent2"/>
                        </a:solidFill>
                        <a:effectLst/>
                        <a:latin typeface="CourierPS" pitchFamily="49" charset="0"/>
                        <a:ea typeface="宋体" panose="02010600030101010101" pitchFamily="2" charset="-122"/>
                      </a:endParaRPr>
                    </a:p>
                  </a:txBody>
                  <a:tcPr marL="0" marR="0" marT="0" marB="0" anchor="b" anchorCtr="1" horzOverflow="overflow">
                    <a:lnL>
                      <a:noFill/>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lvl1pPr eaLnBrk="0" hangingPunct="0">
                        <a:spcBef>
                          <a:spcPct val="20000"/>
                        </a:spcBef>
                        <a:buFont typeface="Wingdings" panose="05000000000000000000" pitchFamily="2" charset="2"/>
                        <a:defRPr sz="2000" b="1">
                          <a:solidFill>
                            <a:schemeClr val="tx1"/>
                          </a:solidFill>
                          <a:latin typeface="Arial" panose="020B0604020202020204" pitchFamily="34" charset="0"/>
                          <a:ea typeface="黑体" panose="02010609060101010101" charset="-122"/>
                        </a:defRPr>
                      </a:lvl1pPr>
                      <a:lvl2pPr marL="742950" indent="-285750" eaLnBrk="0" hangingPunct="0">
                        <a:spcBef>
                          <a:spcPct val="20000"/>
                        </a:spcBef>
                        <a:buFont typeface="Wingdings" panose="05000000000000000000" pitchFamily="2" charset="2"/>
                        <a:defRPr b="1">
                          <a:solidFill>
                            <a:schemeClr val="tx1"/>
                          </a:solidFill>
                          <a:latin typeface="Arial" panose="020B0604020202020204" pitchFamily="34" charset="0"/>
                          <a:ea typeface="楷体_GB2312" pitchFamily="49" charset="-122"/>
                        </a:defRPr>
                      </a:lvl2pPr>
                      <a:lvl3pPr marL="1143000" indent="-228600" eaLnBrk="0" hangingPunct="0">
                        <a:spcBef>
                          <a:spcPct val="20000"/>
                        </a:spcBef>
                        <a:buFont typeface="Gungsuh" pitchFamily="18" charset="-127"/>
                        <a:defRPr sz="1600"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sz="1400">
                          <a:solidFill>
                            <a:schemeClr val="tx1"/>
                          </a:solidFill>
                          <a:latin typeface="Arial" panose="020B0604020202020204" pitchFamily="34" charset="0"/>
                          <a:ea typeface="黑体" panose="02010609060101010101" charset="-122"/>
                        </a:defRPr>
                      </a:lvl4pPr>
                      <a:lvl5pPr marL="2057400" indent="-228600" eaLnBrk="0" hangingPunct="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 typeface="Wingdings" panose="05000000000000000000" pitchFamily="2" charset="2"/>
                        <a:buNone/>
                      </a:pPr>
                      <a:r>
                        <a:rPr kumimoji="0" lang="en-US" altLang="zh-CN" sz="1600" b="1" i="0" u="none" strike="noStrike" cap="none" normalizeH="0" baseline="0">
                          <a:ln>
                            <a:noFill/>
                          </a:ln>
                          <a:solidFill>
                            <a:schemeClr val="tx1"/>
                          </a:solidFill>
                          <a:effectLst/>
                          <a:latin typeface="CourierPS" pitchFamily="49" charset="0"/>
                          <a:ea typeface="宋体" panose="02010600030101010101" pitchFamily="2" charset="-122"/>
                        </a:rPr>
                        <a:t>5b</a:t>
                      </a:r>
                      <a:endParaRPr kumimoji="0" lang="en-US" altLang="zh-CN" sz="1600" b="1" i="0" u="none" strike="noStrike" cap="none" normalizeH="0" baseline="0">
                        <a:ln>
                          <a:noFill/>
                        </a:ln>
                        <a:solidFill>
                          <a:schemeClr val="tx1"/>
                        </a:solidFill>
                        <a:effectLst/>
                        <a:latin typeface="CourierPS" pitchFamily="49" charset="0"/>
                        <a:ea typeface="宋体" panose="02010600030101010101" pitchFamily="2" charset="-122"/>
                      </a:endParaRPr>
                    </a:p>
                  </a:txBody>
                  <a:tcPr marL="0" marR="0" marT="0" marB="0" anchor="b" anchorCtr="1" horzOverflow="overflow">
                    <a:lnL w="12700" cap="flat" cmpd="sng" algn="ctr">
                      <a:solidFill>
                        <a:schemeClr val="tx1"/>
                      </a:solidFill>
                      <a:prstDash val="solid"/>
                      <a:round/>
                      <a:headEnd type="none" w="med" len="med"/>
                      <a:tailEnd type="none" w="med" len="med"/>
                    </a:lnL>
                    <a:lnR>
                      <a:noFill/>
                    </a:lnR>
                    <a:lnT>
                      <a:noFill/>
                    </a:lnT>
                    <a:lnB>
                      <a:noFill/>
                    </a:lnB>
                    <a:lnTlToBr>
                      <a:noFill/>
                    </a:lnTlToBr>
                    <a:lnBlToTr>
                      <a:noFill/>
                    </a:lnBlToTr>
                    <a:noFill/>
                  </a:tcPr>
                </a:tc>
                <a:tc>
                  <a:txBody>
                    <a:bodyPr/>
                    <a:lstStyle>
                      <a:lvl1pPr eaLnBrk="0" hangingPunct="0">
                        <a:spcBef>
                          <a:spcPct val="20000"/>
                        </a:spcBef>
                        <a:buFont typeface="Wingdings" panose="05000000000000000000" pitchFamily="2" charset="2"/>
                        <a:defRPr sz="2000" b="1">
                          <a:solidFill>
                            <a:schemeClr val="tx1"/>
                          </a:solidFill>
                          <a:latin typeface="Arial" panose="020B0604020202020204" pitchFamily="34" charset="0"/>
                          <a:ea typeface="黑体" panose="02010609060101010101" charset="-122"/>
                        </a:defRPr>
                      </a:lvl1pPr>
                      <a:lvl2pPr marL="742950" indent="-285750" eaLnBrk="0" hangingPunct="0">
                        <a:spcBef>
                          <a:spcPct val="20000"/>
                        </a:spcBef>
                        <a:buFont typeface="Wingdings" panose="05000000000000000000" pitchFamily="2" charset="2"/>
                        <a:defRPr b="1">
                          <a:solidFill>
                            <a:schemeClr val="tx1"/>
                          </a:solidFill>
                          <a:latin typeface="Arial" panose="020B0604020202020204" pitchFamily="34" charset="0"/>
                          <a:ea typeface="楷体_GB2312" pitchFamily="49" charset="-122"/>
                        </a:defRPr>
                      </a:lvl2pPr>
                      <a:lvl3pPr marL="1143000" indent="-228600" eaLnBrk="0" hangingPunct="0">
                        <a:spcBef>
                          <a:spcPct val="20000"/>
                        </a:spcBef>
                        <a:buFont typeface="Gungsuh" pitchFamily="18" charset="-127"/>
                        <a:defRPr sz="1600"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sz="1400">
                          <a:solidFill>
                            <a:schemeClr val="tx1"/>
                          </a:solidFill>
                          <a:latin typeface="Arial" panose="020B0604020202020204" pitchFamily="34" charset="0"/>
                          <a:ea typeface="黑体" panose="02010609060101010101" charset="-122"/>
                        </a:defRPr>
                      </a:lvl4pPr>
                      <a:lvl5pPr marL="2057400" indent="-228600" eaLnBrk="0" hangingPunct="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 typeface="Wingdings" panose="05000000000000000000" pitchFamily="2" charset="2"/>
                        <a:buNone/>
                      </a:pPr>
                      <a:r>
                        <a:rPr kumimoji="0" lang="en-US" altLang="zh-CN" sz="1600" b="1" i="0" u="none" strike="noStrike" cap="none" normalizeH="0" baseline="0">
                          <a:ln>
                            <a:noFill/>
                          </a:ln>
                          <a:solidFill>
                            <a:schemeClr val="tx1"/>
                          </a:solidFill>
                          <a:effectLst/>
                          <a:latin typeface="CourierPS" pitchFamily="49" charset="0"/>
                          <a:ea typeface="宋体" panose="02010600030101010101" pitchFamily="2" charset="-122"/>
                        </a:rPr>
                        <a:t>[</a:t>
                      </a:r>
                      <a:endParaRPr kumimoji="0" lang="en-US" altLang="zh-CN" sz="1600" b="1" i="0" u="none" strike="noStrike" cap="none" normalizeH="0" baseline="0">
                        <a:ln>
                          <a:noFill/>
                        </a:ln>
                        <a:solidFill>
                          <a:schemeClr val="tx1"/>
                        </a:solidFill>
                        <a:effectLst/>
                        <a:latin typeface="CourierPS" pitchFamily="49" charset="0"/>
                        <a:ea typeface="宋体" panose="02010600030101010101" pitchFamily="2" charset="-122"/>
                      </a:endParaRPr>
                    </a:p>
                  </a:txBody>
                  <a:tcPr marL="0" marR="0" marT="0" marB="0" anchor="b" anchorCtr="1" horzOverflow="overflow">
                    <a:lnL>
                      <a:noFill/>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lvl1pPr eaLnBrk="0" hangingPunct="0">
                        <a:spcBef>
                          <a:spcPct val="20000"/>
                        </a:spcBef>
                        <a:buFont typeface="Wingdings" panose="05000000000000000000" pitchFamily="2" charset="2"/>
                        <a:defRPr sz="2000" b="1">
                          <a:solidFill>
                            <a:schemeClr val="tx1"/>
                          </a:solidFill>
                          <a:latin typeface="Arial" panose="020B0604020202020204" pitchFamily="34" charset="0"/>
                          <a:ea typeface="黑体" panose="02010609060101010101" charset="-122"/>
                        </a:defRPr>
                      </a:lvl1pPr>
                      <a:lvl2pPr marL="742950" indent="-285750" eaLnBrk="0" hangingPunct="0">
                        <a:spcBef>
                          <a:spcPct val="20000"/>
                        </a:spcBef>
                        <a:buFont typeface="Wingdings" panose="05000000000000000000" pitchFamily="2" charset="2"/>
                        <a:defRPr b="1">
                          <a:solidFill>
                            <a:schemeClr val="tx1"/>
                          </a:solidFill>
                          <a:latin typeface="Arial" panose="020B0604020202020204" pitchFamily="34" charset="0"/>
                          <a:ea typeface="楷体_GB2312" pitchFamily="49" charset="-122"/>
                        </a:defRPr>
                      </a:lvl2pPr>
                      <a:lvl3pPr marL="1143000" indent="-228600" eaLnBrk="0" hangingPunct="0">
                        <a:spcBef>
                          <a:spcPct val="20000"/>
                        </a:spcBef>
                        <a:buFont typeface="Gungsuh" pitchFamily="18" charset="-127"/>
                        <a:defRPr sz="1600"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sz="1400">
                          <a:solidFill>
                            <a:schemeClr val="tx1"/>
                          </a:solidFill>
                          <a:latin typeface="Arial" panose="020B0604020202020204" pitchFamily="34" charset="0"/>
                          <a:ea typeface="黑体" panose="02010609060101010101" charset="-122"/>
                        </a:defRPr>
                      </a:lvl4pPr>
                      <a:lvl5pPr marL="2057400" indent="-228600" eaLnBrk="0" hangingPunct="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 typeface="Wingdings" panose="05000000000000000000" pitchFamily="2" charset="2"/>
                        <a:buNone/>
                      </a:pPr>
                      <a:r>
                        <a:rPr kumimoji="0" lang="en-US" altLang="zh-CN" sz="1600" b="1" i="0" u="none" strike="noStrike" cap="none" normalizeH="0" baseline="0">
                          <a:ln>
                            <a:noFill/>
                          </a:ln>
                          <a:solidFill>
                            <a:schemeClr val="tx1"/>
                          </a:solidFill>
                          <a:effectLst/>
                          <a:latin typeface="CourierPS" pitchFamily="49" charset="0"/>
                          <a:ea typeface="宋体" panose="02010600030101010101" pitchFamily="2" charset="-122"/>
                        </a:rPr>
                        <a:t>6b</a:t>
                      </a:r>
                      <a:endParaRPr kumimoji="0" lang="en-US" altLang="zh-CN" sz="1600" b="1" i="0" u="none" strike="noStrike" cap="none" normalizeH="0" baseline="0">
                        <a:ln>
                          <a:noFill/>
                        </a:ln>
                        <a:solidFill>
                          <a:schemeClr val="tx1"/>
                        </a:solidFill>
                        <a:effectLst/>
                        <a:latin typeface="CourierPS" pitchFamily="49" charset="0"/>
                        <a:ea typeface="宋体" panose="02010600030101010101" pitchFamily="2" charset="-122"/>
                      </a:endParaRPr>
                    </a:p>
                  </a:txBody>
                  <a:tcPr marL="0" marR="0" marT="0" marB="0" anchor="b" anchorCtr="1" horzOverflow="overflow">
                    <a:lnL w="12700" cap="flat" cmpd="sng" algn="ctr">
                      <a:solidFill>
                        <a:schemeClr val="tx1"/>
                      </a:solidFill>
                      <a:prstDash val="solid"/>
                      <a:round/>
                      <a:headEnd type="none" w="med" len="med"/>
                      <a:tailEnd type="none" w="med" len="med"/>
                    </a:lnL>
                    <a:lnR>
                      <a:noFill/>
                    </a:lnR>
                    <a:lnT>
                      <a:noFill/>
                    </a:lnT>
                    <a:lnB>
                      <a:noFill/>
                    </a:lnB>
                    <a:lnTlToBr>
                      <a:noFill/>
                    </a:lnTlToBr>
                    <a:lnBlToTr>
                      <a:noFill/>
                    </a:lnBlToTr>
                    <a:noFill/>
                  </a:tcPr>
                </a:tc>
                <a:tc>
                  <a:txBody>
                    <a:bodyPr/>
                    <a:lstStyle>
                      <a:lvl1pPr eaLnBrk="0" hangingPunct="0">
                        <a:spcBef>
                          <a:spcPct val="20000"/>
                        </a:spcBef>
                        <a:buFont typeface="Wingdings" panose="05000000000000000000" pitchFamily="2" charset="2"/>
                        <a:defRPr sz="2000" b="1">
                          <a:solidFill>
                            <a:schemeClr val="tx1"/>
                          </a:solidFill>
                          <a:latin typeface="Arial" panose="020B0604020202020204" pitchFamily="34" charset="0"/>
                          <a:ea typeface="黑体" panose="02010609060101010101" charset="-122"/>
                        </a:defRPr>
                      </a:lvl1pPr>
                      <a:lvl2pPr marL="742950" indent="-285750" eaLnBrk="0" hangingPunct="0">
                        <a:spcBef>
                          <a:spcPct val="20000"/>
                        </a:spcBef>
                        <a:buFont typeface="Wingdings" panose="05000000000000000000" pitchFamily="2" charset="2"/>
                        <a:defRPr b="1">
                          <a:solidFill>
                            <a:schemeClr val="tx1"/>
                          </a:solidFill>
                          <a:latin typeface="Arial" panose="020B0604020202020204" pitchFamily="34" charset="0"/>
                          <a:ea typeface="楷体_GB2312" pitchFamily="49" charset="-122"/>
                        </a:defRPr>
                      </a:lvl2pPr>
                      <a:lvl3pPr marL="1143000" indent="-228600" eaLnBrk="0" hangingPunct="0">
                        <a:spcBef>
                          <a:spcPct val="20000"/>
                        </a:spcBef>
                        <a:buFont typeface="Gungsuh" pitchFamily="18" charset="-127"/>
                        <a:defRPr sz="1600"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sz="1400">
                          <a:solidFill>
                            <a:schemeClr val="tx1"/>
                          </a:solidFill>
                          <a:latin typeface="Arial" panose="020B0604020202020204" pitchFamily="34" charset="0"/>
                          <a:ea typeface="黑体" panose="02010609060101010101" charset="-122"/>
                        </a:defRPr>
                      </a:lvl4pPr>
                      <a:lvl5pPr marL="2057400" indent="-228600" eaLnBrk="0" hangingPunct="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 typeface="Wingdings" panose="05000000000000000000" pitchFamily="2" charset="2"/>
                        <a:buNone/>
                      </a:pPr>
                      <a:r>
                        <a:rPr kumimoji="0" lang="en-US" altLang="zh-CN" sz="1600" b="1" i="0" u="none" strike="noStrike" cap="none" normalizeH="0" baseline="0">
                          <a:ln>
                            <a:noFill/>
                          </a:ln>
                          <a:solidFill>
                            <a:schemeClr val="accent2"/>
                          </a:solidFill>
                          <a:effectLst/>
                          <a:latin typeface="CourierPS" pitchFamily="49" charset="0"/>
                          <a:ea typeface="宋体" panose="02010600030101010101" pitchFamily="2" charset="-122"/>
                        </a:rPr>
                        <a:t>k</a:t>
                      </a:r>
                      <a:endParaRPr kumimoji="0" lang="en-US" altLang="zh-CN" sz="1600" b="1" i="0" u="none" strike="noStrike" cap="none" normalizeH="0" baseline="0">
                        <a:ln>
                          <a:noFill/>
                        </a:ln>
                        <a:solidFill>
                          <a:schemeClr val="accent2"/>
                        </a:solidFill>
                        <a:effectLst/>
                        <a:latin typeface="CourierPS" pitchFamily="49" charset="0"/>
                        <a:ea typeface="宋体" panose="02010600030101010101" pitchFamily="2" charset="-122"/>
                      </a:endParaRPr>
                    </a:p>
                  </a:txBody>
                  <a:tcPr marL="0" marR="0" marT="0" marB="0" anchor="b" anchorCtr="1" horzOverflow="overflow">
                    <a:lnL>
                      <a:noFill/>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lvl1pPr eaLnBrk="0" hangingPunct="0">
                        <a:spcBef>
                          <a:spcPct val="20000"/>
                        </a:spcBef>
                        <a:buFont typeface="Wingdings" panose="05000000000000000000" pitchFamily="2" charset="2"/>
                        <a:defRPr sz="2000" b="1">
                          <a:solidFill>
                            <a:schemeClr val="tx1"/>
                          </a:solidFill>
                          <a:latin typeface="Arial" panose="020B0604020202020204" pitchFamily="34" charset="0"/>
                          <a:ea typeface="黑体" panose="02010609060101010101" charset="-122"/>
                        </a:defRPr>
                      </a:lvl1pPr>
                      <a:lvl2pPr marL="742950" indent="-285750" eaLnBrk="0" hangingPunct="0">
                        <a:spcBef>
                          <a:spcPct val="20000"/>
                        </a:spcBef>
                        <a:buFont typeface="Wingdings" panose="05000000000000000000" pitchFamily="2" charset="2"/>
                        <a:defRPr b="1">
                          <a:solidFill>
                            <a:schemeClr val="tx1"/>
                          </a:solidFill>
                          <a:latin typeface="Arial" panose="020B0604020202020204" pitchFamily="34" charset="0"/>
                          <a:ea typeface="楷体_GB2312" pitchFamily="49" charset="-122"/>
                        </a:defRPr>
                      </a:lvl2pPr>
                      <a:lvl3pPr marL="1143000" indent="-228600" eaLnBrk="0" hangingPunct="0">
                        <a:spcBef>
                          <a:spcPct val="20000"/>
                        </a:spcBef>
                        <a:buFont typeface="Gungsuh" pitchFamily="18" charset="-127"/>
                        <a:defRPr sz="1600"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sz="1400">
                          <a:solidFill>
                            <a:schemeClr val="tx1"/>
                          </a:solidFill>
                          <a:latin typeface="Arial" panose="020B0604020202020204" pitchFamily="34" charset="0"/>
                          <a:ea typeface="黑体" panose="02010609060101010101" charset="-122"/>
                        </a:defRPr>
                      </a:lvl4pPr>
                      <a:lvl5pPr marL="2057400" indent="-228600" eaLnBrk="0" hangingPunct="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 typeface="Wingdings" panose="05000000000000000000" pitchFamily="2" charset="2"/>
                        <a:buNone/>
                      </a:pPr>
                      <a:r>
                        <a:rPr kumimoji="0" lang="en-US" altLang="zh-CN" sz="1600" b="1" i="0" u="none" strike="noStrike" cap="none" normalizeH="0" baseline="0">
                          <a:ln>
                            <a:noFill/>
                          </a:ln>
                          <a:solidFill>
                            <a:schemeClr val="tx1"/>
                          </a:solidFill>
                          <a:effectLst/>
                          <a:latin typeface="CourierPS" pitchFamily="49" charset="0"/>
                          <a:ea typeface="宋体" panose="02010600030101010101" pitchFamily="2" charset="-122"/>
                        </a:rPr>
                        <a:t>7b</a:t>
                      </a:r>
                      <a:endParaRPr kumimoji="0" lang="en-US" altLang="zh-CN" sz="1600" b="1" i="0" u="none" strike="noStrike" cap="none" normalizeH="0" baseline="0">
                        <a:ln>
                          <a:noFill/>
                        </a:ln>
                        <a:solidFill>
                          <a:schemeClr val="tx1"/>
                        </a:solidFill>
                        <a:effectLst/>
                        <a:latin typeface="CourierPS" pitchFamily="49" charset="0"/>
                        <a:ea typeface="宋体" panose="02010600030101010101" pitchFamily="2" charset="-122"/>
                      </a:endParaRPr>
                    </a:p>
                  </a:txBody>
                  <a:tcPr marL="0" marR="0" marT="0" marB="0" anchor="b" anchorCtr="1" horzOverflow="overflow">
                    <a:lnL w="12700" cap="flat" cmpd="sng" algn="ctr">
                      <a:solidFill>
                        <a:schemeClr val="tx1"/>
                      </a:solidFill>
                      <a:prstDash val="solid"/>
                      <a:round/>
                      <a:headEnd type="none" w="med" len="med"/>
                      <a:tailEnd type="none" w="med" len="med"/>
                    </a:lnL>
                    <a:lnR>
                      <a:noFill/>
                    </a:lnR>
                    <a:lnT>
                      <a:noFill/>
                    </a:lnT>
                    <a:lnB>
                      <a:noFill/>
                    </a:lnB>
                    <a:lnTlToBr>
                      <a:noFill/>
                    </a:lnTlToBr>
                    <a:lnBlToTr>
                      <a:noFill/>
                    </a:lnBlToTr>
                    <a:noFill/>
                  </a:tcPr>
                </a:tc>
                <a:tc>
                  <a:txBody>
                    <a:bodyPr/>
                    <a:lstStyle>
                      <a:lvl1pPr eaLnBrk="0" hangingPunct="0">
                        <a:spcBef>
                          <a:spcPct val="20000"/>
                        </a:spcBef>
                        <a:buFont typeface="Wingdings" panose="05000000000000000000" pitchFamily="2" charset="2"/>
                        <a:defRPr sz="2000" b="1">
                          <a:solidFill>
                            <a:schemeClr val="tx1"/>
                          </a:solidFill>
                          <a:latin typeface="Arial" panose="020B0604020202020204" pitchFamily="34" charset="0"/>
                          <a:ea typeface="黑体" panose="02010609060101010101" charset="-122"/>
                        </a:defRPr>
                      </a:lvl1pPr>
                      <a:lvl2pPr marL="742950" indent="-285750" eaLnBrk="0" hangingPunct="0">
                        <a:spcBef>
                          <a:spcPct val="20000"/>
                        </a:spcBef>
                        <a:buFont typeface="Wingdings" panose="05000000000000000000" pitchFamily="2" charset="2"/>
                        <a:defRPr b="1">
                          <a:solidFill>
                            <a:schemeClr val="tx1"/>
                          </a:solidFill>
                          <a:latin typeface="Arial" panose="020B0604020202020204" pitchFamily="34" charset="0"/>
                          <a:ea typeface="楷体_GB2312" pitchFamily="49" charset="-122"/>
                        </a:defRPr>
                      </a:lvl2pPr>
                      <a:lvl3pPr marL="1143000" indent="-228600" eaLnBrk="0" hangingPunct="0">
                        <a:spcBef>
                          <a:spcPct val="20000"/>
                        </a:spcBef>
                        <a:buFont typeface="Gungsuh" pitchFamily="18" charset="-127"/>
                        <a:defRPr sz="1600"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sz="1400">
                          <a:solidFill>
                            <a:schemeClr val="tx1"/>
                          </a:solidFill>
                          <a:latin typeface="Arial" panose="020B0604020202020204" pitchFamily="34" charset="0"/>
                          <a:ea typeface="黑体" panose="02010609060101010101" charset="-122"/>
                        </a:defRPr>
                      </a:lvl4pPr>
                      <a:lvl5pPr marL="2057400" indent="-228600" eaLnBrk="0" hangingPunct="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 typeface="Wingdings" panose="05000000000000000000" pitchFamily="2" charset="2"/>
                        <a:buNone/>
                      </a:pPr>
                      <a:r>
                        <a:rPr kumimoji="0" lang="en-US" altLang="zh-CN" sz="1600" b="1" i="0" u="none" strike="noStrike" cap="none" normalizeH="0" baseline="0">
                          <a:ln>
                            <a:noFill/>
                          </a:ln>
                          <a:solidFill>
                            <a:schemeClr val="accent2"/>
                          </a:solidFill>
                          <a:effectLst/>
                          <a:latin typeface="CourierPS" pitchFamily="49" charset="0"/>
                          <a:ea typeface="宋体" panose="02010600030101010101" pitchFamily="2" charset="-122"/>
                        </a:rPr>
                        <a:t>{</a:t>
                      </a:r>
                      <a:endParaRPr kumimoji="0" lang="en-US" altLang="zh-CN" sz="1600" b="1" i="0" u="none" strike="noStrike" cap="none" normalizeH="0" baseline="0">
                        <a:ln>
                          <a:noFill/>
                        </a:ln>
                        <a:solidFill>
                          <a:schemeClr val="accent2"/>
                        </a:solidFill>
                        <a:effectLst/>
                        <a:latin typeface="CourierPS" pitchFamily="49" charset="0"/>
                        <a:ea typeface="宋体" panose="02010600030101010101" pitchFamily="2" charset="-122"/>
                      </a:endParaRPr>
                    </a:p>
                  </a:txBody>
                  <a:tcPr marL="0" marR="0" marT="0" marB="0" anchor="b" anchorCtr="1" horzOverflow="overflow">
                    <a:lnL>
                      <a:noFill/>
                    </a:lnL>
                    <a:lnR>
                      <a:noFill/>
                    </a:lnR>
                    <a:lnT>
                      <a:noFill/>
                    </a:lnT>
                    <a:lnB>
                      <a:noFill/>
                    </a:lnB>
                    <a:lnTlToBr>
                      <a:noFill/>
                    </a:lnTlToBr>
                    <a:lnBlToTr>
                      <a:noFill/>
                    </a:lnBlToTr>
                    <a:noFill/>
                  </a:tcPr>
                </a:tc>
              </a:tr>
              <a:tr h="254000">
                <a:tc>
                  <a:txBody>
                    <a:bodyPr/>
                    <a:lstStyle>
                      <a:lvl1pPr eaLnBrk="0" hangingPunct="0">
                        <a:spcBef>
                          <a:spcPct val="20000"/>
                        </a:spcBef>
                        <a:buFont typeface="Wingdings" panose="05000000000000000000" pitchFamily="2" charset="2"/>
                        <a:defRPr sz="2000" b="1">
                          <a:solidFill>
                            <a:schemeClr val="tx1"/>
                          </a:solidFill>
                          <a:latin typeface="Arial" panose="020B0604020202020204" pitchFamily="34" charset="0"/>
                          <a:ea typeface="黑体" panose="02010609060101010101" charset="-122"/>
                        </a:defRPr>
                      </a:lvl1pPr>
                      <a:lvl2pPr marL="742950" indent="-285750" eaLnBrk="0" hangingPunct="0">
                        <a:spcBef>
                          <a:spcPct val="20000"/>
                        </a:spcBef>
                        <a:buFont typeface="Wingdings" panose="05000000000000000000" pitchFamily="2" charset="2"/>
                        <a:defRPr b="1">
                          <a:solidFill>
                            <a:schemeClr val="tx1"/>
                          </a:solidFill>
                          <a:latin typeface="Arial" panose="020B0604020202020204" pitchFamily="34" charset="0"/>
                          <a:ea typeface="楷体_GB2312" pitchFamily="49" charset="-122"/>
                        </a:defRPr>
                      </a:lvl2pPr>
                      <a:lvl3pPr marL="1143000" indent="-228600" eaLnBrk="0" hangingPunct="0">
                        <a:spcBef>
                          <a:spcPct val="20000"/>
                        </a:spcBef>
                        <a:buFont typeface="Gungsuh" pitchFamily="18" charset="-127"/>
                        <a:defRPr sz="1600"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sz="1400">
                          <a:solidFill>
                            <a:schemeClr val="tx1"/>
                          </a:solidFill>
                          <a:latin typeface="Arial" panose="020B0604020202020204" pitchFamily="34" charset="0"/>
                          <a:ea typeface="黑体" panose="02010609060101010101" charset="-122"/>
                        </a:defRPr>
                      </a:lvl4pPr>
                      <a:lvl5pPr marL="2057400" indent="-228600" eaLnBrk="0" hangingPunct="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 typeface="Wingdings" panose="05000000000000000000" pitchFamily="2" charset="2"/>
                        <a:buNone/>
                      </a:pPr>
                      <a:r>
                        <a:rPr kumimoji="0" lang="en-US" altLang="zh-CN" sz="1600" b="1" i="0" u="none" strike="noStrike" cap="none" normalizeH="0" baseline="0">
                          <a:ln>
                            <a:noFill/>
                          </a:ln>
                          <a:solidFill>
                            <a:schemeClr val="tx1"/>
                          </a:solidFill>
                          <a:effectLst/>
                          <a:latin typeface="CourierPS" pitchFamily="49" charset="0"/>
                          <a:ea typeface="宋体" panose="02010600030101010101" pitchFamily="2" charset="-122"/>
                        </a:rPr>
                        <a:t>0c</a:t>
                      </a:r>
                      <a:endParaRPr kumimoji="0" lang="en-US" altLang="zh-CN" sz="1600" b="1" i="0" u="none" strike="noStrike" cap="none" normalizeH="0" baseline="0">
                        <a:ln>
                          <a:noFill/>
                        </a:ln>
                        <a:solidFill>
                          <a:schemeClr val="tx1"/>
                        </a:solidFill>
                        <a:effectLst/>
                        <a:latin typeface="CourierPS" pitchFamily="49" charset="0"/>
                        <a:ea typeface="宋体" panose="02010600030101010101" pitchFamily="2" charset="-122"/>
                      </a:endParaRPr>
                    </a:p>
                  </a:txBody>
                  <a:tcPr marL="0" marR="0" marT="0" marB="0" anchor="b" anchorCtr="1" horzOverflow="overflow">
                    <a:lnL>
                      <a:noFill/>
                    </a:lnL>
                    <a:lnR>
                      <a:noFill/>
                    </a:lnR>
                    <a:lnT>
                      <a:noFill/>
                    </a:lnT>
                    <a:lnB>
                      <a:noFill/>
                    </a:lnB>
                    <a:lnTlToBr>
                      <a:noFill/>
                    </a:lnTlToBr>
                    <a:lnBlToTr>
                      <a:noFill/>
                    </a:lnBlToTr>
                    <a:noFill/>
                  </a:tcPr>
                </a:tc>
                <a:tc>
                  <a:txBody>
                    <a:bodyPr/>
                    <a:lstStyle>
                      <a:lvl1pPr eaLnBrk="0" hangingPunct="0">
                        <a:spcBef>
                          <a:spcPct val="20000"/>
                        </a:spcBef>
                        <a:buFont typeface="Wingdings" panose="05000000000000000000" pitchFamily="2" charset="2"/>
                        <a:defRPr sz="2000" b="1">
                          <a:solidFill>
                            <a:schemeClr val="tx1"/>
                          </a:solidFill>
                          <a:latin typeface="Arial" panose="020B0604020202020204" pitchFamily="34" charset="0"/>
                          <a:ea typeface="黑体" panose="02010609060101010101" charset="-122"/>
                        </a:defRPr>
                      </a:lvl1pPr>
                      <a:lvl2pPr marL="742950" indent="-285750" eaLnBrk="0" hangingPunct="0">
                        <a:spcBef>
                          <a:spcPct val="20000"/>
                        </a:spcBef>
                        <a:buFont typeface="Wingdings" panose="05000000000000000000" pitchFamily="2" charset="2"/>
                        <a:defRPr b="1">
                          <a:solidFill>
                            <a:schemeClr val="tx1"/>
                          </a:solidFill>
                          <a:latin typeface="Arial" panose="020B0604020202020204" pitchFamily="34" charset="0"/>
                          <a:ea typeface="楷体_GB2312" pitchFamily="49" charset="-122"/>
                        </a:defRPr>
                      </a:lvl2pPr>
                      <a:lvl3pPr marL="1143000" indent="-228600" eaLnBrk="0" hangingPunct="0">
                        <a:spcBef>
                          <a:spcPct val="20000"/>
                        </a:spcBef>
                        <a:buFont typeface="Gungsuh" pitchFamily="18" charset="-127"/>
                        <a:defRPr sz="1600"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sz="1400">
                          <a:solidFill>
                            <a:schemeClr val="tx1"/>
                          </a:solidFill>
                          <a:latin typeface="Arial" panose="020B0604020202020204" pitchFamily="34" charset="0"/>
                          <a:ea typeface="黑体" panose="02010609060101010101" charset="-122"/>
                        </a:defRPr>
                      </a:lvl4pPr>
                      <a:lvl5pPr marL="2057400" indent="-228600" eaLnBrk="0" hangingPunct="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 typeface="Wingdings" panose="05000000000000000000" pitchFamily="2" charset="2"/>
                        <a:buNone/>
                      </a:pPr>
                      <a:r>
                        <a:rPr kumimoji="0" lang="en-US" altLang="zh-CN" sz="1600" b="1" i="0" u="none" strike="noStrike" cap="none" normalizeH="0" baseline="0">
                          <a:ln>
                            <a:noFill/>
                          </a:ln>
                          <a:solidFill>
                            <a:schemeClr val="accent2"/>
                          </a:solidFill>
                          <a:effectLst/>
                          <a:latin typeface="CourierPS" pitchFamily="49" charset="0"/>
                          <a:ea typeface="宋体" panose="02010600030101010101" pitchFamily="2" charset="-122"/>
                        </a:rPr>
                        <a:t>np</a:t>
                      </a:r>
                      <a:endParaRPr kumimoji="0" lang="en-US" altLang="zh-CN" sz="1600" b="1" i="0" u="none" strike="noStrike" cap="none" normalizeH="0" baseline="0">
                        <a:ln>
                          <a:noFill/>
                        </a:ln>
                        <a:solidFill>
                          <a:schemeClr val="accent2"/>
                        </a:solidFill>
                        <a:effectLst/>
                        <a:latin typeface="CourierPS" pitchFamily="49" charset="0"/>
                        <a:ea typeface="宋体" panose="02010600030101010101" pitchFamily="2" charset="-122"/>
                      </a:endParaRPr>
                    </a:p>
                  </a:txBody>
                  <a:tcPr marL="0" marR="0" marT="0" marB="0" anchor="b" anchorCtr="1" horzOverflow="overflow">
                    <a:lnL>
                      <a:noFill/>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lvl1pPr eaLnBrk="0" hangingPunct="0">
                        <a:spcBef>
                          <a:spcPct val="20000"/>
                        </a:spcBef>
                        <a:buFont typeface="Wingdings" panose="05000000000000000000" pitchFamily="2" charset="2"/>
                        <a:defRPr sz="2000" b="1">
                          <a:solidFill>
                            <a:schemeClr val="tx1"/>
                          </a:solidFill>
                          <a:latin typeface="Arial" panose="020B0604020202020204" pitchFamily="34" charset="0"/>
                          <a:ea typeface="黑体" panose="02010609060101010101" charset="-122"/>
                        </a:defRPr>
                      </a:lvl1pPr>
                      <a:lvl2pPr marL="742950" indent="-285750" eaLnBrk="0" hangingPunct="0">
                        <a:spcBef>
                          <a:spcPct val="20000"/>
                        </a:spcBef>
                        <a:buFont typeface="Wingdings" panose="05000000000000000000" pitchFamily="2" charset="2"/>
                        <a:defRPr b="1">
                          <a:solidFill>
                            <a:schemeClr val="tx1"/>
                          </a:solidFill>
                          <a:latin typeface="Arial" panose="020B0604020202020204" pitchFamily="34" charset="0"/>
                          <a:ea typeface="楷体_GB2312" pitchFamily="49" charset="-122"/>
                        </a:defRPr>
                      </a:lvl2pPr>
                      <a:lvl3pPr marL="1143000" indent="-228600" eaLnBrk="0" hangingPunct="0">
                        <a:spcBef>
                          <a:spcPct val="20000"/>
                        </a:spcBef>
                        <a:buFont typeface="Gungsuh" pitchFamily="18" charset="-127"/>
                        <a:defRPr sz="1600"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sz="1400">
                          <a:solidFill>
                            <a:schemeClr val="tx1"/>
                          </a:solidFill>
                          <a:latin typeface="Arial" panose="020B0604020202020204" pitchFamily="34" charset="0"/>
                          <a:ea typeface="黑体" panose="02010609060101010101" charset="-122"/>
                        </a:defRPr>
                      </a:lvl4pPr>
                      <a:lvl5pPr marL="2057400" indent="-228600" eaLnBrk="0" hangingPunct="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 typeface="Wingdings" panose="05000000000000000000" pitchFamily="2" charset="2"/>
                        <a:buNone/>
                      </a:pPr>
                      <a:r>
                        <a:rPr kumimoji="0" lang="en-US" altLang="zh-CN" sz="1600" b="1" i="0" u="none" strike="noStrike" cap="none" normalizeH="0" baseline="0">
                          <a:ln>
                            <a:noFill/>
                          </a:ln>
                          <a:solidFill>
                            <a:schemeClr val="tx1"/>
                          </a:solidFill>
                          <a:effectLst/>
                          <a:latin typeface="CourierPS" pitchFamily="49" charset="0"/>
                          <a:ea typeface="宋体" panose="02010600030101010101" pitchFamily="2" charset="-122"/>
                        </a:rPr>
                        <a:t>1c</a:t>
                      </a:r>
                      <a:endParaRPr kumimoji="0" lang="en-US" altLang="zh-CN" sz="1600" b="1" i="0" u="none" strike="noStrike" cap="none" normalizeH="0" baseline="0">
                        <a:ln>
                          <a:noFill/>
                        </a:ln>
                        <a:solidFill>
                          <a:schemeClr val="tx1"/>
                        </a:solidFill>
                        <a:effectLst/>
                        <a:latin typeface="CourierPS" pitchFamily="49" charset="0"/>
                        <a:ea typeface="宋体" panose="02010600030101010101" pitchFamily="2" charset="-122"/>
                      </a:endParaRPr>
                    </a:p>
                  </a:txBody>
                  <a:tcPr marL="0" marR="0" marT="0" marB="0" anchor="b" anchorCtr="1" horzOverflow="overflow">
                    <a:lnL w="12700" cap="flat" cmpd="sng" algn="ctr">
                      <a:solidFill>
                        <a:schemeClr val="tx1"/>
                      </a:solidFill>
                      <a:prstDash val="solid"/>
                      <a:round/>
                      <a:headEnd type="none" w="med" len="med"/>
                      <a:tailEnd type="none" w="med" len="med"/>
                    </a:lnL>
                    <a:lnR>
                      <a:noFill/>
                    </a:lnR>
                    <a:lnT>
                      <a:noFill/>
                    </a:lnT>
                    <a:lnB>
                      <a:noFill/>
                    </a:lnB>
                    <a:lnTlToBr>
                      <a:noFill/>
                    </a:lnTlToBr>
                    <a:lnBlToTr>
                      <a:noFill/>
                    </a:lnBlToTr>
                    <a:noFill/>
                  </a:tcPr>
                </a:tc>
                <a:tc>
                  <a:txBody>
                    <a:bodyPr/>
                    <a:lstStyle>
                      <a:lvl1pPr eaLnBrk="0" hangingPunct="0">
                        <a:spcBef>
                          <a:spcPct val="20000"/>
                        </a:spcBef>
                        <a:buFont typeface="Wingdings" panose="05000000000000000000" pitchFamily="2" charset="2"/>
                        <a:defRPr sz="2000" b="1">
                          <a:solidFill>
                            <a:schemeClr val="tx1"/>
                          </a:solidFill>
                          <a:latin typeface="Arial" panose="020B0604020202020204" pitchFamily="34" charset="0"/>
                          <a:ea typeface="黑体" panose="02010609060101010101" charset="-122"/>
                        </a:defRPr>
                      </a:lvl1pPr>
                      <a:lvl2pPr marL="742950" indent="-285750" eaLnBrk="0" hangingPunct="0">
                        <a:spcBef>
                          <a:spcPct val="20000"/>
                        </a:spcBef>
                        <a:buFont typeface="Wingdings" panose="05000000000000000000" pitchFamily="2" charset="2"/>
                        <a:defRPr b="1">
                          <a:solidFill>
                            <a:schemeClr val="tx1"/>
                          </a:solidFill>
                          <a:latin typeface="Arial" panose="020B0604020202020204" pitchFamily="34" charset="0"/>
                          <a:ea typeface="楷体_GB2312" pitchFamily="49" charset="-122"/>
                        </a:defRPr>
                      </a:lvl2pPr>
                      <a:lvl3pPr marL="1143000" indent="-228600" eaLnBrk="0" hangingPunct="0">
                        <a:spcBef>
                          <a:spcPct val="20000"/>
                        </a:spcBef>
                        <a:buFont typeface="Gungsuh" pitchFamily="18" charset="-127"/>
                        <a:defRPr sz="1600"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sz="1400">
                          <a:solidFill>
                            <a:schemeClr val="tx1"/>
                          </a:solidFill>
                          <a:latin typeface="Arial" panose="020B0604020202020204" pitchFamily="34" charset="0"/>
                          <a:ea typeface="黑体" panose="02010609060101010101" charset="-122"/>
                        </a:defRPr>
                      </a:lvl4pPr>
                      <a:lvl5pPr marL="2057400" indent="-228600" eaLnBrk="0" hangingPunct="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 typeface="Wingdings" panose="05000000000000000000" pitchFamily="2" charset="2"/>
                        <a:buNone/>
                      </a:pPr>
                      <a:r>
                        <a:rPr kumimoji="0" lang="en-US" altLang="zh-CN" sz="1600" b="1" i="0" u="none" strike="noStrike" cap="none" normalizeH="0" baseline="0">
                          <a:ln>
                            <a:noFill/>
                          </a:ln>
                          <a:solidFill>
                            <a:schemeClr val="accent2"/>
                          </a:solidFill>
                          <a:effectLst/>
                          <a:latin typeface="CourierPS" pitchFamily="49" charset="0"/>
                          <a:ea typeface="宋体" panose="02010600030101010101" pitchFamily="2" charset="-122"/>
                        </a:rPr>
                        <a:t>fs</a:t>
                      </a:r>
                      <a:endParaRPr kumimoji="0" lang="en-US" altLang="zh-CN" sz="1600" b="1" i="0" u="none" strike="noStrike" cap="none" normalizeH="0" baseline="0">
                        <a:ln>
                          <a:noFill/>
                        </a:ln>
                        <a:solidFill>
                          <a:schemeClr val="accent2"/>
                        </a:solidFill>
                        <a:effectLst/>
                        <a:latin typeface="CourierPS" pitchFamily="49" charset="0"/>
                        <a:ea typeface="宋体" panose="02010600030101010101" pitchFamily="2" charset="-122"/>
                      </a:endParaRPr>
                    </a:p>
                  </a:txBody>
                  <a:tcPr marL="0" marR="0" marT="0" marB="0" anchor="b" anchorCtr="1" horzOverflow="overflow">
                    <a:lnL>
                      <a:noFill/>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lvl1pPr eaLnBrk="0" hangingPunct="0">
                        <a:spcBef>
                          <a:spcPct val="20000"/>
                        </a:spcBef>
                        <a:buFont typeface="Wingdings" panose="05000000000000000000" pitchFamily="2" charset="2"/>
                        <a:defRPr sz="2000" b="1">
                          <a:solidFill>
                            <a:schemeClr val="tx1"/>
                          </a:solidFill>
                          <a:latin typeface="Arial" panose="020B0604020202020204" pitchFamily="34" charset="0"/>
                          <a:ea typeface="黑体" panose="02010609060101010101" charset="-122"/>
                        </a:defRPr>
                      </a:lvl1pPr>
                      <a:lvl2pPr marL="742950" indent="-285750" eaLnBrk="0" hangingPunct="0">
                        <a:spcBef>
                          <a:spcPct val="20000"/>
                        </a:spcBef>
                        <a:buFont typeface="Wingdings" panose="05000000000000000000" pitchFamily="2" charset="2"/>
                        <a:defRPr b="1">
                          <a:solidFill>
                            <a:schemeClr val="tx1"/>
                          </a:solidFill>
                          <a:latin typeface="Arial" panose="020B0604020202020204" pitchFamily="34" charset="0"/>
                          <a:ea typeface="楷体_GB2312" pitchFamily="49" charset="-122"/>
                        </a:defRPr>
                      </a:lvl2pPr>
                      <a:lvl3pPr marL="1143000" indent="-228600" eaLnBrk="0" hangingPunct="0">
                        <a:spcBef>
                          <a:spcPct val="20000"/>
                        </a:spcBef>
                        <a:buFont typeface="Gungsuh" pitchFamily="18" charset="-127"/>
                        <a:defRPr sz="1600"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sz="1400">
                          <a:solidFill>
                            <a:schemeClr val="tx1"/>
                          </a:solidFill>
                          <a:latin typeface="Arial" panose="020B0604020202020204" pitchFamily="34" charset="0"/>
                          <a:ea typeface="黑体" panose="02010609060101010101" charset="-122"/>
                        </a:defRPr>
                      </a:lvl4pPr>
                      <a:lvl5pPr marL="2057400" indent="-228600" eaLnBrk="0" hangingPunct="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 typeface="Wingdings" panose="05000000000000000000" pitchFamily="2" charset="2"/>
                        <a:buNone/>
                      </a:pPr>
                      <a:r>
                        <a:rPr kumimoji="0" lang="en-US" altLang="zh-CN" sz="1600" b="1" i="0" u="none" strike="noStrike" cap="none" normalizeH="0" baseline="0">
                          <a:ln>
                            <a:noFill/>
                          </a:ln>
                          <a:solidFill>
                            <a:schemeClr val="tx1"/>
                          </a:solidFill>
                          <a:effectLst/>
                          <a:latin typeface="CourierPS" pitchFamily="49" charset="0"/>
                          <a:ea typeface="宋体" panose="02010600030101010101" pitchFamily="2" charset="-122"/>
                        </a:rPr>
                        <a:t>2c</a:t>
                      </a:r>
                      <a:endParaRPr kumimoji="0" lang="en-US" altLang="zh-CN" sz="1600" b="1" i="0" u="none" strike="noStrike" cap="none" normalizeH="0" baseline="0">
                        <a:ln>
                          <a:noFill/>
                        </a:ln>
                        <a:solidFill>
                          <a:schemeClr val="tx1"/>
                        </a:solidFill>
                        <a:effectLst/>
                        <a:latin typeface="CourierPS" pitchFamily="49" charset="0"/>
                        <a:ea typeface="宋体" panose="02010600030101010101" pitchFamily="2" charset="-122"/>
                      </a:endParaRPr>
                    </a:p>
                  </a:txBody>
                  <a:tcPr marL="0" marR="0" marT="0" marB="0" anchor="b" anchorCtr="1" horzOverflow="overflow">
                    <a:lnL w="12700" cap="flat" cmpd="sng" algn="ctr">
                      <a:solidFill>
                        <a:schemeClr val="tx1"/>
                      </a:solidFill>
                      <a:prstDash val="solid"/>
                      <a:round/>
                      <a:headEnd type="none" w="med" len="med"/>
                      <a:tailEnd type="none" w="med" len="med"/>
                    </a:lnL>
                    <a:lnR>
                      <a:noFill/>
                    </a:lnR>
                    <a:lnT>
                      <a:noFill/>
                    </a:lnT>
                    <a:lnB>
                      <a:noFill/>
                    </a:lnB>
                    <a:lnTlToBr>
                      <a:noFill/>
                    </a:lnTlToBr>
                    <a:lnBlToTr>
                      <a:noFill/>
                    </a:lnBlToTr>
                    <a:noFill/>
                  </a:tcPr>
                </a:tc>
                <a:tc>
                  <a:txBody>
                    <a:bodyPr/>
                    <a:lstStyle>
                      <a:lvl1pPr eaLnBrk="0" hangingPunct="0">
                        <a:spcBef>
                          <a:spcPct val="20000"/>
                        </a:spcBef>
                        <a:buFont typeface="Wingdings" panose="05000000000000000000" pitchFamily="2" charset="2"/>
                        <a:defRPr sz="2000" b="1">
                          <a:solidFill>
                            <a:schemeClr val="tx1"/>
                          </a:solidFill>
                          <a:latin typeface="Arial" panose="020B0604020202020204" pitchFamily="34" charset="0"/>
                          <a:ea typeface="黑体" panose="02010609060101010101" charset="-122"/>
                        </a:defRPr>
                      </a:lvl1pPr>
                      <a:lvl2pPr marL="742950" indent="-285750" eaLnBrk="0" hangingPunct="0">
                        <a:spcBef>
                          <a:spcPct val="20000"/>
                        </a:spcBef>
                        <a:buFont typeface="Wingdings" panose="05000000000000000000" pitchFamily="2" charset="2"/>
                        <a:defRPr b="1">
                          <a:solidFill>
                            <a:schemeClr val="tx1"/>
                          </a:solidFill>
                          <a:latin typeface="Arial" panose="020B0604020202020204" pitchFamily="34" charset="0"/>
                          <a:ea typeface="楷体_GB2312" pitchFamily="49" charset="-122"/>
                        </a:defRPr>
                      </a:lvl2pPr>
                      <a:lvl3pPr marL="1143000" indent="-228600" eaLnBrk="0" hangingPunct="0">
                        <a:spcBef>
                          <a:spcPct val="20000"/>
                        </a:spcBef>
                        <a:buFont typeface="Gungsuh" pitchFamily="18" charset="-127"/>
                        <a:defRPr sz="1600"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sz="1400">
                          <a:solidFill>
                            <a:schemeClr val="tx1"/>
                          </a:solidFill>
                          <a:latin typeface="Arial" panose="020B0604020202020204" pitchFamily="34" charset="0"/>
                          <a:ea typeface="黑体" panose="02010609060101010101" charset="-122"/>
                        </a:defRPr>
                      </a:lvl4pPr>
                      <a:lvl5pPr marL="2057400" indent="-228600" eaLnBrk="0" hangingPunct="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 typeface="Wingdings" panose="05000000000000000000" pitchFamily="2" charset="2"/>
                        <a:buNone/>
                      </a:pPr>
                      <a:r>
                        <a:rPr kumimoji="0" lang="en-US" altLang="zh-CN" sz="1600" b="1" i="0" u="none" strike="noStrike" cap="none" normalizeH="0" baseline="0">
                          <a:ln>
                            <a:noFill/>
                          </a:ln>
                          <a:solidFill>
                            <a:schemeClr val="accent2"/>
                          </a:solidFill>
                          <a:effectLst/>
                          <a:latin typeface="CourierPS" pitchFamily="49" charset="0"/>
                          <a:ea typeface="宋体" panose="02010600030101010101" pitchFamily="2" charset="-122"/>
                        </a:rPr>
                        <a:t>,</a:t>
                      </a:r>
                      <a:endParaRPr kumimoji="0" lang="en-US" altLang="zh-CN" sz="1600" b="1" i="0" u="none" strike="noStrike" cap="none" normalizeH="0" baseline="0">
                        <a:ln>
                          <a:noFill/>
                        </a:ln>
                        <a:solidFill>
                          <a:schemeClr val="accent2"/>
                        </a:solidFill>
                        <a:effectLst/>
                        <a:latin typeface="CourierPS" pitchFamily="49" charset="0"/>
                        <a:ea typeface="宋体" panose="02010600030101010101" pitchFamily="2" charset="-122"/>
                      </a:endParaRPr>
                    </a:p>
                  </a:txBody>
                  <a:tcPr marL="0" marR="0" marT="0" marB="0" anchor="b" anchorCtr="1" horzOverflow="overflow">
                    <a:lnL>
                      <a:noFill/>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lvl1pPr eaLnBrk="0" hangingPunct="0">
                        <a:spcBef>
                          <a:spcPct val="20000"/>
                        </a:spcBef>
                        <a:buFont typeface="Wingdings" panose="05000000000000000000" pitchFamily="2" charset="2"/>
                        <a:defRPr sz="2000" b="1">
                          <a:solidFill>
                            <a:schemeClr val="tx1"/>
                          </a:solidFill>
                          <a:latin typeface="Arial" panose="020B0604020202020204" pitchFamily="34" charset="0"/>
                          <a:ea typeface="黑体" panose="02010609060101010101" charset="-122"/>
                        </a:defRPr>
                      </a:lvl1pPr>
                      <a:lvl2pPr marL="742950" indent="-285750" eaLnBrk="0" hangingPunct="0">
                        <a:spcBef>
                          <a:spcPct val="20000"/>
                        </a:spcBef>
                        <a:buFont typeface="Wingdings" panose="05000000000000000000" pitchFamily="2" charset="2"/>
                        <a:defRPr b="1">
                          <a:solidFill>
                            <a:schemeClr val="tx1"/>
                          </a:solidFill>
                          <a:latin typeface="Arial" panose="020B0604020202020204" pitchFamily="34" charset="0"/>
                          <a:ea typeface="楷体_GB2312" pitchFamily="49" charset="-122"/>
                        </a:defRPr>
                      </a:lvl2pPr>
                      <a:lvl3pPr marL="1143000" indent="-228600" eaLnBrk="0" hangingPunct="0">
                        <a:spcBef>
                          <a:spcPct val="20000"/>
                        </a:spcBef>
                        <a:buFont typeface="Gungsuh" pitchFamily="18" charset="-127"/>
                        <a:defRPr sz="1600"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sz="1400">
                          <a:solidFill>
                            <a:schemeClr val="tx1"/>
                          </a:solidFill>
                          <a:latin typeface="Arial" panose="020B0604020202020204" pitchFamily="34" charset="0"/>
                          <a:ea typeface="黑体" panose="02010609060101010101" charset="-122"/>
                        </a:defRPr>
                      </a:lvl4pPr>
                      <a:lvl5pPr marL="2057400" indent="-228600" eaLnBrk="0" hangingPunct="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 typeface="Wingdings" panose="05000000000000000000" pitchFamily="2" charset="2"/>
                        <a:buNone/>
                      </a:pPr>
                      <a:r>
                        <a:rPr kumimoji="0" lang="en-US" altLang="zh-CN" sz="1600" b="1" i="0" u="none" strike="noStrike" cap="none" normalizeH="0" baseline="0">
                          <a:ln>
                            <a:noFill/>
                          </a:ln>
                          <a:solidFill>
                            <a:schemeClr val="tx1"/>
                          </a:solidFill>
                          <a:effectLst/>
                          <a:latin typeface="CourierPS" pitchFamily="49" charset="0"/>
                          <a:ea typeface="宋体" panose="02010600030101010101" pitchFamily="2" charset="-122"/>
                        </a:rPr>
                        <a:t>3c</a:t>
                      </a:r>
                      <a:endParaRPr kumimoji="0" lang="en-US" altLang="zh-CN" sz="1600" b="1" i="0" u="none" strike="noStrike" cap="none" normalizeH="0" baseline="0">
                        <a:ln>
                          <a:noFill/>
                        </a:ln>
                        <a:solidFill>
                          <a:schemeClr val="tx1"/>
                        </a:solidFill>
                        <a:effectLst/>
                        <a:latin typeface="CourierPS" pitchFamily="49" charset="0"/>
                        <a:ea typeface="宋体" panose="02010600030101010101" pitchFamily="2" charset="-122"/>
                      </a:endParaRPr>
                    </a:p>
                  </a:txBody>
                  <a:tcPr marL="0" marR="0" marT="0" marB="0" anchor="b" anchorCtr="1" horzOverflow="overflow">
                    <a:lnL w="12700" cap="flat" cmpd="sng" algn="ctr">
                      <a:solidFill>
                        <a:schemeClr val="tx1"/>
                      </a:solidFill>
                      <a:prstDash val="solid"/>
                      <a:round/>
                      <a:headEnd type="none" w="med" len="med"/>
                      <a:tailEnd type="none" w="med" len="med"/>
                    </a:lnL>
                    <a:lnR>
                      <a:noFill/>
                    </a:lnR>
                    <a:lnT>
                      <a:noFill/>
                    </a:lnT>
                    <a:lnB>
                      <a:noFill/>
                    </a:lnB>
                    <a:lnTlToBr>
                      <a:noFill/>
                    </a:lnTlToBr>
                    <a:lnBlToTr>
                      <a:noFill/>
                    </a:lnBlToTr>
                    <a:noFill/>
                  </a:tcPr>
                </a:tc>
                <a:tc>
                  <a:txBody>
                    <a:bodyPr/>
                    <a:lstStyle>
                      <a:lvl1pPr eaLnBrk="0" hangingPunct="0">
                        <a:spcBef>
                          <a:spcPct val="20000"/>
                        </a:spcBef>
                        <a:buFont typeface="Wingdings" panose="05000000000000000000" pitchFamily="2" charset="2"/>
                        <a:defRPr sz="2000" b="1">
                          <a:solidFill>
                            <a:schemeClr val="tx1"/>
                          </a:solidFill>
                          <a:latin typeface="Arial" panose="020B0604020202020204" pitchFamily="34" charset="0"/>
                          <a:ea typeface="黑体" panose="02010609060101010101" charset="-122"/>
                        </a:defRPr>
                      </a:lvl1pPr>
                      <a:lvl2pPr marL="742950" indent="-285750" eaLnBrk="0" hangingPunct="0">
                        <a:spcBef>
                          <a:spcPct val="20000"/>
                        </a:spcBef>
                        <a:buFont typeface="Wingdings" panose="05000000000000000000" pitchFamily="2" charset="2"/>
                        <a:defRPr b="1">
                          <a:solidFill>
                            <a:schemeClr val="tx1"/>
                          </a:solidFill>
                          <a:latin typeface="Arial" panose="020B0604020202020204" pitchFamily="34" charset="0"/>
                          <a:ea typeface="楷体_GB2312" pitchFamily="49" charset="-122"/>
                        </a:defRPr>
                      </a:lvl2pPr>
                      <a:lvl3pPr marL="1143000" indent="-228600" eaLnBrk="0" hangingPunct="0">
                        <a:spcBef>
                          <a:spcPct val="20000"/>
                        </a:spcBef>
                        <a:buFont typeface="Gungsuh" pitchFamily="18" charset="-127"/>
                        <a:defRPr sz="1600"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sz="1400">
                          <a:solidFill>
                            <a:schemeClr val="tx1"/>
                          </a:solidFill>
                          <a:latin typeface="Arial" panose="020B0604020202020204" pitchFamily="34" charset="0"/>
                          <a:ea typeface="黑体" panose="02010609060101010101" charset="-122"/>
                        </a:defRPr>
                      </a:lvl4pPr>
                      <a:lvl5pPr marL="2057400" indent="-228600" eaLnBrk="0" hangingPunct="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 typeface="Wingdings" panose="05000000000000000000" pitchFamily="2" charset="2"/>
                        <a:buNone/>
                      </a:pPr>
                      <a:r>
                        <a:rPr kumimoji="0" lang="en-US" altLang="zh-CN" sz="1600" b="1" i="0" u="none" strike="noStrike" cap="none" normalizeH="0" baseline="0">
                          <a:ln>
                            <a:noFill/>
                          </a:ln>
                          <a:solidFill>
                            <a:schemeClr val="accent2"/>
                          </a:solidFill>
                          <a:effectLst/>
                          <a:latin typeface="CourierPS" pitchFamily="49" charset="0"/>
                          <a:ea typeface="宋体" panose="02010600030101010101" pitchFamily="2" charset="-122"/>
                        </a:rPr>
                        <a:t>&lt;</a:t>
                      </a:r>
                      <a:endParaRPr kumimoji="0" lang="en-US" altLang="zh-CN" sz="1600" b="1" i="0" u="none" strike="noStrike" cap="none" normalizeH="0" baseline="0">
                        <a:ln>
                          <a:noFill/>
                        </a:ln>
                        <a:solidFill>
                          <a:schemeClr val="accent2"/>
                        </a:solidFill>
                        <a:effectLst/>
                        <a:latin typeface="CourierPS" pitchFamily="49" charset="0"/>
                        <a:ea typeface="宋体" panose="02010600030101010101" pitchFamily="2" charset="-122"/>
                      </a:endParaRPr>
                    </a:p>
                  </a:txBody>
                  <a:tcPr marL="0" marR="0" marT="0" marB="0" anchor="b" anchorCtr="1" horzOverflow="overflow">
                    <a:lnL>
                      <a:noFill/>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lvl1pPr eaLnBrk="0" hangingPunct="0">
                        <a:spcBef>
                          <a:spcPct val="20000"/>
                        </a:spcBef>
                        <a:buFont typeface="Wingdings" panose="05000000000000000000" pitchFamily="2" charset="2"/>
                        <a:defRPr sz="2000" b="1">
                          <a:solidFill>
                            <a:schemeClr val="tx1"/>
                          </a:solidFill>
                          <a:latin typeface="Arial" panose="020B0604020202020204" pitchFamily="34" charset="0"/>
                          <a:ea typeface="黑体" panose="02010609060101010101" charset="-122"/>
                        </a:defRPr>
                      </a:lvl1pPr>
                      <a:lvl2pPr marL="742950" indent="-285750" eaLnBrk="0" hangingPunct="0">
                        <a:spcBef>
                          <a:spcPct val="20000"/>
                        </a:spcBef>
                        <a:buFont typeface="Wingdings" panose="05000000000000000000" pitchFamily="2" charset="2"/>
                        <a:defRPr b="1">
                          <a:solidFill>
                            <a:schemeClr val="tx1"/>
                          </a:solidFill>
                          <a:latin typeface="Arial" panose="020B0604020202020204" pitchFamily="34" charset="0"/>
                          <a:ea typeface="楷体_GB2312" pitchFamily="49" charset="-122"/>
                        </a:defRPr>
                      </a:lvl2pPr>
                      <a:lvl3pPr marL="1143000" indent="-228600" eaLnBrk="0" hangingPunct="0">
                        <a:spcBef>
                          <a:spcPct val="20000"/>
                        </a:spcBef>
                        <a:buFont typeface="Gungsuh" pitchFamily="18" charset="-127"/>
                        <a:defRPr sz="1600"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sz="1400">
                          <a:solidFill>
                            <a:schemeClr val="tx1"/>
                          </a:solidFill>
                          <a:latin typeface="Arial" panose="020B0604020202020204" pitchFamily="34" charset="0"/>
                          <a:ea typeface="黑体" panose="02010609060101010101" charset="-122"/>
                        </a:defRPr>
                      </a:lvl4pPr>
                      <a:lvl5pPr marL="2057400" indent="-228600" eaLnBrk="0" hangingPunct="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 typeface="Wingdings" panose="05000000000000000000" pitchFamily="2" charset="2"/>
                        <a:buNone/>
                      </a:pPr>
                      <a:r>
                        <a:rPr kumimoji="0" lang="en-US" altLang="zh-CN" sz="1600" b="1" i="0" u="none" strike="noStrike" cap="none" normalizeH="0" baseline="0">
                          <a:ln>
                            <a:noFill/>
                          </a:ln>
                          <a:solidFill>
                            <a:schemeClr val="tx1"/>
                          </a:solidFill>
                          <a:effectLst/>
                          <a:latin typeface="CourierPS" pitchFamily="49" charset="0"/>
                          <a:ea typeface="宋体" panose="02010600030101010101" pitchFamily="2" charset="-122"/>
                        </a:rPr>
                        <a:t>4c</a:t>
                      </a:r>
                      <a:endParaRPr kumimoji="0" lang="en-US" altLang="zh-CN" sz="1600" b="1" i="0" u="none" strike="noStrike" cap="none" normalizeH="0" baseline="0">
                        <a:ln>
                          <a:noFill/>
                        </a:ln>
                        <a:solidFill>
                          <a:schemeClr val="tx1"/>
                        </a:solidFill>
                        <a:effectLst/>
                        <a:latin typeface="CourierPS" pitchFamily="49" charset="0"/>
                        <a:ea typeface="宋体" panose="02010600030101010101" pitchFamily="2" charset="-122"/>
                      </a:endParaRPr>
                    </a:p>
                  </a:txBody>
                  <a:tcPr marL="0" marR="0" marT="0" marB="0" anchor="b" anchorCtr="1" horzOverflow="overflow">
                    <a:lnL w="12700" cap="flat" cmpd="sng" algn="ctr">
                      <a:solidFill>
                        <a:schemeClr val="tx1"/>
                      </a:solidFill>
                      <a:prstDash val="solid"/>
                      <a:round/>
                      <a:headEnd type="none" w="med" len="med"/>
                      <a:tailEnd type="none" w="med" len="med"/>
                    </a:lnL>
                    <a:lnR>
                      <a:noFill/>
                    </a:lnR>
                    <a:lnT>
                      <a:noFill/>
                    </a:lnT>
                    <a:lnB>
                      <a:noFill/>
                    </a:lnB>
                    <a:lnTlToBr>
                      <a:noFill/>
                    </a:lnTlToBr>
                    <a:lnBlToTr>
                      <a:noFill/>
                    </a:lnBlToTr>
                    <a:noFill/>
                  </a:tcPr>
                </a:tc>
                <a:tc>
                  <a:txBody>
                    <a:bodyPr/>
                    <a:lstStyle>
                      <a:lvl1pPr eaLnBrk="0" hangingPunct="0">
                        <a:spcBef>
                          <a:spcPct val="20000"/>
                        </a:spcBef>
                        <a:buFont typeface="Wingdings" panose="05000000000000000000" pitchFamily="2" charset="2"/>
                        <a:defRPr sz="2000" b="1">
                          <a:solidFill>
                            <a:schemeClr val="tx1"/>
                          </a:solidFill>
                          <a:latin typeface="Arial" panose="020B0604020202020204" pitchFamily="34" charset="0"/>
                          <a:ea typeface="黑体" panose="02010609060101010101" charset="-122"/>
                        </a:defRPr>
                      </a:lvl1pPr>
                      <a:lvl2pPr marL="742950" indent="-285750" eaLnBrk="0" hangingPunct="0">
                        <a:spcBef>
                          <a:spcPct val="20000"/>
                        </a:spcBef>
                        <a:buFont typeface="Wingdings" panose="05000000000000000000" pitchFamily="2" charset="2"/>
                        <a:defRPr b="1">
                          <a:solidFill>
                            <a:schemeClr val="tx1"/>
                          </a:solidFill>
                          <a:latin typeface="Arial" panose="020B0604020202020204" pitchFamily="34" charset="0"/>
                          <a:ea typeface="楷体_GB2312" pitchFamily="49" charset="-122"/>
                        </a:defRPr>
                      </a:lvl2pPr>
                      <a:lvl3pPr marL="1143000" indent="-228600" eaLnBrk="0" hangingPunct="0">
                        <a:spcBef>
                          <a:spcPct val="20000"/>
                        </a:spcBef>
                        <a:buFont typeface="Gungsuh" pitchFamily="18" charset="-127"/>
                        <a:defRPr sz="1600"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sz="1400">
                          <a:solidFill>
                            <a:schemeClr val="tx1"/>
                          </a:solidFill>
                          <a:latin typeface="Arial" panose="020B0604020202020204" pitchFamily="34" charset="0"/>
                          <a:ea typeface="黑体" panose="02010609060101010101" charset="-122"/>
                        </a:defRPr>
                      </a:lvl4pPr>
                      <a:lvl5pPr marL="2057400" indent="-228600" eaLnBrk="0" hangingPunct="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 typeface="Wingdings" panose="05000000000000000000" pitchFamily="2" charset="2"/>
                        <a:buNone/>
                      </a:pPr>
                      <a:r>
                        <a:rPr kumimoji="0" lang="en-US" altLang="zh-CN" sz="1600" b="1" i="0" u="none" strike="noStrike" cap="none" normalizeH="0" baseline="0">
                          <a:ln>
                            <a:noFill/>
                          </a:ln>
                          <a:solidFill>
                            <a:schemeClr val="accent2"/>
                          </a:solidFill>
                          <a:effectLst/>
                          <a:latin typeface="CourierPS" pitchFamily="49" charset="0"/>
                          <a:ea typeface="宋体" panose="02010600030101010101" pitchFamily="2" charset="-122"/>
                        </a:rPr>
                        <a:t>L</a:t>
                      </a:r>
                      <a:endParaRPr kumimoji="0" lang="en-US" altLang="zh-CN" sz="1600" b="1" i="0" u="none" strike="noStrike" cap="none" normalizeH="0" baseline="0">
                        <a:ln>
                          <a:noFill/>
                        </a:ln>
                        <a:solidFill>
                          <a:schemeClr val="accent2"/>
                        </a:solidFill>
                        <a:effectLst/>
                        <a:latin typeface="CourierPS" pitchFamily="49" charset="0"/>
                        <a:ea typeface="宋体" panose="02010600030101010101" pitchFamily="2" charset="-122"/>
                      </a:endParaRPr>
                    </a:p>
                  </a:txBody>
                  <a:tcPr marL="0" marR="0" marT="0" marB="0" anchor="b" anchorCtr="1" horzOverflow="overflow">
                    <a:lnL>
                      <a:noFill/>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lvl1pPr eaLnBrk="0" hangingPunct="0">
                        <a:spcBef>
                          <a:spcPct val="20000"/>
                        </a:spcBef>
                        <a:buFont typeface="Wingdings" panose="05000000000000000000" pitchFamily="2" charset="2"/>
                        <a:defRPr sz="2000" b="1">
                          <a:solidFill>
                            <a:schemeClr val="tx1"/>
                          </a:solidFill>
                          <a:latin typeface="Arial" panose="020B0604020202020204" pitchFamily="34" charset="0"/>
                          <a:ea typeface="黑体" panose="02010609060101010101" charset="-122"/>
                        </a:defRPr>
                      </a:lvl1pPr>
                      <a:lvl2pPr marL="742950" indent="-285750" eaLnBrk="0" hangingPunct="0">
                        <a:spcBef>
                          <a:spcPct val="20000"/>
                        </a:spcBef>
                        <a:buFont typeface="Wingdings" panose="05000000000000000000" pitchFamily="2" charset="2"/>
                        <a:defRPr b="1">
                          <a:solidFill>
                            <a:schemeClr val="tx1"/>
                          </a:solidFill>
                          <a:latin typeface="Arial" panose="020B0604020202020204" pitchFamily="34" charset="0"/>
                          <a:ea typeface="楷体_GB2312" pitchFamily="49" charset="-122"/>
                        </a:defRPr>
                      </a:lvl2pPr>
                      <a:lvl3pPr marL="1143000" indent="-228600" eaLnBrk="0" hangingPunct="0">
                        <a:spcBef>
                          <a:spcPct val="20000"/>
                        </a:spcBef>
                        <a:buFont typeface="Gungsuh" pitchFamily="18" charset="-127"/>
                        <a:defRPr sz="1600"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sz="1400">
                          <a:solidFill>
                            <a:schemeClr val="tx1"/>
                          </a:solidFill>
                          <a:latin typeface="Arial" panose="020B0604020202020204" pitchFamily="34" charset="0"/>
                          <a:ea typeface="黑体" panose="02010609060101010101" charset="-122"/>
                        </a:defRPr>
                      </a:lvl4pPr>
                      <a:lvl5pPr marL="2057400" indent="-228600" eaLnBrk="0" hangingPunct="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 typeface="Wingdings" panose="05000000000000000000" pitchFamily="2" charset="2"/>
                        <a:buNone/>
                      </a:pPr>
                      <a:r>
                        <a:rPr kumimoji="0" lang="en-US" altLang="zh-CN" sz="1600" b="1" i="0" u="none" strike="noStrike" cap="none" normalizeH="0" baseline="0">
                          <a:ln>
                            <a:noFill/>
                          </a:ln>
                          <a:solidFill>
                            <a:schemeClr val="tx1"/>
                          </a:solidFill>
                          <a:effectLst/>
                          <a:latin typeface="CourierPS" pitchFamily="49" charset="0"/>
                          <a:ea typeface="宋体" panose="02010600030101010101" pitchFamily="2" charset="-122"/>
                        </a:rPr>
                        <a:t>5c</a:t>
                      </a:r>
                      <a:endParaRPr kumimoji="0" lang="en-US" altLang="zh-CN" sz="1600" b="1" i="0" u="none" strike="noStrike" cap="none" normalizeH="0" baseline="0">
                        <a:ln>
                          <a:noFill/>
                        </a:ln>
                        <a:solidFill>
                          <a:schemeClr val="tx1"/>
                        </a:solidFill>
                        <a:effectLst/>
                        <a:latin typeface="CourierPS" pitchFamily="49" charset="0"/>
                        <a:ea typeface="宋体" panose="02010600030101010101" pitchFamily="2" charset="-122"/>
                      </a:endParaRPr>
                    </a:p>
                  </a:txBody>
                  <a:tcPr marL="0" marR="0" marT="0" marB="0" anchor="b" anchorCtr="1" horzOverflow="overflow">
                    <a:lnL w="12700" cap="flat" cmpd="sng" algn="ctr">
                      <a:solidFill>
                        <a:schemeClr val="tx1"/>
                      </a:solidFill>
                      <a:prstDash val="solid"/>
                      <a:round/>
                      <a:headEnd type="none" w="med" len="med"/>
                      <a:tailEnd type="none" w="med" len="med"/>
                    </a:lnL>
                    <a:lnR>
                      <a:noFill/>
                    </a:lnR>
                    <a:lnT>
                      <a:noFill/>
                    </a:lnT>
                    <a:lnB>
                      <a:noFill/>
                    </a:lnB>
                    <a:lnTlToBr>
                      <a:noFill/>
                    </a:lnTlToBr>
                    <a:lnBlToTr>
                      <a:noFill/>
                    </a:lnBlToTr>
                    <a:noFill/>
                  </a:tcPr>
                </a:tc>
                <a:tc>
                  <a:txBody>
                    <a:bodyPr/>
                    <a:lstStyle>
                      <a:lvl1pPr eaLnBrk="0" hangingPunct="0">
                        <a:spcBef>
                          <a:spcPct val="20000"/>
                        </a:spcBef>
                        <a:buFont typeface="Wingdings" panose="05000000000000000000" pitchFamily="2" charset="2"/>
                        <a:defRPr sz="2000" b="1">
                          <a:solidFill>
                            <a:schemeClr val="tx1"/>
                          </a:solidFill>
                          <a:latin typeface="Arial" panose="020B0604020202020204" pitchFamily="34" charset="0"/>
                          <a:ea typeface="黑体" panose="02010609060101010101" charset="-122"/>
                        </a:defRPr>
                      </a:lvl1pPr>
                      <a:lvl2pPr marL="742950" indent="-285750" eaLnBrk="0" hangingPunct="0">
                        <a:spcBef>
                          <a:spcPct val="20000"/>
                        </a:spcBef>
                        <a:buFont typeface="Wingdings" panose="05000000000000000000" pitchFamily="2" charset="2"/>
                        <a:defRPr b="1">
                          <a:solidFill>
                            <a:schemeClr val="tx1"/>
                          </a:solidFill>
                          <a:latin typeface="Arial" panose="020B0604020202020204" pitchFamily="34" charset="0"/>
                          <a:ea typeface="楷体_GB2312" pitchFamily="49" charset="-122"/>
                        </a:defRPr>
                      </a:lvl2pPr>
                      <a:lvl3pPr marL="1143000" indent="-228600" eaLnBrk="0" hangingPunct="0">
                        <a:spcBef>
                          <a:spcPct val="20000"/>
                        </a:spcBef>
                        <a:buFont typeface="Gungsuh" pitchFamily="18" charset="-127"/>
                        <a:defRPr sz="1600"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sz="1400">
                          <a:solidFill>
                            <a:schemeClr val="tx1"/>
                          </a:solidFill>
                          <a:latin typeface="Arial" panose="020B0604020202020204" pitchFamily="34" charset="0"/>
                          <a:ea typeface="黑体" panose="02010609060101010101" charset="-122"/>
                        </a:defRPr>
                      </a:lvl4pPr>
                      <a:lvl5pPr marL="2057400" indent="-228600" eaLnBrk="0" hangingPunct="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 typeface="Wingdings" panose="05000000000000000000" pitchFamily="2" charset="2"/>
                        <a:buNone/>
                      </a:pPr>
                      <a:r>
                        <a:rPr kumimoji="0" lang="en-US" altLang="zh-CN" sz="1600" b="1" i="0" u="none" strike="noStrike" cap="none" normalizeH="0" baseline="0">
                          <a:ln>
                            <a:noFill/>
                          </a:ln>
                          <a:solidFill>
                            <a:schemeClr val="tx1"/>
                          </a:solidFill>
                          <a:effectLst/>
                          <a:latin typeface="CourierPS" pitchFamily="49" charset="0"/>
                          <a:ea typeface="宋体" panose="02010600030101010101" pitchFamily="2" charset="-122"/>
                        </a:rPr>
                        <a:t>\</a:t>
                      </a:r>
                      <a:endParaRPr kumimoji="0" lang="en-US" altLang="zh-CN" sz="1600" b="1" i="0" u="none" strike="noStrike" cap="none" normalizeH="0" baseline="0">
                        <a:ln>
                          <a:noFill/>
                        </a:ln>
                        <a:solidFill>
                          <a:schemeClr val="tx1"/>
                        </a:solidFill>
                        <a:effectLst/>
                        <a:latin typeface="CourierPS" pitchFamily="49" charset="0"/>
                        <a:ea typeface="宋体" panose="02010600030101010101" pitchFamily="2" charset="-122"/>
                      </a:endParaRPr>
                    </a:p>
                  </a:txBody>
                  <a:tcPr marL="0" marR="0" marT="0" marB="0" anchor="b" anchorCtr="1" horzOverflow="overflow">
                    <a:lnL>
                      <a:noFill/>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lvl1pPr eaLnBrk="0" hangingPunct="0">
                        <a:spcBef>
                          <a:spcPct val="20000"/>
                        </a:spcBef>
                        <a:buFont typeface="Wingdings" panose="05000000000000000000" pitchFamily="2" charset="2"/>
                        <a:defRPr sz="2000" b="1">
                          <a:solidFill>
                            <a:schemeClr val="tx1"/>
                          </a:solidFill>
                          <a:latin typeface="Arial" panose="020B0604020202020204" pitchFamily="34" charset="0"/>
                          <a:ea typeface="黑体" panose="02010609060101010101" charset="-122"/>
                        </a:defRPr>
                      </a:lvl1pPr>
                      <a:lvl2pPr marL="742950" indent="-285750" eaLnBrk="0" hangingPunct="0">
                        <a:spcBef>
                          <a:spcPct val="20000"/>
                        </a:spcBef>
                        <a:buFont typeface="Wingdings" panose="05000000000000000000" pitchFamily="2" charset="2"/>
                        <a:defRPr b="1">
                          <a:solidFill>
                            <a:schemeClr val="tx1"/>
                          </a:solidFill>
                          <a:latin typeface="Arial" panose="020B0604020202020204" pitchFamily="34" charset="0"/>
                          <a:ea typeface="楷体_GB2312" pitchFamily="49" charset="-122"/>
                        </a:defRPr>
                      </a:lvl2pPr>
                      <a:lvl3pPr marL="1143000" indent="-228600" eaLnBrk="0" hangingPunct="0">
                        <a:spcBef>
                          <a:spcPct val="20000"/>
                        </a:spcBef>
                        <a:buFont typeface="Gungsuh" pitchFamily="18" charset="-127"/>
                        <a:defRPr sz="1600"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sz="1400">
                          <a:solidFill>
                            <a:schemeClr val="tx1"/>
                          </a:solidFill>
                          <a:latin typeface="Arial" panose="020B0604020202020204" pitchFamily="34" charset="0"/>
                          <a:ea typeface="黑体" panose="02010609060101010101" charset="-122"/>
                        </a:defRPr>
                      </a:lvl4pPr>
                      <a:lvl5pPr marL="2057400" indent="-228600" eaLnBrk="0" hangingPunct="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 typeface="Wingdings" panose="05000000000000000000" pitchFamily="2" charset="2"/>
                        <a:buNone/>
                      </a:pPr>
                      <a:r>
                        <a:rPr kumimoji="0" lang="en-US" altLang="zh-CN" sz="1600" b="1" i="0" u="none" strike="noStrike" cap="none" normalizeH="0" baseline="0">
                          <a:ln>
                            <a:noFill/>
                          </a:ln>
                          <a:solidFill>
                            <a:schemeClr val="tx1"/>
                          </a:solidFill>
                          <a:effectLst/>
                          <a:latin typeface="CourierPS" pitchFamily="49" charset="0"/>
                          <a:ea typeface="宋体" panose="02010600030101010101" pitchFamily="2" charset="-122"/>
                        </a:rPr>
                        <a:t>6c</a:t>
                      </a:r>
                      <a:endParaRPr kumimoji="0" lang="en-US" altLang="zh-CN" sz="1600" b="1" i="0" u="none" strike="noStrike" cap="none" normalizeH="0" baseline="0">
                        <a:ln>
                          <a:noFill/>
                        </a:ln>
                        <a:solidFill>
                          <a:schemeClr val="tx1"/>
                        </a:solidFill>
                        <a:effectLst/>
                        <a:latin typeface="CourierPS" pitchFamily="49" charset="0"/>
                        <a:ea typeface="宋体" panose="02010600030101010101" pitchFamily="2" charset="-122"/>
                      </a:endParaRPr>
                    </a:p>
                  </a:txBody>
                  <a:tcPr marL="0" marR="0" marT="0" marB="0" anchor="b" anchorCtr="1" horzOverflow="overflow">
                    <a:lnL w="12700" cap="flat" cmpd="sng" algn="ctr">
                      <a:solidFill>
                        <a:schemeClr val="tx1"/>
                      </a:solidFill>
                      <a:prstDash val="solid"/>
                      <a:round/>
                      <a:headEnd type="none" w="med" len="med"/>
                      <a:tailEnd type="none" w="med" len="med"/>
                    </a:lnL>
                    <a:lnR>
                      <a:noFill/>
                    </a:lnR>
                    <a:lnT>
                      <a:noFill/>
                    </a:lnT>
                    <a:lnB>
                      <a:noFill/>
                    </a:lnB>
                    <a:lnTlToBr>
                      <a:noFill/>
                    </a:lnTlToBr>
                    <a:lnBlToTr>
                      <a:noFill/>
                    </a:lnBlToTr>
                    <a:noFill/>
                  </a:tcPr>
                </a:tc>
                <a:tc>
                  <a:txBody>
                    <a:bodyPr/>
                    <a:lstStyle>
                      <a:lvl1pPr eaLnBrk="0" hangingPunct="0">
                        <a:spcBef>
                          <a:spcPct val="20000"/>
                        </a:spcBef>
                        <a:buFont typeface="Wingdings" panose="05000000000000000000" pitchFamily="2" charset="2"/>
                        <a:defRPr sz="2000" b="1">
                          <a:solidFill>
                            <a:schemeClr val="tx1"/>
                          </a:solidFill>
                          <a:latin typeface="Arial" panose="020B0604020202020204" pitchFamily="34" charset="0"/>
                          <a:ea typeface="黑体" panose="02010609060101010101" charset="-122"/>
                        </a:defRPr>
                      </a:lvl1pPr>
                      <a:lvl2pPr marL="742950" indent="-285750" eaLnBrk="0" hangingPunct="0">
                        <a:spcBef>
                          <a:spcPct val="20000"/>
                        </a:spcBef>
                        <a:buFont typeface="Wingdings" panose="05000000000000000000" pitchFamily="2" charset="2"/>
                        <a:defRPr b="1">
                          <a:solidFill>
                            <a:schemeClr val="tx1"/>
                          </a:solidFill>
                          <a:latin typeface="Arial" panose="020B0604020202020204" pitchFamily="34" charset="0"/>
                          <a:ea typeface="楷体_GB2312" pitchFamily="49" charset="-122"/>
                        </a:defRPr>
                      </a:lvl2pPr>
                      <a:lvl3pPr marL="1143000" indent="-228600" eaLnBrk="0" hangingPunct="0">
                        <a:spcBef>
                          <a:spcPct val="20000"/>
                        </a:spcBef>
                        <a:buFont typeface="Gungsuh" pitchFamily="18" charset="-127"/>
                        <a:defRPr sz="1600"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sz="1400">
                          <a:solidFill>
                            <a:schemeClr val="tx1"/>
                          </a:solidFill>
                          <a:latin typeface="Arial" panose="020B0604020202020204" pitchFamily="34" charset="0"/>
                          <a:ea typeface="黑体" panose="02010609060101010101" charset="-122"/>
                        </a:defRPr>
                      </a:lvl4pPr>
                      <a:lvl5pPr marL="2057400" indent="-228600" eaLnBrk="0" hangingPunct="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 typeface="Wingdings" panose="05000000000000000000" pitchFamily="2" charset="2"/>
                        <a:buNone/>
                      </a:pPr>
                      <a:r>
                        <a:rPr kumimoji="0" lang="en-US" altLang="zh-CN" sz="1600" b="1" i="0" u="none" strike="noStrike" cap="none" normalizeH="0" baseline="0">
                          <a:ln>
                            <a:noFill/>
                          </a:ln>
                          <a:solidFill>
                            <a:schemeClr val="accent2"/>
                          </a:solidFill>
                          <a:effectLst/>
                          <a:latin typeface="CourierPS" pitchFamily="49" charset="0"/>
                          <a:ea typeface="宋体" panose="02010600030101010101" pitchFamily="2" charset="-122"/>
                        </a:rPr>
                        <a:t>l</a:t>
                      </a:r>
                      <a:endParaRPr kumimoji="0" lang="en-US" altLang="zh-CN" sz="1600" b="1" i="0" u="none" strike="noStrike" cap="none" normalizeH="0" baseline="0">
                        <a:ln>
                          <a:noFill/>
                        </a:ln>
                        <a:solidFill>
                          <a:schemeClr val="accent2"/>
                        </a:solidFill>
                        <a:effectLst/>
                        <a:latin typeface="CourierPS" pitchFamily="49" charset="0"/>
                        <a:ea typeface="宋体" panose="02010600030101010101" pitchFamily="2" charset="-122"/>
                      </a:endParaRPr>
                    </a:p>
                  </a:txBody>
                  <a:tcPr marL="0" marR="0" marT="0" marB="0" anchor="b" anchorCtr="1" horzOverflow="overflow">
                    <a:lnL>
                      <a:noFill/>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lvl1pPr eaLnBrk="0" hangingPunct="0">
                        <a:spcBef>
                          <a:spcPct val="20000"/>
                        </a:spcBef>
                        <a:buFont typeface="Wingdings" panose="05000000000000000000" pitchFamily="2" charset="2"/>
                        <a:defRPr sz="2000" b="1">
                          <a:solidFill>
                            <a:schemeClr val="tx1"/>
                          </a:solidFill>
                          <a:latin typeface="Arial" panose="020B0604020202020204" pitchFamily="34" charset="0"/>
                          <a:ea typeface="黑体" panose="02010609060101010101" charset="-122"/>
                        </a:defRPr>
                      </a:lvl1pPr>
                      <a:lvl2pPr marL="742950" indent="-285750" eaLnBrk="0" hangingPunct="0">
                        <a:spcBef>
                          <a:spcPct val="20000"/>
                        </a:spcBef>
                        <a:buFont typeface="Wingdings" panose="05000000000000000000" pitchFamily="2" charset="2"/>
                        <a:defRPr b="1">
                          <a:solidFill>
                            <a:schemeClr val="tx1"/>
                          </a:solidFill>
                          <a:latin typeface="Arial" panose="020B0604020202020204" pitchFamily="34" charset="0"/>
                          <a:ea typeface="楷体_GB2312" pitchFamily="49" charset="-122"/>
                        </a:defRPr>
                      </a:lvl2pPr>
                      <a:lvl3pPr marL="1143000" indent="-228600" eaLnBrk="0" hangingPunct="0">
                        <a:spcBef>
                          <a:spcPct val="20000"/>
                        </a:spcBef>
                        <a:buFont typeface="Gungsuh" pitchFamily="18" charset="-127"/>
                        <a:defRPr sz="1600"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sz="1400">
                          <a:solidFill>
                            <a:schemeClr val="tx1"/>
                          </a:solidFill>
                          <a:latin typeface="Arial" panose="020B0604020202020204" pitchFamily="34" charset="0"/>
                          <a:ea typeface="黑体" panose="02010609060101010101" charset="-122"/>
                        </a:defRPr>
                      </a:lvl4pPr>
                      <a:lvl5pPr marL="2057400" indent="-228600" eaLnBrk="0" hangingPunct="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 typeface="Wingdings" panose="05000000000000000000" pitchFamily="2" charset="2"/>
                        <a:buNone/>
                      </a:pPr>
                      <a:r>
                        <a:rPr kumimoji="0" lang="en-US" altLang="zh-CN" sz="1600" b="1" i="0" u="none" strike="noStrike" cap="none" normalizeH="0" baseline="0">
                          <a:ln>
                            <a:noFill/>
                          </a:ln>
                          <a:solidFill>
                            <a:schemeClr val="tx1"/>
                          </a:solidFill>
                          <a:effectLst/>
                          <a:latin typeface="CourierPS" pitchFamily="49" charset="0"/>
                          <a:ea typeface="宋体" panose="02010600030101010101" pitchFamily="2" charset="-122"/>
                        </a:rPr>
                        <a:t>7c</a:t>
                      </a:r>
                      <a:endParaRPr kumimoji="0" lang="en-US" altLang="zh-CN" sz="1600" b="1" i="0" u="none" strike="noStrike" cap="none" normalizeH="0" baseline="0">
                        <a:ln>
                          <a:noFill/>
                        </a:ln>
                        <a:solidFill>
                          <a:schemeClr val="tx1"/>
                        </a:solidFill>
                        <a:effectLst/>
                        <a:latin typeface="CourierPS" pitchFamily="49" charset="0"/>
                        <a:ea typeface="宋体" panose="02010600030101010101" pitchFamily="2" charset="-122"/>
                      </a:endParaRPr>
                    </a:p>
                  </a:txBody>
                  <a:tcPr marL="0" marR="0" marT="0" marB="0" anchor="b" anchorCtr="1" horzOverflow="overflow">
                    <a:lnL w="12700" cap="flat" cmpd="sng" algn="ctr">
                      <a:solidFill>
                        <a:schemeClr val="tx1"/>
                      </a:solidFill>
                      <a:prstDash val="solid"/>
                      <a:round/>
                      <a:headEnd type="none" w="med" len="med"/>
                      <a:tailEnd type="none" w="med" len="med"/>
                    </a:lnL>
                    <a:lnR>
                      <a:noFill/>
                    </a:lnR>
                    <a:lnT>
                      <a:noFill/>
                    </a:lnT>
                    <a:lnB>
                      <a:noFill/>
                    </a:lnB>
                    <a:lnTlToBr>
                      <a:noFill/>
                    </a:lnTlToBr>
                    <a:lnBlToTr>
                      <a:noFill/>
                    </a:lnBlToTr>
                    <a:noFill/>
                  </a:tcPr>
                </a:tc>
                <a:tc>
                  <a:txBody>
                    <a:bodyPr/>
                    <a:lstStyle>
                      <a:lvl1pPr eaLnBrk="0" hangingPunct="0">
                        <a:spcBef>
                          <a:spcPct val="20000"/>
                        </a:spcBef>
                        <a:buFont typeface="Wingdings" panose="05000000000000000000" pitchFamily="2" charset="2"/>
                        <a:defRPr sz="2000" b="1">
                          <a:solidFill>
                            <a:schemeClr val="tx1"/>
                          </a:solidFill>
                          <a:latin typeface="Arial" panose="020B0604020202020204" pitchFamily="34" charset="0"/>
                          <a:ea typeface="黑体" panose="02010609060101010101" charset="-122"/>
                        </a:defRPr>
                      </a:lvl1pPr>
                      <a:lvl2pPr marL="742950" indent="-285750" eaLnBrk="0" hangingPunct="0">
                        <a:spcBef>
                          <a:spcPct val="20000"/>
                        </a:spcBef>
                        <a:buFont typeface="Wingdings" panose="05000000000000000000" pitchFamily="2" charset="2"/>
                        <a:defRPr b="1">
                          <a:solidFill>
                            <a:schemeClr val="tx1"/>
                          </a:solidFill>
                          <a:latin typeface="Arial" panose="020B0604020202020204" pitchFamily="34" charset="0"/>
                          <a:ea typeface="楷体_GB2312" pitchFamily="49" charset="-122"/>
                        </a:defRPr>
                      </a:lvl2pPr>
                      <a:lvl3pPr marL="1143000" indent="-228600" eaLnBrk="0" hangingPunct="0">
                        <a:spcBef>
                          <a:spcPct val="20000"/>
                        </a:spcBef>
                        <a:buFont typeface="Gungsuh" pitchFamily="18" charset="-127"/>
                        <a:defRPr sz="1600"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sz="1400">
                          <a:solidFill>
                            <a:schemeClr val="tx1"/>
                          </a:solidFill>
                          <a:latin typeface="Arial" panose="020B0604020202020204" pitchFamily="34" charset="0"/>
                          <a:ea typeface="黑体" panose="02010609060101010101" charset="-122"/>
                        </a:defRPr>
                      </a:lvl4pPr>
                      <a:lvl5pPr marL="2057400" indent="-228600" eaLnBrk="0" hangingPunct="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 typeface="Wingdings" panose="05000000000000000000" pitchFamily="2" charset="2"/>
                        <a:buNone/>
                      </a:pPr>
                      <a:r>
                        <a:rPr kumimoji="0" lang="en-US" altLang="zh-CN" sz="1600" b="1" i="0" u="none" strike="noStrike" cap="none" normalizeH="0" baseline="0">
                          <a:ln>
                            <a:noFill/>
                          </a:ln>
                          <a:solidFill>
                            <a:schemeClr val="accent2"/>
                          </a:solidFill>
                          <a:effectLst/>
                          <a:latin typeface="CourierPS" pitchFamily="49" charset="0"/>
                          <a:ea typeface="宋体" panose="02010600030101010101" pitchFamily="2" charset="-122"/>
                        </a:rPr>
                        <a:t>|</a:t>
                      </a:r>
                      <a:endParaRPr kumimoji="0" lang="en-US" altLang="zh-CN" sz="1600" b="1" i="0" u="none" strike="noStrike" cap="none" normalizeH="0" baseline="0">
                        <a:ln>
                          <a:noFill/>
                        </a:ln>
                        <a:solidFill>
                          <a:schemeClr val="accent2"/>
                        </a:solidFill>
                        <a:effectLst/>
                        <a:latin typeface="CourierPS" pitchFamily="49" charset="0"/>
                        <a:ea typeface="宋体" panose="02010600030101010101" pitchFamily="2" charset="-122"/>
                      </a:endParaRPr>
                    </a:p>
                  </a:txBody>
                  <a:tcPr marL="0" marR="0" marT="0" marB="0" anchor="b" anchorCtr="1" horzOverflow="overflow">
                    <a:lnL>
                      <a:noFill/>
                    </a:lnL>
                    <a:lnR>
                      <a:noFill/>
                    </a:lnR>
                    <a:lnT>
                      <a:noFill/>
                    </a:lnT>
                    <a:lnB>
                      <a:noFill/>
                    </a:lnB>
                    <a:lnTlToBr>
                      <a:noFill/>
                    </a:lnTlToBr>
                    <a:lnBlToTr>
                      <a:noFill/>
                    </a:lnBlToTr>
                    <a:noFill/>
                  </a:tcPr>
                </a:tc>
              </a:tr>
              <a:tr h="254000">
                <a:tc>
                  <a:txBody>
                    <a:bodyPr/>
                    <a:lstStyle>
                      <a:lvl1pPr eaLnBrk="0" hangingPunct="0">
                        <a:spcBef>
                          <a:spcPct val="20000"/>
                        </a:spcBef>
                        <a:buFont typeface="Wingdings" panose="05000000000000000000" pitchFamily="2" charset="2"/>
                        <a:defRPr sz="2000" b="1">
                          <a:solidFill>
                            <a:schemeClr val="tx1"/>
                          </a:solidFill>
                          <a:latin typeface="Arial" panose="020B0604020202020204" pitchFamily="34" charset="0"/>
                          <a:ea typeface="黑体" panose="02010609060101010101" charset="-122"/>
                        </a:defRPr>
                      </a:lvl1pPr>
                      <a:lvl2pPr marL="742950" indent="-285750" eaLnBrk="0" hangingPunct="0">
                        <a:spcBef>
                          <a:spcPct val="20000"/>
                        </a:spcBef>
                        <a:buFont typeface="Wingdings" panose="05000000000000000000" pitchFamily="2" charset="2"/>
                        <a:defRPr b="1">
                          <a:solidFill>
                            <a:schemeClr val="tx1"/>
                          </a:solidFill>
                          <a:latin typeface="Arial" panose="020B0604020202020204" pitchFamily="34" charset="0"/>
                          <a:ea typeface="楷体_GB2312" pitchFamily="49" charset="-122"/>
                        </a:defRPr>
                      </a:lvl2pPr>
                      <a:lvl3pPr marL="1143000" indent="-228600" eaLnBrk="0" hangingPunct="0">
                        <a:spcBef>
                          <a:spcPct val="20000"/>
                        </a:spcBef>
                        <a:buFont typeface="Gungsuh" pitchFamily="18" charset="-127"/>
                        <a:defRPr sz="1600"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sz="1400">
                          <a:solidFill>
                            <a:schemeClr val="tx1"/>
                          </a:solidFill>
                          <a:latin typeface="Arial" panose="020B0604020202020204" pitchFamily="34" charset="0"/>
                          <a:ea typeface="黑体" panose="02010609060101010101" charset="-122"/>
                        </a:defRPr>
                      </a:lvl4pPr>
                      <a:lvl5pPr marL="2057400" indent="-228600" eaLnBrk="0" hangingPunct="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 typeface="Wingdings" panose="05000000000000000000" pitchFamily="2" charset="2"/>
                        <a:buNone/>
                      </a:pPr>
                      <a:r>
                        <a:rPr kumimoji="0" lang="en-US" altLang="zh-CN" sz="1600" b="1" i="0" u="none" strike="noStrike" cap="none" normalizeH="0" baseline="0">
                          <a:ln>
                            <a:noFill/>
                          </a:ln>
                          <a:solidFill>
                            <a:schemeClr val="tx1"/>
                          </a:solidFill>
                          <a:effectLst/>
                          <a:latin typeface="CourierPS" pitchFamily="49" charset="0"/>
                          <a:ea typeface="宋体" panose="02010600030101010101" pitchFamily="2" charset="-122"/>
                        </a:rPr>
                        <a:t>0d</a:t>
                      </a:r>
                      <a:endParaRPr kumimoji="0" lang="en-US" altLang="zh-CN" sz="1600" b="1" i="0" u="none" strike="noStrike" cap="none" normalizeH="0" baseline="0">
                        <a:ln>
                          <a:noFill/>
                        </a:ln>
                        <a:solidFill>
                          <a:schemeClr val="tx1"/>
                        </a:solidFill>
                        <a:effectLst/>
                        <a:latin typeface="CourierPS" pitchFamily="49" charset="0"/>
                        <a:ea typeface="宋体" panose="02010600030101010101" pitchFamily="2" charset="-122"/>
                      </a:endParaRPr>
                    </a:p>
                  </a:txBody>
                  <a:tcPr marL="0" marR="0" marT="0" marB="0" anchor="b" anchorCtr="1" horzOverflow="overflow">
                    <a:lnL>
                      <a:noFill/>
                    </a:lnL>
                    <a:lnR>
                      <a:noFill/>
                    </a:lnR>
                    <a:lnT>
                      <a:noFill/>
                    </a:lnT>
                    <a:lnB>
                      <a:noFill/>
                    </a:lnB>
                    <a:lnTlToBr>
                      <a:noFill/>
                    </a:lnTlToBr>
                    <a:lnBlToTr>
                      <a:noFill/>
                    </a:lnBlToTr>
                    <a:noFill/>
                  </a:tcPr>
                </a:tc>
                <a:tc>
                  <a:txBody>
                    <a:bodyPr/>
                    <a:lstStyle>
                      <a:lvl1pPr eaLnBrk="0" hangingPunct="0">
                        <a:spcBef>
                          <a:spcPct val="20000"/>
                        </a:spcBef>
                        <a:buFont typeface="Wingdings" panose="05000000000000000000" pitchFamily="2" charset="2"/>
                        <a:defRPr sz="2000" b="1">
                          <a:solidFill>
                            <a:schemeClr val="tx1"/>
                          </a:solidFill>
                          <a:latin typeface="Arial" panose="020B0604020202020204" pitchFamily="34" charset="0"/>
                          <a:ea typeface="黑体" panose="02010609060101010101" charset="-122"/>
                        </a:defRPr>
                      </a:lvl1pPr>
                      <a:lvl2pPr marL="742950" indent="-285750" eaLnBrk="0" hangingPunct="0">
                        <a:spcBef>
                          <a:spcPct val="20000"/>
                        </a:spcBef>
                        <a:buFont typeface="Wingdings" panose="05000000000000000000" pitchFamily="2" charset="2"/>
                        <a:defRPr b="1">
                          <a:solidFill>
                            <a:schemeClr val="tx1"/>
                          </a:solidFill>
                          <a:latin typeface="Arial" panose="020B0604020202020204" pitchFamily="34" charset="0"/>
                          <a:ea typeface="楷体_GB2312" pitchFamily="49" charset="-122"/>
                        </a:defRPr>
                      </a:lvl2pPr>
                      <a:lvl3pPr marL="1143000" indent="-228600" eaLnBrk="0" hangingPunct="0">
                        <a:spcBef>
                          <a:spcPct val="20000"/>
                        </a:spcBef>
                        <a:buFont typeface="Gungsuh" pitchFamily="18" charset="-127"/>
                        <a:defRPr sz="1600"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sz="1400">
                          <a:solidFill>
                            <a:schemeClr val="tx1"/>
                          </a:solidFill>
                          <a:latin typeface="Arial" panose="020B0604020202020204" pitchFamily="34" charset="0"/>
                          <a:ea typeface="黑体" panose="02010609060101010101" charset="-122"/>
                        </a:defRPr>
                      </a:lvl4pPr>
                      <a:lvl5pPr marL="2057400" indent="-228600" eaLnBrk="0" hangingPunct="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 typeface="Wingdings" panose="05000000000000000000" pitchFamily="2" charset="2"/>
                        <a:buNone/>
                      </a:pPr>
                      <a:r>
                        <a:rPr kumimoji="0" lang="en-US" altLang="zh-CN" sz="1600" b="1" i="0" u="none" strike="noStrike" cap="none" normalizeH="0" baseline="0">
                          <a:ln>
                            <a:noFill/>
                          </a:ln>
                          <a:solidFill>
                            <a:schemeClr val="accent2"/>
                          </a:solidFill>
                          <a:effectLst/>
                          <a:latin typeface="CourierPS" pitchFamily="49" charset="0"/>
                          <a:ea typeface="宋体" panose="02010600030101010101" pitchFamily="2" charset="-122"/>
                        </a:rPr>
                        <a:t>cr</a:t>
                      </a:r>
                      <a:endParaRPr kumimoji="0" lang="en-US" altLang="zh-CN" sz="1600" b="1" i="0" u="none" strike="noStrike" cap="none" normalizeH="0" baseline="0">
                        <a:ln>
                          <a:noFill/>
                        </a:ln>
                        <a:solidFill>
                          <a:schemeClr val="accent2"/>
                        </a:solidFill>
                        <a:effectLst/>
                        <a:latin typeface="CourierPS" pitchFamily="49" charset="0"/>
                        <a:ea typeface="宋体" panose="02010600030101010101" pitchFamily="2" charset="-122"/>
                      </a:endParaRPr>
                    </a:p>
                  </a:txBody>
                  <a:tcPr marL="0" marR="0" marT="0" marB="0" anchor="b" anchorCtr="1" horzOverflow="overflow">
                    <a:lnL>
                      <a:noFill/>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lvl1pPr eaLnBrk="0" hangingPunct="0">
                        <a:spcBef>
                          <a:spcPct val="20000"/>
                        </a:spcBef>
                        <a:buFont typeface="Wingdings" panose="05000000000000000000" pitchFamily="2" charset="2"/>
                        <a:defRPr sz="2000" b="1">
                          <a:solidFill>
                            <a:schemeClr val="tx1"/>
                          </a:solidFill>
                          <a:latin typeface="Arial" panose="020B0604020202020204" pitchFamily="34" charset="0"/>
                          <a:ea typeface="黑体" panose="02010609060101010101" charset="-122"/>
                        </a:defRPr>
                      </a:lvl1pPr>
                      <a:lvl2pPr marL="742950" indent="-285750" eaLnBrk="0" hangingPunct="0">
                        <a:spcBef>
                          <a:spcPct val="20000"/>
                        </a:spcBef>
                        <a:buFont typeface="Wingdings" panose="05000000000000000000" pitchFamily="2" charset="2"/>
                        <a:defRPr b="1">
                          <a:solidFill>
                            <a:schemeClr val="tx1"/>
                          </a:solidFill>
                          <a:latin typeface="Arial" panose="020B0604020202020204" pitchFamily="34" charset="0"/>
                          <a:ea typeface="楷体_GB2312" pitchFamily="49" charset="-122"/>
                        </a:defRPr>
                      </a:lvl2pPr>
                      <a:lvl3pPr marL="1143000" indent="-228600" eaLnBrk="0" hangingPunct="0">
                        <a:spcBef>
                          <a:spcPct val="20000"/>
                        </a:spcBef>
                        <a:buFont typeface="Gungsuh" pitchFamily="18" charset="-127"/>
                        <a:defRPr sz="1600"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sz="1400">
                          <a:solidFill>
                            <a:schemeClr val="tx1"/>
                          </a:solidFill>
                          <a:latin typeface="Arial" panose="020B0604020202020204" pitchFamily="34" charset="0"/>
                          <a:ea typeface="黑体" panose="02010609060101010101" charset="-122"/>
                        </a:defRPr>
                      </a:lvl4pPr>
                      <a:lvl5pPr marL="2057400" indent="-228600" eaLnBrk="0" hangingPunct="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 typeface="Wingdings" panose="05000000000000000000" pitchFamily="2" charset="2"/>
                        <a:buNone/>
                      </a:pPr>
                      <a:r>
                        <a:rPr kumimoji="0" lang="en-US" altLang="zh-CN" sz="1600" b="1" i="0" u="none" strike="noStrike" cap="none" normalizeH="0" baseline="0">
                          <a:ln>
                            <a:noFill/>
                          </a:ln>
                          <a:solidFill>
                            <a:schemeClr val="tx1"/>
                          </a:solidFill>
                          <a:effectLst/>
                          <a:latin typeface="CourierPS" pitchFamily="49" charset="0"/>
                          <a:ea typeface="宋体" panose="02010600030101010101" pitchFamily="2" charset="-122"/>
                        </a:rPr>
                        <a:t>1d</a:t>
                      </a:r>
                      <a:endParaRPr kumimoji="0" lang="en-US" altLang="zh-CN" sz="1600" b="1" i="0" u="none" strike="noStrike" cap="none" normalizeH="0" baseline="0">
                        <a:ln>
                          <a:noFill/>
                        </a:ln>
                        <a:solidFill>
                          <a:schemeClr val="tx1"/>
                        </a:solidFill>
                        <a:effectLst/>
                        <a:latin typeface="CourierPS" pitchFamily="49" charset="0"/>
                        <a:ea typeface="宋体" panose="02010600030101010101" pitchFamily="2" charset="-122"/>
                      </a:endParaRPr>
                    </a:p>
                  </a:txBody>
                  <a:tcPr marL="0" marR="0" marT="0" marB="0" anchor="b" anchorCtr="1" horzOverflow="overflow">
                    <a:lnL w="12700" cap="flat" cmpd="sng" algn="ctr">
                      <a:solidFill>
                        <a:schemeClr val="tx1"/>
                      </a:solidFill>
                      <a:prstDash val="solid"/>
                      <a:round/>
                      <a:headEnd type="none" w="med" len="med"/>
                      <a:tailEnd type="none" w="med" len="med"/>
                    </a:lnL>
                    <a:lnR>
                      <a:noFill/>
                    </a:lnR>
                    <a:lnT>
                      <a:noFill/>
                    </a:lnT>
                    <a:lnB>
                      <a:noFill/>
                    </a:lnB>
                    <a:lnTlToBr>
                      <a:noFill/>
                    </a:lnTlToBr>
                    <a:lnBlToTr>
                      <a:noFill/>
                    </a:lnBlToTr>
                    <a:noFill/>
                  </a:tcPr>
                </a:tc>
                <a:tc>
                  <a:txBody>
                    <a:bodyPr/>
                    <a:lstStyle>
                      <a:lvl1pPr eaLnBrk="0" hangingPunct="0">
                        <a:spcBef>
                          <a:spcPct val="20000"/>
                        </a:spcBef>
                        <a:buFont typeface="Wingdings" panose="05000000000000000000" pitchFamily="2" charset="2"/>
                        <a:defRPr sz="2000" b="1">
                          <a:solidFill>
                            <a:schemeClr val="tx1"/>
                          </a:solidFill>
                          <a:latin typeface="Arial" panose="020B0604020202020204" pitchFamily="34" charset="0"/>
                          <a:ea typeface="黑体" panose="02010609060101010101" charset="-122"/>
                        </a:defRPr>
                      </a:lvl1pPr>
                      <a:lvl2pPr marL="742950" indent="-285750" eaLnBrk="0" hangingPunct="0">
                        <a:spcBef>
                          <a:spcPct val="20000"/>
                        </a:spcBef>
                        <a:buFont typeface="Wingdings" panose="05000000000000000000" pitchFamily="2" charset="2"/>
                        <a:defRPr b="1">
                          <a:solidFill>
                            <a:schemeClr val="tx1"/>
                          </a:solidFill>
                          <a:latin typeface="Arial" panose="020B0604020202020204" pitchFamily="34" charset="0"/>
                          <a:ea typeface="楷体_GB2312" pitchFamily="49" charset="-122"/>
                        </a:defRPr>
                      </a:lvl2pPr>
                      <a:lvl3pPr marL="1143000" indent="-228600" eaLnBrk="0" hangingPunct="0">
                        <a:spcBef>
                          <a:spcPct val="20000"/>
                        </a:spcBef>
                        <a:buFont typeface="Gungsuh" pitchFamily="18" charset="-127"/>
                        <a:defRPr sz="1600"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sz="1400">
                          <a:solidFill>
                            <a:schemeClr val="tx1"/>
                          </a:solidFill>
                          <a:latin typeface="Arial" panose="020B0604020202020204" pitchFamily="34" charset="0"/>
                          <a:ea typeface="黑体" panose="02010609060101010101" charset="-122"/>
                        </a:defRPr>
                      </a:lvl4pPr>
                      <a:lvl5pPr marL="2057400" indent="-228600" eaLnBrk="0" hangingPunct="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 typeface="Wingdings" panose="05000000000000000000" pitchFamily="2" charset="2"/>
                        <a:buNone/>
                      </a:pPr>
                      <a:r>
                        <a:rPr kumimoji="0" lang="en-US" altLang="zh-CN" sz="1600" b="1" i="0" u="none" strike="noStrike" cap="none" normalizeH="0" baseline="0">
                          <a:ln>
                            <a:noFill/>
                          </a:ln>
                          <a:solidFill>
                            <a:schemeClr val="accent2"/>
                          </a:solidFill>
                          <a:effectLst/>
                          <a:latin typeface="CourierPS" pitchFamily="49" charset="0"/>
                          <a:ea typeface="宋体" panose="02010600030101010101" pitchFamily="2" charset="-122"/>
                        </a:rPr>
                        <a:t>gs</a:t>
                      </a:r>
                      <a:endParaRPr kumimoji="0" lang="en-US" altLang="zh-CN" sz="1600" b="1" i="0" u="none" strike="noStrike" cap="none" normalizeH="0" baseline="0">
                        <a:ln>
                          <a:noFill/>
                        </a:ln>
                        <a:solidFill>
                          <a:schemeClr val="accent2"/>
                        </a:solidFill>
                        <a:effectLst/>
                        <a:latin typeface="CourierPS" pitchFamily="49" charset="0"/>
                        <a:ea typeface="宋体" panose="02010600030101010101" pitchFamily="2" charset="-122"/>
                      </a:endParaRPr>
                    </a:p>
                  </a:txBody>
                  <a:tcPr marL="0" marR="0" marT="0" marB="0" anchor="b" anchorCtr="1" horzOverflow="overflow">
                    <a:lnL>
                      <a:noFill/>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lvl1pPr eaLnBrk="0" hangingPunct="0">
                        <a:spcBef>
                          <a:spcPct val="20000"/>
                        </a:spcBef>
                        <a:buFont typeface="Wingdings" panose="05000000000000000000" pitchFamily="2" charset="2"/>
                        <a:defRPr sz="2000" b="1">
                          <a:solidFill>
                            <a:schemeClr val="tx1"/>
                          </a:solidFill>
                          <a:latin typeface="Arial" panose="020B0604020202020204" pitchFamily="34" charset="0"/>
                          <a:ea typeface="黑体" panose="02010609060101010101" charset="-122"/>
                        </a:defRPr>
                      </a:lvl1pPr>
                      <a:lvl2pPr marL="742950" indent="-285750" eaLnBrk="0" hangingPunct="0">
                        <a:spcBef>
                          <a:spcPct val="20000"/>
                        </a:spcBef>
                        <a:buFont typeface="Wingdings" panose="05000000000000000000" pitchFamily="2" charset="2"/>
                        <a:defRPr b="1">
                          <a:solidFill>
                            <a:schemeClr val="tx1"/>
                          </a:solidFill>
                          <a:latin typeface="Arial" panose="020B0604020202020204" pitchFamily="34" charset="0"/>
                          <a:ea typeface="楷体_GB2312" pitchFamily="49" charset="-122"/>
                        </a:defRPr>
                      </a:lvl2pPr>
                      <a:lvl3pPr marL="1143000" indent="-228600" eaLnBrk="0" hangingPunct="0">
                        <a:spcBef>
                          <a:spcPct val="20000"/>
                        </a:spcBef>
                        <a:buFont typeface="Gungsuh" pitchFamily="18" charset="-127"/>
                        <a:defRPr sz="1600"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sz="1400">
                          <a:solidFill>
                            <a:schemeClr val="tx1"/>
                          </a:solidFill>
                          <a:latin typeface="Arial" panose="020B0604020202020204" pitchFamily="34" charset="0"/>
                          <a:ea typeface="黑体" panose="02010609060101010101" charset="-122"/>
                        </a:defRPr>
                      </a:lvl4pPr>
                      <a:lvl5pPr marL="2057400" indent="-228600" eaLnBrk="0" hangingPunct="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 typeface="Wingdings" panose="05000000000000000000" pitchFamily="2" charset="2"/>
                        <a:buNone/>
                      </a:pPr>
                      <a:r>
                        <a:rPr kumimoji="0" lang="en-US" altLang="zh-CN" sz="1600" b="1" i="0" u="none" strike="noStrike" cap="none" normalizeH="0" baseline="0">
                          <a:ln>
                            <a:noFill/>
                          </a:ln>
                          <a:solidFill>
                            <a:schemeClr val="tx1"/>
                          </a:solidFill>
                          <a:effectLst/>
                          <a:latin typeface="CourierPS" pitchFamily="49" charset="0"/>
                          <a:ea typeface="宋体" panose="02010600030101010101" pitchFamily="2" charset="-122"/>
                        </a:rPr>
                        <a:t>2d</a:t>
                      </a:r>
                      <a:endParaRPr kumimoji="0" lang="en-US" altLang="zh-CN" sz="1600" b="1" i="0" u="none" strike="noStrike" cap="none" normalizeH="0" baseline="0">
                        <a:ln>
                          <a:noFill/>
                        </a:ln>
                        <a:solidFill>
                          <a:schemeClr val="tx1"/>
                        </a:solidFill>
                        <a:effectLst/>
                        <a:latin typeface="CourierPS" pitchFamily="49" charset="0"/>
                        <a:ea typeface="宋体" panose="02010600030101010101" pitchFamily="2" charset="-122"/>
                      </a:endParaRPr>
                    </a:p>
                  </a:txBody>
                  <a:tcPr marL="0" marR="0" marT="0" marB="0" anchor="b" anchorCtr="1" horzOverflow="overflow">
                    <a:lnL w="12700" cap="flat" cmpd="sng" algn="ctr">
                      <a:solidFill>
                        <a:schemeClr val="tx1"/>
                      </a:solidFill>
                      <a:prstDash val="solid"/>
                      <a:round/>
                      <a:headEnd type="none" w="med" len="med"/>
                      <a:tailEnd type="none" w="med" len="med"/>
                    </a:lnL>
                    <a:lnR>
                      <a:noFill/>
                    </a:lnR>
                    <a:lnT>
                      <a:noFill/>
                    </a:lnT>
                    <a:lnB>
                      <a:noFill/>
                    </a:lnB>
                    <a:lnTlToBr>
                      <a:noFill/>
                    </a:lnTlToBr>
                    <a:lnBlToTr>
                      <a:noFill/>
                    </a:lnBlToTr>
                    <a:noFill/>
                  </a:tcPr>
                </a:tc>
                <a:tc>
                  <a:txBody>
                    <a:bodyPr/>
                    <a:lstStyle>
                      <a:lvl1pPr eaLnBrk="0" hangingPunct="0">
                        <a:spcBef>
                          <a:spcPct val="20000"/>
                        </a:spcBef>
                        <a:buFont typeface="Wingdings" panose="05000000000000000000" pitchFamily="2" charset="2"/>
                        <a:defRPr sz="2000" b="1">
                          <a:solidFill>
                            <a:schemeClr val="tx1"/>
                          </a:solidFill>
                          <a:latin typeface="Arial" panose="020B0604020202020204" pitchFamily="34" charset="0"/>
                          <a:ea typeface="黑体" panose="02010609060101010101" charset="-122"/>
                        </a:defRPr>
                      </a:lvl1pPr>
                      <a:lvl2pPr marL="742950" indent="-285750" eaLnBrk="0" hangingPunct="0">
                        <a:spcBef>
                          <a:spcPct val="20000"/>
                        </a:spcBef>
                        <a:buFont typeface="Wingdings" panose="05000000000000000000" pitchFamily="2" charset="2"/>
                        <a:defRPr b="1">
                          <a:solidFill>
                            <a:schemeClr val="tx1"/>
                          </a:solidFill>
                          <a:latin typeface="Arial" panose="020B0604020202020204" pitchFamily="34" charset="0"/>
                          <a:ea typeface="楷体_GB2312" pitchFamily="49" charset="-122"/>
                        </a:defRPr>
                      </a:lvl2pPr>
                      <a:lvl3pPr marL="1143000" indent="-228600" eaLnBrk="0" hangingPunct="0">
                        <a:spcBef>
                          <a:spcPct val="20000"/>
                        </a:spcBef>
                        <a:buFont typeface="Gungsuh" pitchFamily="18" charset="-127"/>
                        <a:defRPr sz="1600"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sz="1400">
                          <a:solidFill>
                            <a:schemeClr val="tx1"/>
                          </a:solidFill>
                          <a:latin typeface="Arial" panose="020B0604020202020204" pitchFamily="34" charset="0"/>
                          <a:ea typeface="黑体" panose="02010609060101010101" charset="-122"/>
                        </a:defRPr>
                      </a:lvl4pPr>
                      <a:lvl5pPr marL="2057400" indent="-228600" eaLnBrk="0" hangingPunct="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 typeface="Wingdings" panose="05000000000000000000" pitchFamily="2" charset="2"/>
                        <a:buNone/>
                      </a:pPr>
                      <a:r>
                        <a:rPr kumimoji="0" lang="en-US" altLang="zh-CN" sz="1600" b="1" i="0" u="none" strike="noStrike" cap="none" normalizeH="0" baseline="0">
                          <a:ln>
                            <a:noFill/>
                          </a:ln>
                          <a:solidFill>
                            <a:schemeClr val="accent2"/>
                          </a:solidFill>
                          <a:effectLst/>
                          <a:latin typeface="CourierPS" pitchFamily="49" charset="0"/>
                          <a:ea typeface="宋体" panose="02010600030101010101" pitchFamily="2" charset="-122"/>
                        </a:rPr>
                        <a:t>-</a:t>
                      </a:r>
                      <a:endParaRPr kumimoji="0" lang="en-US" altLang="zh-CN" sz="1600" b="1" i="0" u="none" strike="noStrike" cap="none" normalizeH="0" baseline="0">
                        <a:ln>
                          <a:noFill/>
                        </a:ln>
                        <a:solidFill>
                          <a:schemeClr val="accent2"/>
                        </a:solidFill>
                        <a:effectLst/>
                        <a:latin typeface="CourierPS" pitchFamily="49" charset="0"/>
                        <a:ea typeface="宋体" panose="02010600030101010101" pitchFamily="2" charset="-122"/>
                      </a:endParaRPr>
                    </a:p>
                  </a:txBody>
                  <a:tcPr marL="0" marR="0" marT="0" marB="0" anchor="b" anchorCtr="1" horzOverflow="overflow">
                    <a:lnL>
                      <a:noFill/>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lvl1pPr eaLnBrk="0" hangingPunct="0">
                        <a:spcBef>
                          <a:spcPct val="20000"/>
                        </a:spcBef>
                        <a:buFont typeface="Wingdings" panose="05000000000000000000" pitchFamily="2" charset="2"/>
                        <a:defRPr sz="2000" b="1">
                          <a:solidFill>
                            <a:schemeClr val="tx1"/>
                          </a:solidFill>
                          <a:latin typeface="Arial" panose="020B0604020202020204" pitchFamily="34" charset="0"/>
                          <a:ea typeface="黑体" panose="02010609060101010101" charset="-122"/>
                        </a:defRPr>
                      </a:lvl1pPr>
                      <a:lvl2pPr marL="742950" indent="-285750" eaLnBrk="0" hangingPunct="0">
                        <a:spcBef>
                          <a:spcPct val="20000"/>
                        </a:spcBef>
                        <a:buFont typeface="Wingdings" panose="05000000000000000000" pitchFamily="2" charset="2"/>
                        <a:defRPr b="1">
                          <a:solidFill>
                            <a:schemeClr val="tx1"/>
                          </a:solidFill>
                          <a:latin typeface="Arial" panose="020B0604020202020204" pitchFamily="34" charset="0"/>
                          <a:ea typeface="楷体_GB2312" pitchFamily="49" charset="-122"/>
                        </a:defRPr>
                      </a:lvl2pPr>
                      <a:lvl3pPr marL="1143000" indent="-228600" eaLnBrk="0" hangingPunct="0">
                        <a:spcBef>
                          <a:spcPct val="20000"/>
                        </a:spcBef>
                        <a:buFont typeface="Gungsuh" pitchFamily="18" charset="-127"/>
                        <a:defRPr sz="1600"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sz="1400">
                          <a:solidFill>
                            <a:schemeClr val="tx1"/>
                          </a:solidFill>
                          <a:latin typeface="Arial" panose="020B0604020202020204" pitchFamily="34" charset="0"/>
                          <a:ea typeface="黑体" panose="02010609060101010101" charset="-122"/>
                        </a:defRPr>
                      </a:lvl4pPr>
                      <a:lvl5pPr marL="2057400" indent="-228600" eaLnBrk="0" hangingPunct="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 typeface="Wingdings" panose="05000000000000000000" pitchFamily="2" charset="2"/>
                        <a:buNone/>
                      </a:pPr>
                      <a:r>
                        <a:rPr kumimoji="0" lang="en-US" altLang="zh-CN" sz="1600" b="1" i="0" u="none" strike="noStrike" cap="none" normalizeH="0" baseline="0">
                          <a:ln>
                            <a:noFill/>
                          </a:ln>
                          <a:solidFill>
                            <a:schemeClr val="tx1"/>
                          </a:solidFill>
                          <a:effectLst/>
                          <a:latin typeface="CourierPS" pitchFamily="49" charset="0"/>
                          <a:ea typeface="宋体" panose="02010600030101010101" pitchFamily="2" charset="-122"/>
                        </a:rPr>
                        <a:t>3d</a:t>
                      </a:r>
                      <a:endParaRPr kumimoji="0" lang="en-US" altLang="zh-CN" sz="1600" b="1" i="0" u="none" strike="noStrike" cap="none" normalizeH="0" baseline="0">
                        <a:ln>
                          <a:noFill/>
                        </a:ln>
                        <a:solidFill>
                          <a:schemeClr val="tx1"/>
                        </a:solidFill>
                        <a:effectLst/>
                        <a:latin typeface="CourierPS" pitchFamily="49" charset="0"/>
                        <a:ea typeface="宋体" panose="02010600030101010101" pitchFamily="2" charset="-122"/>
                      </a:endParaRPr>
                    </a:p>
                  </a:txBody>
                  <a:tcPr marL="0" marR="0" marT="0" marB="0" anchor="b" anchorCtr="1" horzOverflow="overflow">
                    <a:lnL w="12700" cap="flat" cmpd="sng" algn="ctr">
                      <a:solidFill>
                        <a:schemeClr val="tx1"/>
                      </a:solidFill>
                      <a:prstDash val="solid"/>
                      <a:round/>
                      <a:headEnd type="none" w="med" len="med"/>
                      <a:tailEnd type="none" w="med" len="med"/>
                    </a:lnL>
                    <a:lnR>
                      <a:noFill/>
                    </a:lnR>
                    <a:lnT>
                      <a:noFill/>
                    </a:lnT>
                    <a:lnB>
                      <a:noFill/>
                    </a:lnB>
                    <a:lnTlToBr>
                      <a:noFill/>
                    </a:lnTlToBr>
                    <a:lnBlToTr>
                      <a:noFill/>
                    </a:lnBlToTr>
                    <a:noFill/>
                  </a:tcPr>
                </a:tc>
                <a:tc>
                  <a:txBody>
                    <a:bodyPr/>
                    <a:lstStyle>
                      <a:lvl1pPr eaLnBrk="0" hangingPunct="0">
                        <a:spcBef>
                          <a:spcPct val="20000"/>
                        </a:spcBef>
                        <a:buFont typeface="Wingdings" panose="05000000000000000000" pitchFamily="2" charset="2"/>
                        <a:defRPr sz="2000" b="1">
                          <a:solidFill>
                            <a:schemeClr val="tx1"/>
                          </a:solidFill>
                          <a:latin typeface="Arial" panose="020B0604020202020204" pitchFamily="34" charset="0"/>
                          <a:ea typeface="黑体" panose="02010609060101010101" charset="-122"/>
                        </a:defRPr>
                      </a:lvl1pPr>
                      <a:lvl2pPr marL="742950" indent="-285750" eaLnBrk="0" hangingPunct="0">
                        <a:spcBef>
                          <a:spcPct val="20000"/>
                        </a:spcBef>
                        <a:buFont typeface="Wingdings" panose="05000000000000000000" pitchFamily="2" charset="2"/>
                        <a:defRPr b="1">
                          <a:solidFill>
                            <a:schemeClr val="tx1"/>
                          </a:solidFill>
                          <a:latin typeface="Arial" panose="020B0604020202020204" pitchFamily="34" charset="0"/>
                          <a:ea typeface="楷体_GB2312" pitchFamily="49" charset="-122"/>
                        </a:defRPr>
                      </a:lvl2pPr>
                      <a:lvl3pPr marL="1143000" indent="-228600" eaLnBrk="0" hangingPunct="0">
                        <a:spcBef>
                          <a:spcPct val="20000"/>
                        </a:spcBef>
                        <a:buFont typeface="Gungsuh" pitchFamily="18" charset="-127"/>
                        <a:defRPr sz="1600"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sz="1400">
                          <a:solidFill>
                            <a:schemeClr val="tx1"/>
                          </a:solidFill>
                          <a:latin typeface="Arial" panose="020B0604020202020204" pitchFamily="34" charset="0"/>
                          <a:ea typeface="黑体" panose="02010609060101010101" charset="-122"/>
                        </a:defRPr>
                      </a:lvl4pPr>
                      <a:lvl5pPr marL="2057400" indent="-228600" eaLnBrk="0" hangingPunct="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 typeface="Wingdings" panose="05000000000000000000" pitchFamily="2" charset="2"/>
                        <a:buNone/>
                      </a:pPr>
                      <a:r>
                        <a:rPr kumimoji="0" lang="en-US" altLang="zh-CN" sz="1600" b="1" i="0" u="none" strike="noStrike" cap="none" normalizeH="0" baseline="0">
                          <a:ln>
                            <a:noFill/>
                          </a:ln>
                          <a:solidFill>
                            <a:schemeClr val="accent2"/>
                          </a:solidFill>
                          <a:effectLst/>
                          <a:latin typeface="CourierPS" pitchFamily="49" charset="0"/>
                          <a:ea typeface="宋体" panose="02010600030101010101" pitchFamily="2" charset="-122"/>
                        </a:rPr>
                        <a:t>=</a:t>
                      </a:r>
                      <a:endParaRPr kumimoji="0" lang="en-US" altLang="zh-CN" sz="1600" b="1" i="0" u="none" strike="noStrike" cap="none" normalizeH="0" baseline="0">
                        <a:ln>
                          <a:noFill/>
                        </a:ln>
                        <a:solidFill>
                          <a:schemeClr val="accent2"/>
                        </a:solidFill>
                        <a:effectLst/>
                        <a:latin typeface="CourierPS" pitchFamily="49" charset="0"/>
                        <a:ea typeface="宋体" panose="02010600030101010101" pitchFamily="2" charset="-122"/>
                      </a:endParaRPr>
                    </a:p>
                  </a:txBody>
                  <a:tcPr marL="0" marR="0" marT="0" marB="0" anchor="b" anchorCtr="1" horzOverflow="overflow">
                    <a:lnL>
                      <a:noFill/>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lvl1pPr eaLnBrk="0" hangingPunct="0">
                        <a:spcBef>
                          <a:spcPct val="20000"/>
                        </a:spcBef>
                        <a:buFont typeface="Wingdings" panose="05000000000000000000" pitchFamily="2" charset="2"/>
                        <a:defRPr sz="2000" b="1">
                          <a:solidFill>
                            <a:schemeClr val="tx1"/>
                          </a:solidFill>
                          <a:latin typeface="Arial" panose="020B0604020202020204" pitchFamily="34" charset="0"/>
                          <a:ea typeface="黑体" panose="02010609060101010101" charset="-122"/>
                        </a:defRPr>
                      </a:lvl1pPr>
                      <a:lvl2pPr marL="742950" indent="-285750" eaLnBrk="0" hangingPunct="0">
                        <a:spcBef>
                          <a:spcPct val="20000"/>
                        </a:spcBef>
                        <a:buFont typeface="Wingdings" panose="05000000000000000000" pitchFamily="2" charset="2"/>
                        <a:defRPr b="1">
                          <a:solidFill>
                            <a:schemeClr val="tx1"/>
                          </a:solidFill>
                          <a:latin typeface="Arial" panose="020B0604020202020204" pitchFamily="34" charset="0"/>
                          <a:ea typeface="楷体_GB2312" pitchFamily="49" charset="-122"/>
                        </a:defRPr>
                      </a:lvl2pPr>
                      <a:lvl3pPr marL="1143000" indent="-228600" eaLnBrk="0" hangingPunct="0">
                        <a:spcBef>
                          <a:spcPct val="20000"/>
                        </a:spcBef>
                        <a:buFont typeface="Gungsuh" pitchFamily="18" charset="-127"/>
                        <a:defRPr sz="1600"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sz="1400">
                          <a:solidFill>
                            <a:schemeClr val="tx1"/>
                          </a:solidFill>
                          <a:latin typeface="Arial" panose="020B0604020202020204" pitchFamily="34" charset="0"/>
                          <a:ea typeface="黑体" panose="02010609060101010101" charset="-122"/>
                        </a:defRPr>
                      </a:lvl4pPr>
                      <a:lvl5pPr marL="2057400" indent="-228600" eaLnBrk="0" hangingPunct="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 typeface="Wingdings" panose="05000000000000000000" pitchFamily="2" charset="2"/>
                        <a:buNone/>
                      </a:pPr>
                      <a:r>
                        <a:rPr kumimoji="0" lang="en-US" altLang="zh-CN" sz="1600" b="1" i="0" u="none" strike="noStrike" cap="none" normalizeH="0" baseline="0">
                          <a:ln>
                            <a:noFill/>
                          </a:ln>
                          <a:solidFill>
                            <a:schemeClr val="tx1"/>
                          </a:solidFill>
                          <a:effectLst/>
                          <a:latin typeface="CourierPS" pitchFamily="49" charset="0"/>
                          <a:ea typeface="宋体" panose="02010600030101010101" pitchFamily="2" charset="-122"/>
                        </a:rPr>
                        <a:t>4d</a:t>
                      </a:r>
                      <a:endParaRPr kumimoji="0" lang="en-US" altLang="zh-CN" sz="1600" b="1" i="0" u="none" strike="noStrike" cap="none" normalizeH="0" baseline="0">
                        <a:ln>
                          <a:noFill/>
                        </a:ln>
                        <a:solidFill>
                          <a:schemeClr val="tx1"/>
                        </a:solidFill>
                        <a:effectLst/>
                        <a:latin typeface="CourierPS" pitchFamily="49" charset="0"/>
                        <a:ea typeface="宋体" panose="02010600030101010101" pitchFamily="2" charset="-122"/>
                      </a:endParaRPr>
                    </a:p>
                  </a:txBody>
                  <a:tcPr marL="0" marR="0" marT="0" marB="0" anchor="b" anchorCtr="1" horzOverflow="overflow">
                    <a:lnL w="12700" cap="flat" cmpd="sng" algn="ctr">
                      <a:solidFill>
                        <a:schemeClr val="tx1"/>
                      </a:solidFill>
                      <a:prstDash val="solid"/>
                      <a:round/>
                      <a:headEnd type="none" w="med" len="med"/>
                      <a:tailEnd type="none" w="med" len="med"/>
                    </a:lnL>
                    <a:lnR>
                      <a:noFill/>
                    </a:lnR>
                    <a:lnT>
                      <a:noFill/>
                    </a:lnT>
                    <a:lnB>
                      <a:noFill/>
                    </a:lnB>
                    <a:lnTlToBr>
                      <a:noFill/>
                    </a:lnTlToBr>
                    <a:lnBlToTr>
                      <a:noFill/>
                    </a:lnBlToTr>
                    <a:noFill/>
                  </a:tcPr>
                </a:tc>
                <a:tc>
                  <a:txBody>
                    <a:bodyPr/>
                    <a:lstStyle>
                      <a:lvl1pPr eaLnBrk="0" hangingPunct="0">
                        <a:spcBef>
                          <a:spcPct val="20000"/>
                        </a:spcBef>
                        <a:buFont typeface="Wingdings" panose="05000000000000000000" pitchFamily="2" charset="2"/>
                        <a:defRPr sz="2000" b="1">
                          <a:solidFill>
                            <a:schemeClr val="tx1"/>
                          </a:solidFill>
                          <a:latin typeface="Arial" panose="020B0604020202020204" pitchFamily="34" charset="0"/>
                          <a:ea typeface="黑体" panose="02010609060101010101" charset="-122"/>
                        </a:defRPr>
                      </a:lvl1pPr>
                      <a:lvl2pPr marL="742950" indent="-285750" eaLnBrk="0" hangingPunct="0">
                        <a:spcBef>
                          <a:spcPct val="20000"/>
                        </a:spcBef>
                        <a:buFont typeface="Wingdings" panose="05000000000000000000" pitchFamily="2" charset="2"/>
                        <a:defRPr b="1">
                          <a:solidFill>
                            <a:schemeClr val="tx1"/>
                          </a:solidFill>
                          <a:latin typeface="Arial" panose="020B0604020202020204" pitchFamily="34" charset="0"/>
                          <a:ea typeface="楷体_GB2312" pitchFamily="49" charset="-122"/>
                        </a:defRPr>
                      </a:lvl2pPr>
                      <a:lvl3pPr marL="1143000" indent="-228600" eaLnBrk="0" hangingPunct="0">
                        <a:spcBef>
                          <a:spcPct val="20000"/>
                        </a:spcBef>
                        <a:buFont typeface="Gungsuh" pitchFamily="18" charset="-127"/>
                        <a:defRPr sz="1600"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sz="1400">
                          <a:solidFill>
                            <a:schemeClr val="tx1"/>
                          </a:solidFill>
                          <a:latin typeface="Arial" panose="020B0604020202020204" pitchFamily="34" charset="0"/>
                          <a:ea typeface="黑体" panose="02010609060101010101" charset="-122"/>
                        </a:defRPr>
                      </a:lvl4pPr>
                      <a:lvl5pPr marL="2057400" indent="-228600" eaLnBrk="0" hangingPunct="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 typeface="Wingdings" panose="05000000000000000000" pitchFamily="2" charset="2"/>
                        <a:buNone/>
                      </a:pPr>
                      <a:r>
                        <a:rPr kumimoji="0" lang="en-US" altLang="zh-CN" sz="1600" b="1" i="0" u="none" strike="noStrike" cap="none" normalizeH="0" baseline="0">
                          <a:ln>
                            <a:noFill/>
                          </a:ln>
                          <a:solidFill>
                            <a:schemeClr val="accent2"/>
                          </a:solidFill>
                          <a:effectLst/>
                          <a:latin typeface="CourierPS" pitchFamily="49" charset="0"/>
                          <a:ea typeface="宋体" panose="02010600030101010101" pitchFamily="2" charset="-122"/>
                        </a:rPr>
                        <a:t>M</a:t>
                      </a:r>
                      <a:endParaRPr kumimoji="0" lang="en-US" altLang="zh-CN" sz="1600" b="1" i="0" u="none" strike="noStrike" cap="none" normalizeH="0" baseline="0">
                        <a:ln>
                          <a:noFill/>
                        </a:ln>
                        <a:solidFill>
                          <a:schemeClr val="accent2"/>
                        </a:solidFill>
                        <a:effectLst/>
                        <a:latin typeface="CourierPS" pitchFamily="49" charset="0"/>
                        <a:ea typeface="宋体" panose="02010600030101010101" pitchFamily="2" charset="-122"/>
                      </a:endParaRPr>
                    </a:p>
                  </a:txBody>
                  <a:tcPr marL="0" marR="0" marT="0" marB="0" anchor="b" anchorCtr="1" horzOverflow="overflow">
                    <a:lnL>
                      <a:noFill/>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lvl1pPr eaLnBrk="0" hangingPunct="0">
                        <a:spcBef>
                          <a:spcPct val="20000"/>
                        </a:spcBef>
                        <a:buFont typeface="Wingdings" panose="05000000000000000000" pitchFamily="2" charset="2"/>
                        <a:defRPr sz="2000" b="1">
                          <a:solidFill>
                            <a:schemeClr val="tx1"/>
                          </a:solidFill>
                          <a:latin typeface="Arial" panose="020B0604020202020204" pitchFamily="34" charset="0"/>
                          <a:ea typeface="黑体" panose="02010609060101010101" charset="-122"/>
                        </a:defRPr>
                      </a:lvl1pPr>
                      <a:lvl2pPr marL="742950" indent="-285750" eaLnBrk="0" hangingPunct="0">
                        <a:spcBef>
                          <a:spcPct val="20000"/>
                        </a:spcBef>
                        <a:buFont typeface="Wingdings" panose="05000000000000000000" pitchFamily="2" charset="2"/>
                        <a:defRPr b="1">
                          <a:solidFill>
                            <a:schemeClr val="tx1"/>
                          </a:solidFill>
                          <a:latin typeface="Arial" panose="020B0604020202020204" pitchFamily="34" charset="0"/>
                          <a:ea typeface="楷体_GB2312" pitchFamily="49" charset="-122"/>
                        </a:defRPr>
                      </a:lvl2pPr>
                      <a:lvl3pPr marL="1143000" indent="-228600" eaLnBrk="0" hangingPunct="0">
                        <a:spcBef>
                          <a:spcPct val="20000"/>
                        </a:spcBef>
                        <a:buFont typeface="Gungsuh" pitchFamily="18" charset="-127"/>
                        <a:defRPr sz="1600"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sz="1400">
                          <a:solidFill>
                            <a:schemeClr val="tx1"/>
                          </a:solidFill>
                          <a:latin typeface="Arial" panose="020B0604020202020204" pitchFamily="34" charset="0"/>
                          <a:ea typeface="黑体" panose="02010609060101010101" charset="-122"/>
                        </a:defRPr>
                      </a:lvl4pPr>
                      <a:lvl5pPr marL="2057400" indent="-228600" eaLnBrk="0" hangingPunct="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 typeface="Wingdings" panose="05000000000000000000" pitchFamily="2" charset="2"/>
                        <a:buNone/>
                      </a:pPr>
                      <a:r>
                        <a:rPr kumimoji="0" lang="en-US" altLang="zh-CN" sz="1600" b="1" i="0" u="none" strike="noStrike" cap="none" normalizeH="0" baseline="0">
                          <a:ln>
                            <a:noFill/>
                          </a:ln>
                          <a:solidFill>
                            <a:schemeClr val="tx1"/>
                          </a:solidFill>
                          <a:effectLst/>
                          <a:latin typeface="CourierPS" pitchFamily="49" charset="0"/>
                          <a:ea typeface="宋体" panose="02010600030101010101" pitchFamily="2" charset="-122"/>
                        </a:rPr>
                        <a:t>5d</a:t>
                      </a:r>
                      <a:endParaRPr kumimoji="0" lang="en-US" altLang="zh-CN" sz="1600" b="1" i="0" u="none" strike="noStrike" cap="none" normalizeH="0" baseline="0">
                        <a:ln>
                          <a:noFill/>
                        </a:ln>
                        <a:solidFill>
                          <a:schemeClr val="tx1"/>
                        </a:solidFill>
                        <a:effectLst/>
                        <a:latin typeface="CourierPS" pitchFamily="49" charset="0"/>
                        <a:ea typeface="宋体" panose="02010600030101010101" pitchFamily="2" charset="-122"/>
                      </a:endParaRPr>
                    </a:p>
                  </a:txBody>
                  <a:tcPr marL="0" marR="0" marT="0" marB="0" anchor="b" anchorCtr="1" horzOverflow="overflow">
                    <a:lnL w="12700" cap="flat" cmpd="sng" algn="ctr">
                      <a:solidFill>
                        <a:schemeClr val="tx1"/>
                      </a:solidFill>
                      <a:prstDash val="solid"/>
                      <a:round/>
                      <a:headEnd type="none" w="med" len="med"/>
                      <a:tailEnd type="none" w="med" len="med"/>
                    </a:lnL>
                    <a:lnR>
                      <a:noFill/>
                    </a:lnR>
                    <a:lnT>
                      <a:noFill/>
                    </a:lnT>
                    <a:lnB>
                      <a:noFill/>
                    </a:lnB>
                    <a:lnTlToBr>
                      <a:noFill/>
                    </a:lnTlToBr>
                    <a:lnBlToTr>
                      <a:noFill/>
                    </a:lnBlToTr>
                    <a:noFill/>
                  </a:tcPr>
                </a:tc>
                <a:tc>
                  <a:txBody>
                    <a:bodyPr/>
                    <a:lstStyle>
                      <a:lvl1pPr eaLnBrk="0" hangingPunct="0">
                        <a:spcBef>
                          <a:spcPct val="20000"/>
                        </a:spcBef>
                        <a:buFont typeface="Wingdings" panose="05000000000000000000" pitchFamily="2" charset="2"/>
                        <a:defRPr sz="2000" b="1">
                          <a:solidFill>
                            <a:schemeClr val="tx1"/>
                          </a:solidFill>
                          <a:latin typeface="Arial" panose="020B0604020202020204" pitchFamily="34" charset="0"/>
                          <a:ea typeface="黑体" panose="02010609060101010101" charset="-122"/>
                        </a:defRPr>
                      </a:lvl1pPr>
                      <a:lvl2pPr marL="742950" indent="-285750" eaLnBrk="0" hangingPunct="0">
                        <a:spcBef>
                          <a:spcPct val="20000"/>
                        </a:spcBef>
                        <a:buFont typeface="Wingdings" panose="05000000000000000000" pitchFamily="2" charset="2"/>
                        <a:defRPr b="1">
                          <a:solidFill>
                            <a:schemeClr val="tx1"/>
                          </a:solidFill>
                          <a:latin typeface="Arial" panose="020B0604020202020204" pitchFamily="34" charset="0"/>
                          <a:ea typeface="楷体_GB2312" pitchFamily="49" charset="-122"/>
                        </a:defRPr>
                      </a:lvl2pPr>
                      <a:lvl3pPr marL="1143000" indent="-228600" eaLnBrk="0" hangingPunct="0">
                        <a:spcBef>
                          <a:spcPct val="20000"/>
                        </a:spcBef>
                        <a:buFont typeface="Gungsuh" pitchFamily="18" charset="-127"/>
                        <a:defRPr sz="1600"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sz="1400">
                          <a:solidFill>
                            <a:schemeClr val="tx1"/>
                          </a:solidFill>
                          <a:latin typeface="Arial" panose="020B0604020202020204" pitchFamily="34" charset="0"/>
                          <a:ea typeface="黑体" panose="02010609060101010101" charset="-122"/>
                        </a:defRPr>
                      </a:lvl4pPr>
                      <a:lvl5pPr marL="2057400" indent="-228600" eaLnBrk="0" hangingPunct="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 typeface="Wingdings" panose="05000000000000000000" pitchFamily="2" charset="2"/>
                        <a:buNone/>
                      </a:pPr>
                      <a:r>
                        <a:rPr kumimoji="0" lang="en-US" altLang="zh-CN" sz="1600" b="1" i="0" u="none" strike="noStrike" cap="none" normalizeH="0" baseline="0">
                          <a:ln>
                            <a:noFill/>
                          </a:ln>
                          <a:solidFill>
                            <a:schemeClr val="tx1"/>
                          </a:solidFill>
                          <a:effectLst/>
                          <a:latin typeface="CourierPS" pitchFamily="49" charset="0"/>
                          <a:ea typeface="宋体" panose="02010600030101010101" pitchFamily="2" charset="-122"/>
                        </a:rPr>
                        <a:t>]</a:t>
                      </a:r>
                      <a:endParaRPr kumimoji="0" lang="en-US" altLang="zh-CN" sz="1600" b="1" i="0" u="none" strike="noStrike" cap="none" normalizeH="0" baseline="0">
                        <a:ln>
                          <a:noFill/>
                        </a:ln>
                        <a:solidFill>
                          <a:schemeClr val="tx1"/>
                        </a:solidFill>
                        <a:effectLst/>
                        <a:latin typeface="CourierPS" pitchFamily="49" charset="0"/>
                        <a:ea typeface="宋体" panose="02010600030101010101" pitchFamily="2" charset="-122"/>
                      </a:endParaRPr>
                    </a:p>
                  </a:txBody>
                  <a:tcPr marL="0" marR="0" marT="0" marB="0" anchor="b" anchorCtr="1" horzOverflow="overflow">
                    <a:lnL>
                      <a:noFill/>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lvl1pPr eaLnBrk="0" hangingPunct="0">
                        <a:spcBef>
                          <a:spcPct val="20000"/>
                        </a:spcBef>
                        <a:buFont typeface="Wingdings" panose="05000000000000000000" pitchFamily="2" charset="2"/>
                        <a:defRPr sz="2000" b="1">
                          <a:solidFill>
                            <a:schemeClr val="tx1"/>
                          </a:solidFill>
                          <a:latin typeface="Arial" panose="020B0604020202020204" pitchFamily="34" charset="0"/>
                          <a:ea typeface="黑体" panose="02010609060101010101" charset="-122"/>
                        </a:defRPr>
                      </a:lvl1pPr>
                      <a:lvl2pPr marL="742950" indent="-285750" eaLnBrk="0" hangingPunct="0">
                        <a:spcBef>
                          <a:spcPct val="20000"/>
                        </a:spcBef>
                        <a:buFont typeface="Wingdings" panose="05000000000000000000" pitchFamily="2" charset="2"/>
                        <a:defRPr b="1">
                          <a:solidFill>
                            <a:schemeClr val="tx1"/>
                          </a:solidFill>
                          <a:latin typeface="Arial" panose="020B0604020202020204" pitchFamily="34" charset="0"/>
                          <a:ea typeface="楷体_GB2312" pitchFamily="49" charset="-122"/>
                        </a:defRPr>
                      </a:lvl2pPr>
                      <a:lvl3pPr marL="1143000" indent="-228600" eaLnBrk="0" hangingPunct="0">
                        <a:spcBef>
                          <a:spcPct val="20000"/>
                        </a:spcBef>
                        <a:buFont typeface="Gungsuh" pitchFamily="18" charset="-127"/>
                        <a:defRPr sz="1600"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sz="1400">
                          <a:solidFill>
                            <a:schemeClr val="tx1"/>
                          </a:solidFill>
                          <a:latin typeface="Arial" panose="020B0604020202020204" pitchFamily="34" charset="0"/>
                          <a:ea typeface="黑体" panose="02010609060101010101" charset="-122"/>
                        </a:defRPr>
                      </a:lvl4pPr>
                      <a:lvl5pPr marL="2057400" indent="-228600" eaLnBrk="0" hangingPunct="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 typeface="Wingdings" panose="05000000000000000000" pitchFamily="2" charset="2"/>
                        <a:buNone/>
                      </a:pPr>
                      <a:r>
                        <a:rPr kumimoji="0" lang="en-US" altLang="zh-CN" sz="1600" b="1" i="0" u="none" strike="noStrike" cap="none" normalizeH="0" baseline="0">
                          <a:ln>
                            <a:noFill/>
                          </a:ln>
                          <a:solidFill>
                            <a:schemeClr val="tx1"/>
                          </a:solidFill>
                          <a:effectLst/>
                          <a:latin typeface="CourierPS" pitchFamily="49" charset="0"/>
                          <a:ea typeface="宋体" panose="02010600030101010101" pitchFamily="2" charset="-122"/>
                        </a:rPr>
                        <a:t>6d</a:t>
                      </a:r>
                      <a:endParaRPr kumimoji="0" lang="en-US" altLang="zh-CN" sz="1600" b="1" i="0" u="none" strike="noStrike" cap="none" normalizeH="0" baseline="0">
                        <a:ln>
                          <a:noFill/>
                        </a:ln>
                        <a:solidFill>
                          <a:schemeClr val="tx1"/>
                        </a:solidFill>
                        <a:effectLst/>
                        <a:latin typeface="CourierPS" pitchFamily="49" charset="0"/>
                        <a:ea typeface="宋体" panose="02010600030101010101" pitchFamily="2" charset="-122"/>
                      </a:endParaRPr>
                    </a:p>
                  </a:txBody>
                  <a:tcPr marL="0" marR="0" marT="0" marB="0" anchor="b" anchorCtr="1" horzOverflow="overflow">
                    <a:lnL w="12700" cap="flat" cmpd="sng" algn="ctr">
                      <a:solidFill>
                        <a:schemeClr val="tx1"/>
                      </a:solidFill>
                      <a:prstDash val="solid"/>
                      <a:round/>
                      <a:headEnd type="none" w="med" len="med"/>
                      <a:tailEnd type="none" w="med" len="med"/>
                    </a:lnL>
                    <a:lnR>
                      <a:noFill/>
                    </a:lnR>
                    <a:lnT>
                      <a:noFill/>
                    </a:lnT>
                    <a:lnB>
                      <a:noFill/>
                    </a:lnB>
                    <a:lnTlToBr>
                      <a:noFill/>
                    </a:lnTlToBr>
                    <a:lnBlToTr>
                      <a:noFill/>
                    </a:lnBlToTr>
                    <a:noFill/>
                  </a:tcPr>
                </a:tc>
                <a:tc>
                  <a:txBody>
                    <a:bodyPr/>
                    <a:lstStyle>
                      <a:lvl1pPr eaLnBrk="0" hangingPunct="0">
                        <a:spcBef>
                          <a:spcPct val="20000"/>
                        </a:spcBef>
                        <a:buFont typeface="Wingdings" panose="05000000000000000000" pitchFamily="2" charset="2"/>
                        <a:defRPr sz="2000" b="1">
                          <a:solidFill>
                            <a:schemeClr val="tx1"/>
                          </a:solidFill>
                          <a:latin typeface="Arial" panose="020B0604020202020204" pitchFamily="34" charset="0"/>
                          <a:ea typeface="黑体" panose="02010609060101010101" charset="-122"/>
                        </a:defRPr>
                      </a:lvl1pPr>
                      <a:lvl2pPr marL="742950" indent="-285750" eaLnBrk="0" hangingPunct="0">
                        <a:spcBef>
                          <a:spcPct val="20000"/>
                        </a:spcBef>
                        <a:buFont typeface="Wingdings" panose="05000000000000000000" pitchFamily="2" charset="2"/>
                        <a:defRPr b="1">
                          <a:solidFill>
                            <a:schemeClr val="tx1"/>
                          </a:solidFill>
                          <a:latin typeface="Arial" panose="020B0604020202020204" pitchFamily="34" charset="0"/>
                          <a:ea typeface="楷体_GB2312" pitchFamily="49" charset="-122"/>
                        </a:defRPr>
                      </a:lvl2pPr>
                      <a:lvl3pPr marL="1143000" indent="-228600" eaLnBrk="0" hangingPunct="0">
                        <a:spcBef>
                          <a:spcPct val="20000"/>
                        </a:spcBef>
                        <a:buFont typeface="Gungsuh" pitchFamily="18" charset="-127"/>
                        <a:defRPr sz="1600"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sz="1400">
                          <a:solidFill>
                            <a:schemeClr val="tx1"/>
                          </a:solidFill>
                          <a:latin typeface="Arial" panose="020B0604020202020204" pitchFamily="34" charset="0"/>
                          <a:ea typeface="黑体" panose="02010609060101010101" charset="-122"/>
                        </a:defRPr>
                      </a:lvl4pPr>
                      <a:lvl5pPr marL="2057400" indent="-228600" eaLnBrk="0" hangingPunct="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 typeface="Wingdings" panose="05000000000000000000" pitchFamily="2" charset="2"/>
                        <a:buNone/>
                      </a:pPr>
                      <a:r>
                        <a:rPr kumimoji="0" lang="en-US" altLang="zh-CN" sz="1600" b="1" i="0" u="none" strike="noStrike" cap="none" normalizeH="0" baseline="0">
                          <a:ln>
                            <a:noFill/>
                          </a:ln>
                          <a:solidFill>
                            <a:schemeClr val="accent2"/>
                          </a:solidFill>
                          <a:effectLst/>
                          <a:latin typeface="CourierPS" pitchFamily="49" charset="0"/>
                          <a:ea typeface="宋体" panose="02010600030101010101" pitchFamily="2" charset="-122"/>
                        </a:rPr>
                        <a:t>m</a:t>
                      </a:r>
                      <a:endParaRPr kumimoji="0" lang="en-US" altLang="zh-CN" sz="1600" b="1" i="0" u="none" strike="noStrike" cap="none" normalizeH="0" baseline="0">
                        <a:ln>
                          <a:noFill/>
                        </a:ln>
                        <a:solidFill>
                          <a:schemeClr val="accent2"/>
                        </a:solidFill>
                        <a:effectLst/>
                        <a:latin typeface="CourierPS" pitchFamily="49" charset="0"/>
                        <a:ea typeface="宋体" panose="02010600030101010101" pitchFamily="2" charset="-122"/>
                      </a:endParaRPr>
                    </a:p>
                  </a:txBody>
                  <a:tcPr marL="0" marR="0" marT="0" marB="0" anchor="b" anchorCtr="1" horzOverflow="overflow">
                    <a:lnL>
                      <a:noFill/>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lvl1pPr eaLnBrk="0" hangingPunct="0">
                        <a:spcBef>
                          <a:spcPct val="20000"/>
                        </a:spcBef>
                        <a:buFont typeface="Wingdings" panose="05000000000000000000" pitchFamily="2" charset="2"/>
                        <a:defRPr sz="2000" b="1">
                          <a:solidFill>
                            <a:schemeClr val="tx1"/>
                          </a:solidFill>
                          <a:latin typeface="Arial" panose="020B0604020202020204" pitchFamily="34" charset="0"/>
                          <a:ea typeface="黑体" panose="02010609060101010101" charset="-122"/>
                        </a:defRPr>
                      </a:lvl1pPr>
                      <a:lvl2pPr marL="742950" indent="-285750" eaLnBrk="0" hangingPunct="0">
                        <a:spcBef>
                          <a:spcPct val="20000"/>
                        </a:spcBef>
                        <a:buFont typeface="Wingdings" panose="05000000000000000000" pitchFamily="2" charset="2"/>
                        <a:defRPr b="1">
                          <a:solidFill>
                            <a:schemeClr val="tx1"/>
                          </a:solidFill>
                          <a:latin typeface="Arial" panose="020B0604020202020204" pitchFamily="34" charset="0"/>
                          <a:ea typeface="楷体_GB2312" pitchFamily="49" charset="-122"/>
                        </a:defRPr>
                      </a:lvl2pPr>
                      <a:lvl3pPr marL="1143000" indent="-228600" eaLnBrk="0" hangingPunct="0">
                        <a:spcBef>
                          <a:spcPct val="20000"/>
                        </a:spcBef>
                        <a:buFont typeface="Gungsuh" pitchFamily="18" charset="-127"/>
                        <a:defRPr sz="1600"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sz="1400">
                          <a:solidFill>
                            <a:schemeClr val="tx1"/>
                          </a:solidFill>
                          <a:latin typeface="Arial" panose="020B0604020202020204" pitchFamily="34" charset="0"/>
                          <a:ea typeface="黑体" panose="02010609060101010101" charset="-122"/>
                        </a:defRPr>
                      </a:lvl4pPr>
                      <a:lvl5pPr marL="2057400" indent="-228600" eaLnBrk="0" hangingPunct="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 typeface="Wingdings" panose="05000000000000000000" pitchFamily="2" charset="2"/>
                        <a:buNone/>
                      </a:pPr>
                      <a:r>
                        <a:rPr kumimoji="0" lang="en-US" altLang="zh-CN" sz="1600" b="1" i="0" u="none" strike="noStrike" cap="none" normalizeH="0" baseline="0">
                          <a:ln>
                            <a:noFill/>
                          </a:ln>
                          <a:solidFill>
                            <a:schemeClr val="tx1"/>
                          </a:solidFill>
                          <a:effectLst/>
                          <a:latin typeface="CourierPS" pitchFamily="49" charset="0"/>
                          <a:ea typeface="宋体" panose="02010600030101010101" pitchFamily="2" charset="-122"/>
                        </a:rPr>
                        <a:t>7d</a:t>
                      </a:r>
                      <a:endParaRPr kumimoji="0" lang="en-US" altLang="zh-CN" sz="1600" b="1" i="0" u="none" strike="noStrike" cap="none" normalizeH="0" baseline="0">
                        <a:ln>
                          <a:noFill/>
                        </a:ln>
                        <a:solidFill>
                          <a:schemeClr val="tx1"/>
                        </a:solidFill>
                        <a:effectLst/>
                        <a:latin typeface="CourierPS" pitchFamily="49" charset="0"/>
                        <a:ea typeface="宋体" panose="02010600030101010101" pitchFamily="2" charset="-122"/>
                      </a:endParaRPr>
                    </a:p>
                  </a:txBody>
                  <a:tcPr marL="0" marR="0" marT="0" marB="0" anchor="b" anchorCtr="1" horzOverflow="overflow">
                    <a:lnL w="12700" cap="flat" cmpd="sng" algn="ctr">
                      <a:solidFill>
                        <a:schemeClr val="tx1"/>
                      </a:solidFill>
                      <a:prstDash val="solid"/>
                      <a:round/>
                      <a:headEnd type="none" w="med" len="med"/>
                      <a:tailEnd type="none" w="med" len="med"/>
                    </a:lnL>
                    <a:lnR>
                      <a:noFill/>
                    </a:lnR>
                    <a:lnT>
                      <a:noFill/>
                    </a:lnT>
                    <a:lnB>
                      <a:noFill/>
                    </a:lnB>
                    <a:lnTlToBr>
                      <a:noFill/>
                    </a:lnTlToBr>
                    <a:lnBlToTr>
                      <a:noFill/>
                    </a:lnBlToTr>
                    <a:noFill/>
                  </a:tcPr>
                </a:tc>
                <a:tc>
                  <a:txBody>
                    <a:bodyPr/>
                    <a:lstStyle>
                      <a:lvl1pPr eaLnBrk="0" hangingPunct="0">
                        <a:spcBef>
                          <a:spcPct val="20000"/>
                        </a:spcBef>
                        <a:buFont typeface="Wingdings" panose="05000000000000000000" pitchFamily="2" charset="2"/>
                        <a:defRPr sz="2000" b="1">
                          <a:solidFill>
                            <a:schemeClr val="tx1"/>
                          </a:solidFill>
                          <a:latin typeface="Arial" panose="020B0604020202020204" pitchFamily="34" charset="0"/>
                          <a:ea typeface="黑体" panose="02010609060101010101" charset="-122"/>
                        </a:defRPr>
                      </a:lvl1pPr>
                      <a:lvl2pPr marL="742950" indent="-285750" eaLnBrk="0" hangingPunct="0">
                        <a:spcBef>
                          <a:spcPct val="20000"/>
                        </a:spcBef>
                        <a:buFont typeface="Wingdings" panose="05000000000000000000" pitchFamily="2" charset="2"/>
                        <a:defRPr b="1">
                          <a:solidFill>
                            <a:schemeClr val="tx1"/>
                          </a:solidFill>
                          <a:latin typeface="Arial" panose="020B0604020202020204" pitchFamily="34" charset="0"/>
                          <a:ea typeface="楷体_GB2312" pitchFamily="49" charset="-122"/>
                        </a:defRPr>
                      </a:lvl2pPr>
                      <a:lvl3pPr marL="1143000" indent="-228600" eaLnBrk="0" hangingPunct="0">
                        <a:spcBef>
                          <a:spcPct val="20000"/>
                        </a:spcBef>
                        <a:buFont typeface="Gungsuh" pitchFamily="18" charset="-127"/>
                        <a:defRPr sz="1600"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sz="1400">
                          <a:solidFill>
                            <a:schemeClr val="tx1"/>
                          </a:solidFill>
                          <a:latin typeface="Arial" panose="020B0604020202020204" pitchFamily="34" charset="0"/>
                          <a:ea typeface="黑体" panose="02010609060101010101" charset="-122"/>
                        </a:defRPr>
                      </a:lvl4pPr>
                      <a:lvl5pPr marL="2057400" indent="-228600" eaLnBrk="0" hangingPunct="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 typeface="Wingdings" panose="05000000000000000000" pitchFamily="2" charset="2"/>
                        <a:buNone/>
                      </a:pPr>
                      <a:r>
                        <a:rPr kumimoji="0" lang="en-US" altLang="zh-CN" sz="1600" b="1" i="0" u="none" strike="noStrike" cap="none" normalizeH="0" baseline="0">
                          <a:ln>
                            <a:noFill/>
                          </a:ln>
                          <a:solidFill>
                            <a:schemeClr val="accent2"/>
                          </a:solidFill>
                          <a:effectLst/>
                          <a:latin typeface="CourierPS" pitchFamily="49" charset="0"/>
                          <a:ea typeface="宋体" panose="02010600030101010101" pitchFamily="2" charset="-122"/>
                        </a:rPr>
                        <a:t>}</a:t>
                      </a:r>
                      <a:endParaRPr kumimoji="0" lang="en-US" altLang="zh-CN" sz="1600" b="1" i="0" u="none" strike="noStrike" cap="none" normalizeH="0" baseline="0">
                        <a:ln>
                          <a:noFill/>
                        </a:ln>
                        <a:solidFill>
                          <a:schemeClr val="accent2"/>
                        </a:solidFill>
                        <a:effectLst/>
                        <a:latin typeface="CourierPS" pitchFamily="49" charset="0"/>
                        <a:ea typeface="宋体" panose="02010600030101010101" pitchFamily="2" charset="-122"/>
                      </a:endParaRPr>
                    </a:p>
                  </a:txBody>
                  <a:tcPr marL="0" marR="0" marT="0" marB="0" anchor="b" anchorCtr="1" horzOverflow="overflow">
                    <a:lnL>
                      <a:noFill/>
                    </a:lnL>
                    <a:lnR>
                      <a:noFill/>
                    </a:lnR>
                    <a:lnT>
                      <a:noFill/>
                    </a:lnT>
                    <a:lnB>
                      <a:noFill/>
                    </a:lnB>
                    <a:lnTlToBr>
                      <a:noFill/>
                    </a:lnTlToBr>
                    <a:lnBlToTr>
                      <a:noFill/>
                    </a:lnBlToTr>
                    <a:noFill/>
                  </a:tcPr>
                </a:tc>
              </a:tr>
              <a:tr h="254000">
                <a:tc>
                  <a:txBody>
                    <a:bodyPr/>
                    <a:lstStyle>
                      <a:lvl1pPr eaLnBrk="0" hangingPunct="0">
                        <a:spcBef>
                          <a:spcPct val="20000"/>
                        </a:spcBef>
                        <a:buFont typeface="Wingdings" panose="05000000000000000000" pitchFamily="2" charset="2"/>
                        <a:defRPr sz="2000" b="1">
                          <a:solidFill>
                            <a:schemeClr val="tx1"/>
                          </a:solidFill>
                          <a:latin typeface="Arial" panose="020B0604020202020204" pitchFamily="34" charset="0"/>
                          <a:ea typeface="黑体" panose="02010609060101010101" charset="-122"/>
                        </a:defRPr>
                      </a:lvl1pPr>
                      <a:lvl2pPr marL="742950" indent="-285750" eaLnBrk="0" hangingPunct="0">
                        <a:spcBef>
                          <a:spcPct val="20000"/>
                        </a:spcBef>
                        <a:buFont typeface="Wingdings" panose="05000000000000000000" pitchFamily="2" charset="2"/>
                        <a:defRPr b="1">
                          <a:solidFill>
                            <a:schemeClr val="tx1"/>
                          </a:solidFill>
                          <a:latin typeface="Arial" panose="020B0604020202020204" pitchFamily="34" charset="0"/>
                          <a:ea typeface="楷体_GB2312" pitchFamily="49" charset="-122"/>
                        </a:defRPr>
                      </a:lvl2pPr>
                      <a:lvl3pPr marL="1143000" indent="-228600" eaLnBrk="0" hangingPunct="0">
                        <a:spcBef>
                          <a:spcPct val="20000"/>
                        </a:spcBef>
                        <a:buFont typeface="Gungsuh" pitchFamily="18" charset="-127"/>
                        <a:defRPr sz="1600"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sz="1400">
                          <a:solidFill>
                            <a:schemeClr val="tx1"/>
                          </a:solidFill>
                          <a:latin typeface="Arial" panose="020B0604020202020204" pitchFamily="34" charset="0"/>
                          <a:ea typeface="黑体" panose="02010609060101010101" charset="-122"/>
                        </a:defRPr>
                      </a:lvl4pPr>
                      <a:lvl5pPr marL="2057400" indent="-228600" eaLnBrk="0" hangingPunct="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 typeface="Wingdings" panose="05000000000000000000" pitchFamily="2" charset="2"/>
                        <a:buNone/>
                      </a:pPr>
                      <a:r>
                        <a:rPr kumimoji="0" lang="en-US" altLang="zh-CN" sz="1600" b="1" i="0" u="none" strike="noStrike" cap="none" normalizeH="0" baseline="0">
                          <a:ln>
                            <a:noFill/>
                          </a:ln>
                          <a:solidFill>
                            <a:schemeClr val="tx1"/>
                          </a:solidFill>
                          <a:effectLst/>
                          <a:latin typeface="CourierPS" pitchFamily="49" charset="0"/>
                          <a:ea typeface="宋体" panose="02010600030101010101" pitchFamily="2" charset="-122"/>
                        </a:rPr>
                        <a:t>0e</a:t>
                      </a:r>
                      <a:endParaRPr kumimoji="0" lang="en-US" altLang="zh-CN" sz="1600" b="1" i="0" u="none" strike="noStrike" cap="none" normalizeH="0" baseline="0">
                        <a:ln>
                          <a:noFill/>
                        </a:ln>
                        <a:solidFill>
                          <a:schemeClr val="tx1"/>
                        </a:solidFill>
                        <a:effectLst/>
                        <a:latin typeface="CourierPS" pitchFamily="49" charset="0"/>
                        <a:ea typeface="宋体" panose="02010600030101010101" pitchFamily="2" charset="-122"/>
                      </a:endParaRPr>
                    </a:p>
                  </a:txBody>
                  <a:tcPr marL="0" marR="0" marT="0" marB="0" anchor="b" anchorCtr="1" horzOverflow="overflow">
                    <a:lnL>
                      <a:noFill/>
                    </a:lnL>
                    <a:lnR>
                      <a:noFill/>
                    </a:lnR>
                    <a:lnT>
                      <a:noFill/>
                    </a:lnT>
                    <a:lnB>
                      <a:noFill/>
                    </a:lnB>
                    <a:lnTlToBr>
                      <a:noFill/>
                    </a:lnTlToBr>
                    <a:lnBlToTr>
                      <a:noFill/>
                    </a:lnBlToTr>
                    <a:noFill/>
                  </a:tcPr>
                </a:tc>
                <a:tc>
                  <a:txBody>
                    <a:bodyPr/>
                    <a:lstStyle>
                      <a:lvl1pPr eaLnBrk="0" hangingPunct="0">
                        <a:spcBef>
                          <a:spcPct val="20000"/>
                        </a:spcBef>
                        <a:buFont typeface="Wingdings" panose="05000000000000000000" pitchFamily="2" charset="2"/>
                        <a:defRPr sz="2000" b="1">
                          <a:solidFill>
                            <a:schemeClr val="tx1"/>
                          </a:solidFill>
                          <a:latin typeface="Arial" panose="020B0604020202020204" pitchFamily="34" charset="0"/>
                          <a:ea typeface="黑体" panose="02010609060101010101" charset="-122"/>
                        </a:defRPr>
                      </a:lvl1pPr>
                      <a:lvl2pPr marL="742950" indent="-285750" eaLnBrk="0" hangingPunct="0">
                        <a:spcBef>
                          <a:spcPct val="20000"/>
                        </a:spcBef>
                        <a:buFont typeface="Wingdings" panose="05000000000000000000" pitchFamily="2" charset="2"/>
                        <a:defRPr b="1">
                          <a:solidFill>
                            <a:schemeClr val="tx1"/>
                          </a:solidFill>
                          <a:latin typeface="Arial" panose="020B0604020202020204" pitchFamily="34" charset="0"/>
                          <a:ea typeface="楷体_GB2312" pitchFamily="49" charset="-122"/>
                        </a:defRPr>
                      </a:lvl2pPr>
                      <a:lvl3pPr marL="1143000" indent="-228600" eaLnBrk="0" hangingPunct="0">
                        <a:spcBef>
                          <a:spcPct val="20000"/>
                        </a:spcBef>
                        <a:buFont typeface="Gungsuh" pitchFamily="18" charset="-127"/>
                        <a:defRPr sz="1600"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sz="1400">
                          <a:solidFill>
                            <a:schemeClr val="tx1"/>
                          </a:solidFill>
                          <a:latin typeface="Arial" panose="020B0604020202020204" pitchFamily="34" charset="0"/>
                          <a:ea typeface="黑体" panose="02010609060101010101" charset="-122"/>
                        </a:defRPr>
                      </a:lvl4pPr>
                      <a:lvl5pPr marL="2057400" indent="-228600" eaLnBrk="0" hangingPunct="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 typeface="Wingdings" panose="05000000000000000000" pitchFamily="2" charset="2"/>
                        <a:buNone/>
                      </a:pPr>
                      <a:r>
                        <a:rPr kumimoji="0" lang="en-US" altLang="zh-CN" sz="1600" b="1" i="0" u="none" strike="noStrike" cap="none" normalizeH="0" baseline="0">
                          <a:ln>
                            <a:noFill/>
                          </a:ln>
                          <a:solidFill>
                            <a:schemeClr val="accent2"/>
                          </a:solidFill>
                          <a:effectLst/>
                          <a:latin typeface="CourierPS" pitchFamily="49" charset="0"/>
                          <a:ea typeface="宋体" panose="02010600030101010101" pitchFamily="2" charset="-122"/>
                        </a:rPr>
                        <a:t>so</a:t>
                      </a:r>
                      <a:endParaRPr kumimoji="0" lang="en-US" altLang="zh-CN" sz="1600" b="1" i="0" u="none" strike="noStrike" cap="none" normalizeH="0" baseline="0">
                        <a:ln>
                          <a:noFill/>
                        </a:ln>
                        <a:solidFill>
                          <a:schemeClr val="accent2"/>
                        </a:solidFill>
                        <a:effectLst/>
                        <a:latin typeface="CourierPS" pitchFamily="49" charset="0"/>
                        <a:ea typeface="宋体" panose="02010600030101010101" pitchFamily="2" charset="-122"/>
                      </a:endParaRPr>
                    </a:p>
                  </a:txBody>
                  <a:tcPr marL="0" marR="0" marT="0" marB="0" anchor="b" anchorCtr="1" horzOverflow="overflow">
                    <a:lnL>
                      <a:noFill/>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lvl1pPr eaLnBrk="0" hangingPunct="0">
                        <a:spcBef>
                          <a:spcPct val="20000"/>
                        </a:spcBef>
                        <a:buFont typeface="Wingdings" panose="05000000000000000000" pitchFamily="2" charset="2"/>
                        <a:defRPr sz="2000" b="1">
                          <a:solidFill>
                            <a:schemeClr val="tx1"/>
                          </a:solidFill>
                          <a:latin typeface="Arial" panose="020B0604020202020204" pitchFamily="34" charset="0"/>
                          <a:ea typeface="黑体" panose="02010609060101010101" charset="-122"/>
                        </a:defRPr>
                      </a:lvl1pPr>
                      <a:lvl2pPr marL="742950" indent="-285750" eaLnBrk="0" hangingPunct="0">
                        <a:spcBef>
                          <a:spcPct val="20000"/>
                        </a:spcBef>
                        <a:buFont typeface="Wingdings" panose="05000000000000000000" pitchFamily="2" charset="2"/>
                        <a:defRPr b="1">
                          <a:solidFill>
                            <a:schemeClr val="tx1"/>
                          </a:solidFill>
                          <a:latin typeface="Arial" panose="020B0604020202020204" pitchFamily="34" charset="0"/>
                          <a:ea typeface="楷体_GB2312" pitchFamily="49" charset="-122"/>
                        </a:defRPr>
                      </a:lvl2pPr>
                      <a:lvl3pPr marL="1143000" indent="-228600" eaLnBrk="0" hangingPunct="0">
                        <a:spcBef>
                          <a:spcPct val="20000"/>
                        </a:spcBef>
                        <a:buFont typeface="Gungsuh" pitchFamily="18" charset="-127"/>
                        <a:defRPr sz="1600"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sz="1400">
                          <a:solidFill>
                            <a:schemeClr val="tx1"/>
                          </a:solidFill>
                          <a:latin typeface="Arial" panose="020B0604020202020204" pitchFamily="34" charset="0"/>
                          <a:ea typeface="黑体" panose="02010609060101010101" charset="-122"/>
                        </a:defRPr>
                      </a:lvl4pPr>
                      <a:lvl5pPr marL="2057400" indent="-228600" eaLnBrk="0" hangingPunct="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 typeface="Wingdings" panose="05000000000000000000" pitchFamily="2" charset="2"/>
                        <a:buNone/>
                      </a:pPr>
                      <a:r>
                        <a:rPr kumimoji="0" lang="en-US" altLang="zh-CN" sz="1600" b="1" i="0" u="none" strike="noStrike" cap="none" normalizeH="0" baseline="0">
                          <a:ln>
                            <a:noFill/>
                          </a:ln>
                          <a:solidFill>
                            <a:schemeClr val="tx1"/>
                          </a:solidFill>
                          <a:effectLst/>
                          <a:latin typeface="CourierPS" pitchFamily="49" charset="0"/>
                          <a:ea typeface="宋体" panose="02010600030101010101" pitchFamily="2" charset="-122"/>
                        </a:rPr>
                        <a:t>1e</a:t>
                      </a:r>
                      <a:endParaRPr kumimoji="0" lang="en-US" altLang="zh-CN" sz="1600" b="1" i="0" u="none" strike="noStrike" cap="none" normalizeH="0" baseline="0">
                        <a:ln>
                          <a:noFill/>
                        </a:ln>
                        <a:solidFill>
                          <a:schemeClr val="tx1"/>
                        </a:solidFill>
                        <a:effectLst/>
                        <a:latin typeface="CourierPS" pitchFamily="49" charset="0"/>
                        <a:ea typeface="宋体" panose="02010600030101010101" pitchFamily="2" charset="-122"/>
                      </a:endParaRPr>
                    </a:p>
                  </a:txBody>
                  <a:tcPr marL="0" marR="0" marT="0" marB="0" anchor="b" anchorCtr="1" horzOverflow="overflow">
                    <a:lnL w="12700" cap="flat" cmpd="sng" algn="ctr">
                      <a:solidFill>
                        <a:schemeClr val="tx1"/>
                      </a:solidFill>
                      <a:prstDash val="solid"/>
                      <a:round/>
                      <a:headEnd type="none" w="med" len="med"/>
                      <a:tailEnd type="none" w="med" len="med"/>
                    </a:lnL>
                    <a:lnR>
                      <a:noFill/>
                    </a:lnR>
                    <a:lnT>
                      <a:noFill/>
                    </a:lnT>
                    <a:lnB>
                      <a:noFill/>
                    </a:lnB>
                    <a:lnTlToBr>
                      <a:noFill/>
                    </a:lnTlToBr>
                    <a:lnBlToTr>
                      <a:noFill/>
                    </a:lnBlToTr>
                    <a:noFill/>
                  </a:tcPr>
                </a:tc>
                <a:tc>
                  <a:txBody>
                    <a:bodyPr/>
                    <a:lstStyle>
                      <a:lvl1pPr eaLnBrk="0" hangingPunct="0">
                        <a:spcBef>
                          <a:spcPct val="20000"/>
                        </a:spcBef>
                        <a:buFont typeface="Wingdings" panose="05000000000000000000" pitchFamily="2" charset="2"/>
                        <a:defRPr sz="2000" b="1">
                          <a:solidFill>
                            <a:schemeClr val="tx1"/>
                          </a:solidFill>
                          <a:latin typeface="Arial" panose="020B0604020202020204" pitchFamily="34" charset="0"/>
                          <a:ea typeface="黑体" panose="02010609060101010101" charset="-122"/>
                        </a:defRPr>
                      </a:lvl1pPr>
                      <a:lvl2pPr marL="742950" indent="-285750" eaLnBrk="0" hangingPunct="0">
                        <a:spcBef>
                          <a:spcPct val="20000"/>
                        </a:spcBef>
                        <a:buFont typeface="Wingdings" panose="05000000000000000000" pitchFamily="2" charset="2"/>
                        <a:defRPr b="1">
                          <a:solidFill>
                            <a:schemeClr val="tx1"/>
                          </a:solidFill>
                          <a:latin typeface="Arial" panose="020B0604020202020204" pitchFamily="34" charset="0"/>
                          <a:ea typeface="楷体_GB2312" pitchFamily="49" charset="-122"/>
                        </a:defRPr>
                      </a:lvl2pPr>
                      <a:lvl3pPr marL="1143000" indent="-228600" eaLnBrk="0" hangingPunct="0">
                        <a:spcBef>
                          <a:spcPct val="20000"/>
                        </a:spcBef>
                        <a:buFont typeface="Gungsuh" pitchFamily="18" charset="-127"/>
                        <a:defRPr sz="1600"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sz="1400">
                          <a:solidFill>
                            <a:schemeClr val="tx1"/>
                          </a:solidFill>
                          <a:latin typeface="Arial" panose="020B0604020202020204" pitchFamily="34" charset="0"/>
                          <a:ea typeface="黑体" panose="02010609060101010101" charset="-122"/>
                        </a:defRPr>
                      </a:lvl4pPr>
                      <a:lvl5pPr marL="2057400" indent="-228600" eaLnBrk="0" hangingPunct="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 typeface="Wingdings" panose="05000000000000000000" pitchFamily="2" charset="2"/>
                        <a:buNone/>
                      </a:pPr>
                      <a:r>
                        <a:rPr kumimoji="0" lang="en-US" altLang="zh-CN" sz="1600" b="1" i="0" u="none" strike="noStrike" cap="none" normalizeH="0" baseline="0">
                          <a:ln>
                            <a:noFill/>
                          </a:ln>
                          <a:solidFill>
                            <a:schemeClr val="accent2"/>
                          </a:solidFill>
                          <a:effectLst/>
                          <a:latin typeface="CourierPS" pitchFamily="49" charset="0"/>
                          <a:ea typeface="宋体" panose="02010600030101010101" pitchFamily="2" charset="-122"/>
                        </a:rPr>
                        <a:t>rs</a:t>
                      </a:r>
                      <a:endParaRPr kumimoji="0" lang="en-US" altLang="zh-CN" sz="1600" b="1" i="0" u="none" strike="noStrike" cap="none" normalizeH="0" baseline="0">
                        <a:ln>
                          <a:noFill/>
                        </a:ln>
                        <a:solidFill>
                          <a:schemeClr val="accent2"/>
                        </a:solidFill>
                        <a:effectLst/>
                        <a:latin typeface="CourierPS" pitchFamily="49" charset="0"/>
                        <a:ea typeface="宋体" panose="02010600030101010101" pitchFamily="2" charset="-122"/>
                      </a:endParaRPr>
                    </a:p>
                  </a:txBody>
                  <a:tcPr marL="0" marR="0" marT="0" marB="0" anchor="b" anchorCtr="1" horzOverflow="overflow">
                    <a:lnL>
                      <a:noFill/>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lvl1pPr eaLnBrk="0" hangingPunct="0">
                        <a:spcBef>
                          <a:spcPct val="20000"/>
                        </a:spcBef>
                        <a:buFont typeface="Wingdings" panose="05000000000000000000" pitchFamily="2" charset="2"/>
                        <a:defRPr sz="2000" b="1">
                          <a:solidFill>
                            <a:schemeClr val="tx1"/>
                          </a:solidFill>
                          <a:latin typeface="Arial" panose="020B0604020202020204" pitchFamily="34" charset="0"/>
                          <a:ea typeface="黑体" panose="02010609060101010101" charset="-122"/>
                        </a:defRPr>
                      </a:lvl1pPr>
                      <a:lvl2pPr marL="742950" indent="-285750" eaLnBrk="0" hangingPunct="0">
                        <a:spcBef>
                          <a:spcPct val="20000"/>
                        </a:spcBef>
                        <a:buFont typeface="Wingdings" panose="05000000000000000000" pitchFamily="2" charset="2"/>
                        <a:defRPr b="1">
                          <a:solidFill>
                            <a:schemeClr val="tx1"/>
                          </a:solidFill>
                          <a:latin typeface="Arial" panose="020B0604020202020204" pitchFamily="34" charset="0"/>
                          <a:ea typeface="楷体_GB2312" pitchFamily="49" charset="-122"/>
                        </a:defRPr>
                      </a:lvl2pPr>
                      <a:lvl3pPr marL="1143000" indent="-228600" eaLnBrk="0" hangingPunct="0">
                        <a:spcBef>
                          <a:spcPct val="20000"/>
                        </a:spcBef>
                        <a:buFont typeface="Gungsuh" pitchFamily="18" charset="-127"/>
                        <a:defRPr sz="1600"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sz="1400">
                          <a:solidFill>
                            <a:schemeClr val="tx1"/>
                          </a:solidFill>
                          <a:latin typeface="Arial" panose="020B0604020202020204" pitchFamily="34" charset="0"/>
                          <a:ea typeface="黑体" panose="02010609060101010101" charset="-122"/>
                        </a:defRPr>
                      </a:lvl4pPr>
                      <a:lvl5pPr marL="2057400" indent="-228600" eaLnBrk="0" hangingPunct="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 typeface="Wingdings" panose="05000000000000000000" pitchFamily="2" charset="2"/>
                        <a:buNone/>
                      </a:pPr>
                      <a:r>
                        <a:rPr kumimoji="0" lang="en-US" altLang="zh-CN" sz="1600" b="1" i="0" u="none" strike="noStrike" cap="none" normalizeH="0" baseline="0">
                          <a:ln>
                            <a:noFill/>
                          </a:ln>
                          <a:solidFill>
                            <a:schemeClr val="tx1"/>
                          </a:solidFill>
                          <a:effectLst/>
                          <a:latin typeface="CourierPS" pitchFamily="49" charset="0"/>
                          <a:ea typeface="宋体" panose="02010600030101010101" pitchFamily="2" charset="-122"/>
                        </a:rPr>
                        <a:t>2e</a:t>
                      </a:r>
                      <a:endParaRPr kumimoji="0" lang="en-US" altLang="zh-CN" sz="1600" b="1" i="0" u="none" strike="noStrike" cap="none" normalizeH="0" baseline="0">
                        <a:ln>
                          <a:noFill/>
                        </a:ln>
                        <a:solidFill>
                          <a:schemeClr val="tx1"/>
                        </a:solidFill>
                        <a:effectLst/>
                        <a:latin typeface="CourierPS" pitchFamily="49" charset="0"/>
                        <a:ea typeface="宋体" panose="02010600030101010101" pitchFamily="2" charset="-122"/>
                      </a:endParaRPr>
                    </a:p>
                  </a:txBody>
                  <a:tcPr marL="0" marR="0" marT="0" marB="0" anchor="b" anchorCtr="1" horzOverflow="overflow">
                    <a:lnL w="12700" cap="flat" cmpd="sng" algn="ctr">
                      <a:solidFill>
                        <a:schemeClr val="tx1"/>
                      </a:solidFill>
                      <a:prstDash val="solid"/>
                      <a:round/>
                      <a:headEnd type="none" w="med" len="med"/>
                      <a:tailEnd type="none" w="med" len="med"/>
                    </a:lnL>
                    <a:lnR>
                      <a:noFill/>
                    </a:lnR>
                    <a:lnT>
                      <a:noFill/>
                    </a:lnT>
                    <a:lnB>
                      <a:noFill/>
                    </a:lnB>
                    <a:lnTlToBr>
                      <a:noFill/>
                    </a:lnTlToBr>
                    <a:lnBlToTr>
                      <a:noFill/>
                    </a:lnBlToTr>
                    <a:noFill/>
                  </a:tcPr>
                </a:tc>
                <a:tc>
                  <a:txBody>
                    <a:bodyPr/>
                    <a:lstStyle>
                      <a:lvl1pPr eaLnBrk="0" hangingPunct="0">
                        <a:spcBef>
                          <a:spcPct val="20000"/>
                        </a:spcBef>
                        <a:buFont typeface="Wingdings" panose="05000000000000000000" pitchFamily="2" charset="2"/>
                        <a:defRPr sz="2000" b="1">
                          <a:solidFill>
                            <a:schemeClr val="tx1"/>
                          </a:solidFill>
                          <a:latin typeface="Arial" panose="020B0604020202020204" pitchFamily="34" charset="0"/>
                          <a:ea typeface="黑体" panose="02010609060101010101" charset="-122"/>
                        </a:defRPr>
                      </a:lvl1pPr>
                      <a:lvl2pPr marL="742950" indent="-285750" eaLnBrk="0" hangingPunct="0">
                        <a:spcBef>
                          <a:spcPct val="20000"/>
                        </a:spcBef>
                        <a:buFont typeface="Wingdings" panose="05000000000000000000" pitchFamily="2" charset="2"/>
                        <a:defRPr b="1">
                          <a:solidFill>
                            <a:schemeClr val="tx1"/>
                          </a:solidFill>
                          <a:latin typeface="Arial" panose="020B0604020202020204" pitchFamily="34" charset="0"/>
                          <a:ea typeface="楷体_GB2312" pitchFamily="49" charset="-122"/>
                        </a:defRPr>
                      </a:lvl2pPr>
                      <a:lvl3pPr marL="1143000" indent="-228600" eaLnBrk="0" hangingPunct="0">
                        <a:spcBef>
                          <a:spcPct val="20000"/>
                        </a:spcBef>
                        <a:buFont typeface="Gungsuh" pitchFamily="18" charset="-127"/>
                        <a:defRPr sz="1600"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sz="1400">
                          <a:solidFill>
                            <a:schemeClr val="tx1"/>
                          </a:solidFill>
                          <a:latin typeface="Arial" panose="020B0604020202020204" pitchFamily="34" charset="0"/>
                          <a:ea typeface="黑体" panose="02010609060101010101" charset="-122"/>
                        </a:defRPr>
                      </a:lvl4pPr>
                      <a:lvl5pPr marL="2057400" indent="-228600" eaLnBrk="0" hangingPunct="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 typeface="Wingdings" panose="05000000000000000000" pitchFamily="2" charset="2"/>
                        <a:buNone/>
                      </a:pPr>
                      <a:r>
                        <a:rPr kumimoji="0" lang="en-US" altLang="zh-CN" sz="1600" b="1" i="0" u="none" strike="noStrike" cap="none" normalizeH="0" baseline="0">
                          <a:ln>
                            <a:noFill/>
                          </a:ln>
                          <a:solidFill>
                            <a:schemeClr val="accent2"/>
                          </a:solidFill>
                          <a:effectLst/>
                          <a:latin typeface="CourierPS" pitchFamily="49" charset="0"/>
                          <a:ea typeface="宋体" panose="02010600030101010101" pitchFamily="2" charset="-122"/>
                        </a:rPr>
                        <a:t>.</a:t>
                      </a:r>
                      <a:endParaRPr kumimoji="0" lang="en-US" altLang="zh-CN" sz="1600" b="1" i="0" u="none" strike="noStrike" cap="none" normalizeH="0" baseline="0">
                        <a:ln>
                          <a:noFill/>
                        </a:ln>
                        <a:solidFill>
                          <a:schemeClr val="accent2"/>
                        </a:solidFill>
                        <a:effectLst/>
                        <a:latin typeface="CourierPS" pitchFamily="49" charset="0"/>
                        <a:ea typeface="宋体" panose="02010600030101010101" pitchFamily="2" charset="-122"/>
                      </a:endParaRPr>
                    </a:p>
                  </a:txBody>
                  <a:tcPr marL="0" marR="0" marT="0" marB="0" anchor="b" anchorCtr="1" horzOverflow="overflow">
                    <a:lnL>
                      <a:noFill/>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lvl1pPr eaLnBrk="0" hangingPunct="0">
                        <a:spcBef>
                          <a:spcPct val="20000"/>
                        </a:spcBef>
                        <a:buFont typeface="Wingdings" panose="05000000000000000000" pitchFamily="2" charset="2"/>
                        <a:defRPr sz="2000" b="1">
                          <a:solidFill>
                            <a:schemeClr val="tx1"/>
                          </a:solidFill>
                          <a:latin typeface="Arial" panose="020B0604020202020204" pitchFamily="34" charset="0"/>
                          <a:ea typeface="黑体" panose="02010609060101010101" charset="-122"/>
                        </a:defRPr>
                      </a:lvl1pPr>
                      <a:lvl2pPr marL="742950" indent="-285750" eaLnBrk="0" hangingPunct="0">
                        <a:spcBef>
                          <a:spcPct val="20000"/>
                        </a:spcBef>
                        <a:buFont typeface="Wingdings" panose="05000000000000000000" pitchFamily="2" charset="2"/>
                        <a:defRPr b="1">
                          <a:solidFill>
                            <a:schemeClr val="tx1"/>
                          </a:solidFill>
                          <a:latin typeface="Arial" panose="020B0604020202020204" pitchFamily="34" charset="0"/>
                          <a:ea typeface="楷体_GB2312" pitchFamily="49" charset="-122"/>
                        </a:defRPr>
                      </a:lvl2pPr>
                      <a:lvl3pPr marL="1143000" indent="-228600" eaLnBrk="0" hangingPunct="0">
                        <a:spcBef>
                          <a:spcPct val="20000"/>
                        </a:spcBef>
                        <a:buFont typeface="Gungsuh" pitchFamily="18" charset="-127"/>
                        <a:defRPr sz="1600"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sz="1400">
                          <a:solidFill>
                            <a:schemeClr val="tx1"/>
                          </a:solidFill>
                          <a:latin typeface="Arial" panose="020B0604020202020204" pitchFamily="34" charset="0"/>
                          <a:ea typeface="黑体" panose="02010609060101010101" charset="-122"/>
                        </a:defRPr>
                      </a:lvl4pPr>
                      <a:lvl5pPr marL="2057400" indent="-228600" eaLnBrk="0" hangingPunct="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 typeface="Wingdings" panose="05000000000000000000" pitchFamily="2" charset="2"/>
                        <a:buNone/>
                      </a:pPr>
                      <a:r>
                        <a:rPr kumimoji="0" lang="en-US" altLang="zh-CN" sz="1600" b="1" i="0" u="none" strike="noStrike" cap="none" normalizeH="0" baseline="0">
                          <a:ln>
                            <a:noFill/>
                          </a:ln>
                          <a:solidFill>
                            <a:schemeClr val="tx1"/>
                          </a:solidFill>
                          <a:effectLst/>
                          <a:latin typeface="CourierPS" pitchFamily="49" charset="0"/>
                          <a:ea typeface="宋体" panose="02010600030101010101" pitchFamily="2" charset="-122"/>
                        </a:rPr>
                        <a:t>3e</a:t>
                      </a:r>
                      <a:endParaRPr kumimoji="0" lang="en-US" altLang="zh-CN" sz="1600" b="1" i="0" u="none" strike="noStrike" cap="none" normalizeH="0" baseline="0">
                        <a:ln>
                          <a:noFill/>
                        </a:ln>
                        <a:solidFill>
                          <a:schemeClr val="tx1"/>
                        </a:solidFill>
                        <a:effectLst/>
                        <a:latin typeface="CourierPS" pitchFamily="49" charset="0"/>
                        <a:ea typeface="宋体" panose="02010600030101010101" pitchFamily="2" charset="-122"/>
                      </a:endParaRPr>
                    </a:p>
                  </a:txBody>
                  <a:tcPr marL="0" marR="0" marT="0" marB="0" anchor="b" anchorCtr="1" horzOverflow="overflow">
                    <a:lnL w="12700" cap="flat" cmpd="sng" algn="ctr">
                      <a:solidFill>
                        <a:schemeClr val="tx1"/>
                      </a:solidFill>
                      <a:prstDash val="solid"/>
                      <a:round/>
                      <a:headEnd type="none" w="med" len="med"/>
                      <a:tailEnd type="none" w="med" len="med"/>
                    </a:lnL>
                    <a:lnR>
                      <a:noFill/>
                    </a:lnR>
                    <a:lnT>
                      <a:noFill/>
                    </a:lnT>
                    <a:lnB>
                      <a:noFill/>
                    </a:lnB>
                    <a:lnTlToBr>
                      <a:noFill/>
                    </a:lnTlToBr>
                    <a:lnBlToTr>
                      <a:noFill/>
                    </a:lnBlToTr>
                    <a:noFill/>
                  </a:tcPr>
                </a:tc>
                <a:tc>
                  <a:txBody>
                    <a:bodyPr/>
                    <a:lstStyle>
                      <a:lvl1pPr eaLnBrk="0" hangingPunct="0">
                        <a:spcBef>
                          <a:spcPct val="20000"/>
                        </a:spcBef>
                        <a:buFont typeface="Wingdings" panose="05000000000000000000" pitchFamily="2" charset="2"/>
                        <a:defRPr sz="2000" b="1">
                          <a:solidFill>
                            <a:schemeClr val="tx1"/>
                          </a:solidFill>
                          <a:latin typeface="Arial" panose="020B0604020202020204" pitchFamily="34" charset="0"/>
                          <a:ea typeface="黑体" panose="02010609060101010101" charset="-122"/>
                        </a:defRPr>
                      </a:lvl1pPr>
                      <a:lvl2pPr marL="742950" indent="-285750" eaLnBrk="0" hangingPunct="0">
                        <a:spcBef>
                          <a:spcPct val="20000"/>
                        </a:spcBef>
                        <a:buFont typeface="Wingdings" panose="05000000000000000000" pitchFamily="2" charset="2"/>
                        <a:defRPr b="1">
                          <a:solidFill>
                            <a:schemeClr val="tx1"/>
                          </a:solidFill>
                          <a:latin typeface="Arial" panose="020B0604020202020204" pitchFamily="34" charset="0"/>
                          <a:ea typeface="楷体_GB2312" pitchFamily="49" charset="-122"/>
                        </a:defRPr>
                      </a:lvl2pPr>
                      <a:lvl3pPr marL="1143000" indent="-228600" eaLnBrk="0" hangingPunct="0">
                        <a:spcBef>
                          <a:spcPct val="20000"/>
                        </a:spcBef>
                        <a:buFont typeface="Gungsuh" pitchFamily="18" charset="-127"/>
                        <a:defRPr sz="1600"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sz="1400">
                          <a:solidFill>
                            <a:schemeClr val="tx1"/>
                          </a:solidFill>
                          <a:latin typeface="Arial" panose="020B0604020202020204" pitchFamily="34" charset="0"/>
                          <a:ea typeface="黑体" panose="02010609060101010101" charset="-122"/>
                        </a:defRPr>
                      </a:lvl4pPr>
                      <a:lvl5pPr marL="2057400" indent="-228600" eaLnBrk="0" hangingPunct="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 typeface="Wingdings" panose="05000000000000000000" pitchFamily="2" charset="2"/>
                        <a:buNone/>
                      </a:pPr>
                      <a:r>
                        <a:rPr kumimoji="0" lang="en-US" altLang="zh-CN" sz="1600" b="1" i="0" u="none" strike="noStrike" cap="none" normalizeH="0" baseline="0">
                          <a:ln>
                            <a:noFill/>
                          </a:ln>
                          <a:solidFill>
                            <a:schemeClr val="accent2"/>
                          </a:solidFill>
                          <a:effectLst/>
                          <a:latin typeface="CourierPS" pitchFamily="49" charset="0"/>
                          <a:ea typeface="宋体" panose="02010600030101010101" pitchFamily="2" charset="-122"/>
                        </a:rPr>
                        <a:t>&gt;</a:t>
                      </a:r>
                      <a:endParaRPr kumimoji="0" lang="en-US" altLang="zh-CN" sz="1600" b="1" i="0" u="none" strike="noStrike" cap="none" normalizeH="0" baseline="0">
                        <a:ln>
                          <a:noFill/>
                        </a:ln>
                        <a:solidFill>
                          <a:schemeClr val="accent2"/>
                        </a:solidFill>
                        <a:effectLst/>
                        <a:latin typeface="CourierPS" pitchFamily="49" charset="0"/>
                        <a:ea typeface="宋体" panose="02010600030101010101" pitchFamily="2" charset="-122"/>
                      </a:endParaRPr>
                    </a:p>
                  </a:txBody>
                  <a:tcPr marL="0" marR="0" marT="0" marB="0" anchor="b" anchorCtr="1" horzOverflow="overflow">
                    <a:lnL>
                      <a:noFill/>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lvl1pPr eaLnBrk="0" hangingPunct="0">
                        <a:spcBef>
                          <a:spcPct val="20000"/>
                        </a:spcBef>
                        <a:buFont typeface="Wingdings" panose="05000000000000000000" pitchFamily="2" charset="2"/>
                        <a:defRPr sz="2000" b="1">
                          <a:solidFill>
                            <a:schemeClr val="tx1"/>
                          </a:solidFill>
                          <a:latin typeface="Arial" panose="020B0604020202020204" pitchFamily="34" charset="0"/>
                          <a:ea typeface="黑体" panose="02010609060101010101" charset="-122"/>
                        </a:defRPr>
                      </a:lvl1pPr>
                      <a:lvl2pPr marL="742950" indent="-285750" eaLnBrk="0" hangingPunct="0">
                        <a:spcBef>
                          <a:spcPct val="20000"/>
                        </a:spcBef>
                        <a:buFont typeface="Wingdings" panose="05000000000000000000" pitchFamily="2" charset="2"/>
                        <a:defRPr b="1">
                          <a:solidFill>
                            <a:schemeClr val="tx1"/>
                          </a:solidFill>
                          <a:latin typeface="Arial" panose="020B0604020202020204" pitchFamily="34" charset="0"/>
                          <a:ea typeface="楷体_GB2312" pitchFamily="49" charset="-122"/>
                        </a:defRPr>
                      </a:lvl2pPr>
                      <a:lvl3pPr marL="1143000" indent="-228600" eaLnBrk="0" hangingPunct="0">
                        <a:spcBef>
                          <a:spcPct val="20000"/>
                        </a:spcBef>
                        <a:buFont typeface="Gungsuh" pitchFamily="18" charset="-127"/>
                        <a:defRPr sz="1600"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sz="1400">
                          <a:solidFill>
                            <a:schemeClr val="tx1"/>
                          </a:solidFill>
                          <a:latin typeface="Arial" panose="020B0604020202020204" pitchFamily="34" charset="0"/>
                          <a:ea typeface="黑体" panose="02010609060101010101" charset="-122"/>
                        </a:defRPr>
                      </a:lvl4pPr>
                      <a:lvl5pPr marL="2057400" indent="-228600" eaLnBrk="0" hangingPunct="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 typeface="Wingdings" panose="05000000000000000000" pitchFamily="2" charset="2"/>
                        <a:buNone/>
                      </a:pPr>
                      <a:r>
                        <a:rPr kumimoji="0" lang="en-US" altLang="zh-CN" sz="1600" b="1" i="0" u="none" strike="noStrike" cap="none" normalizeH="0" baseline="0">
                          <a:ln>
                            <a:noFill/>
                          </a:ln>
                          <a:solidFill>
                            <a:schemeClr val="tx1"/>
                          </a:solidFill>
                          <a:effectLst/>
                          <a:latin typeface="CourierPS" pitchFamily="49" charset="0"/>
                          <a:ea typeface="宋体" panose="02010600030101010101" pitchFamily="2" charset="-122"/>
                        </a:rPr>
                        <a:t>4e</a:t>
                      </a:r>
                      <a:endParaRPr kumimoji="0" lang="en-US" altLang="zh-CN" sz="1600" b="1" i="0" u="none" strike="noStrike" cap="none" normalizeH="0" baseline="0">
                        <a:ln>
                          <a:noFill/>
                        </a:ln>
                        <a:solidFill>
                          <a:schemeClr val="tx1"/>
                        </a:solidFill>
                        <a:effectLst/>
                        <a:latin typeface="CourierPS" pitchFamily="49" charset="0"/>
                        <a:ea typeface="宋体" panose="02010600030101010101" pitchFamily="2" charset="-122"/>
                      </a:endParaRPr>
                    </a:p>
                  </a:txBody>
                  <a:tcPr marL="0" marR="0" marT="0" marB="0" anchor="b" anchorCtr="1" horzOverflow="overflow">
                    <a:lnL w="12700" cap="flat" cmpd="sng" algn="ctr">
                      <a:solidFill>
                        <a:schemeClr val="tx1"/>
                      </a:solidFill>
                      <a:prstDash val="solid"/>
                      <a:round/>
                      <a:headEnd type="none" w="med" len="med"/>
                      <a:tailEnd type="none" w="med" len="med"/>
                    </a:lnL>
                    <a:lnR>
                      <a:noFill/>
                    </a:lnR>
                    <a:lnT>
                      <a:noFill/>
                    </a:lnT>
                    <a:lnB>
                      <a:noFill/>
                    </a:lnB>
                    <a:lnTlToBr>
                      <a:noFill/>
                    </a:lnTlToBr>
                    <a:lnBlToTr>
                      <a:noFill/>
                    </a:lnBlToTr>
                    <a:noFill/>
                  </a:tcPr>
                </a:tc>
                <a:tc>
                  <a:txBody>
                    <a:bodyPr/>
                    <a:lstStyle>
                      <a:lvl1pPr eaLnBrk="0" hangingPunct="0">
                        <a:spcBef>
                          <a:spcPct val="20000"/>
                        </a:spcBef>
                        <a:buFont typeface="Wingdings" panose="05000000000000000000" pitchFamily="2" charset="2"/>
                        <a:defRPr sz="2000" b="1">
                          <a:solidFill>
                            <a:schemeClr val="tx1"/>
                          </a:solidFill>
                          <a:latin typeface="Arial" panose="020B0604020202020204" pitchFamily="34" charset="0"/>
                          <a:ea typeface="黑体" panose="02010609060101010101" charset="-122"/>
                        </a:defRPr>
                      </a:lvl1pPr>
                      <a:lvl2pPr marL="742950" indent="-285750" eaLnBrk="0" hangingPunct="0">
                        <a:spcBef>
                          <a:spcPct val="20000"/>
                        </a:spcBef>
                        <a:buFont typeface="Wingdings" panose="05000000000000000000" pitchFamily="2" charset="2"/>
                        <a:defRPr b="1">
                          <a:solidFill>
                            <a:schemeClr val="tx1"/>
                          </a:solidFill>
                          <a:latin typeface="Arial" panose="020B0604020202020204" pitchFamily="34" charset="0"/>
                          <a:ea typeface="楷体_GB2312" pitchFamily="49" charset="-122"/>
                        </a:defRPr>
                      </a:lvl2pPr>
                      <a:lvl3pPr marL="1143000" indent="-228600" eaLnBrk="0" hangingPunct="0">
                        <a:spcBef>
                          <a:spcPct val="20000"/>
                        </a:spcBef>
                        <a:buFont typeface="Gungsuh" pitchFamily="18" charset="-127"/>
                        <a:defRPr sz="1600"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sz="1400">
                          <a:solidFill>
                            <a:schemeClr val="tx1"/>
                          </a:solidFill>
                          <a:latin typeface="Arial" panose="020B0604020202020204" pitchFamily="34" charset="0"/>
                          <a:ea typeface="黑体" panose="02010609060101010101" charset="-122"/>
                        </a:defRPr>
                      </a:lvl4pPr>
                      <a:lvl5pPr marL="2057400" indent="-228600" eaLnBrk="0" hangingPunct="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 typeface="Wingdings" panose="05000000000000000000" pitchFamily="2" charset="2"/>
                        <a:buNone/>
                      </a:pPr>
                      <a:r>
                        <a:rPr kumimoji="0" lang="en-US" altLang="zh-CN" sz="1600" b="1" i="0" u="none" strike="noStrike" cap="none" normalizeH="0" baseline="0">
                          <a:ln>
                            <a:noFill/>
                          </a:ln>
                          <a:solidFill>
                            <a:schemeClr val="accent2"/>
                          </a:solidFill>
                          <a:effectLst/>
                          <a:latin typeface="CourierPS" pitchFamily="49" charset="0"/>
                          <a:ea typeface="宋体" panose="02010600030101010101" pitchFamily="2" charset="-122"/>
                        </a:rPr>
                        <a:t>N</a:t>
                      </a:r>
                      <a:endParaRPr kumimoji="0" lang="en-US" altLang="zh-CN" sz="1600" b="1" i="0" u="none" strike="noStrike" cap="none" normalizeH="0" baseline="0">
                        <a:ln>
                          <a:noFill/>
                        </a:ln>
                        <a:solidFill>
                          <a:schemeClr val="accent2"/>
                        </a:solidFill>
                        <a:effectLst/>
                        <a:latin typeface="CourierPS" pitchFamily="49" charset="0"/>
                        <a:ea typeface="宋体" panose="02010600030101010101" pitchFamily="2" charset="-122"/>
                      </a:endParaRPr>
                    </a:p>
                  </a:txBody>
                  <a:tcPr marL="0" marR="0" marT="0" marB="0" anchor="b" anchorCtr="1" horzOverflow="overflow">
                    <a:lnL>
                      <a:noFill/>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lvl1pPr eaLnBrk="0" hangingPunct="0">
                        <a:spcBef>
                          <a:spcPct val="20000"/>
                        </a:spcBef>
                        <a:buFont typeface="Wingdings" panose="05000000000000000000" pitchFamily="2" charset="2"/>
                        <a:defRPr sz="2000" b="1">
                          <a:solidFill>
                            <a:schemeClr val="tx1"/>
                          </a:solidFill>
                          <a:latin typeface="Arial" panose="020B0604020202020204" pitchFamily="34" charset="0"/>
                          <a:ea typeface="黑体" panose="02010609060101010101" charset="-122"/>
                        </a:defRPr>
                      </a:lvl1pPr>
                      <a:lvl2pPr marL="742950" indent="-285750" eaLnBrk="0" hangingPunct="0">
                        <a:spcBef>
                          <a:spcPct val="20000"/>
                        </a:spcBef>
                        <a:buFont typeface="Wingdings" panose="05000000000000000000" pitchFamily="2" charset="2"/>
                        <a:defRPr b="1">
                          <a:solidFill>
                            <a:schemeClr val="tx1"/>
                          </a:solidFill>
                          <a:latin typeface="Arial" panose="020B0604020202020204" pitchFamily="34" charset="0"/>
                          <a:ea typeface="楷体_GB2312" pitchFamily="49" charset="-122"/>
                        </a:defRPr>
                      </a:lvl2pPr>
                      <a:lvl3pPr marL="1143000" indent="-228600" eaLnBrk="0" hangingPunct="0">
                        <a:spcBef>
                          <a:spcPct val="20000"/>
                        </a:spcBef>
                        <a:buFont typeface="Gungsuh" pitchFamily="18" charset="-127"/>
                        <a:defRPr sz="1600"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sz="1400">
                          <a:solidFill>
                            <a:schemeClr val="tx1"/>
                          </a:solidFill>
                          <a:latin typeface="Arial" panose="020B0604020202020204" pitchFamily="34" charset="0"/>
                          <a:ea typeface="黑体" panose="02010609060101010101" charset="-122"/>
                        </a:defRPr>
                      </a:lvl4pPr>
                      <a:lvl5pPr marL="2057400" indent="-228600" eaLnBrk="0" hangingPunct="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 typeface="Wingdings" panose="05000000000000000000" pitchFamily="2" charset="2"/>
                        <a:buNone/>
                      </a:pPr>
                      <a:r>
                        <a:rPr kumimoji="0" lang="en-US" altLang="zh-CN" sz="1600" b="1" i="0" u="none" strike="noStrike" cap="none" normalizeH="0" baseline="0">
                          <a:ln>
                            <a:noFill/>
                          </a:ln>
                          <a:solidFill>
                            <a:schemeClr val="tx1"/>
                          </a:solidFill>
                          <a:effectLst/>
                          <a:latin typeface="CourierPS" pitchFamily="49" charset="0"/>
                          <a:ea typeface="宋体" panose="02010600030101010101" pitchFamily="2" charset="-122"/>
                        </a:rPr>
                        <a:t>5e</a:t>
                      </a:r>
                      <a:endParaRPr kumimoji="0" lang="en-US" altLang="zh-CN" sz="1600" b="1" i="0" u="none" strike="noStrike" cap="none" normalizeH="0" baseline="0">
                        <a:ln>
                          <a:noFill/>
                        </a:ln>
                        <a:solidFill>
                          <a:schemeClr val="tx1"/>
                        </a:solidFill>
                        <a:effectLst/>
                        <a:latin typeface="CourierPS" pitchFamily="49" charset="0"/>
                        <a:ea typeface="宋体" panose="02010600030101010101" pitchFamily="2" charset="-122"/>
                      </a:endParaRPr>
                    </a:p>
                  </a:txBody>
                  <a:tcPr marL="0" marR="0" marT="0" marB="0" anchor="b" anchorCtr="1" horzOverflow="overflow">
                    <a:lnL w="12700" cap="flat" cmpd="sng" algn="ctr">
                      <a:solidFill>
                        <a:schemeClr val="tx1"/>
                      </a:solidFill>
                      <a:prstDash val="solid"/>
                      <a:round/>
                      <a:headEnd type="none" w="med" len="med"/>
                      <a:tailEnd type="none" w="med" len="med"/>
                    </a:lnL>
                    <a:lnR>
                      <a:noFill/>
                    </a:lnR>
                    <a:lnT>
                      <a:noFill/>
                    </a:lnT>
                    <a:lnB>
                      <a:noFill/>
                    </a:lnB>
                    <a:lnTlToBr>
                      <a:noFill/>
                    </a:lnTlToBr>
                    <a:lnBlToTr>
                      <a:noFill/>
                    </a:lnBlToTr>
                    <a:noFill/>
                  </a:tcPr>
                </a:tc>
                <a:tc>
                  <a:txBody>
                    <a:bodyPr/>
                    <a:lstStyle>
                      <a:lvl1pPr eaLnBrk="0" hangingPunct="0">
                        <a:spcBef>
                          <a:spcPct val="20000"/>
                        </a:spcBef>
                        <a:buFont typeface="Wingdings" panose="05000000000000000000" pitchFamily="2" charset="2"/>
                        <a:defRPr sz="2000" b="1">
                          <a:solidFill>
                            <a:schemeClr val="tx1"/>
                          </a:solidFill>
                          <a:latin typeface="Arial" panose="020B0604020202020204" pitchFamily="34" charset="0"/>
                          <a:ea typeface="黑体" panose="02010609060101010101" charset="-122"/>
                        </a:defRPr>
                      </a:lvl1pPr>
                      <a:lvl2pPr marL="742950" indent="-285750" eaLnBrk="0" hangingPunct="0">
                        <a:spcBef>
                          <a:spcPct val="20000"/>
                        </a:spcBef>
                        <a:buFont typeface="Wingdings" panose="05000000000000000000" pitchFamily="2" charset="2"/>
                        <a:defRPr b="1">
                          <a:solidFill>
                            <a:schemeClr val="tx1"/>
                          </a:solidFill>
                          <a:latin typeface="Arial" panose="020B0604020202020204" pitchFamily="34" charset="0"/>
                          <a:ea typeface="楷体_GB2312" pitchFamily="49" charset="-122"/>
                        </a:defRPr>
                      </a:lvl2pPr>
                      <a:lvl3pPr marL="1143000" indent="-228600" eaLnBrk="0" hangingPunct="0">
                        <a:spcBef>
                          <a:spcPct val="20000"/>
                        </a:spcBef>
                        <a:buFont typeface="Gungsuh" pitchFamily="18" charset="-127"/>
                        <a:defRPr sz="1600"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sz="1400">
                          <a:solidFill>
                            <a:schemeClr val="tx1"/>
                          </a:solidFill>
                          <a:latin typeface="Arial" panose="020B0604020202020204" pitchFamily="34" charset="0"/>
                          <a:ea typeface="黑体" panose="02010609060101010101" charset="-122"/>
                        </a:defRPr>
                      </a:lvl4pPr>
                      <a:lvl5pPr marL="2057400" indent="-228600" eaLnBrk="0" hangingPunct="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 typeface="Wingdings" panose="05000000000000000000" pitchFamily="2" charset="2"/>
                        <a:buNone/>
                      </a:pPr>
                      <a:r>
                        <a:rPr kumimoji="0" lang="en-US" altLang="zh-CN" sz="1600" b="1" i="0" u="none" strike="noStrike" cap="none" normalizeH="0" baseline="0">
                          <a:ln>
                            <a:noFill/>
                          </a:ln>
                          <a:solidFill>
                            <a:schemeClr val="tx1"/>
                          </a:solidFill>
                          <a:effectLst/>
                          <a:latin typeface="CourierPS" pitchFamily="49" charset="0"/>
                          <a:ea typeface="宋体" panose="02010600030101010101" pitchFamily="2" charset="-122"/>
                        </a:rPr>
                        <a:t>^</a:t>
                      </a:r>
                      <a:endParaRPr kumimoji="0" lang="en-US" altLang="zh-CN" sz="1600" b="1" i="0" u="none" strike="noStrike" cap="none" normalizeH="0" baseline="0">
                        <a:ln>
                          <a:noFill/>
                        </a:ln>
                        <a:solidFill>
                          <a:schemeClr val="tx1"/>
                        </a:solidFill>
                        <a:effectLst/>
                        <a:latin typeface="CourierPS" pitchFamily="49" charset="0"/>
                        <a:ea typeface="宋体" panose="02010600030101010101" pitchFamily="2" charset="-122"/>
                      </a:endParaRPr>
                    </a:p>
                  </a:txBody>
                  <a:tcPr marL="0" marR="0" marT="0" marB="0" anchor="b" anchorCtr="1" horzOverflow="overflow">
                    <a:lnL>
                      <a:noFill/>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lvl1pPr eaLnBrk="0" hangingPunct="0">
                        <a:spcBef>
                          <a:spcPct val="20000"/>
                        </a:spcBef>
                        <a:buFont typeface="Wingdings" panose="05000000000000000000" pitchFamily="2" charset="2"/>
                        <a:defRPr sz="2000" b="1">
                          <a:solidFill>
                            <a:schemeClr val="tx1"/>
                          </a:solidFill>
                          <a:latin typeface="Arial" panose="020B0604020202020204" pitchFamily="34" charset="0"/>
                          <a:ea typeface="黑体" panose="02010609060101010101" charset="-122"/>
                        </a:defRPr>
                      </a:lvl1pPr>
                      <a:lvl2pPr marL="742950" indent="-285750" eaLnBrk="0" hangingPunct="0">
                        <a:spcBef>
                          <a:spcPct val="20000"/>
                        </a:spcBef>
                        <a:buFont typeface="Wingdings" panose="05000000000000000000" pitchFamily="2" charset="2"/>
                        <a:defRPr b="1">
                          <a:solidFill>
                            <a:schemeClr val="tx1"/>
                          </a:solidFill>
                          <a:latin typeface="Arial" panose="020B0604020202020204" pitchFamily="34" charset="0"/>
                          <a:ea typeface="楷体_GB2312" pitchFamily="49" charset="-122"/>
                        </a:defRPr>
                      </a:lvl2pPr>
                      <a:lvl3pPr marL="1143000" indent="-228600" eaLnBrk="0" hangingPunct="0">
                        <a:spcBef>
                          <a:spcPct val="20000"/>
                        </a:spcBef>
                        <a:buFont typeface="Gungsuh" pitchFamily="18" charset="-127"/>
                        <a:defRPr sz="1600"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sz="1400">
                          <a:solidFill>
                            <a:schemeClr val="tx1"/>
                          </a:solidFill>
                          <a:latin typeface="Arial" panose="020B0604020202020204" pitchFamily="34" charset="0"/>
                          <a:ea typeface="黑体" panose="02010609060101010101" charset="-122"/>
                        </a:defRPr>
                      </a:lvl4pPr>
                      <a:lvl5pPr marL="2057400" indent="-228600" eaLnBrk="0" hangingPunct="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 typeface="Wingdings" panose="05000000000000000000" pitchFamily="2" charset="2"/>
                        <a:buNone/>
                      </a:pPr>
                      <a:r>
                        <a:rPr kumimoji="0" lang="en-US" altLang="zh-CN" sz="1600" b="1" i="0" u="none" strike="noStrike" cap="none" normalizeH="0" baseline="0">
                          <a:ln>
                            <a:noFill/>
                          </a:ln>
                          <a:solidFill>
                            <a:schemeClr val="tx1"/>
                          </a:solidFill>
                          <a:effectLst/>
                          <a:latin typeface="CourierPS" pitchFamily="49" charset="0"/>
                          <a:ea typeface="宋体" panose="02010600030101010101" pitchFamily="2" charset="-122"/>
                        </a:rPr>
                        <a:t>6e</a:t>
                      </a:r>
                      <a:endParaRPr kumimoji="0" lang="en-US" altLang="zh-CN" sz="1600" b="1" i="0" u="none" strike="noStrike" cap="none" normalizeH="0" baseline="0">
                        <a:ln>
                          <a:noFill/>
                        </a:ln>
                        <a:solidFill>
                          <a:schemeClr val="tx1"/>
                        </a:solidFill>
                        <a:effectLst/>
                        <a:latin typeface="CourierPS" pitchFamily="49" charset="0"/>
                        <a:ea typeface="宋体" panose="02010600030101010101" pitchFamily="2" charset="-122"/>
                      </a:endParaRPr>
                    </a:p>
                  </a:txBody>
                  <a:tcPr marL="0" marR="0" marT="0" marB="0" anchor="b" anchorCtr="1" horzOverflow="overflow">
                    <a:lnL w="12700" cap="flat" cmpd="sng" algn="ctr">
                      <a:solidFill>
                        <a:schemeClr val="tx1"/>
                      </a:solidFill>
                      <a:prstDash val="solid"/>
                      <a:round/>
                      <a:headEnd type="none" w="med" len="med"/>
                      <a:tailEnd type="none" w="med" len="med"/>
                    </a:lnL>
                    <a:lnR>
                      <a:noFill/>
                    </a:lnR>
                    <a:lnT>
                      <a:noFill/>
                    </a:lnT>
                    <a:lnB>
                      <a:noFill/>
                    </a:lnB>
                    <a:lnTlToBr>
                      <a:noFill/>
                    </a:lnTlToBr>
                    <a:lnBlToTr>
                      <a:noFill/>
                    </a:lnBlToTr>
                    <a:noFill/>
                  </a:tcPr>
                </a:tc>
                <a:tc>
                  <a:txBody>
                    <a:bodyPr/>
                    <a:lstStyle>
                      <a:lvl1pPr eaLnBrk="0" hangingPunct="0">
                        <a:spcBef>
                          <a:spcPct val="20000"/>
                        </a:spcBef>
                        <a:buFont typeface="Wingdings" panose="05000000000000000000" pitchFamily="2" charset="2"/>
                        <a:defRPr sz="2000" b="1">
                          <a:solidFill>
                            <a:schemeClr val="tx1"/>
                          </a:solidFill>
                          <a:latin typeface="Arial" panose="020B0604020202020204" pitchFamily="34" charset="0"/>
                          <a:ea typeface="黑体" panose="02010609060101010101" charset="-122"/>
                        </a:defRPr>
                      </a:lvl1pPr>
                      <a:lvl2pPr marL="742950" indent="-285750" eaLnBrk="0" hangingPunct="0">
                        <a:spcBef>
                          <a:spcPct val="20000"/>
                        </a:spcBef>
                        <a:buFont typeface="Wingdings" panose="05000000000000000000" pitchFamily="2" charset="2"/>
                        <a:defRPr b="1">
                          <a:solidFill>
                            <a:schemeClr val="tx1"/>
                          </a:solidFill>
                          <a:latin typeface="Arial" panose="020B0604020202020204" pitchFamily="34" charset="0"/>
                          <a:ea typeface="楷体_GB2312" pitchFamily="49" charset="-122"/>
                        </a:defRPr>
                      </a:lvl2pPr>
                      <a:lvl3pPr marL="1143000" indent="-228600" eaLnBrk="0" hangingPunct="0">
                        <a:spcBef>
                          <a:spcPct val="20000"/>
                        </a:spcBef>
                        <a:buFont typeface="Gungsuh" pitchFamily="18" charset="-127"/>
                        <a:defRPr sz="1600"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sz="1400">
                          <a:solidFill>
                            <a:schemeClr val="tx1"/>
                          </a:solidFill>
                          <a:latin typeface="Arial" panose="020B0604020202020204" pitchFamily="34" charset="0"/>
                          <a:ea typeface="黑体" panose="02010609060101010101" charset="-122"/>
                        </a:defRPr>
                      </a:lvl4pPr>
                      <a:lvl5pPr marL="2057400" indent="-228600" eaLnBrk="0" hangingPunct="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 typeface="Wingdings" panose="05000000000000000000" pitchFamily="2" charset="2"/>
                        <a:buNone/>
                      </a:pPr>
                      <a:r>
                        <a:rPr kumimoji="0" lang="en-US" altLang="zh-CN" sz="1600" b="1" i="0" u="none" strike="noStrike" cap="none" normalizeH="0" baseline="0">
                          <a:ln>
                            <a:noFill/>
                          </a:ln>
                          <a:solidFill>
                            <a:schemeClr val="accent2"/>
                          </a:solidFill>
                          <a:effectLst/>
                          <a:latin typeface="CourierPS" pitchFamily="49" charset="0"/>
                          <a:ea typeface="宋体" panose="02010600030101010101" pitchFamily="2" charset="-122"/>
                        </a:rPr>
                        <a:t>n</a:t>
                      </a:r>
                      <a:endParaRPr kumimoji="0" lang="en-US" altLang="zh-CN" sz="1600" b="1" i="0" u="none" strike="noStrike" cap="none" normalizeH="0" baseline="0">
                        <a:ln>
                          <a:noFill/>
                        </a:ln>
                        <a:solidFill>
                          <a:schemeClr val="accent2"/>
                        </a:solidFill>
                        <a:effectLst/>
                        <a:latin typeface="CourierPS" pitchFamily="49" charset="0"/>
                        <a:ea typeface="宋体" panose="02010600030101010101" pitchFamily="2" charset="-122"/>
                      </a:endParaRPr>
                    </a:p>
                  </a:txBody>
                  <a:tcPr marL="0" marR="0" marT="0" marB="0" anchor="b" anchorCtr="1" horzOverflow="overflow">
                    <a:lnL>
                      <a:noFill/>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lvl1pPr eaLnBrk="0" hangingPunct="0">
                        <a:spcBef>
                          <a:spcPct val="20000"/>
                        </a:spcBef>
                        <a:buFont typeface="Wingdings" panose="05000000000000000000" pitchFamily="2" charset="2"/>
                        <a:defRPr sz="2000" b="1">
                          <a:solidFill>
                            <a:schemeClr val="tx1"/>
                          </a:solidFill>
                          <a:latin typeface="Arial" panose="020B0604020202020204" pitchFamily="34" charset="0"/>
                          <a:ea typeface="黑体" panose="02010609060101010101" charset="-122"/>
                        </a:defRPr>
                      </a:lvl1pPr>
                      <a:lvl2pPr marL="742950" indent="-285750" eaLnBrk="0" hangingPunct="0">
                        <a:spcBef>
                          <a:spcPct val="20000"/>
                        </a:spcBef>
                        <a:buFont typeface="Wingdings" panose="05000000000000000000" pitchFamily="2" charset="2"/>
                        <a:defRPr b="1">
                          <a:solidFill>
                            <a:schemeClr val="tx1"/>
                          </a:solidFill>
                          <a:latin typeface="Arial" panose="020B0604020202020204" pitchFamily="34" charset="0"/>
                          <a:ea typeface="楷体_GB2312" pitchFamily="49" charset="-122"/>
                        </a:defRPr>
                      </a:lvl2pPr>
                      <a:lvl3pPr marL="1143000" indent="-228600" eaLnBrk="0" hangingPunct="0">
                        <a:spcBef>
                          <a:spcPct val="20000"/>
                        </a:spcBef>
                        <a:buFont typeface="Gungsuh" pitchFamily="18" charset="-127"/>
                        <a:defRPr sz="1600"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sz="1400">
                          <a:solidFill>
                            <a:schemeClr val="tx1"/>
                          </a:solidFill>
                          <a:latin typeface="Arial" panose="020B0604020202020204" pitchFamily="34" charset="0"/>
                          <a:ea typeface="黑体" panose="02010609060101010101" charset="-122"/>
                        </a:defRPr>
                      </a:lvl4pPr>
                      <a:lvl5pPr marL="2057400" indent="-228600" eaLnBrk="0" hangingPunct="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 typeface="Wingdings" panose="05000000000000000000" pitchFamily="2" charset="2"/>
                        <a:buNone/>
                      </a:pPr>
                      <a:r>
                        <a:rPr kumimoji="0" lang="en-US" altLang="zh-CN" sz="1600" b="1" i="0" u="none" strike="noStrike" cap="none" normalizeH="0" baseline="0">
                          <a:ln>
                            <a:noFill/>
                          </a:ln>
                          <a:solidFill>
                            <a:schemeClr val="tx1"/>
                          </a:solidFill>
                          <a:effectLst/>
                          <a:latin typeface="CourierPS" pitchFamily="49" charset="0"/>
                          <a:ea typeface="宋体" panose="02010600030101010101" pitchFamily="2" charset="-122"/>
                        </a:rPr>
                        <a:t>7e</a:t>
                      </a:r>
                      <a:endParaRPr kumimoji="0" lang="en-US" altLang="zh-CN" sz="1600" b="1" i="0" u="none" strike="noStrike" cap="none" normalizeH="0" baseline="0">
                        <a:ln>
                          <a:noFill/>
                        </a:ln>
                        <a:solidFill>
                          <a:schemeClr val="tx1"/>
                        </a:solidFill>
                        <a:effectLst/>
                        <a:latin typeface="CourierPS" pitchFamily="49" charset="0"/>
                        <a:ea typeface="宋体" panose="02010600030101010101" pitchFamily="2" charset="-122"/>
                      </a:endParaRPr>
                    </a:p>
                  </a:txBody>
                  <a:tcPr marL="0" marR="0" marT="0" marB="0" anchor="b" anchorCtr="1" horzOverflow="overflow">
                    <a:lnL w="12700" cap="flat" cmpd="sng" algn="ctr">
                      <a:solidFill>
                        <a:schemeClr val="tx1"/>
                      </a:solidFill>
                      <a:prstDash val="solid"/>
                      <a:round/>
                      <a:headEnd type="none" w="med" len="med"/>
                      <a:tailEnd type="none" w="med" len="med"/>
                    </a:lnL>
                    <a:lnR>
                      <a:noFill/>
                    </a:lnR>
                    <a:lnT>
                      <a:noFill/>
                    </a:lnT>
                    <a:lnB>
                      <a:noFill/>
                    </a:lnB>
                    <a:lnTlToBr>
                      <a:noFill/>
                    </a:lnTlToBr>
                    <a:lnBlToTr>
                      <a:noFill/>
                    </a:lnBlToTr>
                    <a:noFill/>
                  </a:tcPr>
                </a:tc>
                <a:tc>
                  <a:txBody>
                    <a:bodyPr/>
                    <a:lstStyle>
                      <a:lvl1pPr eaLnBrk="0" hangingPunct="0">
                        <a:spcBef>
                          <a:spcPct val="20000"/>
                        </a:spcBef>
                        <a:buFont typeface="Wingdings" panose="05000000000000000000" pitchFamily="2" charset="2"/>
                        <a:defRPr sz="2000" b="1">
                          <a:solidFill>
                            <a:schemeClr val="tx1"/>
                          </a:solidFill>
                          <a:latin typeface="Arial" panose="020B0604020202020204" pitchFamily="34" charset="0"/>
                          <a:ea typeface="黑体" panose="02010609060101010101" charset="-122"/>
                        </a:defRPr>
                      </a:lvl1pPr>
                      <a:lvl2pPr marL="742950" indent="-285750" eaLnBrk="0" hangingPunct="0">
                        <a:spcBef>
                          <a:spcPct val="20000"/>
                        </a:spcBef>
                        <a:buFont typeface="Wingdings" panose="05000000000000000000" pitchFamily="2" charset="2"/>
                        <a:defRPr b="1">
                          <a:solidFill>
                            <a:schemeClr val="tx1"/>
                          </a:solidFill>
                          <a:latin typeface="Arial" panose="020B0604020202020204" pitchFamily="34" charset="0"/>
                          <a:ea typeface="楷体_GB2312" pitchFamily="49" charset="-122"/>
                        </a:defRPr>
                      </a:lvl2pPr>
                      <a:lvl3pPr marL="1143000" indent="-228600" eaLnBrk="0" hangingPunct="0">
                        <a:spcBef>
                          <a:spcPct val="20000"/>
                        </a:spcBef>
                        <a:buFont typeface="Gungsuh" pitchFamily="18" charset="-127"/>
                        <a:defRPr sz="1600"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sz="1400">
                          <a:solidFill>
                            <a:schemeClr val="tx1"/>
                          </a:solidFill>
                          <a:latin typeface="Arial" panose="020B0604020202020204" pitchFamily="34" charset="0"/>
                          <a:ea typeface="黑体" panose="02010609060101010101" charset="-122"/>
                        </a:defRPr>
                      </a:lvl4pPr>
                      <a:lvl5pPr marL="2057400" indent="-228600" eaLnBrk="0" hangingPunct="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 typeface="Wingdings" panose="05000000000000000000" pitchFamily="2" charset="2"/>
                        <a:buNone/>
                      </a:pPr>
                      <a:r>
                        <a:rPr kumimoji="0" lang="en-US" altLang="zh-CN" sz="1600" b="1" i="0" u="none" strike="noStrike" cap="none" normalizeH="0" baseline="0">
                          <a:ln>
                            <a:noFill/>
                          </a:ln>
                          <a:solidFill>
                            <a:schemeClr val="accent2"/>
                          </a:solidFill>
                          <a:effectLst/>
                          <a:latin typeface="CourierPS" pitchFamily="49" charset="0"/>
                          <a:ea typeface="宋体" panose="02010600030101010101" pitchFamily="2" charset="-122"/>
                        </a:rPr>
                        <a:t>~</a:t>
                      </a:r>
                      <a:endParaRPr kumimoji="0" lang="en-US" altLang="zh-CN" sz="1600" b="1" i="0" u="none" strike="noStrike" cap="none" normalizeH="0" baseline="0">
                        <a:ln>
                          <a:noFill/>
                        </a:ln>
                        <a:solidFill>
                          <a:schemeClr val="accent2"/>
                        </a:solidFill>
                        <a:effectLst/>
                        <a:latin typeface="CourierPS" pitchFamily="49" charset="0"/>
                        <a:ea typeface="宋体" panose="02010600030101010101" pitchFamily="2" charset="-122"/>
                      </a:endParaRPr>
                    </a:p>
                  </a:txBody>
                  <a:tcPr marL="0" marR="0" marT="0" marB="0" anchor="b" anchorCtr="1" horzOverflow="overflow">
                    <a:lnL>
                      <a:noFill/>
                    </a:lnL>
                    <a:lnR>
                      <a:noFill/>
                    </a:lnR>
                    <a:lnT>
                      <a:noFill/>
                    </a:lnT>
                    <a:lnB>
                      <a:noFill/>
                    </a:lnB>
                    <a:lnTlToBr>
                      <a:noFill/>
                    </a:lnTlToBr>
                    <a:lnBlToTr>
                      <a:noFill/>
                    </a:lnBlToTr>
                    <a:noFill/>
                  </a:tcPr>
                </a:tc>
              </a:tr>
              <a:tr h="254000">
                <a:tc>
                  <a:txBody>
                    <a:bodyPr/>
                    <a:lstStyle>
                      <a:lvl1pPr eaLnBrk="0" hangingPunct="0">
                        <a:spcBef>
                          <a:spcPct val="20000"/>
                        </a:spcBef>
                        <a:buFont typeface="Wingdings" panose="05000000000000000000" pitchFamily="2" charset="2"/>
                        <a:defRPr sz="2000" b="1">
                          <a:solidFill>
                            <a:schemeClr val="tx1"/>
                          </a:solidFill>
                          <a:latin typeface="Arial" panose="020B0604020202020204" pitchFamily="34" charset="0"/>
                          <a:ea typeface="黑体" panose="02010609060101010101" charset="-122"/>
                        </a:defRPr>
                      </a:lvl1pPr>
                      <a:lvl2pPr marL="742950" indent="-285750" eaLnBrk="0" hangingPunct="0">
                        <a:spcBef>
                          <a:spcPct val="20000"/>
                        </a:spcBef>
                        <a:buFont typeface="Wingdings" panose="05000000000000000000" pitchFamily="2" charset="2"/>
                        <a:defRPr b="1">
                          <a:solidFill>
                            <a:schemeClr val="tx1"/>
                          </a:solidFill>
                          <a:latin typeface="Arial" panose="020B0604020202020204" pitchFamily="34" charset="0"/>
                          <a:ea typeface="楷体_GB2312" pitchFamily="49" charset="-122"/>
                        </a:defRPr>
                      </a:lvl2pPr>
                      <a:lvl3pPr marL="1143000" indent="-228600" eaLnBrk="0" hangingPunct="0">
                        <a:spcBef>
                          <a:spcPct val="20000"/>
                        </a:spcBef>
                        <a:buFont typeface="Gungsuh" pitchFamily="18" charset="-127"/>
                        <a:defRPr sz="1600"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sz="1400">
                          <a:solidFill>
                            <a:schemeClr val="tx1"/>
                          </a:solidFill>
                          <a:latin typeface="Arial" panose="020B0604020202020204" pitchFamily="34" charset="0"/>
                          <a:ea typeface="黑体" panose="02010609060101010101" charset="-122"/>
                        </a:defRPr>
                      </a:lvl4pPr>
                      <a:lvl5pPr marL="2057400" indent="-228600" eaLnBrk="0" hangingPunct="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 typeface="Wingdings" panose="05000000000000000000" pitchFamily="2" charset="2"/>
                        <a:buNone/>
                      </a:pPr>
                      <a:r>
                        <a:rPr kumimoji="0" lang="en-US" altLang="zh-CN" sz="1600" b="1" i="0" u="none" strike="noStrike" cap="none" normalizeH="0" baseline="0">
                          <a:ln>
                            <a:noFill/>
                          </a:ln>
                          <a:solidFill>
                            <a:schemeClr val="tx1"/>
                          </a:solidFill>
                          <a:effectLst/>
                          <a:latin typeface="CourierPS" pitchFamily="49" charset="0"/>
                          <a:ea typeface="宋体" panose="02010600030101010101" pitchFamily="2" charset="-122"/>
                        </a:rPr>
                        <a:t>0f</a:t>
                      </a:r>
                      <a:endParaRPr kumimoji="0" lang="en-US" altLang="zh-CN" sz="1600" b="1" i="0" u="none" strike="noStrike" cap="none" normalizeH="0" baseline="0">
                        <a:ln>
                          <a:noFill/>
                        </a:ln>
                        <a:solidFill>
                          <a:schemeClr val="tx1"/>
                        </a:solidFill>
                        <a:effectLst/>
                        <a:latin typeface="CourierPS" pitchFamily="49" charset="0"/>
                        <a:ea typeface="宋体" panose="02010600030101010101" pitchFamily="2" charset="-122"/>
                      </a:endParaRPr>
                    </a:p>
                  </a:txBody>
                  <a:tcPr marL="0" marR="0" marT="0" marB="0" anchor="b" anchorCtr="1" horzOverflow="overflow">
                    <a:lnL>
                      <a:noFill/>
                    </a:lnL>
                    <a:lnR>
                      <a:noFill/>
                    </a:lnR>
                    <a:lnT>
                      <a:noFill/>
                    </a:lnT>
                    <a:lnB>
                      <a:noFill/>
                    </a:lnB>
                    <a:lnTlToBr>
                      <a:noFill/>
                    </a:lnTlToBr>
                    <a:lnBlToTr>
                      <a:noFill/>
                    </a:lnBlToTr>
                    <a:noFill/>
                  </a:tcPr>
                </a:tc>
                <a:tc>
                  <a:txBody>
                    <a:bodyPr/>
                    <a:lstStyle>
                      <a:lvl1pPr eaLnBrk="0" hangingPunct="0">
                        <a:spcBef>
                          <a:spcPct val="20000"/>
                        </a:spcBef>
                        <a:buFont typeface="Wingdings" panose="05000000000000000000" pitchFamily="2" charset="2"/>
                        <a:defRPr sz="2000" b="1">
                          <a:solidFill>
                            <a:schemeClr val="tx1"/>
                          </a:solidFill>
                          <a:latin typeface="Arial" panose="020B0604020202020204" pitchFamily="34" charset="0"/>
                          <a:ea typeface="黑体" panose="02010609060101010101" charset="-122"/>
                        </a:defRPr>
                      </a:lvl1pPr>
                      <a:lvl2pPr marL="742950" indent="-285750" eaLnBrk="0" hangingPunct="0">
                        <a:spcBef>
                          <a:spcPct val="20000"/>
                        </a:spcBef>
                        <a:buFont typeface="Wingdings" panose="05000000000000000000" pitchFamily="2" charset="2"/>
                        <a:defRPr b="1">
                          <a:solidFill>
                            <a:schemeClr val="tx1"/>
                          </a:solidFill>
                          <a:latin typeface="Arial" panose="020B0604020202020204" pitchFamily="34" charset="0"/>
                          <a:ea typeface="楷体_GB2312" pitchFamily="49" charset="-122"/>
                        </a:defRPr>
                      </a:lvl2pPr>
                      <a:lvl3pPr marL="1143000" indent="-228600" eaLnBrk="0" hangingPunct="0">
                        <a:spcBef>
                          <a:spcPct val="20000"/>
                        </a:spcBef>
                        <a:buFont typeface="Gungsuh" pitchFamily="18" charset="-127"/>
                        <a:defRPr sz="1600"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sz="1400">
                          <a:solidFill>
                            <a:schemeClr val="tx1"/>
                          </a:solidFill>
                          <a:latin typeface="Arial" panose="020B0604020202020204" pitchFamily="34" charset="0"/>
                          <a:ea typeface="黑体" panose="02010609060101010101" charset="-122"/>
                        </a:defRPr>
                      </a:lvl4pPr>
                      <a:lvl5pPr marL="2057400" indent="-228600" eaLnBrk="0" hangingPunct="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 typeface="Wingdings" panose="05000000000000000000" pitchFamily="2" charset="2"/>
                        <a:buNone/>
                      </a:pPr>
                      <a:r>
                        <a:rPr kumimoji="0" lang="en-US" altLang="zh-CN" sz="1600" b="1" i="0" u="none" strike="noStrike" cap="none" normalizeH="0" baseline="0">
                          <a:ln>
                            <a:noFill/>
                          </a:ln>
                          <a:solidFill>
                            <a:schemeClr val="accent2"/>
                          </a:solidFill>
                          <a:effectLst/>
                          <a:latin typeface="CourierPS" pitchFamily="49" charset="0"/>
                          <a:ea typeface="宋体" panose="02010600030101010101" pitchFamily="2" charset="-122"/>
                        </a:rPr>
                        <a:t>si</a:t>
                      </a:r>
                      <a:endParaRPr kumimoji="0" lang="en-US" altLang="zh-CN" sz="1600" b="1" i="0" u="none" strike="noStrike" cap="none" normalizeH="0" baseline="0">
                        <a:ln>
                          <a:noFill/>
                        </a:ln>
                        <a:solidFill>
                          <a:schemeClr val="accent2"/>
                        </a:solidFill>
                        <a:effectLst/>
                        <a:latin typeface="CourierPS" pitchFamily="49" charset="0"/>
                        <a:ea typeface="宋体" panose="02010600030101010101" pitchFamily="2" charset="-122"/>
                      </a:endParaRPr>
                    </a:p>
                  </a:txBody>
                  <a:tcPr marL="0" marR="0" marT="0" marB="0" anchor="b" anchorCtr="1" horzOverflow="overflow">
                    <a:lnL>
                      <a:noFill/>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lvl1pPr eaLnBrk="0" hangingPunct="0">
                        <a:spcBef>
                          <a:spcPct val="20000"/>
                        </a:spcBef>
                        <a:buFont typeface="Wingdings" panose="05000000000000000000" pitchFamily="2" charset="2"/>
                        <a:defRPr sz="2000" b="1">
                          <a:solidFill>
                            <a:schemeClr val="tx1"/>
                          </a:solidFill>
                          <a:latin typeface="Arial" panose="020B0604020202020204" pitchFamily="34" charset="0"/>
                          <a:ea typeface="黑体" panose="02010609060101010101" charset="-122"/>
                        </a:defRPr>
                      </a:lvl1pPr>
                      <a:lvl2pPr marL="742950" indent="-285750" eaLnBrk="0" hangingPunct="0">
                        <a:spcBef>
                          <a:spcPct val="20000"/>
                        </a:spcBef>
                        <a:buFont typeface="Wingdings" panose="05000000000000000000" pitchFamily="2" charset="2"/>
                        <a:defRPr b="1">
                          <a:solidFill>
                            <a:schemeClr val="tx1"/>
                          </a:solidFill>
                          <a:latin typeface="Arial" panose="020B0604020202020204" pitchFamily="34" charset="0"/>
                          <a:ea typeface="楷体_GB2312" pitchFamily="49" charset="-122"/>
                        </a:defRPr>
                      </a:lvl2pPr>
                      <a:lvl3pPr marL="1143000" indent="-228600" eaLnBrk="0" hangingPunct="0">
                        <a:spcBef>
                          <a:spcPct val="20000"/>
                        </a:spcBef>
                        <a:buFont typeface="Gungsuh" pitchFamily="18" charset="-127"/>
                        <a:defRPr sz="1600"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sz="1400">
                          <a:solidFill>
                            <a:schemeClr val="tx1"/>
                          </a:solidFill>
                          <a:latin typeface="Arial" panose="020B0604020202020204" pitchFamily="34" charset="0"/>
                          <a:ea typeface="黑体" panose="02010609060101010101" charset="-122"/>
                        </a:defRPr>
                      </a:lvl4pPr>
                      <a:lvl5pPr marL="2057400" indent="-228600" eaLnBrk="0" hangingPunct="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 typeface="Wingdings" panose="05000000000000000000" pitchFamily="2" charset="2"/>
                        <a:buNone/>
                      </a:pPr>
                      <a:r>
                        <a:rPr kumimoji="0" lang="en-US" altLang="zh-CN" sz="1600" b="1" i="0" u="none" strike="noStrike" cap="none" normalizeH="0" baseline="0">
                          <a:ln>
                            <a:noFill/>
                          </a:ln>
                          <a:solidFill>
                            <a:schemeClr val="tx1"/>
                          </a:solidFill>
                          <a:effectLst/>
                          <a:latin typeface="CourierPS" pitchFamily="49" charset="0"/>
                          <a:ea typeface="宋体" panose="02010600030101010101" pitchFamily="2" charset="-122"/>
                        </a:rPr>
                        <a:t>1f</a:t>
                      </a:r>
                      <a:endParaRPr kumimoji="0" lang="en-US" altLang="zh-CN" sz="1600" b="1" i="0" u="none" strike="noStrike" cap="none" normalizeH="0" baseline="0">
                        <a:ln>
                          <a:noFill/>
                        </a:ln>
                        <a:solidFill>
                          <a:schemeClr val="tx1"/>
                        </a:solidFill>
                        <a:effectLst/>
                        <a:latin typeface="CourierPS" pitchFamily="49" charset="0"/>
                        <a:ea typeface="宋体" panose="02010600030101010101" pitchFamily="2" charset="-122"/>
                      </a:endParaRPr>
                    </a:p>
                  </a:txBody>
                  <a:tcPr marL="0" marR="0" marT="0" marB="0" anchor="b" anchorCtr="1" horzOverflow="overflow">
                    <a:lnL w="12700" cap="flat" cmpd="sng" algn="ctr">
                      <a:solidFill>
                        <a:schemeClr val="tx1"/>
                      </a:solidFill>
                      <a:prstDash val="solid"/>
                      <a:round/>
                      <a:headEnd type="none" w="med" len="med"/>
                      <a:tailEnd type="none" w="med" len="med"/>
                    </a:lnL>
                    <a:lnR>
                      <a:noFill/>
                    </a:lnR>
                    <a:lnT>
                      <a:noFill/>
                    </a:lnT>
                    <a:lnB>
                      <a:noFill/>
                    </a:lnB>
                    <a:lnTlToBr>
                      <a:noFill/>
                    </a:lnTlToBr>
                    <a:lnBlToTr>
                      <a:noFill/>
                    </a:lnBlToTr>
                    <a:noFill/>
                  </a:tcPr>
                </a:tc>
                <a:tc>
                  <a:txBody>
                    <a:bodyPr/>
                    <a:lstStyle>
                      <a:lvl1pPr eaLnBrk="0" hangingPunct="0">
                        <a:spcBef>
                          <a:spcPct val="20000"/>
                        </a:spcBef>
                        <a:buFont typeface="Wingdings" panose="05000000000000000000" pitchFamily="2" charset="2"/>
                        <a:defRPr sz="2000" b="1">
                          <a:solidFill>
                            <a:schemeClr val="tx1"/>
                          </a:solidFill>
                          <a:latin typeface="Arial" panose="020B0604020202020204" pitchFamily="34" charset="0"/>
                          <a:ea typeface="黑体" panose="02010609060101010101" charset="-122"/>
                        </a:defRPr>
                      </a:lvl1pPr>
                      <a:lvl2pPr marL="742950" indent="-285750" eaLnBrk="0" hangingPunct="0">
                        <a:spcBef>
                          <a:spcPct val="20000"/>
                        </a:spcBef>
                        <a:buFont typeface="Wingdings" panose="05000000000000000000" pitchFamily="2" charset="2"/>
                        <a:defRPr b="1">
                          <a:solidFill>
                            <a:schemeClr val="tx1"/>
                          </a:solidFill>
                          <a:latin typeface="Arial" panose="020B0604020202020204" pitchFamily="34" charset="0"/>
                          <a:ea typeface="楷体_GB2312" pitchFamily="49" charset="-122"/>
                        </a:defRPr>
                      </a:lvl2pPr>
                      <a:lvl3pPr marL="1143000" indent="-228600" eaLnBrk="0" hangingPunct="0">
                        <a:spcBef>
                          <a:spcPct val="20000"/>
                        </a:spcBef>
                        <a:buFont typeface="Gungsuh" pitchFamily="18" charset="-127"/>
                        <a:defRPr sz="1600"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sz="1400">
                          <a:solidFill>
                            <a:schemeClr val="tx1"/>
                          </a:solidFill>
                          <a:latin typeface="Arial" panose="020B0604020202020204" pitchFamily="34" charset="0"/>
                          <a:ea typeface="黑体" panose="02010609060101010101" charset="-122"/>
                        </a:defRPr>
                      </a:lvl4pPr>
                      <a:lvl5pPr marL="2057400" indent="-228600" eaLnBrk="0" hangingPunct="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 typeface="Wingdings" panose="05000000000000000000" pitchFamily="2" charset="2"/>
                        <a:buNone/>
                      </a:pPr>
                      <a:r>
                        <a:rPr kumimoji="0" lang="en-US" altLang="zh-CN" sz="1600" b="1" i="0" u="none" strike="noStrike" cap="none" normalizeH="0" baseline="0">
                          <a:ln>
                            <a:noFill/>
                          </a:ln>
                          <a:solidFill>
                            <a:schemeClr val="accent2"/>
                          </a:solidFill>
                          <a:effectLst/>
                          <a:latin typeface="CourierPS" pitchFamily="49" charset="0"/>
                          <a:ea typeface="宋体" panose="02010600030101010101" pitchFamily="2" charset="-122"/>
                        </a:rPr>
                        <a:t>us</a:t>
                      </a:r>
                      <a:endParaRPr kumimoji="0" lang="en-US" altLang="zh-CN" sz="1600" b="1" i="0" u="none" strike="noStrike" cap="none" normalizeH="0" baseline="0">
                        <a:ln>
                          <a:noFill/>
                        </a:ln>
                        <a:solidFill>
                          <a:schemeClr val="accent2"/>
                        </a:solidFill>
                        <a:effectLst/>
                        <a:latin typeface="CourierPS" pitchFamily="49" charset="0"/>
                        <a:ea typeface="宋体" panose="02010600030101010101" pitchFamily="2" charset="-122"/>
                      </a:endParaRPr>
                    </a:p>
                  </a:txBody>
                  <a:tcPr marL="0" marR="0" marT="0" marB="0" anchor="b" anchorCtr="1" horzOverflow="overflow">
                    <a:lnL>
                      <a:noFill/>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lvl1pPr eaLnBrk="0" hangingPunct="0">
                        <a:spcBef>
                          <a:spcPct val="20000"/>
                        </a:spcBef>
                        <a:buFont typeface="Wingdings" panose="05000000000000000000" pitchFamily="2" charset="2"/>
                        <a:defRPr sz="2000" b="1">
                          <a:solidFill>
                            <a:schemeClr val="tx1"/>
                          </a:solidFill>
                          <a:latin typeface="Arial" panose="020B0604020202020204" pitchFamily="34" charset="0"/>
                          <a:ea typeface="黑体" panose="02010609060101010101" charset="-122"/>
                        </a:defRPr>
                      </a:lvl1pPr>
                      <a:lvl2pPr marL="742950" indent="-285750" eaLnBrk="0" hangingPunct="0">
                        <a:spcBef>
                          <a:spcPct val="20000"/>
                        </a:spcBef>
                        <a:buFont typeface="Wingdings" panose="05000000000000000000" pitchFamily="2" charset="2"/>
                        <a:defRPr b="1">
                          <a:solidFill>
                            <a:schemeClr val="tx1"/>
                          </a:solidFill>
                          <a:latin typeface="Arial" panose="020B0604020202020204" pitchFamily="34" charset="0"/>
                          <a:ea typeface="楷体_GB2312" pitchFamily="49" charset="-122"/>
                        </a:defRPr>
                      </a:lvl2pPr>
                      <a:lvl3pPr marL="1143000" indent="-228600" eaLnBrk="0" hangingPunct="0">
                        <a:spcBef>
                          <a:spcPct val="20000"/>
                        </a:spcBef>
                        <a:buFont typeface="Gungsuh" pitchFamily="18" charset="-127"/>
                        <a:defRPr sz="1600"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sz="1400">
                          <a:solidFill>
                            <a:schemeClr val="tx1"/>
                          </a:solidFill>
                          <a:latin typeface="Arial" panose="020B0604020202020204" pitchFamily="34" charset="0"/>
                          <a:ea typeface="黑体" panose="02010609060101010101" charset="-122"/>
                        </a:defRPr>
                      </a:lvl4pPr>
                      <a:lvl5pPr marL="2057400" indent="-228600" eaLnBrk="0" hangingPunct="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 typeface="Wingdings" panose="05000000000000000000" pitchFamily="2" charset="2"/>
                        <a:buNone/>
                      </a:pPr>
                      <a:r>
                        <a:rPr kumimoji="0" lang="en-US" altLang="zh-CN" sz="1600" b="1" i="0" u="none" strike="noStrike" cap="none" normalizeH="0" baseline="0">
                          <a:ln>
                            <a:noFill/>
                          </a:ln>
                          <a:solidFill>
                            <a:schemeClr val="tx1"/>
                          </a:solidFill>
                          <a:effectLst/>
                          <a:latin typeface="CourierPS" pitchFamily="49" charset="0"/>
                          <a:ea typeface="宋体" panose="02010600030101010101" pitchFamily="2" charset="-122"/>
                        </a:rPr>
                        <a:t>2f</a:t>
                      </a:r>
                      <a:endParaRPr kumimoji="0" lang="en-US" altLang="zh-CN" sz="1600" b="1" i="0" u="none" strike="noStrike" cap="none" normalizeH="0" baseline="0">
                        <a:ln>
                          <a:noFill/>
                        </a:ln>
                        <a:solidFill>
                          <a:schemeClr val="tx1"/>
                        </a:solidFill>
                        <a:effectLst/>
                        <a:latin typeface="CourierPS" pitchFamily="49" charset="0"/>
                        <a:ea typeface="宋体" panose="02010600030101010101" pitchFamily="2" charset="-122"/>
                      </a:endParaRPr>
                    </a:p>
                  </a:txBody>
                  <a:tcPr marL="0" marR="0" marT="0" marB="0" anchor="b" anchorCtr="1" horzOverflow="overflow">
                    <a:lnL w="12700" cap="flat" cmpd="sng" algn="ctr">
                      <a:solidFill>
                        <a:schemeClr val="tx1"/>
                      </a:solidFill>
                      <a:prstDash val="solid"/>
                      <a:round/>
                      <a:headEnd type="none" w="med" len="med"/>
                      <a:tailEnd type="none" w="med" len="med"/>
                    </a:lnL>
                    <a:lnR>
                      <a:noFill/>
                    </a:lnR>
                    <a:lnT>
                      <a:noFill/>
                    </a:lnT>
                    <a:lnB>
                      <a:noFill/>
                    </a:lnB>
                    <a:lnTlToBr>
                      <a:noFill/>
                    </a:lnTlToBr>
                    <a:lnBlToTr>
                      <a:noFill/>
                    </a:lnBlToTr>
                    <a:noFill/>
                  </a:tcPr>
                </a:tc>
                <a:tc>
                  <a:txBody>
                    <a:bodyPr/>
                    <a:lstStyle>
                      <a:lvl1pPr eaLnBrk="0" hangingPunct="0">
                        <a:spcBef>
                          <a:spcPct val="20000"/>
                        </a:spcBef>
                        <a:buFont typeface="Wingdings" panose="05000000000000000000" pitchFamily="2" charset="2"/>
                        <a:defRPr sz="2000" b="1">
                          <a:solidFill>
                            <a:schemeClr val="tx1"/>
                          </a:solidFill>
                          <a:latin typeface="Arial" panose="020B0604020202020204" pitchFamily="34" charset="0"/>
                          <a:ea typeface="黑体" panose="02010609060101010101" charset="-122"/>
                        </a:defRPr>
                      </a:lvl1pPr>
                      <a:lvl2pPr marL="742950" indent="-285750" eaLnBrk="0" hangingPunct="0">
                        <a:spcBef>
                          <a:spcPct val="20000"/>
                        </a:spcBef>
                        <a:buFont typeface="Wingdings" panose="05000000000000000000" pitchFamily="2" charset="2"/>
                        <a:defRPr b="1">
                          <a:solidFill>
                            <a:schemeClr val="tx1"/>
                          </a:solidFill>
                          <a:latin typeface="Arial" panose="020B0604020202020204" pitchFamily="34" charset="0"/>
                          <a:ea typeface="楷体_GB2312" pitchFamily="49" charset="-122"/>
                        </a:defRPr>
                      </a:lvl2pPr>
                      <a:lvl3pPr marL="1143000" indent="-228600" eaLnBrk="0" hangingPunct="0">
                        <a:spcBef>
                          <a:spcPct val="20000"/>
                        </a:spcBef>
                        <a:buFont typeface="Gungsuh" pitchFamily="18" charset="-127"/>
                        <a:defRPr sz="1600"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sz="1400">
                          <a:solidFill>
                            <a:schemeClr val="tx1"/>
                          </a:solidFill>
                          <a:latin typeface="Arial" panose="020B0604020202020204" pitchFamily="34" charset="0"/>
                          <a:ea typeface="黑体" panose="02010609060101010101" charset="-122"/>
                        </a:defRPr>
                      </a:lvl4pPr>
                      <a:lvl5pPr marL="2057400" indent="-228600" eaLnBrk="0" hangingPunct="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 typeface="Wingdings" panose="05000000000000000000" pitchFamily="2" charset="2"/>
                        <a:buNone/>
                      </a:pPr>
                      <a:r>
                        <a:rPr kumimoji="0" lang="en-US" altLang="zh-CN" sz="1600" b="1" i="0" u="none" strike="noStrike" cap="none" normalizeH="0" baseline="0">
                          <a:ln>
                            <a:noFill/>
                          </a:ln>
                          <a:solidFill>
                            <a:schemeClr val="accent2"/>
                          </a:solidFill>
                          <a:effectLst/>
                          <a:latin typeface="CourierPS" pitchFamily="49" charset="0"/>
                          <a:ea typeface="宋体" panose="02010600030101010101" pitchFamily="2" charset="-122"/>
                        </a:rPr>
                        <a:t>/</a:t>
                      </a:r>
                      <a:endParaRPr kumimoji="0" lang="en-US" altLang="zh-CN" sz="1600" b="1" i="0" u="none" strike="noStrike" cap="none" normalizeH="0" baseline="0">
                        <a:ln>
                          <a:noFill/>
                        </a:ln>
                        <a:solidFill>
                          <a:schemeClr val="accent2"/>
                        </a:solidFill>
                        <a:effectLst/>
                        <a:latin typeface="CourierPS" pitchFamily="49" charset="0"/>
                        <a:ea typeface="宋体" panose="02010600030101010101" pitchFamily="2" charset="-122"/>
                      </a:endParaRPr>
                    </a:p>
                  </a:txBody>
                  <a:tcPr marL="0" marR="0" marT="0" marB="0" anchor="b" anchorCtr="1" horzOverflow="overflow">
                    <a:lnL>
                      <a:noFill/>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lvl1pPr eaLnBrk="0" hangingPunct="0">
                        <a:spcBef>
                          <a:spcPct val="20000"/>
                        </a:spcBef>
                        <a:buFont typeface="Wingdings" panose="05000000000000000000" pitchFamily="2" charset="2"/>
                        <a:defRPr sz="2000" b="1">
                          <a:solidFill>
                            <a:schemeClr val="tx1"/>
                          </a:solidFill>
                          <a:latin typeface="Arial" panose="020B0604020202020204" pitchFamily="34" charset="0"/>
                          <a:ea typeface="黑体" panose="02010609060101010101" charset="-122"/>
                        </a:defRPr>
                      </a:lvl1pPr>
                      <a:lvl2pPr marL="742950" indent="-285750" eaLnBrk="0" hangingPunct="0">
                        <a:spcBef>
                          <a:spcPct val="20000"/>
                        </a:spcBef>
                        <a:buFont typeface="Wingdings" panose="05000000000000000000" pitchFamily="2" charset="2"/>
                        <a:defRPr b="1">
                          <a:solidFill>
                            <a:schemeClr val="tx1"/>
                          </a:solidFill>
                          <a:latin typeface="Arial" panose="020B0604020202020204" pitchFamily="34" charset="0"/>
                          <a:ea typeface="楷体_GB2312" pitchFamily="49" charset="-122"/>
                        </a:defRPr>
                      </a:lvl2pPr>
                      <a:lvl3pPr marL="1143000" indent="-228600" eaLnBrk="0" hangingPunct="0">
                        <a:spcBef>
                          <a:spcPct val="20000"/>
                        </a:spcBef>
                        <a:buFont typeface="Gungsuh" pitchFamily="18" charset="-127"/>
                        <a:defRPr sz="1600"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sz="1400">
                          <a:solidFill>
                            <a:schemeClr val="tx1"/>
                          </a:solidFill>
                          <a:latin typeface="Arial" panose="020B0604020202020204" pitchFamily="34" charset="0"/>
                          <a:ea typeface="黑体" panose="02010609060101010101" charset="-122"/>
                        </a:defRPr>
                      </a:lvl4pPr>
                      <a:lvl5pPr marL="2057400" indent="-228600" eaLnBrk="0" hangingPunct="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 typeface="Wingdings" panose="05000000000000000000" pitchFamily="2" charset="2"/>
                        <a:buNone/>
                      </a:pPr>
                      <a:r>
                        <a:rPr kumimoji="0" lang="en-US" altLang="zh-CN" sz="1600" b="1" i="0" u="none" strike="noStrike" cap="none" normalizeH="0" baseline="0">
                          <a:ln>
                            <a:noFill/>
                          </a:ln>
                          <a:solidFill>
                            <a:schemeClr val="tx1"/>
                          </a:solidFill>
                          <a:effectLst/>
                          <a:latin typeface="CourierPS" pitchFamily="49" charset="0"/>
                          <a:ea typeface="宋体" panose="02010600030101010101" pitchFamily="2" charset="-122"/>
                        </a:rPr>
                        <a:t>3f</a:t>
                      </a:r>
                      <a:endParaRPr kumimoji="0" lang="en-US" altLang="zh-CN" sz="1600" b="1" i="0" u="none" strike="noStrike" cap="none" normalizeH="0" baseline="0">
                        <a:ln>
                          <a:noFill/>
                        </a:ln>
                        <a:solidFill>
                          <a:schemeClr val="tx1"/>
                        </a:solidFill>
                        <a:effectLst/>
                        <a:latin typeface="CourierPS" pitchFamily="49" charset="0"/>
                        <a:ea typeface="宋体" panose="02010600030101010101" pitchFamily="2" charset="-122"/>
                      </a:endParaRPr>
                    </a:p>
                  </a:txBody>
                  <a:tcPr marL="0" marR="0" marT="0" marB="0" anchor="b" anchorCtr="1" horzOverflow="overflow">
                    <a:lnL w="12700" cap="flat" cmpd="sng" algn="ctr">
                      <a:solidFill>
                        <a:schemeClr val="tx1"/>
                      </a:solidFill>
                      <a:prstDash val="solid"/>
                      <a:round/>
                      <a:headEnd type="none" w="med" len="med"/>
                      <a:tailEnd type="none" w="med" len="med"/>
                    </a:lnL>
                    <a:lnR>
                      <a:noFill/>
                    </a:lnR>
                    <a:lnT>
                      <a:noFill/>
                    </a:lnT>
                    <a:lnB>
                      <a:noFill/>
                    </a:lnB>
                    <a:lnTlToBr>
                      <a:noFill/>
                    </a:lnTlToBr>
                    <a:lnBlToTr>
                      <a:noFill/>
                    </a:lnBlToTr>
                    <a:noFill/>
                  </a:tcPr>
                </a:tc>
                <a:tc>
                  <a:txBody>
                    <a:bodyPr/>
                    <a:lstStyle>
                      <a:lvl1pPr eaLnBrk="0" hangingPunct="0">
                        <a:spcBef>
                          <a:spcPct val="20000"/>
                        </a:spcBef>
                        <a:buFont typeface="Wingdings" panose="05000000000000000000" pitchFamily="2" charset="2"/>
                        <a:defRPr sz="2000" b="1">
                          <a:solidFill>
                            <a:schemeClr val="tx1"/>
                          </a:solidFill>
                          <a:latin typeface="Arial" panose="020B0604020202020204" pitchFamily="34" charset="0"/>
                          <a:ea typeface="黑体" panose="02010609060101010101" charset="-122"/>
                        </a:defRPr>
                      </a:lvl1pPr>
                      <a:lvl2pPr marL="742950" indent="-285750" eaLnBrk="0" hangingPunct="0">
                        <a:spcBef>
                          <a:spcPct val="20000"/>
                        </a:spcBef>
                        <a:buFont typeface="Wingdings" panose="05000000000000000000" pitchFamily="2" charset="2"/>
                        <a:defRPr b="1">
                          <a:solidFill>
                            <a:schemeClr val="tx1"/>
                          </a:solidFill>
                          <a:latin typeface="Arial" panose="020B0604020202020204" pitchFamily="34" charset="0"/>
                          <a:ea typeface="楷体_GB2312" pitchFamily="49" charset="-122"/>
                        </a:defRPr>
                      </a:lvl2pPr>
                      <a:lvl3pPr marL="1143000" indent="-228600" eaLnBrk="0" hangingPunct="0">
                        <a:spcBef>
                          <a:spcPct val="20000"/>
                        </a:spcBef>
                        <a:buFont typeface="Gungsuh" pitchFamily="18" charset="-127"/>
                        <a:defRPr sz="1600"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sz="1400">
                          <a:solidFill>
                            <a:schemeClr val="tx1"/>
                          </a:solidFill>
                          <a:latin typeface="Arial" panose="020B0604020202020204" pitchFamily="34" charset="0"/>
                          <a:ea typeface="黑体" panose="02010609060101010101" charset="-122"/>
                        </a:defRPr>
                      </a:lvl4pPr>
                      <a:lvl5pPr marL="2057400" indent="-228600" eaLnBrk="0" hangingPunct="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 typeface="Wingdings" panose="05000000000000000000" pitchFamily="2" charset="2"/>
                        <a:buNone/>
                      </a:pPr>
                      <a:r>
                        <a:rPr kumimoji="0" lang="en-US" altLang="zh-CN" sz="1600" b="1" i="0" u="none" strike="noStrike" cap="none" normalizeH="0" baseline="0">
                          <a:ln>
                            <a:noFill/>
                          </a:ln>
                          <a:solidFill>
                            <a:schemeClr val="accent2"/>
                          </a:solidFill>
                          <a:effectLst/>
                          <a:latin typeface="CourierPS" pitchFamily="49" charset="0"/>
                          <a:ea typeface="宋体" panose="02010600030101010101" pitchFamily="2" charset="-122"/>
                        </a:rPr>
                        <a:t>?</a:t>
                      </a:r>
                      <a:endParaRPr kumimoji="0" lang="en-US" altLang="zh-CN" sz="1600" b="1" i="0" u="none" strike="noStrike" cap="none" normalizeH="0" baseline="0">
                        <a:ln>
                          <a:noFill/>
                        </a:ln>
                        <a:solidFill>
                          <a:schemeClr val="accent2"/>
                        </a:solidFill>
                        <a:effectLst/>
                        <a:latin typeface="CourierPS" pitchFamily="49" charset="0"/>
                        <a:ea typeface="宋体" panose="02010600030101010101" pitchFamily="2" charset="-122"/>
                      </a:endParaRPr>
                    </a:p>
                  </a:txBody>
                  <a:tcPr marL="0" marR="0" marT="0" marB="0" anchor="b" anchorCtr="1" horzOverflow="overflow">
                    <a:lnL>
                      <a:noFill/>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lvl1pPr eaLnBrk="0" hangingPunct="0">
                        <a:spcBef>
                          <a:spcPct val="20000"/>
                        </a:spcBef>
                        <a:buFont typeface="Wingdings" panose="05000000000000000000" pitchFamily="2" charset="2"/>
                        <a:defRPr sz="2000" b="1">
                          <a:solidFill>
                            <a:schemeClr val="tx1"/>
                          </a:solidFill>
                          <a:latin typeface="Arial" panose="020B0604020202020204" pitchFamily="34" charset="0"/>
                          <a:ea typeface="黑体" panose="02010609060101010101" charset="-122"/>
                        </a:defRPr>
                      </a:lvl1pPr>
                      <a:lvl2pPr marL="742950" indent="-285750" eaLnBrk="0" hangingPunct="0">
                        <a:spcBef>
                          <a:spcPct val="20000"/>
                        </a:spcBef>
                        <a:buFont typeface="Wingdings" panose="05000000000000000000" pitchFamily="2" charset="2"/>
                        <a:defRPr b="1">
                          <a:solidFill>
                            <a:schemeClr val="tx1"/>
                          </a:solidFill>
                          <a:latin typeface="Arial" panose="020B0604020202020204" pitchFamily="34" charset="0"/>
                          <a:ea typeface="楷体_GB2312" pitchFamily="49" charset="-122"/>
                        </a:defRPr>
                      </a:lvl2pPr>
                      <a:lvl3pPr marL="1143000" indent="-228600" eaLnBrk="0" hangingPunct="0">
                        <a:spcBef>
                          <a:spcPct val="20000"/>
                        </a:spcBef>
                        <a:buFont typeface="Gungsuh" pitchFamily="18" charset="-127"/>
                        <a:defRPr sz="1600"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sz="1400">
                          <a:solidFill>
                            <a:schemeClr val="tx1"/>
                          </a:solidFill>
                          <a:latin typeface="Arial" panose="020B0604020202020204" pitchFamily="34" charset="0"/>
                          <a:ea typeface="黑体" panose="02010609060101010101" charset="-122"/>
                        </a:defRPr>
                      </a:lvl4pPr>
                      <a:lvl5pPr marL="2057400" indent="-228600" eaLnBrk="0" hangingPunct="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 typeface="Wingdings" panose="05000000000000000000" pitchFamily="2" charset="2"/>
                        <a:buNone/>
                      </a:pPr>
                      <a:r>
                        <a:rPr kumimoji="0" lang="en-US" altLang="zh-CN" sz="1600" b="1" i="0" u="none" strike="noStrike" cap="none" normalizeH="0" baseline="0">
                          <a:ln>
                            <a:noFill/>
                          </a:ln>
                          <a:solidFill>
                            <a:schemeClr val="tx1"/>
                          </a:solidFill>
                          <a:effectLst/>
                          <a:latin typeface="CourierPS" pitchFamily="49" charset="0"/>
                          <a:ea typeface="宋体" panose="02010600030101010101" pitchFamily="2" charset="-122"/>
                        </a:rPr>
                        <a:t>4f</a:t>
                      </a:r>
                      <a:endParaRPr kumimoji="0" lang="en-US" altLang="zh-CN" sz="1600" b="1" i="0" u="none" strike="noStrike" cap="none" normalizeH="0" baseline="0">
                        <a:ln>
                          <a:noFill/>
                        </a:ln>
                        <a:solidFill>
                          <a:schemeClr val="tx1"/>
                        </a:solidFill>
                        <a:effectLst/>
                        <a:latin typeface="CourierPS" pitchFamily="49" charset="0"/>
                        <a:ea typeface="宋体" panose="02010600030101010101" pitchFamily="2" charset="-122"/>
                      </a:endParaRPr>
                    </a:p>
                  </a:txBody>
                  <a:tcPr marL="0" marR="0" marT="0" marB="0" anchor="b" anchorCtr="1" horzOverflow="overflow">
                    <a:lnL w="12700" cap="flat" cmpd="sng" algn="ctr">
                      <a:solidFill>
                        <a:schemeClr val="tx1"/>
                      </a:solidFill>
                      <a:prstDash val="solid"/>
                      <a:round/>
                      <a:headEnd type="none" w="med" len="med"/>
                      <a:tailEnd type="none" w="med" len="med"/>
                    </a:lnL>
                    <a:lnR>
                      <a:noFill/>
                    </a:lnR>
                    <a:lnT>
                      <a:noFill/>
                    </a:lnT>
                    <a:lnB>
                      <a:noFill/>
                    </a:lnB>
                    <a:lnTlToBr>
                      <a:noFill/>
                    </a:lnTlToBr>
                    <a:lnBlToTr>
                      <a:noFill/>
                    </a:lnBlToTr>
                    <a:noFill/>
                  </a:tcPr>
                </a:tc>
                <a:tc>
                  <a:txBody>
                    <a:bodyPr/>
                    <a:lstStyle>
                      <a:lvl1pPr eaLnBrk="0" hangingPunct="0">
                        <a:spcBef>
                          <a:spcPct val="20000"/>
                        </a:spcBef>
                        <a:buFont typeface="Wingdings" panose="05000000000000000000" pitchFamily="2" charset="2"/>
                        <a:defRPr sz="2000" b="1">
                          <a:solidFill>
                            <a:schemeClr val="tx1"/>
                          </a:solidFill>
                          <a:latin typeface="Arial" panose="020B0604020202020204" pitchFamily="34" charset="0"/>
                          <a:ea typeface="黑体" panose="02010609060101010101" charset="-122"/>
                        </a:defRPr>
                      </a:lvl1pPr>
                      <a:lvl2pPr marL="742950" indent="-285750" eaLnBrk="0" hangingPunct="0">
                        <a:spcBef>
                          <a:spcPct val="20000"/>
                        </a:spcBef>
                        <a:buFont typeface="Wingdings" panose="05000000000000000000" pitchFamily="2" charset="2"/>
                        <a:defRPr b="1">
                          <a:solidFill>
                            <a:schemeClr val="tx1"/>
                          </a:solidFill>
                          <a:latin typeface="Arial" panose="020B0604020202020204" pitchFamily="34" charset="0"/>
                          <a:ea typeface="楷体_GB2312" pitchFamily="49" charset="-122"/>
                        </a:defRPr>
                      </a:lvl2pPr>
                      <a:lvl3pPr marL="1143000" indent="-228600" eaLnBrk="0" hangingPunct="0">
                        <a:spcBef>
                          <a:spcPct val="20000"/>
                        </a:spcBef>
                        <a:buFont typeface="Gungsuh" pitchFamily="18" charset="-127"/>
                        <a:defRPr sz="1600"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sz="1400">
                          <a:solidFill>
                            <a:schemeClr val="tx1"/>
                          </a:solidFill>
                          <a:latin typeface="Arial" panose="020B0604020202020204" pitchFamily="34" charset="0"/>
                          <a:ea typeface="黑体" panose="02010609060101010101" charset="-122"/>
                        </a:defRPr>
                      </a:lvl4pPr>
                      <a:lvl5pPr marL="2057400" indent="-228600" eaLnBrk="0" hangingPunct="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 typeface="Wingdings" panose="05000000000000000000" pitchFamily="2" charset="2"/>
                        <a:buNone/>
                      </a:pPr>
                      <a:r>
                        <a:rPr kumimoji="0" lang="en-US" altLang="zh-CN" sz="1600" b="1" i="0" u="none" strike="noStrike" cap="none" normalizeH="0" baseline="0">
                          <a:ln>
                            <a:noFill/>
                          </a:ln>
                          <a:solidFill>
                            <a:schemeClr val="accent2"/>
                          </a:solidFill>
                          <a:effectLst/>
                          <a:latin typeface="CourierPS" pitchFamily="49" charset="0"/>
                          <a:ea typeface="宋体" panose="02010600030101010101" pitchFamily="2" charset="-122"/>
                        </a:rPr>
                        <a:t>O</a:t>
                      </a:r>
                      <a:endParaRPr kumimoji="0" lang="en-US" altLang="zh-CN" sz="1600" b="1" i="0" u="none" strike="noStrike" cap="none" normalizeH="0" baseline="0">
                        <a:ln>
                          <a:noFill/>
                        </a:ln>
                        <a:solidFill>
                          <a:schemeClr val="accent2"/>
                        </a:solidFill>
                        <a:effectLst/>
                        <a:latin typeface="CourierPS" pitchFamily="49" charset="0"/>
                        <a:ea typeface="宋体" panose="02010600030101010101" pitchFamily="2" charset="-122"/>
                      </a:endParaRPr>
                    </a:p>
                  </a:txBody>
                  <a:tcPr marL="0" marR="0" marT="0" marB="0" anchor="b" anchorCtr="1" horzOverflow="overflow">
                    <a:lnL>
                      <a:noFill/>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lvl1pPr eaLnBrk="0" hangingPunct="0">
                        <a:spcBef>
                          <a:spcPct val="20000"/>
                        </a:spcBef>
                        <a:buFont typeface="Wingdings" panose="05000000000000000000" pitchFamily="2" charset="2"/>
                        <a:defRPr sz="2000" b="1">
                          <a:solidFill>
                            <a:schemeClr val="tx1"/>
                          </a:solidFill>
                          <a:latin typeface="Arial" panose="020B0604020202020204" pitchFamily="34" charset="0"/>
                          <a:ea typeface="黑体" panose="02010609060101010101" charset="-122"/>
                        </a:defRPr>
                      </a:lvl1pPr>
                      <a:lvl2pPr marL="742950" indent="-285750" eaLnBrk="0" hangingPunct="0">
                        <a:spcBef>
                          <a:spcPct val="20000"/>
                        </a:spcBef>
                        <a:buFont typeface="Wingdings" panose="05000000000000000000" pitchFamily="2" charset="2"/>
                        <a:defRPr b="1">
                          <a:solidFill>
                            <a:schemeClr val="tx1"/>
                          </a:solidFill>
                          <a:latin typeface="Arial" panose="020B0604020202020204" pitchFamily="34" charset="0"/>
                          <a:ea typeface="楷体_GB2312" pitchFamily="49" charset="-122"/>
                        </a:defRPr>
                      </a:lvl2pPr>
                      <a:lvl3pPr marL="1143000" indent="-228600" eaLnBrk="0" hangingPunct="0">
                        <a:spcBef>
                          <a:spcPct val="20000"/>
                        </a:spcBef>
                        <a:buFont typeface="Gungsuh" pitchFamily="18" charset="-127"/>
                        <a:defRPr sz="1600"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sz="1400">
                          <a:solidFill>
                            <a:schemeClr val="tx1"/>
                          </a:solidFill>
                          <a:latin typeface="Arial" panose="020B0604020202020204" pitchFamily="34" charset="0"/>
                          <a:ea typeface="黑体" panose="02010609060101010101" charset="-122"/>
                        </a:defRPr>
                      </a:lvl4pPr>
                      <a:lvl5pPr marL="2057400" indent="-228600" eaLnBrk="0" hangingPunct="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 typeface="Wingdings" panose="05000000000000000000" pitchFamily="2" charset="2"/>
                        <a:buNone/>
                      </a:pPr>
                      <a:r>
                        <a:rPr kumimoji="0" lang="en-US" altLang="zh-CN" sz="1600" b="1" i="0" u="none" strike="noStrike" cap="none" normalizeH="0" baseline="0">
                          <a:ln>
                            <a:noFill/>
                          </a:ln>
                          <a:solidFill>
                            <a:schemeClr val="tx1"/>
                          </a:solidFill>
                          <a:effectLst/>
                          <a:latin typeface="CourierPS" pitchFamily="49" charset="0"/>
                          <a:ea typeface="宋体" panose="02010600030101010101" pitchFamily="2" charset="-122"/>
                        </a:rPr>
                        <a:t>5f</a:t>
                      </a:r>
                      <a:endParaRPr kumimoji="0" lang="en-US" altLang="zh-CN" sz="1600" b="1" i="0" u="none" strike="noStrike" cap="none" normalizeH="0" baseline="0">
                        <a:ln>
                          <a:noFill/>
                        </a:ln>
                        <a:solidFill>
                          <a:schemeClr val="tx1"/>
                        </a:solidFill>
                        <a:effectLst/>
                        <a:latin typeface="CourierPS" pitchFamily="49" charset="0"/>
                        <a:ea typeface="宋体" panose="02010600030101010101" pitchFamily="2" charset="-122"/>
                      </a:endParaRPr>
                    </a:p>
                  </a:txBody>
                  <a:tcPr marL="0" marR="0" marT="0" marB="0" anchor="b" anchorCtr="1" horzOverflow="overflow">
                    <a:lnL w="12700" cap="flat" cmpd="sng" algn="ctr">
                      <a:solidFill>
                        <a:schemeClr val="tx1"/>
                      </a:solidFill>
                      <a:prstDash val="solid"/>
                      <a:round/>
                      <a:headEnd type="none" w="med" len="med"/>
                      <a:tailEnd type="none" w="med" len="med"/>
                    </a:lnL>
                    <a:lnR>
                      <a:noFill/>
                    </a:lnR>
                    <a:lnT>
                      <a:noFill/>
                    </a:lnT>
                    <a:lnB>
                      <a:noFill/>
                    </a:lnB>
                    <a:lnTlToBr>
                      <a:noFill/>
                    </a:lnTlToBr>
                    <a:lnBlToTr>
                      <a:noFill/>
                    </a:lnBlToTr>
                    <a:noFill/>
                  </a:tcPr>
                </a:tc>
                <a:tc>
                  <a:txBody>
                    <a:bodyPr/>
                    <a:lstStyle>
                      <a:lvl1pPr eaLnBrk="0" hangingPunct="0">
                        <a:spcBef>
                          <a:spcPct val="20000"/>
                        </a:spcBef>
                        <a:buFont typeface="Wingdings" panose="05000000000000000000" pitchFamily="2" charset="2"/>
                        <a:defRPr sz="2000" b="1">
                          <a:solidFill>
                            <a:schemeClr val="tx1"/>
                          </a:solidFill>
                          <a:latin typeface="Arial" panose="020B0604020202020204" pitchFamily="34" charset="0"/>
                          <a:ea typeface="黑体" panose="02010609060101010101" charset="-122"/>
                        </a:defRPr>
                      </a:lvl1pPr>
                      <a:lvl2pPr marL="742950" indent="-285750" eaLnBrk="0" hangingPunct="0">
                        <a:spcBef>
                          <a:spcPct val="20000"/>
                        </a:spcBef>
                        <a:buFont typeface="Wingdings" panose="05000000000000000000" pitchFamily="2" charset="2"/>
                        <a:defRPr b="1">
                          <a:solidFill>
                            <a:schemeClr val="tx1"/>
                          </a:solidFill>
                          <a:latin typeface="Arial" panose="020B0604020202020204" pitchFamily="34" charset="0"/>
                          <a:ea typeface="楷体_GB2312" pitchFamily="49" charset="-122"/>
                        </a:defRPr>
                      </a:lvl2pPr>
                      <a:lvl3pPr marL="1143000" indent="-228600" eaLnBrk="0" hangingPunct="0">
                        <a:spcBef>
                          <a:spcPct val="20000"/>
                        </a:spcBef>
                        <a:buFont typeface="Gungsuh" pitchFamily="18" charset="-127"/>
                        <a:defRPr sz="1600"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sz="1400">
                          <a:solidFill>
                            <a:schemeClr val="tx1"/>
                          </a:solidFill>
                          <a:latin typeface="Arial" panose="020B0604020202020204" pitchFamily="34" charset="0"/>
                          <a:ea typeface="黑体" panose="02010609060101010101" charset="-122"/>
                        </a:defRPr>
                      </a:lvl4pPr>
                      <a:lvl5pPr marL="2057400" indent="-228600" eaLnBrk="0" hangingPunct="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 typeface="Wingdings" panose="05000000000000000000" pitchFamily="2" charset="2"/>
                        <a:buNone/>
                      </a:pPr>
                      <a:r>
                        <a:rPr kumimoji="0" lang="en-US" altLang="zh-CN" sz="1600" b="1" i="0" u="none" strike="noStrike" cap="none" normalizeH="0" baseline="0">
                          <a:ln>
                            <a:noFill/>
                          </a:ln>
                          <a:solidFill>
                            <a:schemeClr val="tx1"/>
                          </a:solidFill>
                          <a:effectLst/>
                          <a:latin typeface="CourierPS" pitchFamily="49" charset="0"/>
                          <a:ea typeface="宋体" panose="02010600030101010101" pitchFamily="2" charset="-122"/>
                        </a:rPr>
                        <a:t>_</a:t>
                      </a:r>
                      <a:endParaRPr kumimoji="0" lang="en-US" altLang="zh-CN" sz="1600" b="1" i="0" u="none" strike="noStrike" cap="none" normalizeH="0" baseline="0">
                        <a:ln>
                          <a:noFill/>
                        </a:ln>
                        <a:solidFill>
                          <a:schemeClr val="tx1"/>
                        </a:solidFill>
                        <a:effectLst/>
                        <a:latin typeface="CourierPS" pitchFamily="49" charset="0"/>
                        <a:ea typeface="宋体" panose="02010600030101010101" pitchFamily="2" charset="-122"/>
                      </a:endParaRPr>
                    </a:p>
                  </a:txBody>
                  <a:tcPr marL="0" marR="0" marT="0" marB="0" anchor="b" anchorCtr="1" horzOverflow="overflow">
                    <a:lnL>
                      <a:noFill/>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lvl1pPr eaLnBrk="0" hangingPunct="0">
                        <a:spcBef>
                          <a:spcPct val="20000"/>
                        </a:spcBef>
                        <a:buFont typeface="Wingdings" panose="05000000000000000000" pitchFamily="2" charset="2"/>
                        <a:defRPr sz="2000" b="1">
                          <a:solidFill>
                            <a:schemeClr val="tx1"/>
                          </a:solidFill>
                          <a:latin typeface="Arial" panose="020B0604020202020204" pitchFamily="34" charset="0"/>
                          <a:ea typeface="黑体" panose="02010609060101010101" charset="-122"/>
                        </a:defRPr>
                      </a:lvl1pPr>
                      <a:lvl2pPr marL="742950" indent="-285750" eaLnBrk="0" hangingPunct="0">
                        <a:spcBef>
                          <a:spcPct val="20000"/>
                        </a:spcBef>
                        <a:buFont typeface="Wingdings" panose="05000000000000000000" pitchFamily="2" charset="2"/>
                        <a:defRPr b="1">
                          <a:solidFill>
                            <a:schemeClr val="tx1"/>
                          </a:solidFill>
                          <a:latin typeface="Arial" panose="020B0604020202020204" pitchFamily="34" charset="0"/>
                          <a:ea typeface="楷体_GB2312" pitchFamily="49" charset="-122"/>
                        </a:defRPr>
                      </a:lvl2pPr>
                      <a:lvl3pPr marL="1143000" indent="-228600" eaLnBrk="0" hangingPunct="0">
                        <a:spcBef>
                          <a:spcPct val="20000"/>
                        </a:spcBef>
                        <a:buFont typeface="Gungsuh" pitchFamily="18" charset="-127"/>
                        <a:defRPr sz="1600"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sz="1400">
                          <a:solidFill>
                            <a:schemeClr val="tx1"/>
                          </a:solidFill>
                          <a:latin typeface="Arial" panose="020B0604020202020204" pitchFamily="34" charset="0"/>
                          <a:ea typeface="黑体" panose="02010609060101010101" charset="-122"/>
                        </a:defRPr>
                      </a:lvl4pPr>
                      <a:lvl5pPr marL="2057400" indent="-228600" eaLnBrk="0" hangingPunct="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 typeface="Wingdings" panose="05000000000000000000" pitchFamily="2" charset="2"/>
                        <a:buNone/>
                      </a:pPr>
                      <a:r>
                        <a:rPr kumimoji="0" lang="en-US" altLang="zh-CN" sz="1600" b="1" i="0" u="none" strike="noStrike" cap="none" normalizeH="0" baseline="0">
                          <a:ln>
                            <a:noFill/>
                          </a:ln>
                          <a:solidFill>
                            <a:schemeClr val="tx1"/>
                          </a:solidFill>
                          <a:effectLst/>
                          <a:latin typeface="CourierPS" pitchFamily="49" charset="0"/>
                          <a:ea typeface="宋体" panose="02010600030101010101" pitchFamily="2" charset="-122"/>
                        </a:rPr>
                        <a:t>6f</a:t>
                      </a:r>
                      <a:endParaRPr kumimoji="0" lang="en-US" altLang="zh-CN" sz="1600" b="1" i="0" u="none" strike="noStrike" cap="none" normalizeH="0" baseline="0">
                        <a:ln>
                          <a:noFill/>
                        </a:ln>
                        <a:solidFill>
                          <a:schemeClr val="tx1"/>
                        </a:solidFill>
                        <a:effectLst/>
                        <a:latin typeface="CourierPS" pitchFamily="49" charset="0"/>
                        <a:ea typeface="宋体" panose="02010600030101010101" pitchFamily="2" charset="-122"/>
                      </a:endParaRPr>
                    </a:p>
                  </a:txBody>
                  <a:tcPr marL="0" marR="0" marT="0" marB="0" anchor="b" anchorCtr="1" horzOverflow="overflow">
                    <a:lnL w="12700" cap="flat" cmpd="sng" algn="ctr">
                      <a:solidFill>
                        <a:schemeClr val="tx1"/>
                      </a:solidFill>
                      <a:prstDash val="solid"/>
                      <a:round/>
                      <a:headEnd type="none" w="med" len="med"/>
                      <a:tailEnd type="none" w="med" len="med"/>
                    </a:lnL>
                    <a:lnR>
                      <a:noFill/>
                    </a:lnR>
                    <a:lnT>
                      <a:noFill/>
                    </a:lnT>
                    <a:lnB>
                      <a:noFill/>
                    </a:lnB>
                    <a:lnTlToBr>
                      <a:noFill/>
                    </a:lnTlToBr>
                    <a:lnBlToTr>
                      <a:noFill/>
                    </a:lnBlToTr>
                    <a:noFill/>
                  </a:tcPr>
                </a:tc>
                <a:tc>
                  <a:txBody>
                    <a:bodyPr/>
                    <a:lstStyle>
                      <a:lvl1pPr eaLnBrk="0" hangingPunct="0">
                        <a:spcBef>
                          <a:spcPct val="20000"/>
                        </a:spcBef>
                        <a:buFont typeface="Wingdings" panose="05000000000000000000" pitchFamily="2" charset="2"/>
                        <a:defRPr sz="2000" b="1">
                          <a:solidFill>
                            <a:schemeClr val="tx1"/>
                          </a:solidFill>
                          <a:latin typeface="Arial" panose="020B0604020202020204" pitchFamily="34" charset="0"/>
                          <a:ea typeface="黑体" panose="02010609060101010101" charset="-122"/>
                        </a:defRPr>
                      </a:lvl1pPr>
                      <a:lvl2pPr marL="742950" indent="-285750" eaLnBrk="0" hangingPunct="0">
                        <a:spcBef>
                          <a:spcPct val="20000"/>
                        </a:spcBef>
                        <a:buFont typeface="Wingdings" panose="05000000000000000000" pitchFamily="2" charset="2"/>
                        <a:defRPr b="1">
                          <a:solidFill>
                            <a:schemeClr val="tx1"/>
                          </a:solidFill>
                          <a:latin typeface="Arial" panose="020B0604020202020204" pitchFamily="34" charset="0"/>
                          <a:ea typeface="楷体_GB2312" pitchFamily="49" charset="-122"/>
                        </a:defRPr>
                      </a:lvl2pPr>
                      <a:lvl3pPr marL="1143000" indent="-228600" eaLnBrk="0" hangingPunct="0">
                        <a:spcBef>
                          <a:spcPct val="20000"/>
                        </a:spcBef>
                        <a:buFont typeface="Gungsuh" pitchFamily="18" charset="-127"/>
                        <a:defRPr sz="1600"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sz="1400">
                          <a:solidFill>
                            <a:schemeClr val="tx1"/>
                          </a:solidFill>
                          <a:latin typeface="Arial" panose="020B0604020202020204" pitchFamily="34" charset="0"/>
                          <a:ea typeface="黑体" panose="02010609060101010101" charset="-122"/>
                        </a:defRPr>
                      </a:lvl4pPr>
                      <a:lvl5pPr marL="2057400" indent="-228600" eaLnBrk="0" hangingPunct="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 typeface="Wingdings" panose="05000000000000000000" pitchFamily="2" charset="2"/>
                        <a:buNone/>
                      </a:pPr>
                      <a:r>
                        <a:rPr kumimoji="0" lang="en-US" altLang="zh-CN" sz="1600" b="1" i="0" u="none" strike="noStrike" cap="none" normalizeH="0" baseline="0">
                          <a:ln>
                            <a:noFill/>
                          </a:ln>
                          <a:solidFill>
                            <a:schemeClr val="accent2"/>
                          </a:solidFill>
                          <a:effectLst/>
                          <a:latin typeface="CourierPS" pitchFamily="49" charset="0"/>
                          <a:ea typeface="宋体" panose="02010600030101010101" pitchFamily="2" charset="-122"/>
                        </a:rPr>
                        <a:t>o</a:t>
                      </a:r>
                      <a:endParaRPr kumimoji="0" lang="en-US" altLang="zh-CN" sz="1600" b="1" i="0" u="none" strike="noStrike" cap="none" normalizeH="0" baseline="0">
                        <a:ln>
                          <a:noFill/>
                        </a:ln>
                        <a:solidFill>
                          <a:schemeClr val="accent2"/>
                        </a:solidFill>
                        <a:effectLst/>
                        <a:latin typeface="CourierPS" pitchFamily="49" charset="0"/>
                        <a:ea typeface="宋体" panose="02010600030101010101" pitchFamily="2" charset="-122"/>
                      </a:endParaRPr>
                    </a:p>
                  </a:txBody>
                  <a:tcPr marL="0" marR="0" marT="0" marB="0" anchor="b" anchorCtr="1" horzOverflow="overflow">
                    <a:lnL>
                      <a:noFill/>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lvl1pPr eaLnBrk="0" hangingPunct="0">
                        <a:spcBef>
                          <a:spcPct val="20000"/>
                        </a:spcBef>
                        <a:buFont typeface="Wingdings" panose="05000000000000000000" pitchFamily="2" charset="2"/>
                        <a:defRPr sz="2000" b="1">
                          <a:solidFill>
                            <a:schemeClr val="tx1"/>
                          </a:solidFill>
                          <a:latin typeface="Arial" panose="020B0604020202020204" pitchFamily="34" charset="0"/>
                          <a:ea typeface="黑体" panose="02010609060101010101" charset="-122"/>
                        </a:defRPr>
                      </a:lvl1pPr>
                      <a:lvl2pPr marL="742950" indent="-285750" eaLnBrk="0" hangingPunct="0">
                        <a:spcBef>
                          <a:spcPct val="20000"/>
                        </a:spcBef>
                        <a:buFont typeface="Wingdings" panose="05000000000000000000" pitchFamily="2" charset="2"/>
                        <a:defRPr b="1">
                          <a:solidFill>
                            <a:schemeClr val="tx1"/>
                          </a:solidFill>
                          <a:latin typeface="Arial" panose="020B0604020202020204" pitchFamily="34" charset="0"/>
                          <a:ea typeface="楷体_GB2312" pitchFamily="49" charset="-122"/>
                        </a:defRPr>
                      </a:lvl2pPr>
                      <a:lvl3pPr marL="1143000" indent="-228600" eaLnBrk="0" hangingPunct="0">
                        <a:spcBef>
                          <a:spcPct val="20000"/>
                        </a:spcBef>
                        <a:buFont typeface="Gungsuh" pitchFamily="18" charset="-127"/>
                        <a:defRPr sz="1600"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sz="1400">
                          <a:solidFill>
                            <a:schemeClr val="tx1"/>
                          </a:solidFill>
                          <a:latin typeface="Arial" panose="020B0604020202020204" pitchFamily="34" charset="0"/>
                          <a:ea typeface="黑体" panose="02010609060101010101" charset="-122"/>
                        </a:defRPr>
                      </a:lvl4pPr>
                      <a:lvl5pPr marL="2057400" indent="-228600" eaLnBrk="0" hangingPunct="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 typeface="Wingdings" panose="05000000000000000000" pitchFamily="2" charset="2"/>
                        <a:buNone/>
                      </a:pPr>
                      <a:r>
                        <a:rPr kumimoji="0" lang="en-US" altLang="zh-CN" sz="1600" b="1" i="0" u="none" strike="noStrike" cap="none" normalizeH="0" baseline="0">
                          <a:ln>
                            <a:noFill/>
                          </a:ln>
                          <a:solidFill>
                            <a:schemeClr val="tx1"/>
                          </a:solidFill>
                          <a:effectLst/>
                          <a:latin typeface="CourierPS" pitchFamily="49" charset="0"/>
                          <a:ea typeface="宋体" panose="02010600030101010101" pitchFamily="2" charset="-122"/>
                        </a:rPr>
                        <a:t>7f</a:t>
                      </a:r>
                      <a:endParaRPr kumimoji="0" lang="en-US" altLang="zh-CN" sz="1600" b="1" i="0" u="none" strike="noStrike" cap="none" normalizeH="0" baseline="0">
                        <a:ln>
                          <a:noFill/>
                        </a:ln>
                        <a:solidFill>
                          <a:schemeClr val="tx1"/>
                        </a:solidFill>
                        <a:effectLst/>
                        <a:latin typeface="CourierPS" pitchFamily="49" charset="0"/>
                        <a:ea typeface="宋体" panose="02010600030101010101" pitchFamily="2" charset="-122"/>
                      </a:endParaRPr>
                    </a:p>
                  </a:txBody>
                  <a:tcPr marL="0" marR="0" marT="0" marB="0" anchor="b" anchorCtr="1" horzOverflow="overflow">
                    <a:lnL w="12700" cap="flat" cmpd="sng" algn="ctr">
                      <a:solidFill>
                        <a:schemeClr val="tx1"/>
                      </a:solidFill>
                      <a:prstDash val="solid"/>
                      <a:round/>
                      <a:headEnd type="none" w="med" len="med"/>
                      <a:tailEnd type="none" w="med" len="med"/>
                    </a:lnL>
                    <a:lnR>
                      <a:noFill/>
                    </a:lnR>
                    <a:lnT>
                      <a:noFill/>
                    </a:lnT>
                    <a:lnB>
                      <a:noFill/>
                    </a:lnB>
                    <a:lnTlToBr>
                      <a:noFill/>
                    </a:lnTlToBr>
                    <a:lnBlToTr>
                      <a:noFill/>
                    </a:lnBlToTr>
                    <a:noFill/>
                  </a:tcPr>
                </a:tc>
                <a:tc>
                  <a:txBody>
                    <a:bodyPr/>
                    <a:lstStyle>
                      <a:lvl1pPr eaLnBrk="0" hangingPunct="0">
                        <a:spcBef>
                          <a:spcPct val="20000"/>
                        </a:spcBef>
                        <a:buFont typeface="Wingdings" panose="05000000000000000000" pitchFamily="2" charset="2"/>
                        <a:defRPr sz="2000" b="1">
                          <a:solidFill>
                            <a:schemeClr val="tx1"/>
                          </a:solidFill>
                          <a:latin typeface="Arial" panose="020B0604020202020204" pitchFamily="34" charset="0"/>
                          <a:ea typeface="黑体" panose="02010609060101010101" charset="-122"/>
                        </a:defRPr>
                      </a:lvl1pPr>
                      <a:lvl2pPr marL="742950" indent="-285750" eaLnBrk="0" hangingPunct="0">
                        <a:spcBef>
                          <a:spcPct val="20000"/>
                        </a:spcBef>
                        <a:buFont typeface="Wingdings" panose="05000000000000000000" pitchFamily="2" charset="2"/>
                        <a:defRPr b="1">
                          <a:solidFill>
                            <a:schemeClr val="tx1"/>
                          </a:solidFill>
                          <a:latin typeface="Arial" panose="020B0604020202020204" pitchFamily="34" charset="0"/>
                          <a:ea typeface="楷体_GB2312" pitchFamily="49" charset="-122"/>
                        </a:defRPr>
                      </a:lvl2pPr>
                      <a:lvl3pPr marL="1143000" indent="-228600" eaLnBrk="0" hangingPunct="0">
                        <a:spcBef>
                          <a:spcPct val="20000"/>
                        </a:spcBef>
                        <a:buFont typeface="Gungsuh" pitchFamily="18" charset="-127"/>
                        <a:defRPr sz="1600"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sz="1400">
                          <a:solidFill>
                            <a:schemeClr val="tx1"/>
                          </a:solidFill>
                          <a:latin typeface="Arial" panose="020B0604020202020204" pitchFamily="34" charset="0"/>
                          <a:ea typeface="黑体" panose="02010609060101010101" charset="-122"/>
                        </a:defRPr>
                      </a:lvl4pPr>
                      <a:lvl5pPr marL="2057400" indent="-228600" eaLnBrk="0" hangingPunct="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 typeface="Wingdings" panose="05000000000000000000" pitchFamily="2" charset="2"/>
                        <a:buNone/>
                      </a:pPr>
                      <a:r>
                        <a:rPr kumimoji="0" lang="en-US" altLang="zh-CN" sz="1600" b="1" i="0" u="none" strike="noStrike" cap="none" normalizeH="0" baseline="0" dirty="0">
                          <a:ln>
                            <a:noFill/>
                          </a:ln>
                          <a:solidFill>
                            <a:schemeClr val="accent2"/>
                          </a:solidFill>
                          <a:effectLst/>
                          <a:latin typeface="CourierPS" pitchFamily="49" charset="0"/>
                          <a:ea typeface="宋体" panose="02010600030101010101" pitchFamily="2" charset="-122"/>
                        </a:rPr>
                        <a:t>del</a:t>
                      </a:r>
                      <a:endParaRPr kumimoji="0" lang="en-US" altLang="zh-CN" sz="1600" b="1" i="0" u="none" strike="noStrike" cap="none" normalizeH="0" baseline="0" dirty="0">
                        <a:ln>
                          <a:noFill/>
                        </a:ln>
                        <a:solidFill>
                          <a:schemeClr val="accent2"/>
                        </a:solidFill>
                        <a:effectLst/>
                        <a:latin typeface="CourierPS" pitchFamily="49" charset="0"/>
                        <a:ea typeface="宋体" panose="02010600030101010101" pitchFamily="2" charset="-122"/>
                      </a:endParaRPr>
                    </a:p>
                  </a:txBody>
                  <a:tcPr marL="0" marR="0" marT="0" marB="0" anchor="b" anchorCtr="1" horzOverflow="overflow">
                    <a:lnL>
                      <a:noFill/>
                    </a:lnL>
                    <a:lnR>
                      <a:noFill/>
                    </a:lnR>
                    <a:lnT>
                      <a:noFill/>
                    </a:lnT>
                    <a:lnB>
                      <a:noFill/>
                    </a:lnB>
                    <a:lnTlToBr>
                      <a:noFill/>
                    </a:lnTlToBr>
                    <a:lnBlToTr>
                      <a:noFill/>
                    </a:lnBlToTr>
                    <a:noFill/>
                  </a:tcPr>
                </a:tc>
              </a:tr>
            </a:tbl>
          </a:graphicData>
        </a:graphic>
      </p:graphicFrame>
      <p:sp>
        <p:nvSpPr>
          <p:cNvPr id="2" name="灯片编号占位符 1"/>
          <p:cNvSpPr>
            <a:spLocks noGrp="1"/>
          </p:cNvSpPr>
          <p:nvPr>
            <p:ph type="sldNum" sz="quarter" idx="12"/>
          </p:nvPr>
        </p:nvSpPr>
        <p:spPr/>
        <p:txBody>
          <a:bodyPr/>
          <a:lstStyle/>
          <a:p>
            <a:pPr>
              <a:defRPr/>
            </a:pPr>
            <a:fld id="{7C93F2F6-B200-4836-9340-136DE7987878}" type="slidenum">
              <a:rPr lang="en-US" smtClean="0"/>
            </a:fld>
            <a:endParaRPr lang="en-US"/>
          </a:p>
        </p:txBody>
      </p:sp>
    </p:spTree>
  </p:cSld>
  <p:clrMapOvr>
    <a:masterClrMapping/>
  </p:clrMapOvr>
  <p:transition spd="med">
    <p:strips dir="rd"/>
  </p:transition>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zh-HK" altLang="en-US"/>
          </a:p>
        </p:txBody>
      </p:sp>
      <p:sp>
        <p:nvSpPr>
          <p:cNvPr id="3" name="Content Placeholder 2"/>
          <p:cNvSpPr>
            <a:spLocks noGrp="1"/>
          </p:cNvSpPr>
          <p:nvPr>
            <p:ph idx="1"/>
          </p:nvPr>
        </p:nvSpPr>
        <p:spPr/>
        <p:txBody>
          <a:bodyPr/>
          <a:lstStyle/>
          <a:p>
            <a:r>
              <a:rPr lang="en-US" altLang="zh-CN" sz="2800" dirty="0">
                <a:latin typeface="隶书" panose="02010509060101010101" pitchFamily="49" charset="-122"/>
                <a:ea typeface="隶书" panose="02010509060101010101" pitchFamily="49" charset="-122"/>
              </a:rPr>
              <a:t>2.7.4 </a:t>
            </a:r>
            <a:r>
              <a:rPr lang="zh-CN" altLang="en-US" sz="2800" dirty="0">
                <a:latin typeface="隶书" panose="02010509060101010101" pitchFamily="49" charset="-122"/>
                <a:ea typeface="隶书" panose="02010509060101010101" pitchFamily="49" charset="-122"/>
              </a:rPr>
              <a:t>十六进制计数法</a:t>
            </a:r>
            <a:endParaRPr lang="en-US" altLang="zh-CN" sz="2800" dirty="0">
              <a:latin typeface="隶书" panose="02010509060101010101" pitchFamily="49" charset="-122"/>
              <a:ea typeface="隶书" panose="02010509060101010101" pitchFamily="49" charset="-122"/>
            </a:endParaRPr>
          </a:p>
          <a:p>
            <a:r>
              <a:rPr lang="zh-CN" altLang="en-US" sz="2800" dirty="0">
                <a:latin typeface="隶书" panose="02010509060101010101" pitchFamily="49" charset="-122"/>
                <a:ea typeface="隶书" panose="02010509060101010101" pitchFamily="49" charset="-122"/>
              </a:rPr>
              <a:t>用十六进制替代二进制字符串，方便记忆和使用。</a:t>
            </a:r>
            <a:endParaRPr lang="zh-HK" altLang="en-US" sz="2800" dirty="0"/>
          </a:p>
        </p:txBody>
      </p:sp>
      <p:graphicFrame>
        <p:nvGraphicFramePr>
          <p:cNvPr id="5" name="Group 4"/>
          <p:cNvGraphicFramePr>
            <a:graphicFrameLocks noGrp="1"/>
          </p:cNvGraphicFramePr>
          <p:nvPr/>
        </p:nvGraphicFramePr>
        <p:xfrm>
          <a:off x="2514600" y="2299312"/>
          <a:ext cx="3371850" cy="2785872"/>
        </p:xfrm>
        <a:graphic>
          <a:graphicData uri="http://schemas.openxmlformats.org/drawingml/2006/table">
            <a:tbl>
              <a:tblPr/>
              <a:tblGrid>
                <a:gridCol w="1047750"/>
                <a:gridCol w="1162050"/>
                <a:gridCol w="1162050"/>
              </a:tblGrid>
              <a:tr h="198438">
                <a:tc>
                  <a:txBody>
                    <a:bodyPr/>
                    <a:lstStyle>
                      <a:lvl1pPr eaLnBrk="0" hangingPunct="0">
                        <a:spcBef>
                          <a:spcPct val="20000"/>
                        </a:spcBef>
                        <a:buFont typeface="Wingdings" panose="05000000000000000000" pitchFamily="2" charset="2"/>
                        <a:defRPr sz="2000" b="1">
                          <a:solidFill>
                            <a:schemeClr val="tx1"/>
                          </a:solidFill>
                          <a:latin typeface="Arial" panose="020B0604020202020204" pitchFamily="34" charset="0"/>
                          <a:ea typeface="黑体" panose="02010609060101010101" charset="-122"/>
                        </a:defRPr>
                      </a:lvl1pPr>
                      <a:lvl2pPr marL="742950" indent="-285750" eaLnBrk="0" hangingPunct="0">
                        <a:spcBef>
                          <a:spcPct val="20000"/>
                        </a:spcBef>
                        <a:buFont typeface="Wingdings" panose="05000000000000000000" pitchFamily="2" charset="2"/>
                        <a:defRPr b="1">
                          <a:solidFill>
                            <a:schemeClr val="tx1"/>
                          </a:solidFill>
                          <a:latin typeface="Arial" panose="020B0604020202020204" pitchFamily="34" charset="0"/>
                          <a:ea typeface="楷体_GB2312" pitchFamily="49" charset="-122"/>
                        </a:defRPr>
                      </a:lvl2pPr>
                      <a:lvl3pPr marL="1143000" indent="-228600" eaLnBrk="0" hangingPunct="0">
                        <a:spcBef>
                          <a:spcPct val="20000"/>
                        </a:spcBef>
                        <a:buFont typeface="Gungsuh" pitchFamily="18" charset="-127"/>
                        <a:defRPr sz="1600"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sz="1400">
                          <a:solidFill>
                            <a:schemeClr val="tx1"/>
                          </a:solidFill>
                          <a:latin typeface="Arial" panose="020B0604020202020204" pitchFamily="34" charset="0"/>
                          <a:ea typeface="黑体" panose="02010609060101010101" charset="-122"/>
                        </a:defRPr>
                      </a:lvl4pPr>
                      <a:lvl5pPr marL="2057400" indent="-228600" eaLnBrk="0" hangingPunct="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0" fontAlgn="base" latinLnBrk="0" hangingPunct="0">
                        <a:lnSpc>
                          <a:spcPct val="100000"/>
                        </a:lnSpc>
                        <a:spcBef>
                          <a:spcPct val="20000"/>
                        </a:spcBef>
                        <a:spcAft>
                          <a:spcPct val="0"/>
                        </a:spcAft>
                        <a:buClrTx/>
                        <a:buSzTx/>
                        <a:buFont typeface="Wingdings" panose="05000000000000000000" pitchFamily="2" charset="2"/>
                        <a:buNone/>
                      </a:pPr>
                      <a:r>
                        <a:rPr kumimoji="0" lang="en-US"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rPr>
                        <a:t>Binary</a:t>
                      </a:r>
                      <a:endParaRPr kumimoji="0" lang="en-US"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a:noFill/>
                    </a:lnL>
                    <a:lnR w="12700" cap="flat" cmpd="sng" algn="ctr">
                      <a:solidFill>
                        <a:schemeClr val="tx1"/>
                      </a:solidFill>
                      <a:prstDash val="solid"/>
                      <a:round/>
                      <a:headEnd type="none" w="med" len="med"/>
                      <a:tailEnd type="none" w="med" len="med"/>
                    </a:lnR>
                    <a:lnT>
                      <a:noFill/>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Font typeface="Wingdings" panose="05000000000000000000" pitchFamily="2" charset="2"/>
                        <a:defRPr sz="2000" b="1">
                          <a:solidFill>
                            <a:schemeClr val="tx1"/>
                          </a:solidFill>
                          <a:latin typeface="Arial" panose="020B0604020202020204" pitchFamily="34" charset="0"/>
                          <a:ea typeface="黑体" panose="02010609060101010101" charset="-122"/>
                        </a:defRPr>
                      </a:lvl1pPr>
                      <a:lvl2pPr marL="742950" indent="-285750" eaLnBrk="0" hangingPunct="0">
                        <a:spcBef>
                          <a:spcPct val="20000"/>
                        </a:spcBef>
                        <a:buFont typeface="Wingdings" panose="05000000000000000000" pitchFamily="2" charset="2"/>
                        <a:defRPr b="1">
                          <a:solidFill>
                            <a:schemeClr val="tx1"/>
                          </a:solidFill>
                          <a:latin typeface="Arial" panose="020B0604020202020204" pitchFamily="34" charset="0"/>
                          <a:ea typeface="楷体_GB2312" pitchFamily="49" charset="-122"/>
                        </a:defRPr>
                      </a:lvl2pPr>
                      <a:lvl3pPr marL="1143000" indent="-228600" eaLnBrk="0" hangingPunct="0">
                        <a:spcBef>
                          <a:spcPct val="20000"/>
                        </a:spcBef>
                        <a:buFont typeface="Gungsuh" pitchFamily="18" charset="-127"/>
                        <a:defRPr sz="1600"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sz="1400">
                          <a:solidFill>
                            <a:schemeClr val="tx1"/>
                          </a:solidFill>
                          <a:latin typeface="Arial" panose="020B0604020202020204" pitchFamily="34" charset="0"/>
                          <a:ea typeface="黑体" panose="02010609060101010101" charset="-122"/>
                        </a:defRPr>
                      </a:lvl4pPr>
                      <a:lvl5pPr marL="2057400" indent="-228600" eaLnBrk="0" hangingPunct="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0" fontAlgn="base" latinLnBrk="0" hangingPunct="0">
                        <a:lnSpc>
                          <a:spcPct val="100000"/>
                        </a:lnSpc>
                        <a:spcBef>
                          <a:spcPct val="20000"/>
                        </a:spcBef>
                        <a:spcAft>
                          <a:spcPct val="0"/>
                        </a:spcAft>
                        <a:buClrTx/>
                        <a:buSzTx/>
                        <a:buFont typeface="Wingdings" panose="05000000000000000000" pitchFamily="2" charset="2"/>
                        <a:buNone/>
                      </a:pPr>
                      <a:r>
                        <a:rPr kumimoji="0" lang="en-US"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rPr>
                        <a:t>Hex</a:t>
                      </a:r>
                      <a:endParaRPr kumimoji="0" lang="en-US"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Font typeface="Wingdings" panose="05000000000000000000" pitchFamily="2" charset="2"/>
                        <a:defRPr sz="2000" b="1">
                          <a:solidFill>
                            <a:schemeClr val="tx1"/>
                          </a:solidFill>
                          <a:latin typeface="Arial" panose="020B0604020202020204" pitchFamily="34" charset="0"/>
                          <a:ea typeface="黑体" panose="02010609060101010101" charset="-122"/>
                        </a:defRPr>
                      </a:lvl1pPr>
                      <a:lvl2pPr marL="742950" indent="-285750" eaLnBrk="0" hangingPunct="0">
                        <a:spcBef>
                          <a:spcPct val="20000"/>
                        </a:spcBef>
                        <a:buFont typeface="Wingdings" panose="05000000000000000000" pitchFamily="2" charset="2"/>
                        <a:defRPr b="1">
                          <a:solidFill>
                            <a:schemeClr val="tx1"/>
                          </a:solidFill>
                          <a:latin typeface="Arial" panose="020B0604020202020204" pitchFamily="34" charset="0"/>
                          <a:ea typeface="楷体_GB2312" pitchFamily="49" charset="-122"/>
                        </a:defRPr>
                      </a:lvl2pPr>
                      <a:lvl3pPr marL="1143000" indent="-228600" eaLnBrk="0" hangingPunct="0">
                        <a:spcBef>
                          <a:spcPct val="20000"/>
                        </a:spcBef>
                        <a:buFont typeface="Gungsuh" pitchFamily="18" charset="-127"/>
                        <a:defRPr sz="1600"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sz="1400">
                          <a:solidFill>
                            <a:schemeClr val="tx1"/>
                          </a:solidFill>
                          <a:latin typeface="Arial" panose="020B0604020202020204" pitchFamily="34" charset="0"/>
                          <a:ea typeface="黑体" panose="02010609060101010101" charset="-122"/>
                        </a:defRPr>
                      </a:lvl4pPr>
                      <a:lvl5pPr marL="2057400" indent="-228600" eaLnBrk="0" hangingPunct="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0" fontAlgn="base" latinLnBrk="0" hangingPunct="0">
                        <a:lnSpc>
                          <a:spcPct val="100000"/>
                        </a:lnSpc>
                        <a:spcBef>
                          <a:spcPct val="20000"/>
                        </a:spcBef>
                        <a:spcAft>
                          <a:spcPct val="0"/>
                        </a:spcAft>
                        <a:buClrTx/>
                        <a:buSzTx/>
                        <a:buFont typeface="Wingdings" panose="05000000000000000000" pitchFamily="2" charset="2"/>
                        <a:buNone/>
                      </a:pPr>
                      <a:r>
                        <a:rPr kumimoji="0" lang="en-US"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rPr>
                        <a:t>Decimal</a:t>
                      </a:r>
                      <a:endParaRPr kumimoji="0" lang="en-US" altLang="zh-CN" sz="2000" b="1" i="0" u="none" strike="noStrike" cap="none" normalizeH="0" baseline="3000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a:noFill/>
                    </a:lnR>
                    <a:lnT>
                      <a:noFill/>
                    </a:lnT>
                    <a:lnB w="12700" cap="flat" cmpd="sng" algn="ctr">
                      <a:solidFill>
                        <a:schemeClr val="tx1"/>
                      </a:solidFill>
                      <a:prstDash val="solid"/>
                      <a:round/>
                      <a:headEnd type="none" w="med" len="med"/>
                      <a:tailEnd type="none" w="med" len="med"/>
                    </a:lnB>
                    <a:lnTlToBr>
                      <a:noFill/>
                    </a:lnTlToBr>
                    <a:lnBlToTr>
                      <a:noFill/>
                    </a:lnBlToTr>
                    <a:noFill/>
                  </a:tcPr>
                </a:tc>
              </a:tr>
              <a:tr h="198438">
                <a:tc>
                  <a:txBody>
                    <a:bodyPr/>
                    <a:lstStyle>
                      <a:lvl1pPr eaLnBrk="0" hangingPunct="0">
                        <a:spcBef>
                          <a:spcPct val="20000"/>
                        </a:spcBef>
                        <a:buFont typeface="Wingdings" panose="05000000000000000000" pitchFamily="2" charset="2"/>
                        <a:defRPr sz="2000" b="1">
                          <a:solidFill>
                            <a:schemeClr val="tx1"/>
                          </a:solidFill>
                          <a:latin typeface="Arial" panose="020B0604020202020204" pitchFamily="34" charset="0"/>
                          <a:ea typeface="黑体" panose="02010609060101010101" charset="-122"/>
                        </a:defRPr>
                      </a:lvl1pPr>
                      <a:lvl2pPr marL="742950" indent="-285750" eaLnBrk="0" hangingPunct="0">
                        <a:spcBef>
                          <a:spcPct val="20000"/>
                        </a:spcBef>
                        <a:buFont typeface="Wingdings" panose="05000000000000000000" pitchFamily="2" charset="2"/>
                        <a:defRPr b="1">
                          <a:solidFill>
                            <a:schemeClr val="tx1"/>
                          </a:solidFill>
                          <a:latin typeface="Arial" panose="020B0604020202020204" pitchFamily="34" charset="0"/>
                          <a:ea typeface="楷体_GB2312" pitchFamily="49" charset="-122"/>
                        </a:defRPr>
                      </a:lvl2pPr>
                      <a:lvl3pPr marL="1143000" indent="-228600" eaLnBrk="0" hangingPunct="0">
                        <a:spcBef>
                          <a:spcPct val="20000"/>
                        </a:spcBef>
                        <a:buFont typeface="Gungsuh" pitchFamily="18" charset="-127"/>
                        <a:defRPr sz="1600"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sz="1400">
                          <a:solidFill>
                            <a:schemeClr val="tx1"/>
                          </a:solidFill>
                          <a:latin typeface="Arial" panose="020B0604020202020204" pitchFamily="34" charset="0"/>
                          <a:ea typeface="黑体" panose="02010609060101010101" charset="-122"/>
                        </a:defRPr>
                      </a:lvl4pPr>
                      <a:lvl5pPr marL="2057400" indent="-228600" eaLnBrk="0" hangingPunct="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0" fontAlgn="base" latinLnBrk="0" hangingPunct="0">
                        <a:lnSpc>
                          <a:spcPct val="85000"/>
                        </a:lnSpc>
                        <a:spcBef>
                          <a:spcPct val="20000"/>
                        </a:spcBef>
                        <a:spcAft>
                          <a:spcPct val="0"/>
                        </a:spcAft>
                        <a:buClrTx/>
                        <a:buSzTx/>
                        <a:buFont typeface="Wingdings" panose="05000000000000000000" pitchFamily="2" charset="2"/>
                        <a:buNone/>
                      </a:pPr>
                      <a:r>
                        <a:rPr kumimoji="0" lang="en-US" altLang="zh-CN" sz="1600" b="1" i="0" u="none" strike="noStrike" cap="none" normalizeH="0" baseline="0">
                          <a:ln>
                            <a:noFill/>
                          </a:ln>
                          <a:solidFill>
                            <a:schemeClr val="tx1"/>
                          </a:solidFill>
                          <a:effectLst/>
                          <a:latin typeface="Arial" panose="020B0604020202020204" pitchFamily="34" charset="0"/>
                          <a:ea typeface="宋体" panose="02010600030101010101" pitchFamily="2" charset="-122"/>
                        </a:rPr>
                        <a:t>0000</a:t>
                      </a:r>
                      <a:endParaRPr kumimoji="0" lang="en-US" altLang="zh-CN" sz="16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a:noFill/>
                    </a:lnB>
                    <a:lnTlToBr>
                      <a:noFill/>
                    </a:lnTlToBr>
                    <a:lnBlToTr>
                      <a:noFill/>
                    </a:lnBlToTr>
                    <a:noFill/>
                  </a:tcPr>
                </a:tc>
                <a:tc>
                  <a:txBody>
                    <a:bodyPr/>
                    <a:lstStyle>
                      <a:lvl1pPr eaLnBrk="0" hangingPunct="0">
                        <a:spcBef>
                          <a:spcPct val="20000"/>
                        </a:spcBef>
                        <a:buFont typeface="Wingdings" panose="05000000000000000000" pitchFamily="2" charset="2"/>
                        <a:defRPr sz="2000" b="1">
                          <a:solidFill>
                            <a:schemeClr val="tx1"/>
                          </a:solidFill>
                          <a:latin typeface="Arial" panose="020B0604020202020204" pitchFamily="34" charset="0"/>
                          <a:ea typeface="黑体" panose="02010609060101010101" charset="-122"/>
                        </a:defRPr>
                      </a:lvl1pPr>
                      <a:lvl2pPr marL="742950" indent="-285750" eaLnBrk="0" hangingPunct="0">
                        <a:spcBef>
                          <a:spcPct val="20000"/>
                        </a:spcBef>
                        <a:buFont typeface="Wingdings" panose="05000000000000000000" pitchFamily="2" charset="2"/>
                        <a:defRPr b="1">
                          <a:solidFill>
                            <a:schemeClr val="tx1"/>
                          </a:solidFill>
                          <a:latin typeface="Arial" panose="020B0604020202020204" pitchFamily="34" charset="0"/>
                          <a:ea typeface="楷体_GB2312" pitchFamily="49" charset="-122"/>
                        </a:defRPr>
                      </a:lvl2pPr>
                      <a:lvl3pPr marL="1143000" indent="-228600" eaLnBrk="0" hangingPunct="0">
                        <a:spcBef>
                          <a:spcPct val="20000"/>
                        </a:spcBef>
                        <a:buFont typeface="Gungsuh" pitchFamily="18" charset="-127"/>
                        <a:defRPr sz="1600"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sz="1400">
                          <a:solidFill>
                            <a:schemeClr val="tx1"/>
                          </a:solidFill>
                          <a:latin typeface="Arial" panose="020B0604020202020204" pitchFamily="34" charset="0"/>
                          <a:ea typeface="黑体" panose="02010609060101010101" charset="-122"/>
                        </a:defRPr>
                      </a:lvl4pPr>
                      <a:lvl5pPr marL="2057400" indent="-228600" eaLnBrk="0" hangingPunct="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0" fontAlgn="base" latinLnBrk="0" hangingPunct="0">
                        <a:lnSpc>
                          <a:spcPct val="85000"/>
                        </a:lnSpc>
                        <a:spcBef>
                          <a:spcPct val="20000"/>
                        </a:spcBef>
                        <a:spcAft>
                          <a:spcPct val="0"/>
                        </a:spcAft>
                        <a:buClrTx/>
                        <a:buSzTx/>
                        <a:buFont typeface="Wingdings" panose="05000000000000000000" pitchFamily="2" charset="2"/>
                        <a:buNone/>
                      </a:pPr>
                      <a:r>
                        <a:rPr kumimoji="0" lang="en-US" altLang="zh-CN" sz="1600" b="1" i="0" u="none" strike="noStrike" cap="none" normalizeH="0" baseline="0">
                          <a:ln>
                            <a:noFill/>
                          </a:ln>
                          <a:solidFill>
                            <a:schemeClr val="tx1"/>
                          </a:solidFill>
                          <a:effectLst/>
                          <a:latin typeface="Arial" panose="020B0604020202020204" pitchFamily="34" charset="0"/>
                          <a:ea typeface="宋体" panose="02010600030101010101" pitchFamily="2" charset="-122"/>
                        </a:rPr>
                        <a:t>0</a:t>
                      </a:r>
                      <a:endParaRPr kumimoji="0" lang="en-US" altLang="zh-CN" sz="16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a:noFill/>
                    </a:lnB>
                    <a:lnTlToBr>
                      <a:noFill/>
                    </a:lnTlToBr>
                    <a:lnBlToTr>
                      <a:noFill/>
                    </a:lnBlToTr>
                    <a:noFill/>
                  </a:tcPr>
                </a:tc>
                <a:tc>
                  <a:txBody>
                    <a:bodyPr/>
                    <a:lstStyle>
                      <a:lvl1pPr eaLnBrk="0" hangingPunct="0">
                        <a:spcBef>
                          <a:spcPct val="20000"/>
                        </a:spcBef>
                        <a:buFont typeface="Wingdings" panose="05000000000000000000" pitchFamily="2" charset="2"/>
                        <a:defRPr sz="2000" b="1">
                          <a:solidFill>
                            <a:schemeClr val="tx1"/>
                          </a:solidFill>
                          <a:latin typeface="Arial" panose="020B0604020202020204" pitchFamily="34" charset="0"/>
                          <a:ea typeface="黑体" panose="02010609060101010101" charset="-122"/>
                        </a:defRPr>
                      </a:lvl1pPr>
                      <a:lvl2pPr marL="742950" indent="-285750" eaLnBrk="0" hangingPunct="0">
                        <a:spcBef>
                          <a:spcPct val="20000"/>
                        </a:spcBef>
                        <a:buFont typeface="Wingdings" panose="05000000000000000000" pitchFamily="2" charset="2"/>
                        <a:defRPr b="1">
                          <a:solidFill>
                            <a:schemeClr val="tx1"/>
                          </a:solidFill>
                          <a:latin typeface="Arial" panose="020B0604020202020204" pitchFamily="34" charset="0"/>
                          <a:ea typeface="楷体_GB2312" pitchFamily="49" charset="-122"/>
                        </a:defRPr>
                      </a:lvl2pPr>
                      <a:lvl3pPr marL="1143000" indent="-228600" eaLnBrk="0" hangingPunct="0">
                        <a:spcBef>
                          <a:spcPct val="20000"/>
                        </a:spcBef>
                        <a:buFont typeface="Gungsuh" pitchFamily="18" charset="-127"/>
                        <a:defRPr sz="1600"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sz="1400">
                          <a:solidFill>
                            <a:schemeClr val="tx1"/>
                          </a:solidFill>
                          <a:latin typeface="Arial" panose="020B0604020202020204" pitchFamily="34" charset="0"/>
                          <a:ea typeface="黑体" panose="02010609060101010101" charset="-122"/>
                        </a:defRPr>
                      </a:lvl4pPr>
                      <a:lvl5pPr marL="2057400" indent="-228600" eaLnBrk="0" hangingPunct="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0" fontAlgn="base" latinLnBrk="0" hangingPunct="0">
                        <a:lnSpc>
                          <a:spcPct val="85000"/>
                        </a:lnSpc>
                        <a:spcBef>
                          <a:spcPct val="20000"/>
                        </a:spcBef>
                        <a:spcAft>
                          <a:spcPct val="0"/>
                        </a:spcAft>
                        <a:buClrTx/>
                        <a:buSzTx/>
                        <a:buFont typeface="Wingdings" panose="05000000000000000000" pitchFamily="2" charset="2"/>
                        <a:buNone/>
                      </a:pPr>
                      <a:r>
                        <a:rPr kumimoji="0" lang="en-US" altLang="zh-CN" sz="1600" b="1" i="0" u="none" strike="noStrike" cap="none" normalizeH="0" baseline="0">
                          <a:ln>
                            <a:noFill/>
                          </a:ln>
                          <a:solidFill>
                            <a:schemeClr val="tx1"/>
                          </a:solidFill>
                          <a:effectLst/>
                          <a:latin typeface="Arial" panose="020B0604020202020204" pitchFamily="34" charset="0"/>
                          <a:ea typeface="宋体" panose="02010600030101010101" pitchFamily="2" charset="-122"/>
                        </a:rPr>
                        <a:t>0</a:t>
                      </a:r>
                      <a:endParaRPr kumimoji="0" lang="en-US" altLang="zh-CN" sz="16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a:noFill/>
                    </a:lnB>
                    <a:lnTlToBr>
                      <a:noFill/>
                    </a:lnTlToBr>
                    <a:lnBlToTr>
                      <a:noFill/>
                    </a:lnBlToTr>
                    <a:noFill/>
                  </a:tcPr>
                </a:tc>
              </a:tr>
              <a:tr h="198438">
                <a:tc>
                  <a:txBody>
                    <a:bodyPr/>
                    <a:lstStyle>
                      <a:lvl1pPr eaLnBrk="0" hangingPunct="0">
                        <a:spcBef>
                          <a:spcPct val="20000"/>
                        </a:spcBef>
                        <a:buFont typeface="Wingdings" panose="05000000000000000000" pitchFamily="2" charset="2"/>
                        <a:defRPr sz="2000" b="1">
                          <a:solidFill>
                            <a:schemeClr val="tx1"/>
                          </a:solidFill>
                          <a:latin typeface="Arial" panose="020B0604020202020204" pitchFamily="34" charset="0"/>
                          <a:ea typeface="黑体" panose="02010609060101010101" charset="-122"/>
                        </a:defRPr>
                      </a:lvl1pPr>
                      <a:lvl2pPr marL="742950" indent="-285750" eaLnBrk="0" hangingPunct="0">
                        <a:spcBef>
                          <a:spcPct val="20000"/>
                        </a:spcBef>
                        <a:buFont typeface="Wingdings" panose="05000000000000000000" pitchFamily="2" charset="2"/>
                        <a:defRPr b="1">
                          <a:solidFill>
                            <a:schemeClr val="tx1"/>
                          </a:solidFill>
                          <a:latin typeface="Arial" panose="020B0604020202020204" pitchFamily="34" charset="0"/>
                          <a:ea typeface="楷体_GB2312" pitchFamily="49" charset="-122"/>
                        </a:defRPr>
                      </a:lvl2pPr>
                      <a:lvl3pPr marL="1143000" indent="-228600" eaLnBrk="0" hangingPunct="0">
                        <a:spcBef>
                          <a:spcPct val="20000"/>
                        </a:spcBef>
                        <a:buFont typeface="Gungsuh" pitchFamily="18" charset="-127"/>
                        <a:defRPr sz="1600"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sz="1400">
                          <a:solidFill>
                            <a:schemeClr val="tx1"/>
                          </a:solidFill>
                          <a:latin typeface="Arial" panose="020B0604020202020204" pitchFamily="34" charset="0"/>
                          <a:ea typeface="黑体" panose="02010609060101010101" charset="-122"/>
                        </a:defRPr>
                      </a:lvl4pPr>
                      <a:lvl5pPr marL="2057400" indent="-228600" eaLnBrk="0" hangingPunct="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0" fontAlgn="base" latinLnBrk="0" hangingPunct="0">
                        <a:lnSpc>
                          <a:spcPct val="85000"/>
                        </a:lnSpc>
                        <a:spcBef>
                          <a:spcPct val="20000"/>
                        </a:spcBef>
                        <a:spcAft>
                          <a:spcPct val="0"/>
                        </a:spcAft>
                        <a:buClrTx/>
                        <a:buSzTx/>
                        <a:buFont typeface="Wingdings" panose="05000000000000000000" pitchFamily="2" charset="2"/>
                        <a:buNone/>
                      </a:pPr>
                      <a:r>
                        <a:rPr kumimoji="0" lang="en-US" altLang="zh-CN" sz="1600" b="1" i="0" u="none" strike="noStrike" cap="none" normalizeH="0" baseline="0">
                          <a:ln>
                            <a:noFill/>
                          </a:ln>
                          <a:solidFill>
                            <a:schemeClr val="tx1"/>
                          </a:solidFill>
                          <a:effectLst/>
                          <a:latin typeface="Arial" panose="020B0604020202020204" pitchFamily="34" charset="0"/>
                          <a:ea typeface="宋体" panose="02010600030101010101" pitchFamily="2" charset="-122"/>
                        </a:rPr>
                        <a:t>0001</a:t>
                      </a:r>
                      <a:endParaRPr kumimoji="0" lang="en-US" altLang="zh-CN" sz="16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a:noFill/>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lvl1pPr eaLnBrk="0" hangingPunct="0">
                        <a:spcBef>
                          <a:spcPct val="20000"/>
                        </a:spcBef>
                        <a:buFont typeface="Wingdings" panose="05000000000000000000" pitchFamily="2" charset="2"/>
                        <a:defRPr sz="2000" b="1">
                          <a:solidFill>
                            <a:schemeClr val="tx1"/>
                          </a:solidFill>
                          <a:latin typeface="Arial" panose="020B0604020202020204" pitchFamily="34" charset="0"/>
                          <a:ea typeface="黑体" panose="02010609060101010101" charset="-122"/>
                        </a:defRPr>
                      </a:lvl1pPr>
                      <a:lvl2pPr marL="742950" indent="-285750" eaLnBrk="0" hangingPunct="0">
                        <a:spcBef>
                          <a:spcPct val="20000"/>
                        </a:spcBef>
                        <a:buFont typeface="Wingdings" panose="05000000000000000000" pitchFamily="2" charset="2"/>
                        <a:defRPr b="1">
                          <a:solidFill>
                            <a:schemeClr val="tx1"/>
                          </a:solidFill>
                          <a:latin typeface="Arial" panose="020B0604020202020204" pitchFamily="34" charset="0"/>
                          <a:ea typeface="楷体_GB2312" pitchFamily="49" charset="-122"/>
                        </a:defRPr>
                      </a:lvl2pPr>
                      <a:lvl3pPr marL="1143000" indent="-228600" eaLnBrk="0" hangingPunct="0">
                        <a:spcBef>
                          <a:spcPct val="20000"/>
                        </a:spcBef>
                        <a:buFont typeface="Gungsuh" pitchFamily="18" charset="-127"/>
                        <a:defRPr sz="1600"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sz="1400">
                          <a:solidFill>
                            <a:schemeClr val="tx1"/>
                          </a:solidFill>
                          <a:latin typeface="Arial" panose="020B0604020202020204" pitchFamily="34" charset="0"/>
                          <a:ea typeface="黑体" panose="02010609060101010101" charset="-122"/>
                        </a:defRPr>
                      </a:lvl4pPr>
                      <a:lvl5pPr marL="2057400" indent="-228600" eaLnBrk="0" hangingPunct="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0" fontAlgn="base" latinLnBrk="0" hangingPunct="0">
                        <a:lnSpc>
                          <a:spcPct val="85000"/>
                        </a:lnSpc>
                        <a:spcBef>
                          <a:spcPct val="20000"/>
                        </a:spcBef>
                        <a:spcAft>
                          <a:spcPct val="0"/>
                        </a:spcAft>
                        <a:buClrTx/>
                        <a:buSzTx/>
                        <a:buFont typeface="Wingdings" panose="05000000000000000000" pitchFamily="2" charset="2"/>
                        <a:buNone/>
                      </a:pPr>
                      <a:r>
                        <a:rPr kumimoji="0" lang="en-US" altLang="zh-CN" sz="1600" b="1" i="0" u="none" strike="noStrike" cap="none" normalizeH="0" baseline="0">
                          <a:ln>
                            <a:noFill/>
                          </a:ln>
                          <a:solidFill>
                            <a:schemeClr val="tx1"/>
                          </a:solidFill>
                          <a:effectLst/>
                          <a:latin typeface="Arial" panose="020B0604020202020204" pitchFamily="34" charset="0"/>
                          <a:ea typeface="宋体" panose="02010600030101010101" pitchFamily="2" charset="-122"/>
                        </a:rPr>
                        <a:t>1</a:t>
                      </a:r>
                      <a:endParaRPr kumimoji="0" lang="en-US" altLang="zh-CN" sz="16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lvl1pPr eaLnBrk="0" hangingPunct="0">
                        <a:spcBef>
                          <a:spcPct val="20000"/>
                        </a:spcBef>
                        <a:buFont typeface="Wingdings" panose="05000000000000000000" pitchFamily="2" charset="2"/>
                        <a:defRPr sz="2000" b="1">
                          <a:solidFill>
                            <a:schemeClr val="tx1"/>
                          </a:solidFill>
                          <a:latin typeface="Arial" panose="020B0604020202020204" pitchFamily="34" charset="0"/>
                          <a:ea typeface="黑体" panose="02010609060101010101" charset="-122"/>
                        </a:defRPr>
                      </a:lvl1pPr>
                      <a:lvl2pPr marL="742950" indent="-285750" eaLnBrk="0" hangingPunct="0">
                        <a:spcBef>
                          <a:spcPct val="20000"/>
                        </a:spcBef>
                        <a:buFont typeface="Wingdings" panose="05000000000000000000" pitchFamily="2" charset="2"/>
                        <a:defRPr b="1">
                          <a:solidFill>
                            <a:schemeClr val="tx1"/>
                          </a:solidFill>
                          <a:latin typeface="Arial" panose="020B0604020202020204" pitchFamily="34" charset="0"/>
                          <a:ea typeface="楷体_GB2312" pitchFamily="49" charset="-122"/>
                        </a:defRPr>
                      </a:lvl2pPr>
                      <a:lvl3pPr marL="1143000" indent="-228600" eaLnBrk="0" hangingPunct="0">
                        <a:spcBef>
                          <a:spcPct val="20000"/>
                        </a:spcBef>
                        <a:buFont typeface="Gungsuh" pitchFamily="18" charset="-127"/>
                        <a:defRPr sz="1600"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sz="1400">
                          <a:solidFill>
                            <a:schemeClr val="tx1"/>
                          </a:solidFill>
                          <a:latin typeface="Arial" panose="020B0604020202020204" pitchFamily="34" charset="0"/>
                          <a:ea typeface="黑体" panose="02010609060101010101" charset="-122"/>
                        </a:defRPr>
                      </a:lvl4pPr>
                      <a:lvl5pPr marL="2057400" indent="-228600" eaLnBrk="0" hangingPunct="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0" fontAlgn="base" latinLnBrk="0" hangingPunct="0">
                        <a:lnSpc>
                          <a:spcPct val="85000"/>
                        </a:lnSpc>
                        <a:spcBef>
                          <a:spcPct val="20000"/>
                        </a:spcBef>
                        <a:spcAft>
                          <a:spcPct val="0"/>
                        </a:spcAft>
                        <a:buClrTx/>
                        <a:buSzTx/>
                        <a:buFont typeface="Wingdings" panose="05000000000000000000" pitchFamily="2" charset="2"/>
                        <a:buNone/>
                      </a:pPr>
                      <a:r>
                        <a:rPr kumimoji="0" lang="en-US" altLang="zh-CN" sz="1600" b="1" i="0" u="none" strike="noStrike" cap="none" normalizeH="0" baseline="0">
                          <a:ln>
                            <a:noFill/>
                          </a:ln>
                          <a:solidFill>
                            <a:schemeClr val="tx1"/>
                          </a:solidFill>
                          <a:effectLst/>
                          <a:latin typeface="Arial" panose="020B0604020202020204" pitchFamily="34" charset="0"/>
                          <a:ea typeface="宋体" panose="02010600030101010101" pitchFamily="2" charset="-122"/>
                        </a:rPr>
                        <a:t>1</a:t>
                      </a:r>
                      <a:endParaRPr kumimoji="0" lang="en-US" altLang="zh-CN" sz="16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a:noFill/>
                    </a:lnR>
                    <a:lnT>
                      <a:noFill/>
                    </a:lnT>
                    <a:lnB>
                      <a:noFill/>
                    </a:lnB>
                    <a:lnTlToBr>
                      <a:noFill/>
                    </a:lnTlToBr>
                    <a:lnBlToTr>
                      <a:noFill/>
                    </a:lnBlToTr>
                    <a:noFill/>
                  </a:tcPr>
                </a:tc>
              </a:tr>
              <a:tr h="198438">
                <a:tc>
                  <a:txBody>
                    <a:bodyPr/>
                    <a:lstStyle>
                      <a:lvl1pPr eaLnBrk="0" hangingPunct="0">
                        <a:spcBef>
                          <a:spcPct val="20000"/>
                        </a:spcBef>
                        <a:buFont typeface="Wingdings" panose="05000000000000000000" pitchFamily="2" charset="2"/>
                        <a:defRPr sz="2000" b="1">
                          <a:solidFill>
                            <a:schemeClr val="tx1"/>
                          </a:solidFill>
                          <a:latin typeface="Arial" panose="020B0604020202020204" pitchFamily="34" charset="0"/>
                          <a:ea typeface="黑体" panose="02010609060101010101" charset="-122"/>
                        </a:defRPr>
                      </a:lvl1pPr>
                      <a:lvl2pPr marL="742950" indent="-285750" eaLnBrk="0" hangingPunct="0">
                        <a:spcBef>
                          <a:spcPct val="20000"/>
                        </a:spcBef>
                        <a:buFont typeface="Wingdings" panose="05000000000000000000" pitchFamily="2" charset="2"/>
                        <a:defRPr b="1">
                          <a:solidFill>
                            <a:schemeClr val="tx1"/>
                          </a:solidFill>
                          <a:latin typeface="Arial" panose="020B0604020202020204" pitchFamily="34" charset="0"/>
                          <a:ea typeface="楷体_GB2312" pitchFamily="49" charset="-122"/>
                        </a:defRPr>
                      </a:lvl2pPr>
                      <a:lvl3pPr marL="1143000" indent="-228600" eaLnBrk="0" hangingPunct="0">
                        <a:spcBef>
                          <a:spcPct val="20000"/>
                        </a:spcBef>
                        <a:buFont typeface="Gungsuh" pitchFamily="18" charset="-127"/>
                        <a:defRPr sz="1600"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sz="1400">
                          <a:solidFill>
                            <a:schemeClr val="tx1"/>
                          </a:solidFill>
                          <a:latin typeface="Arial" panose="020B0604020202020204" pitchFamily="34" charset="0"/>
                          <a:ea typeface="黑体" panose="02010609060101010101" charset="-122"/>
                        </a:defRPr>
                      </a:lvl4pPr>
                      <a:lvl5pPr marL="2057400" indent="-228600" eaLnBrk="0" hangingPunct="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0" fontAlgn="base" latinLnBrk="0" hangingPunct="0">
                        <a:lnSpc>
                          <a:spcPct val="85000"/>
                        </a:lnSpc>
                        <a:spcBef>
                          <a:spcPct val="20000"/>
                        </a:spcBef>
                        <a:spcAft>
                          <a:spcPct val="0"/>
                        </a:spcAft>
                        <a:buClrTx/>
                        <a:buSzTx/>
                        <a:buFont typeface="Wingdings" panose="05000000000000000000" pitchFamily="2" charset="2"/>
                        <a:buNone/>
                      </a:pPr>
                      <a:r>
                        <a:rPr kumimoji="0" lang="en-US" altLang="zh-CN" sz="1600" b="1" i="0" u="none" strike="noStrike" cap="none" normalizeH="0" baseline="0">
                          <a:ln>
                            <a:noFill/>
                          </a:ln>
                          <a:solidFill>
                            <a:schemeClr val="tx1"/>
                          </a:solidFill>
                          <a:effectLst/>
                          <a:latin typeface="Arial" panose="020B0604020202020204" pitchFamily="34" charset="0"/>
                          <a:ea typeface="宋体" panose="02010600030101010101" pitchFamily="2" charset="-122"/>
                        </a:rPr>
                        <a:t>0010</a:t>
                      </a:r>
                      <a:endParaRPr kumimoji="0" lang="en-US" altLang="zh-CN" sz="16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a:noFill/>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lvl1pPr eaLnBrk="0" hangingPunct="0">
                        <a:spcBef>
                          <a:spcPct val="20000"/>
                        </a:spcBef>
                        <a:buFont typeface="Wingdings" panose="05000000000000000000" pitchFamily="2" charset="2"/>
                        <a:defRPr sz="2000" b="1">
                          <a:solidFill>
                            <a:schemeClr val="tx1"/>
                          </a:solidFill>
                          <a:latin typeface="Arial" panose="020B0604020202020204" pitchFamily="34" charset="0"/>
                          <a:ea typeface="黑体" panose="02010609060101010101" charset="-122"/>
                        </a:defRPr>
                      </a:lvl1pPr>
                      <a:lvl2pPr marL="742950" indent="-285750" eaLnBrk="0" hangingPunct="0">
                        <a:spcBef>
                          <a:spcPct val="20000"/>
                        </a:spcBef>
                        <a:buFont typeface="Wingdings" panose="05000000000000000000" pitchFamily="2" charset="2"/>
                        <a:defRPr b="1">
                          <a:solidFill>
                            <a:schemeClr val="tx1"/>
                          </a:solidFill>
                          <a:latin typeface="Arial" panose="020B0604020202020204" pitchFamily="34" charset="0"/>
                          <a:ea typeface="楷体_GB2312" pitchFamily="49" charset="-122"/>
                        </a:defRPr>
                      </a:lvl2pPr>
                      <a:lvl3pPr marL="1143000" indent="-228600" eaLnBrk="0" hangingPunct="0">
                        <a:spcBef>
                          <a:spcPct val="20000"/>
                        </a:spcBef>
                        <a:buFont typeface="Gungsuh" pitchFamily="18" charset="-127"/>
                        <a:defRPr sz="1600"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sz="1400">
                          <a:solidFill>
                            <a:schemeClr val="tx1"/>
                          </a:solidFill>
                          <a:latin typeface="Arial" panose="020B0604020202020204" pitchFamily="34" charset="0"/>
                          <a:ea typeface="黑体" panose="02010609060101010101" charset="-122"/>
                        </a:defRPr>
                      </a:lvl4pPr>
                      <a:lvl5pPr marL="2057400" indent="-228600" eaLnBrk="0" hangingPunct="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0" fontAlgn="base" latinLnBrk="0" hangingPunct="0">
                        <a:lnSpc>
                          <a:spcPct val="85000"/>
                        </a:lnSpc>
                        <a:spcBef>
                          <a:spcPct val="20000"/>
                        </a:spcBef>
                        <a:spcAft>
                          <a:spcPct val="0"/>
                        </a:spcAft>
                        <a:buClrTx/>
                        <a:buSzTx/>
                        <a:buFont typeface="Wingdings" panose="05000000000000000000" pitchFamily="2" charset="2"/>
                        <a:buNone/>
                      </a:pPr>
                      <a:r>
                        <a:rPr kumimoji="0" lang="en-US" altLang="zh-CN" sz="1600" b="1" i="0" u="none" strike="noStrike" cap="none" normalizeH="0" baseline="0">
                          <a:ln>
                            <a:noFill/>
                          </a:ln>
                          <a:solidFill>
                            <a:schemeClr val="tx1"/>
                          </a:solidFill>
                          <a:effectLst/>
                          <a:latin typeface="Arial" panose="020B0604020202020204" pitchFamily="34" charset="0"/>
                          <a:ea typeface="宋体" panose="02010600030101010101" pitchFamily="2" charset="-122"/>
                        </a:rPr>
                        <a:t>2</a:t>
                      </a:r>
                      <a:endParaRPr kumimoji="0" lang="en-US" altLang="zh-CN" sz="16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lvl1pPr eaLnBrk="0" hangingPunct="0">
                        <a:spcBef>
                          <a:spcPct val="20000"/>
                        </a:spcBef>
                        <a:buFont typeface="Wingdings" panose="05000000000000000000" pitchFamily="2" charset="2"/>
                        <a:defRPr sz="2000" b="1">
                          <a:solidFill>
                            <a:schemeClr val="tx1"/>
                          </a:solidFill>
                          <a:latin typeface="Arial" panose="020B0604020202020204" pitchFamily="34" charset="0"/>
                          <a:ea typeface="黑体" panose="02010609060101010101" charset="-122"/>
                        </a:defRPr>
                      </a:lvl1pPr>
                      <a:lvl2pPr marL="742950" indent="-285750" eaLnBrk="0" hangingPunct="0">
                        <a:spcBef>
                          <a:spcPct val="20000"/>
                        </a:spcBef>
                        <a:buFont typeface="Wingdings" panose="05000000000000000000" pitchFamily="2" charset="2"/>
                        <a:defRPr b="1">
                          <a:solidFill>
                            <a:schemeClr val="tx1"/>
                          </a:solidFill>
                          <a:latin typeface="Arial" panose="020B0604020202020204" pitchFamily="34" charset="0"/>
                          <a:ea typeface="楷体_GB2312" pitchFamily="49" charset="-122"/>
                        </a:defRPr>
                      </a:lvl2pPr>
                      <a:lvl3pPr marL="1143000" indent="-228600" eaLnBrk="0" hangingPunct="0">
                        <a:spcBef>
                          <a:spcPct val="20000"/>
                        </a:spcBef>
                        <a:buFont typeface="Gungsuh" pitchFamily="18" charset="-127"/>
                        <a:defRPr sz="1600"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sz="1400">
                          <a:solidFill>
                            <a:schemeClr val="tx1"/>
                          </a:solidFill>
                          <a:latin typeface="Arial" panose="020B0604020202020204" pitchFamily="34" charset="0"/>
                          <a:ea typeface="黑体" panose="02010609060101010101" charset="-122"/>
                        </a:defRPr>
                      </a:lvl4pPr>
                      <a:lvl5pPr marL="2057400" indent="-228600" eaLnBrk="0" hangingPunct="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0" fontAlgn="base" latinLnBrk="0" hangingPunct="0">
                        <a:lnSpc>
                          <a:spcPct val="85000"/>
                        </a:lnSpc>
                        <a:spcBef>
                          <a:spcPct val="20000"/>
                        </a:spcBef>
                        <a:spcAft>
                          <a:spcPct val="0"/>
                        </a:spcAft>
                        <a:buClrTx/>
                        <a:buSzTx/>
                        <a:buFont typeface="Wingdings" panose="05000000000000000000" pitchFamily="2" charset="2"/>
                        <a:buNone/>
                      </a:pPr>
                      <a:r>
                        <a:rPr kumimoji="0" lang="en-US" altLang="zh-CN" sz="1600" b="1" i="0" u="none" strike="noStrike" cap="none" normalizeH="0" baseline="0">
                          <a:ln>
                            <a:noFill/>
                          </a:ln>
                          <a:solidFill>
                            <a:schemeClr val="tx1"/>
                          </a:solidFill>
                          <a:effectLst/>
                          <a:latin typeface="Arial" panose="020B0604020202020204" pitchFamily="34" charset="0"/>
                          <a:ea typeface="宋体" panose="02010600030101010101" pitchFamily="2" charset="-122"/>
                        </a:rPr>
                        <a:t>2</a:t>
                      </a:r>
                      <a:endParaRPr kumimoji="0" lang="en-US" altLang="zh-CN" sz="16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a:noFill/>
                    </a:lnR>
                    <a:lnT>
                      <a:noFill/>
                    </a:lnT>
                    <a:lnB>
                      <a:noFill/>
                    </a:lnB>
                    <a:lnTlToBr>
                      <a:noFill/>
                    </a:lnTlToBr>
                    <a:lnBlToTr>
                      <a:noFill/>
                    </a:lnBlToTr>
                    <a:noFill/>
                  </a:tcPr>
                </a:tc>
              </a:tr>
              <a:tr h="198438">
                <a:tc>
                  <a:txBody>
                    <a:bodyPr/>
                    <a:lstStyle>
                      <a:lvl1pPr eaLnBrk="0" hangingPunct="0">
                        <a:spcBef>
                          <a:spcPct val="20000"/>
                        </a:spcBef>
                        <a:buFont typeface="Wingdings" panose="05000000000000000000" pitchFamily="2" charset="2"/>
                        <a:defRPr sz="2000" b="1">
                          <a:solidFill>
                            <a:schemeClr val="tx1"/>
                          </a:solidFill>
                          <a:latin typeface="Arial" panose="020B0604020202020204" pitchFamily="34" charset="0"/>
                          <a:ea typeface="黑体" panose="02010609060101010101" charset="-122"/>
                        </a:defRPr>
                      </a:lvl1pPr>
                      <a:lvl2pPr marL="742950" indent="-285750" eaLnBrk="0" hangingPunct="0">
                        <a:spcBef>
                          <a:spcPct val="20000"/>
                        </a:spcBef>
                        <a:buFont typeface="Wingdings" panose="05000000000000000000" pitchFamily="2" charset="2"/>
                        <a:defRPr b="1">
                          <a:solidFill>
                            <a:schemeClr val="tx1"/>
                          </a:solidFill>
                          <a:latin typeface="Arial" panose="020B0604020202020204" pitchFamily="34" charset="0"/>
                          <a:ea typeface="楷体_GB2312" pitchFamily="49" charset="-122"/>
                        </a:defRPr>
                      </a:lvl2pPr>
                      <a:lvl3pPr marL="1143000" indent="-228600" eaLnBrk="0" hangingPunct="0">
                        <a:spcBef>
                          <a:spcPct val="20000"/>
                        </a:spcBef>
                        <a:buFont typeface="Gungsuh" pitchFamily="18" charset="-127"/>
                        <a:defRPr sz="1600"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sz="1400">
                          <a:solidFill>
                            <a:schemeClr val="tx1"/>
                          </a:solidFill>
                          <a:latin typeface="Arial" panose="020B0604020202020204" pitchFamily="34" charset="0"/>
                          <a:ea typeface="黑体" panose="02010609060101010101" charset="-122"/>
                        </a:defRPr>
                      </a:lvl4pPr>
                      <a:lvl5pPr marL="2057400" indent="-228600" eaLnBrk="0" hangingPunct="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0" fontAlgn="base" latinLnBrk="0" hangingPunct="0">
                        <a:lnSpc>
                          <a:spcPct val="85000"/>
                        </a:lnSpc>
                        <a:spcBef>
                          <a:spcPct val="20000"/>
                        </a:spcBef>
                        <a:spcAft>
                          <a:spcPct val="0"/>
                        </a:spcAft>
                        <a:buClrTx/>
                        <a:buSzTx/>
                        <a:buFont typeface="Wingdings" panose="05000000000000000000" pitchFamily="2" charset="2"/>
                        <a:buNone/>
                      </a:pPr>
                      <a:r>
                        <a:rPr kumimoji="0" lang="en-US" altLang="zh-CN" sz="1600" b="1" i="0" u="none" strike="noStrike" cap="none" normalizeH="0" baseline="0">
                          <a:ln>
                            <a:noFill/>
                          </a:ln>
                          <a:solidFill>
                            <a:schemeClr val="tx1"/>
                          </a:solidFill>
                          <a:effectLst/>
                          <a:latin typeface="Arial" panose="020B0604020202020204" pitchFamily="34" charset="0"/>
                          <a:ea typeface="宋体" panose="02010600030101010101" pitchFamily="2" charset="-122"/>
                        </a:rPr>
                        <a:t>0011</a:t>
                      </a:r>
                      <a:endParaRPr kumimoji="0" lang="en-US" altLang="zh-CN" sz="16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a:noFill/>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lvl1pPr eaLnBrk="0" hangingPunct="0">
                        <a:spcBef>
                          <a:spcPct val="20000"/>
                        </a:spcBef>
                        <a:buFont typeface="Wingdings" panose="05000000000000000000" pitchFamily="2" charset="2"/>
                        <a:defRPr sz="2000" b="1">
                          <a:solidFill>
                            <a:schemeClr val="tx1"/>
                          </a:solidFill>
                          <a:latin typeface="Arial" panose="020B0604020202020204" pitchFamily="34" charset="0"/>
                          <a:ea typeface="黑体" panose="02010609060101010101" charset="-122"/>
                        </a:defRPr>
                      </a:lvl1pPr>
                      <a:lvl2pPr marL="742950" indent="-285750" eaLnBrk="0" hangingPunct="0">
                        <a:spcBef>
                          <a:spcPct val="20000"/>
                        </a:spcBef>
                        <a:buFont typeface="Wingdings" panose="05000000000000000000" pitchFamily="2" charset="2"/>
                        <a:defRPr b="1">
                          <a:solidFill>
                            <a:schemeClr val="tx1"/>
                          </a:solidFill>
                          <a:latin typeface="Arial" panose="020B0604020202020204" pitchFamily="34" charset="0"/>
                          <a:ea typeface="楷体_GB2312" pitchFamily="49" charset="-122"/>
                        </a:defRPr>
                      </a:lvl2pPr>
                      <a:lvl3pPr marL="1143000" indent="-228600" eaLnBrk="0" hangingPunct="0">
                        <a:spcBef>
                          <a:spcPct val="20000"/>
                        </a:spcBef>
                        <a:buFont typeface="Gungsuh" pitchFamily="18" charset="-127"/>
                        <a:defRPr sz="1600"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sz="1400">
                          <a:solidFill>
                            <a:schemeClr val="tx1"/>
                          </a:solidFill>
                          <a:latin typeface="Arial" panose="020B0604020202020204" pitchFamily="34" charset="0"/>
                          <a:ea typeface="黑体" panose="02010609060101010101" charset="-122"/>
                        </a:defRPr>
                      </a:lvl4pPr>
                      <a:lvl5pPr marL="2057400" indent="-228600" eaLnBrk="0" hangingPunct="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0" fontAlgn="base" latinLnBrk="0" hangingPunct="0">
                        <a:lnSpc>
                          <a:spcPct val="85000"/>
                        </a:lnSpc>
                        <a:spcBef>
                          <a:spcPct val="20000"/>
                        </a:spcBef>
                        <a:spcAft>
                          <a:spcPct val="0"/>
                        </a:spcAft>
                        <a:buClrTx/>
                        <a:buSzTx/>
                        <a:buFont typeface="Wingdings" panose="05000000000000000000" pitchFamily="2" charset="2"/>
                        <a:buNone/>
                      </a:pPr>
                      <a:r>
                        <a:rPr kumimoji="0" lang="en-US" altLang="zh-CN" sz="1600" b="1" i="0" u="none" strike="noStrike" cap="none" normalizeH="0" baseline="0">
                          <a:ln>
                            <a:noFill/>
                          </a:ln>
                          <a:solidFill>
                            <a:schemeClr val="tx1"/>
                          </a:solidFill>
                          <a:effectLst/>
                          <a:latin typeface="Arial" panose="020B0604020202020204" pitchFamily="34" charset="0"/>
                          <a:ea typeface="宋体" panose="02010600030101010101" pitchFamily="2" charset="-122"/>
                        </a:rPr>
                        <a:t>3</a:t>
                      </a:r>
                      <a:endParaRPr kumimoji="0" lang="en-US" altLang="zh-CN" sz="16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lvl1pPr eaLnBrk="0" hangingPunct="0">
                        <a:spcBef>
                          <a:spcPct val="20000"/>
                        </a:spcBef>
                        <a:buFont typeface="Wingdings" panose="05000000000000000000" pitchFamily="2" charset="2"/>
                        <a:defRPr sz="2000" b="1">
                          <a:solidFill>
                            <a:schemeClr val="tx1"/>
                          </a:solidFill>
                          <a:latin typeface="Arial" panose="020B0604020202020204" pitchFamily="34" charset="0"/>
                          <a:ea typeface="黑体" panose="02010609060101010101" charset="-122"/>
                        </a:defRPr>
                      </a:lvl1pPr>
                      <a:lvl2pPr marL="742950" indent="-285750" eaLnBrk="0" hangingPunct="0">
                        <a:spcBef>
                          <a:spcPct val="20000"/>
                        </a:spcBef>
                        <a:buFont typeface="Wingdings" panose="05000000000000000000" pitchFamily="2" charset="2"/>
                        <a:defRPr b="1">
                          <a:solidFill>
                            <a:schemeClr val="tx1"/>
                          </a:solidFill>
                          <a:latin typeface="Arial" panose="020B0604020202020204" pitchFamily="34" charset="0"/>
                          <a:ea typeface="楷体_GB2312" pitchFamily="49" charset="-122"/>
                        </a:defRPr>
                      </a:lvl2pPr>
                      <a:lvl3pPr marL="1143000" indent="-228600" eaLnBrk="0" hangingPunct="0">
                        <a:spcBef>
                          <a:spcPct val="20000"/>
                        </a:spcBef>
                        <a:buFont typeface="Gungsuh" pitchFamily="18" charset="-127"/>
                        <a:defRPr sz="1600"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sz="1400">
                          <a:solidFill>
                            <a:schemeClr val="tx1"/>
                          </a:solidFill>
                          <a:latin typeface="Arial" panose="020B0604020202020204" pitchFamily="34" charset="0"/>
                          <a:ea typeface="黑体" panose="02010609060101010101" charset="-122"/>
                        </a:defRPr>
                      </a:lvl4pPr>
                      <a:lvl5pPr marL="2057400" indent="-228600" eaLnBrk="0" hangingPunct="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0" fontAlgn="base" latinLnBrk="0" hangingPunct="0">
                        <a:lnSpc>
                          <a:spcPct val="85000"/>
                        </a:lnSpc>
                        <a:spcBef>
                          <a:spcPct val="20000"/>
                        </a:spcBef>
                        <a:spcAft>
                          <a:spcPct val="0"/>
                        </a:spcAft>
                        <a:buClrTx/>
                        <a:buSzTx/>
                        <a:buFont typeface="Wingdings" panose="05000000000000000000" pitchFamily="2" charset="2"/>
                        <a:buNone/>
                      </a:pPr>
                      <a:r>
                        <a:rPr kumimoji="0" lang="en-US" altLang="zh-CN" sz="1600" b="1" i="0" u="none" strike="noStrike" cap="none" normalizeH="0" baseline="0">
                          <a:ln>
                            <a:noFill/>
                          </a:ln>
                          <a:solidFill>
                            <a:schemeClr val="tx1"/>
                          </a:solidFill>
                          <a:effectLst/>
                          <a:latin typeface="Arial" panose="020B0604020202020204" pitchFamily="34" charset="0"/>
                          <a:ea typeface="宋体" panose="02010600030101010101" pitchFamily="2" charset="-122"/>
                        </a:rPr>
                        <a:t>3</a:t>
                      </a:r>
                      <a:endParaRPr kumimoji="0" lang="en-US" altLang="zh-CN" sz="16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a:noFill/>
                    </a:lnR>
                    <a:lnT>
                      <a:noFill/>
                    </a:lnT>
                    <a:lnB>
                      <a:noFill/>
                    </a:lnB>
                    <a:lnTlToBr>
                      <a:noFill/>
                    </a:lnTlToBr>
                    <a:lnBlToTr>
                      <a:noFill/>
                    </a:lnBlToTr>
                    <a:noFill/>
                  </a:tcPr>
                </a:tc>
              </a:tr>
              <a:tr h="198438">
                <a:tc>
                  <a:txBody>
                    <a:bodyPr/>
                    <a:lstStyle>
                      <a:lvl1pPr eaLnBrk="0" hangingPunct="0">
                        <a:spcBef>
                          <a:spcPct val="20000"/>
                        </a:spcBef>
                        <a:buFont typeface="Wingdings" panose="05000000000000000000" pitchFamily="2" charset="2"/>
                        <a:defRPr sz="2000" b="1">
                          <a:solidFill>
                            <a:schemeClr val="tx1"/>
                          </a:solidFill>
                          <a:latin typeface="Arial" panose="020B0604020202020204" pitchFamily="34" charset="0"/>
                          <a:ea typeface="黑体" panose="02010609060101010101" charset="-122"/>
                        </a:defRPr>
                      </a:lvl1pPr>
                      <a:lvl2pPr marL="742950" indent="-285750" eaLnBrk="0" hangingPunct="0">
                        <a:spcBef>
                          <a:spcPct val="20000"/>
                        </a:spcBef>
                        <a:buFont typeface="Wingdings" panose="05000000000000000000" pitchFamily="2" charset="2"/>
                        <a:defRPr b="1">
                          <a:solidFill>
                            <a:schemeClr val="tx1"/>
                          </a:solidFill>
                          <a:latin typeface="Arial" panose="020B0604020202020204" pitchFamily="34" charset="0"/>
                          <a:ea typeface="楷体_GB2312" pitchFamily="49" charset="-122"/>
                        </a:defRPr>
                      </a:lvl2pPr>
                      <a:lvl3pPr marL="1143000" indent="-228600" eaLnBrk="0" hangingPunct="0">
                        <a:spcBef>
                          <a:spcPct val="20000"/>
                        </a:spcBef>
                        <a:buFont typeface="Gungsuh" pitchFamily="18" charset="-127"/>
                        <a:defRPr sz="1600"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sz="1400">
                          <a:solidFill>
                            <a:schemeClr val="tx1"/>
                          </a:solidFill>
                          <a:latin typeface="Arial" panose="020B0604020202020204" pitchFamily="34" charset="0"/>
                          <a:ea typeface="黑体" panose="02010609060101010101" charset="-122"/>
                        </a:defRPr>
                      </a:lvl4pPr>
                      <a:lvl5pPr marL="2057400" indent="-228600" eaLnBrk="0" hangingPunct="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0" fontAlgn="base" latinLnBrk="0" hangingPunct="0">
                        <a:lnSpc>
                          <a:spcPct val="85000"/>
                        </a:lnSpc>
                        <a:spcBef>
                          <a:spcPct val="20000"/>
                        </a:spcBef>
                        <a:spcAft>
                          <a:spcPct val="0"/>
                        </a:spcAft>
                        <a:buClrTx/>
                        <a:buSzTx/>
                        <a:buFont typeface="Wingdings" panose="05000000000000000000" pitchFamily="2" charset="2"/>
                        <a:buNone/>
                      </a:pPr>
                      <a:r>
                        <a:rPr kumimoji="0" lang="en-US" altLang="zh-CN" sz="1600" b="1" i="0" u="none" strike="noStrike" cap="none" normalizeH="0" baseline="0">
                          <a:ln>
                            <a:noFill/>
                          </a:ln>
                          <a:solidFill>
                            <a:schemeClr val="tx1"/>
                          </a:solidFill>
                          <a:effectLst/>
                          <a:latin typeface="Arial" panose="020B0604020202020204" pitchFamily="34" charset="0"/>
                          <a:ea typeface="宋体" panose="02010600030101010101" pitchFamily="2" charset="-122"/>
                        </a:rPr>
                        <a:t>0100</a:t>
                      </a:r>
                      <a:endParaRPr kumimoji="0" lang="en-US" altLang="zh-CN" sz="16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a:noFill/>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lvl1pPr eaLnBrk="0" hangingPunct="0">
                        <a:spcBef>
                          <a:spcPct val="20000"/>
                        </a:spcBef>
                        <a:buFont typeface="Wingdings" panose="05000000000000000000" pitchFamily="2" charset="2"/>
                        <a:defRPr sz="2000" b="1">
                          <a:solidFill>
                            <a:schemeClr val="tx1"/>
                          </a:solidFill>
                          <a:latin typeface="Arial" panose="020B0604020202020204" pitchFamily="34" charset="0"/>
                          <a:ea typeface="黑体" panose="02010609060101010101" charset="-122"/>
                        </a:defRPr>
                      </a:lvl1pPr>
                      <a:lvl2pPr marL="742950" indent="-285750" eaLnBrk="0" hangingPunct="0">
                        <a:spcBef>
                          <a:spcPct val="20000"/>
                        </a:spcBef>
                        <a:buFont typeface="Wingdings" panose="05000000000000000000" pitchFamily="2" charset="2"/>
                        <a:defRPr b="1">
                          <a:solidFill>
                            <a:schemeClr val="tx1"/>
                          </a:solidFill>
                          <a:latin typeface="Arial" panose="020B0604020202020204" pitchFamily="34" charset="0"/>
                          <a:ea typeface="楷体_GB2312" pitchFamily="49" charset="-122"/>
                        </a:defRPr>
                      </a:lvl2pPr>
                      <a:lvl3pPr marL="1143000" indent="-228600" eaLnBrk="0" hangingPunct="0">
                        <a:spcBef>
                          <a:spcPct val="20000"/>
                        </a:spcBef>
                        <a:buFont typeface="Gungsuh" pitchFamily="18" charset="-127"/>
                        <a:defRPr sz="1600"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sz="1400">
                          <a:solidFill>
                            <a:schemeClr val="tx1"/>
                          </a:solidFill>
                          <a:latin typeface="Arial" panose="020B0604020202020204" pitchFamily="34" charset="0"/>
                          <a:ea typeface="黑体" panose="02010609060101010101" charset="-122"/>
                        </a:defRPr>
                      </a:lvl4pPr>
                      <a:lvl5pPr marL="2057400" indent="-228600" eaLnBrk="0" hangingPunct="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0" fontAlgn="base" latinLnBrk="0" hangingPunct="0">
                        <a:lnSpc>
                          <a:spcPct val="85000"/>
                        </a:lnSpc>
                        <a:spcBef>
                          <a:spcPct val="20000"/>
                        </a:spcBef>
                        <a:spcAft>
                          <a:spcPct val="0"/>
                        </a:spcAft>
                        <a:buClrTx/>
                        <a:buSzTx/>
                        <a:buFont typeface="Wingdings" panose="05000000000000000000" pitchFamily="2" charset="2"/>
                        <a:buNone/>
                      </a:pPr>
                      <a:r>
                        <a:rPr kumimoji="0" lang="en-US" altLang="zh-CN" sz="1600" b="1" i="0" u="none" strike="noStrike" cap="none" normalizeH="0" baseline="0">
                          <a:ln>
                            <a:noFill/>
                          </a:ln>
                          <a:solidFill>
                            <a:schemeClr val="tx1"/>
                          </a:solidFill>
                          <a:effectLst/>
                          <a:latin typeface="Arial" panose="020B0604020202020204" pitchFamily="34" charset="0"/>
                          <a:ea typeface="宋体" panose="02010600030101010101" pitchFamily="2" charset="-122"/>
                        </a:rPr>
                        <a:t>4</a:t>
                      </a:r>
                      <a:endParaRPr kumimoji="0" lang="en-US" altLang="zh-CN" sz="16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lvl1pPr eaLnBrk="0" hangingPunct="0">
                        <a:spcBef>
                          <a:spcPct val="20000"/>
                        </a:spcBef>
                        <a:buFont typeface="Wingdings" panose="05000000000000000000" pitchFamily="2" charset="2"/>
                        <a:defRPr sz="2000" b="1">
                          <a:solidFill>
                            <a:schemeClr val="tx1"/>
                          </a:solidFill>
                          <a:latin typeface="Arial" panose="020B0604020202020204" pitchFamily="34" charset="0"/>
                          <a:ea typeface="黑体" panose="02010609060101010101" charset="-122"/>
                        </a:defRPr>
                      </a:lvl1pPr>
                      <a:lvl2pPr marL="742950" indent="-285750" eaLnBrk="0" hangingPunct="0">
                        <a:spcBef>
                          <a:spcPct val="20000"/>
                        </a:spcBef>
                        <a:buFont typeface="Wingdings" panose="05000000000000000000" pitchFamily="2" charset="2"/>
                        <a:defRPr b="1">
                          <a:solidFill>
                            <a:schemeClr val="tx1"/>
                          </a:solidFill>
                          <a:latin typeface="Arial" panose="020B0604020202020204" pitchFamily="34" charset="0"/>
                          <a:ea typeface="楷体_GB2312" pitchFamily="49" charset="-122"/>
                        </a:defRPr>
                      </a:lvl2pPr>
                      <a:lvl3pPr marL="1143000" indent="-228600" eaLnBrk="0" hangingPunct="0">
                        <a:spcBef>
                          <a:spcPct val="20000"/>
                        </a:spcBef>
                        <a:buFont typeface="Gungsuh" pitchFamily="18" charset="-127"/>
                        <a:defRPr sz="1600"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sz="1400">
                          <a:solidFill>
                            <a:schemeClr val="tx1"/>
                          </a:solidFill>
                          <a:latin typeface="Arial" panose="020B0604020202020204" pitchFamily="34" charset="0"/>
                          <a:ea typeface="黑体" panose="02010609060101010101" charset="-122"/>
                        </a:defRPr>
                      </a:lvl4pPr>
                      <a:lvl5pPr marL="2057400" indent="-228600" eaLnBrk="0" hangingPunct="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0" fontAlgn="base" latinLnBrk="0" hangingPunct="0">
                        <a:lnSpc>
                          <a:spcPct val="85000"/>
                        </a:lnSpc>
                        <a:spcBef>
                          <a:spcPct val="20000"/>
                        </a:spcBef>
                        <a:spcAft>
                          <a:spcPct val="0"/>
                        </a:spcAft>
                        <a:buClrTx/>
                        <a:buSzTx/>
                        <a:buFont typeface="Wingdings" panose="05000000000000000000" pitchFamily="2" charset="2"/>
                        <a:buNone/>
                      </a:pPr>
                      <a:r>
                        <a:rPr kumimoji="0" lang="en-US" altLang="zh-CN" sz="1600" b="1" i="0" u="none" strike="noStrike" cap="none" normalizeH="0" baseline="0">
                          <a:ln>
                            <a:noFill/>
                          </a:ln>
                          <a:solidFill>
                            <a:schemeClr val="tx1"/>
                          </a:solidFill>
                          <a:effectLst/>
                          <a:latin typeface="Arial" panose="020B0604020202020204" pitchFamily="34" charset="0"/>
                          <a:ea typeface="宋体" panose="02010600030101010101" pitchFamily="2" charset="-122"/>
                        </a:rPr>
                        <a:t>4</a:t>
                      </a:r>
                      <a:endParaRPr kumimoji="0" lang="en-US" altLang="zh-CN" sz="16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a:noFill/>
                    </a:lnR>
                    <a:lnT>
                      <a:noFill/>
                    </a:lnT>
                    <a:lnB>
                      <a:noFill/>
                    </a:lnB>
                    <a:lnTlToBr>
                      <a:noFill/>
                    </a:lnTlToBr>
                    <a:lnBlToTr>
                      <a:noFill/>
                    </a:lnBlToTr>
                    <a:noFill/>
                  </a:tcPr>
                </a:tc>
              </a:tr>
              <a:tr h="246063">
                <a:tc>
                  <a:txBody>
                    <a:bodyPr/>
                    <a:lstStyle>
                      <a:lvl1pPr eaLnBrk="0" hangingPunct="0">
                        <a:spcBef>
                          <a:spcPct val="20000"/>
                        </a:spcBef>
                        <a:buFont typeface="Wingdings" panose="05000000000000000000" pitchFamily="2" charset="2"/>
                        <a:defRPr sz="2000" b="1">
                          <a:solidFill>
                            <a:schemeClr val="tx1"/>
                          </a:solidFill>
                          <a:latin typeface="Arial" panose="020B0604020202020204" pitchFamily="34" charset="0"/>
                          <a:ea typeface="黑体" panose="02010609060101010101" charset="-122"/>
                        </a:defRPr>
                      </a:lvl1pPr>
                      <a:lvl2pPr marL="742950" indent="-285750" eaLnBrk="0" hangingPunct="0">
                        <a:spcBef>
                          <a:spcPct val="20000"/>
                        </a:spcBef>
                        <a:buFont typeface="Wingdings" panose="05000000000000000000" pitchFamily="2" charset="2"/>
                        <a:defRPr b="1">
                          <a:solidFill>
                            <a:schemeClr val="tx1"/>
                          </a:solidFill>
                          <a:latin typeface="Arial" panose="020B0604020202020204" pitchFamily="34" charset="0"/>
                          <a:ea typeface="楷体_GB2312" pitchFamily="49" charset="-122"/>
                        </a:defRPr>
                      </a:lvl2pPr>
                      <a:lvl3pPr marL="1143000" indent="-228600" eaLnBrk="0" hangingPunct="0">
                        <a:spcBef>
                          <a:spcPct val="20000"/>
                        </a:spcBef>
                        <a:buFont typeface="Gungsuh" pitchFamily="18" charset="-127"/>
                        <a:defRPr sz="1600"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sz="1400">
                          <a:solidFill>
                            <a:schemeClr val="tx1"/>
                          </a:solidFill>
                          <a:latin typeface="Arial" panose="020B0604020202020204" pitchFamily="34" charset="0"/>
                          <a:ea typeface="黑体" panose="02010609060101010101" charset="-122"/>
                        </a:defRPr>
                      </a:lvl4pPr>
                      <a:lvl5pPr marL="2057400" indent="-228600" eaLnBrk="0" hangingPunct="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0" fontAlgn="base" latinLnBrk="0" hangingPunct="0">
                        <a:lnSpc>
                          <a:spcPct val="85000"/>
                        </a:lnSpc>
                        <a:spcBef>
                          <a:spcPct val="20000"/>
                        </a:spcBef>
                        <a:spcAft>
                          <a:spcPct val="0"/>
                        </a:spcAft>
                        <a:buClrTx/>
                        <a:buSzTx/>
                        <a:buFont typeface="Wingdings" panose="05000000000000000000" pitchFamily="2" charset="2"/>
                        <a:buNone/>
                      </a:pPr>
                      <a:r>
                        <a:rPr kumimoji="0" lang="en-US" altLang="zh-CN" sz="1600" b="1" i="0" u="none" strike="noStrike" cap="none" normalizeH="0" baseline="0">
                          <a:ln>
                            <a:noFill/>
                          </a:ln>
                          <a:solidFill>
                            <a:schemeClr val="tx1"/>
                          </a:solidFill>
                          <a:effectLst/>
                          <a:latin typeface="Arial" panose="020B0604020202020204" pitchFamily="34" charset="0"/>
                          <a:ea typeface="宋体" panose="02010600030101010101" pitchFamily="2" charset="-122"/>
                        </a:rPr>
                        <a:t>0101</a:t>
                      </a:r>
                      <a:endParaRPr kumimoji="0" lang="en-US" altLang="zh-CN" sz="16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a:noFill/>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lvl1pPr eaLnBrk="0" hangingPunct="0">
                        <a:spcBef>
                          <a:spcPct val="20000"/>
                        </a:spcBef>
                        <a:buFont typeface="Wingdings" panose="05000000000000000000" pitchFamily="2" charset="2"/>
                        <a:defRPr sz="2000" b="1">
                          <a:solidFill>
                            <a:schemeClr val="tx1"/>
                          </a:solidFill>
                          <a:latin typeface="Arial" panose="020B0604020202020204" pitchFamily="34" charset="0"/>
                          <a:ea typeface="黑体" panose="02010609060101010101" charset="-122"/>
                        </a:defRPr>
                      </a:lvl1pPr>
                      <a:lvl2pPr marL="742950" indent="-285750" eaLnBrk="0" hangingPunct="0">
                        <a:spcBef>
                          <a:spcPct val="20000"/>
                        </a:spcBef>
                        <a:buFont typeface="Wingdings" panose="05000000000000000000" pitchFamily="2" charset="2"/>
                        <a:defRPr b="1">
                          <a:solidFill>
                            <a:schemeClr val="tx1"/>
                          </a:solidFill>
                          <a:latin typeface="Arial" panose="020B0604020202020204" pitchFamily="34" charset="0"/>
                          <a:ea typeface="楷体_GB2312" pitchFamily="49" charset="-122"/>
                        </a:defRPr>
                      </a:lvl2pPr>
                      <a:lvl3pPr marL="1143000" indent="-228600" eaLnBrk="0" hangingPunct="0">
                        <a:spcBef>
                          <a:spcPct val="20000"/>
                        </a:spcBef>
                        <a:buFont typeface="Gungsuh" pitchFamily="18" charset="-127"/>
                        <a:defRPr sz="1600"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sz="1400">
                          <a:solidFill>
                            <a:schemeClr val="tx1"/>
                          </a:solidFill>
                          <a:latin typeface="Arial" panose="020B0604020202020204" pitchFamily="34" charset="0"/>
                          <a:ea typeface="黑体" panose="02010609060101010101" charset="-122"/>
                        </a:defRPr>
                      </a:lvl4pPr>
                      <a:lvl5pPr marL="2057400" indent="-228600" eaLnBrk="0" hangingPunct="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0" fontAlgn="base" latinLnBrk="0" hangingPunct="0">
                        <a:lnSpc>
                          <a:spcPct val="85000"/>
                        </a:lnSpc>
                        <a:spcBef>
                          <a:spcPct val="20000"/>
                        </a:spcBef>
                        <a:spcAft>
                          <a:spcPct val="0"/>
                        </a:spcAft>
                        <a:buClrTx/>
                        <a:buSzTx/>
                        <a:buFont typeface="Wingdings" panose="05000000000000000000" pitchFamily="2" charset="2"/>
                        <a:buNone/>
                      </a:pPr>
                      <a:r>
                        <a:rPr kumimoji="0" lang="en-US" altLang="zh-CN" sz="1600" b="1" i="0" u="none" strike="noStrike" cap="none" normalizeH="0" baseline="0">
                          <a:ln>
                            <a:noFill/>
                          </a:ln>
                          <a:solidFill>
                            <a:schemeClr val="tx1"/>
                          </a:solidFill>
                          <a:effectLst/>
                          <a:latin typeface="Arial" panose="020B0604020202020204" pitchFamily="34" charset="0"/>
                          <a:ea typeface="宋体" panose="02010600030101010101" pitchFamily="2" charset="-122"/>
                        </a:rPr>
                        <a:t>5</a:t>
                      </a:r>
                      <a:endParaRPr kumimoji="0" lang="en-US" altLang="zh-CN" sz="16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lvl1pPr eaLnBrk="0" hangingPunct="0">
                        <a:spcBef>
                          <a:spcPct val="20000"/>
                        </a:spcBef>
                        <a:buFont typeface="Wingdings" panose="05000000000000000000" pitchFamily="2" charset="2"/>
                        <a:defRPr sz="2000" b="1">
                          <a:solidFill>
                            <a:schemeClr val="tx1"/>
                          </a:solidFill>
                          <a:latin typeface="Arial" panose="020B0604020202020204" pitchFamily="34" charset="0"/>
                          <a:ea typeface="黑体" panose="02010609060101010101" charset="-122"/>
                        </a:defRPr>
                      </a:lvl1pPr>
                      <a:lvl2pPr marL="742950" indent="-285750" eaLnBrk="0" hangingPunct="0">
                        <a:spcBef>
                          <a:spcPct val="20000"/>
                        </a:spcBef>
                        <a:buFont typeface="Wingdings" panose="05000000000000000000" pitchFamily="2" charset="2"/>
                        <a:defRPr b="1">
                          <a:solidFill>
                            <a:schemeClr val="tx1"/>
                          </a:solidFill>
                          <a:latin typeface="Arial" panose="020B0604020202020204" pitchFamily="34" charset="0"/>
                          <a:ea typeface="楷体_GB2312" pitchFamily="49" charset="-122"/>
                        </a:defRPr>
                      </a:lvl2pPr>
                      <a:lvl3pPr marL="1143000" indent="-228600" eaLnBrk="0" hangingPunct="0">
                        <a:spcBef>
                          <a:spcPct val="20000"/>
                        </a:spcBef>
                        <a:buFont typeface="Gungsuh" pitchFamily="18" charset="-127"/>
                        <a:defRPr sz="1600"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sz="1400">
                          <a:solidFill>
                            <a:schemeClr val="tx1"/>
                          </a:solidFill>
                          <a:latin typeface="Arial" panose="020B0604020202020204" pitchFamily="34" charset="0"/>
                          <a:ea typeface="黑体" panose="02010609060101010101" charset="-122"/>
                        </a:defRPr>
                      </a:lvl4pPr>
                      <a:lvl5pPr marL="2057400" indent="-228600" eaLnBrk="0" hangingPunct="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0" fontAlgn="base" latinLnBrk="0" hangingPunct="0">
                        <a:lnSpc>
                          <a:spcPct val="85000"/>
                        </a:lnSpc>
                        <a:spcBef>
                          <a:spcPct val="20000"/>
                        </a:spcBef>
                        <a:spcAft>
                          <a:spcPct val="0"/>
                        </a:spcAft>
                        <a:buClrTx/>
                        <a:buSzTx/>
                        <a:buFont typeface="Wingdings" panose="05000000000000000000" pitchFamily="2" charset="2"/>
                        <a:buNone/>
                      </a:pPr>
                      <a:r>
                        <a:rPr kumimoji="0" lang="en-US" altLang="zh-CN" sz="1600" b="1" i="0" u="none" strike="noStrike" cap="none" normalizeH="0" baseline="0">
                          <a:ln>
                            <a:noFill/>
                          </a:ln>
                          <a:solidFill>
                            <a:schemeClr val="tx1"/>
                          </a:solidFill>
                          <a:effectLst/>
                          <a:latin typeface="Arial" panose="020B0604020202020204" pitchFamily="34" charset="0"/>
                          <a:ea typeface="宋体" panose="02010600030101010101" pitchFamily="2" charset="-122"/>
                        </a:rPr>
                        <a:t>5</a:t>
                      </a:r>
                      <a:endParaRPr kumimoji="0" lang="en-US" altLang="zh-CN" sz="16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a:noFill/>
                    </a:lnR>
                    <a:lnT>
                      <a:noFill/>
                    </a:lnT>
                    <a:lnB>
                      <a:noFill/>
                    </a:lnB>
                    <a:lnTlToBr>
                      <a:noFill/>
                    </a:lnTlToBr>
                    <a:lnBlToTr>
                      <a:noFill/>
                    </a:lnBlToTr>
                    <a:noFill/>
                  </a:tcPr>
                </a:tc>
              </a:tr>
              <a:tr h="198438">
                <a:tc>
                  <a:txBody>
                    <a:bodyPr/>
                    <a:lstStyle>
                      <a:lvl1pPr eaLnBrk="0" hangingPunct="0">
                        <a:spcBef>
                          <a:spcPct val="20000"/>
                        </a:spcBef>
                        <a:buFont typeface="Wingdings" panose="05000000000000000000" pitchFamily="2" charset="2"/>
                        <a:defRPr sz="2000" b="1">
                          <a:solidFill>
                            <a:schemeClr val="tx1"/>
                          </a:solidFill>
                          <a:latin typeface="Arial" panose="020B0604020202020204" pitchFamily="34" charset="0"/>
                          <a:ea typeface="黑体" panose="02010609060101010101" charset="-122"/>
                        </a:defRPr>
                      </a:lvl1pPr>
                      <a:lvl2pPr marL="742950" indent="-285750" eaLnBrk="0" hangingPunct="0">
                        <a:spcBef>
                          <a:spcPct val="20000"/>
                        </a:spcBef>
                        <a:buFont typeface="Wingdings" panose="05000000000000000000" pitchFamily="2" charset="2"/>
                        <a:defRPr b="1">
                          <a:solidFill>
                            <a:schemeClr val="tx1"/>
                          </a:solidFill>
                          <a:latin typeface="Arial" panose="020B0604020202020204" pitchFamily="34" charset="0"/>
                          <a:ea typeface="楷体_GB2312" pitchFamily="49" charset="-122"/>
                        </a:defRPr>
                      </a:lvl2pPr>
                      <a:lvl3pPr marL="1143000" indent="-228600" eaLnBrk="0" hangingPunct="0">
                        <a:spcBef>
                          <a:spcPct val="20000"/>
                        </a:spcBef>
                        <a:buFont typeface="Gungsuh" pitchFamily="18" charset="-127"/>
                        <a:defRPr sz="1600"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sz="1400">
                          <a:solidFill>
                            <a:schemeClr val="tx1"/>
                          </a:solidFill>
                          <a:latin typeface="Arial" panose="020B0604020202020204" pitchFamily="34" charset="0"/>
                          <a:ea typeface="黑体" panose="02010609060101010101" charset="-122"/>
                        </a:defRPr>
                      </a:lvl4pPr>
                      <a:lvl5pPr marL="2057400" indent="-228600" eaLnBrk="0" hangingPunct="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0" fontAlgn="base" latinLnBrk="0" hangingPunct="0">
                        <a:lnSpc>
                          <a:spcPct val="85000"/>
                        </a:lnSpc>
                        <a:spcBef>
                          <a:spcPct val="20000"/>
                        </a:spcBef>
                        <a:spcAft>
                          <a:spcPct val="0"/>
                        </a:spcAft>
                        <a:buClrTx/>
                        <a:buSzTx/>
                        <a:buFont typeface="Wingdings" panose="05000000000000000000" pitchFamily="2" charset="2"/>
                        <a:buNone/>
                      </a:pPr>
                      <a:r>
                        <a:rPr kumimoji="0" lang="en-US" altLang="zh-CN" sz="1600" b="1" i="0" u="none" strike="noStrike" cap="none" normalizeH="0" baseline="0">
                          <a:ln>
                            <a:noFill/>
                          </a:ln>
                          <a:solidFill>
                            <a:schemeClr val="tx1"/>
                          </a:solidFill>
                          <a:effectLst/>
                          <a:latin typeface="Arial" panose="020B0604020202020204" pitchFamily="34" charset="0"/>
                          <a:ea typeface="宋体" panose="02010600030101010101" pitchFamily="2" charset="-122"/>
                        </a:rPr>
                        <a:t>0110</a:t>
                      </a:r>
                      <a:endParaRPr kumimoji="0" lang="en-US" altLang="zh-CN" sz="16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a:noFill/>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lvl1pPr eaLnBrk="0" hangingPunct="0">
                        <a:spcBef>
                          <a:spcPct val="20000"/>
                        </a:spcBef>
                        <a:buFont typeface="Wingdings" panose="05000000000000000000" pitchFamily="2" charset="2"/>
                        <a:defRPr sz="2000" b="1">
                          <a:solidFill>
                            <a:schemeClr val="tx1"/>
                          </a:solidFill>
                          <a:latin typeface="Arial" panose="020B0604020202020204" pitchFamily="34" charset="0"/>
                          <a:ea typeface="黑体" panose="02010609060101010101" charset="-122"/>
                        </a:defRPr>
                      </a:lvl1pPr>
                      <a:lvl2pPr marL="742950" indent="-285750" eaLnBrk="0" hangingPunct="0">
                        <a:spcBef>
                          <a:spcPct val="20000"/>
                        </a:spcBef>
                        <a:buFont typeface="Wingdings" panose="05000000000000000000" pitchFamily="2" charset="2"/>
                        <a:defRPr b="1">
                          <a:solidFill>
                            <a:schemeClr val="tx1"/>
                          </a:solidFill>
                          <a:latin typeface="Arial" panose="020B0604020202020204" pitchFamily="34" charset="0"/>
                          <a:ea typeface="楷体_GB2312" pitchFamily="49" charset="-122"/>
                        </a:defRPr>
                      </a:lvl2pPr>
                      <a:lvl3pPr marL="1143000" indent="-228600" eaLnBrk="0" hangingPunct="0">
                        <a:spcBef>
                          <a:spcPct val="20000"/>
                        </a:spcBef>
                        <a:buFont typeface="Gungsuh" pitchFamily="18" charset="-127"/>
                        <a:defRPr sz="1600"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sz="1400">
                          <a:solidFill>
                            <a:schemeClr val="tx1"/>
                          </a:solidFill>
                          <a:latin typeface="Arial" panose="020B0604020202020204" pitchFamily="34" charset="0"/>
                          <a:ea typeface="黑体" panose="02010609060101010101" charset="-122"/>
                        </a:defRPr>
                      </a:lvl4pPr>
                      <a:lvl5pPr marL="2057400" indent="-228600" eaLnBrk="0" hangingPunct="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0" fontAlgn="base" latinLnBrk="0" hangingPunct="0">
                        <a:lnSpc>
                          <a:spcPct val="85000"/>
                        </a:lnSpc>
                        <a:spcBef>
                          <a:spcPct val="20000"/>
                        </a:spcBef>
                        <a:spcAft>
                          <a:spcPct val="0"/>
                        </a:spcAft>
                        <a:buClrTx/>
                        <a:buSzTx/>
                        <a:buFont typeface="Wingdings" panose="05000000000000000000" pitchFamily="2" charset="2"/>
                        <a:buNone/>
                      </a:pPr>
                      <a:r>
                        <a:rPr kumimoji="0" lang="en-US" altLang="zh-CN" sz="1600" b="1" i="0" u="none" strike="noStrike" cap="none" normalizeH="0" baseline="0">
                          <a:ln>
                            <a:noFill/>
                          </a:ln>
                          <a:solidFill>
                            <a:schemeClr val="tx1"/>
                          </a:solidFill>
                          <a:effectLst/>
                          <a:latin typeface="Arial" panose="020B0604020202020204" pitchFamily="34" charset="0"/>
                          <a:ea typeface="宋体" panose="02010600030101010101" pitchFamily="2" charset="-122"/>
                        </a:rPr>
                        <a:t>6</a:t>
                      </a:r>
                      <a:endParaRPr kumimoji="0" lang="en-US" altLang="zh-CN" sz="16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lvl1pPr eaLnBrk="0" hangingPunct="0">
                        <a:spcBef>
                          <a:spcPct val="20000"/>
                        </a:spcBef>
                        <a:buFont typeface="Wingdings" panose="05000000000000000000" pitchFamily="2" charset="2"/>
                        <a:defRPr sz="2000" b="1">
                          <a:solidFill>
                            <a:schemeClr val="tx1"/>
                          </a:solidFill>
                          <a:latin typeface="Arial" panose="020B0604020202020204" pitchFamily="34" charset="0"/>
                          <a:ea typeface="黑体" panose="02010609060101010101" charset="-122"/>
                        </a:defRPr>
                      </a:lvl1pPr>
                      <a:lvl2pPr marL="742950" indent="-285750" eaLnBrk="0" hangingPunct="0">
                        <a:spcBef>
                          <a:spcPct val="20000"/>
                        </a:spcBef>
                        <a:buFont typeface="Wingdings" panose="05000000000000000000" pitchFamily="2" charset="2"/>
                        <a:defRPr b="1">
                          <a:solidFill>
                            <a:schemeClr val="tx1"/>
                          </a:solidFill>
                          <a:latin typeface="Arial" panose="020B0604020202020204" pitchFamily="34" charset="0"/>
                          <a:ea typeface="楷体_GB2312" pitchFamily="49" charset="-122"/>
                        </a:defRPr>
                      </a:lvl2pPr>
                      <a:lvl3pPr marL="1143000" indent="-228600" eaLnBrk="0" hangingPunct="0">
                        <a:spcBef>
                          <a:spcPct val="20000"/>
                        </a:spcBef>
                        <a:buFont typeface="Gungsuh" pitchFamily="18" charset="-127"/>
                        <a:defRPr sz="1600"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sz="1400">
                          <a:solidFill>
                            <a:schemeClr val="tx1"/>
                          </a:solidFill>
                          <a:latin typeface="Arial" panose="020B0604020202020204" pitchFamily="34" charset="0"/>
                          <a:ea typeface="黑体" panose="02010609060101010101" charset="-122"/>
                        </a:defRPr>
                      </a:lvl4pPr>
                      <a:lvl5pPr marL="2057400" indent="-228600" eaLnBrk="0" hangingPunct="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0" fontAlgn="base" latinLnBrk="0" hangingPunct="0">
                        <a:lnSpc>
                          <a:spcPct val="85000"/>
                        </a:lnSpc>
                        <a:spcBef>
                          <a:spcPct val="20000"/>
                        </a:spcBef>
                        <a:spcAft>
                          <a:spcPct val="0"/>
                        </a:spcAft>
                        <a:buClrTx/>
                        <a:buSzTx/>
                        <a:buFont typeface="Wingdings" panose="05000000000000000000" pitchFamily="2" charset="2"/>
                        <a:buNone/>
                      </a:pPr>
                      <a:r>
                        <a:rPr kumimoji="0" lang="en-US" altLang="zh-CN" sz="1600" b="1" i="0" u="none" strike="noStrike" cap="none" normalizeH="0" baseline="0">
                          <a:ln>
                            <a:noFill/>
                          </a:ln>
                          <a:solidFill>
                            <a:schemeClr val="tx1"/>
                          </a:solidFill>
                          <a:effectLst/>
                          <a:latin typeface="Arial" panose="020B0604020202020204" pitchFamily="34" charset="0"/>
                          <a:ea typeface="宋体" panose="02010600030101010101" pitchFamily="2" charset="-122"/>
                        </a:rPr>
                        <a:t>6</a:t>
                      </a:r>
                      <a:endParaRPr kumimoji="0" lang="en-US" altLang="zh-CN" sz="16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a:noFill/>
                    </a:lnR>
                    <a:lnT>
                      <a:noFill/>
                    </a:lnT>
                    <a:lnB>
                      <a:noFill/>
                    </a:lnB>
                    <a:lnTlToBr>
                      <a:noFill/>
                    </a:lnTlToBr>
                    <a:lnBlToTr>
                      <a:noFill/>
                    </a:lnBlToTr>
                    <a:noFill/>
                  </a:tcPr>
                </a:tc>
              </a:tr>
              <a:tr h="198438">
                <a:tc>
                  <a:txBody>
                    <a:bodyPr/>
                    <a:lstStyle>
                      <a:lvl1pPr eaLnBrk="0" hangingPunct="0">
                        <a:spcBef>
                          <a:spcPct val="20000"/>
                        </a:spcBef>
                        <a:buFont typeface="Wingdings" panose="05000000000000000000" pitchFamily="2" charset="2"/>
                        <a:defRPr sz="2000" b="1">
                          <a:solidFill>
                            <a:schemeClr val="tx1"/>
                          </a:solidFill>
                          <a:latin typeface="Arial" panose="020B0604020202020204" pitchFamily="34" charset="0"/>
                          <a:ea typeface="黑体" panose="02010609060101010101" charset="-122"/>
                        </a:defRPr>
                      </a:lvl1pPr>
                      <a:lvl2pPr marL="742950" indent="-285750" eaLnBrk="0" hangingPunct="0">
                        <a:spcBef>
                          <a:spcPct val="20000"/>
                        </a:spcBef>
                        <a:buFont typeface="Wingdings" panose="05000000000000000000" pitchFamily="2" charset="2"/>
                        <a:defRPr b="1">
                          <a:solidFill>
                            <a:schemeClr val="tx1"/>
                          </a:solidFill>
                          <a:latin typeface="Arial" panose="020B0604020202020204" pitchFamily="34" charset="0"/>
                          <a:ea typeface="楷体_GB2312" pitchFamily="49" charset="-122"/>
                        </a:defRPr>
                      </a:lvl2pPr>
                      <a:lvl3pPr marL="1143000" indent="-228600" eaLnBrk="0" hangingPunct="0">
                        <a:spcBef>
                          <a:spcPct val="20000"/>
                        </a:spcBef>
                        <a:buFont typeface="Gungsuh" pitchFamily="18" charset="-127"/>
                        <a:defRPr sz="1600"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sz="1400">
                          <a:solidFill>
                            <a:schemeClr val="tx1"/>
                          </a:solidFill>
                          <a:latin typeface="Arial" panose="020B0604020202020204" pitchFamily="34" charset="0"/>
                          <a:ea typeface="黑体" panose="02010609060101010101" charset="-122"/>
                        </a:defRPr>
                      </a:lvl4pPr>
                      <a:lvl5pPr marL="2057400" indent="-228600" eaLnBrk="0" hangingPunct="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0" fontAlgn="base" latinLnBrk="0" hangingPunct="0">
                        <a:lnSpc>
                          <a:spcPct val="85000"/>
                        </a:lnSpc>
                        <a:spcBef>
                          <a:spcPct val="20000"/>
                        </a:spcBef>
                        <a:spcAft>
                          <a:spcPct val="0"/>
                        </a:spcAft>
                        <a:buClrTx/>
                        <a:buSzTx/>
                        <a:buFont typeface="Wingdings" panose="05000000000000000000" pitchFamily="2" charset="2"/>
                        <a:buNone/>
                      </a:pPr>
                      <a:r>
                        <a:rPr kumimoji="0" lang="en-US" altLang="zh-CN" sz="1600" b="1" i="0" u="none" strike="noStrike" cap="none" normalizeH="0" baseline="0">
                          <a:ln>
                            <a:noFill/>
                          </a:ln>
                          <a:solidFill>
                            <a:schemeClr val="tx1"/>
                          </a:solidFill>
                          <a:effectLst/>
                          <a:latin typeface="Arial" panose="020B0604020202020204" pitchFamily="34" charset="0"/>
                          <a:ea typeface="宋体" panose="02010600030101010101" pitchFamily="2" charset="-122"/>
                        </a:rPr>
                        <a:t>0111</a:t>
                      </a:r>
                      <a:endParaRPr kumimoji="0" lang="en-US" altLang="zh-CN" sz="16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a:noFill/>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lvl1pPr eaLnBrk="0" hangingPunct="0">
                        <a:spcBef>
                          <a:spcPct val="20000"/>
                        </a:spcBef>
                        <a:buFont typeface="Wingdings" panose="05000000000000000000" pitchFamily="2" charset="2"/>
                        <a:defRPr sz="2000" b="1">
                          <a:solidFill>
                            <a:schemeClr val="tx1"/>
                          </a:solidFill>
                          <a:latin typeface="Arial" panose="020B0604020202020204" pitchFamily="34" charset="0"/>
                          <a:ea typeface="黑体" panose="02010609060101010101" charset="-122"/>
                        </a:defRPr>
                      </a:lvl1pPr>
                      <a:lvl2pPr marL="742950" indent="-285750" eaLnBrk="0" hangingPunct="0">
                        <a:spcBef>
                          <a:spcPct val="20000"/>
                        </a:spcBef>
                        <a:buFont typeface="Wingdings" panose="05000000000000000000" pitchFamily="2" charset="2"/>
                        <a:defRPr b="1">
                          <a:solidFill>
                            <a:schemeClr val="tx1"/>
                          </a:solidFill>
                          <a:latin typeface="Arial" panose="020B0604020202020204" pitchFamily="34" charset="0"/>
                          <a:ea typeface="楷体_GB2312" pitchFamily="49" charset="-122"/>
                        </a:defRPr>
                      </a:lvl2pPr>
                      <a:lvl3pPr marL="1143000" indent="-228600" eaLnBrk="0" hangingPunct="0">
                        <a:spcBef>
                          <a:spcPct val="20000"/>
                        </a:spcBef>
                        <a:buFont typeface="Gungsuh" pitchFamily="18" charset="-127"/>
                        <a:defRPr sz="1600"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sz="1400">
                          <a:solidFill>
                            <a:schemeClr val="tx1"/>
                          </a:solidFill>
                          <a:latin typeface="Arial" panose="020B0604020202020204" pitchFamily="34" charset="0"/>
                          <a:ea typeface="黑体" panose="02010609060101010101" charset="-122"/>
                        </a:defRPr>
                      </a:lvl4pPr>
                      <a:lvl5pPr marL="2057400" indent="-228600" eaLnBrk="0" hangingPunct="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0" fontAlgn="base" latinLnBrk="0" hangingPunct="0">
                        <a:lnSpc>
                          <a:spcPct val="85000"/>
                        </a:lnSpc>
                        <a:spcBef>
                          <a:spcPct val="20000"/>
                        </a:spcBef>
                        <a:spcAft>
                          <a:spcPct val="0"/>
                        </a:spcAft>
                        <a:buClrTx/>
                        <a:buSzTx/>
                        <a:buFont typeface="Wingdings" panose="05000000000000000000" pitchFamily="2" charset="2"/>
                        <a:buNone/>
                      </a:pPr>
                      <a:r>
                        <a:rPr kumimoji="0" lang="en-US" altLang="zh-CN" sz="1600" b="1" i="0" u="none" strike="noStrike" cap="none" normalizeH="0" baseline="0">
                          <a:ln>
                            <a:noFill/>
                          </a:ln>
                          <a:solidFill>
                            <a:schemeClr val="tx1"/>
                          </a:solidFill>
                          <a:effectLst/>
                          <a:latin typeface="Arial" panose="020B0604020202020204" pitchFamily="34" charset="0"/>
                          <a:ea typeface="宋体" panose="02010600030101010101" pitchFamily="2" charset="-122"/>
                        </a:rPr>
                        <a:t>7</a:t>
                      </a:r>
                      <a:endParaRPr kumimoji="0" lang="en-US" altLang="zh-CN" sz="16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lvl1pPr eaLnBrk="0" hangingPunct="0">
                        <a:spcBef>
                          <a:spcPct val="20000"/>
                        </a:spcBef>
                        <a:buFont typeface="Wingdings" panose="05000000000000000000" pitchFamily="2" charset="2"/>
                        <a:defRPr sz="2000" b="1">
                          <a:solidFill>
                            <a:schemeClr val="tx1"/>
                          </a:solidFill>
                          <a:latin typeface="Arial" panose="020B0604020202020204" pitchFamily="34" charset="0"/>
                          <a:ea typeface="黑体" panose="02010609060101010101" charset="-122"/>
                        </a:defRPr>
                      </a:lvl1pPr>
                      <a:lvl2pPr marL="742950" indent="-285750" eaLnBrk="0" hangingPunct="0">
                        <a:spcBef>
                          <a:spcPct val="20000"/>
                        </a:spcBef>
                        <a:buFont typeface="Wingdings" panose="05000000000000000000" pitchFamily="2" charset="2"/>
                        <a:defRPr b="1">
                          <a:solidFill>
                            <a:schemeClr val="tx1"/>
                          </a:solidFill>
                          <a:latin typeface="Arial" panose="020B0604020202020204" pitchFamily="34" charset="0"/>
                          <a:ea typeface="楷体_GB2312" pitchFamily="49" charset="-122"/>
                        </a:defRPr>
                      </a:lvl2pPr>
                      <a:lvl3pPr marL="1143000" indent="-228600" eaLnBrk="0" hangingPunct="0">
                        <a:spcBef>
                          <a:spcPct val="20000"/>
                        </a:spcBef>
                        <a:buFont typeface="Gungsuh" pitchFamily="18" charset="-127"/>
                        <a:defRPr sz="1600"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sz="1400">
                          <a:solidFill>
                            <a:schemeClr val="tx1"/>
                          </a:solidFill>
                          <a:latin typeface="Arial" panose="020B0604020202020204" pitchFamily="34" charset="0"/>
                          <a:ea typeface="黑体" panose="02010609060101010101" charset="-122"/>
                        </a:defRPr>
                      </a:lvl4pPr>
                      <a:lvl5pPr marL="2057400" indent="-228600" eaLnBrk="0" hangingPunct="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0" fontAlgn="base" latinLnBrk="0" hangingPunct="0">
                        <a:lnSpc>
                          <a:spcPct val="85000"/>
                        </a:lnSpc>
                        <a:spcBef>
                          <a:spcPct val="20000"/>
                        </a:spcBef>
                        <a:spcAft>
                          <a:spcPct val="0"/>
                        </a:spcAft>
                        <a:buClrTx/>
                        <a:buSzTx/>
                        <a:buFont typeface="Wingdings" panose="05000000000000000000" pitchFamily="2" charset="2"/>
                        <a:buNone/>
                      </a:pPr>
                      <a:r>
                        <a:rPr kumimoji="0" lang="en-US" altLang="zh-CN" sz="1600" b="1" i="0" u="none" strike="noStrike" cap="none" normalizeH="0" baseline="0" dirty="0">
                          <a:ln>
                            <a:noFill/>
                          </a:ln>
                          <a:solidFill>
                            <a:schemeClr val="tx1"/>
                          </a:solidFill>
                          <a:effectLst/>
                          <a:latin typeface="Arial" panose="020B0604020202020204" pitchFamily="34" charset="0"/>
                          <a:ea typeface="宋体" panose="02010600030101010101" pitchFamily="2" charset="-122"/>
                        </a:rPr>
                        <a:t>7</a:t>
                      </a:r>
                      <a:endParaRPr kumimoji="0" lang="en-US" altLang="zh-CN" sz="1600" b="1"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a:noFill/>
                    </a:lnR>
                    <a:lnT>
                      <a:noFill/>
                    </a:lnT>
                    <a:lnB>
                      <a:noFill/>
                    </a:lnB>
                    <a:lnTlToBr>
                      <a:noFill/>
                    </a:lnTlToBr>
                    <a:lnBlToTr>
                      <a:noFill/>
                    </a:lnBlToTr>
                    <a:noFill/>
                  </a:tcPr>
                </a:tc>
              </a:tr>
            </a:tbl>
          </a:graphicData>
        </a:graphic>
      </p:graphicFrame>
      <p:graphicFrame>
        <p:nvGraphicFramePr>
          <p:cNvPr id="6" name="Group 57"/>
          <p:cNvGraphicFramePr>
            <a:graphicFrameLocks noGrp="1"/>
          </p:cNvGraphicFramePr>
          <p:nvPr/>
        </p:nvGraphicFramePr>
        <p:xfrm>
          <a:off x="6629400" y="2276872"/>
          <a:ext cx="3371850" cy="2785872"/>
        </p:xfrm>
        <a:graphic>
          <a:graphicData uri="http://schemas.openxmlformats.org/drawingml/2006/table">
            <a:tbl>
              <a:tblPr/>
              <a:tblGrid>
                <a:gridCol w="1047750"/>
                <a:gridCol w="1162050"/>
                <a:gridCol w="1162050"/>
              </a:tblGrid>
              <a:tr h="198438">
                <a:tc>
                  <a:txBody>
                    <a:bodyPr/>
                    <a:lstStyle>
                      <a:lvl1pPr eaLnBrk="0" hangingPunct="0">
                        <a:spcBef>
                          <a:spcPct val="20000"/>
                        </a:spcBef>
                        <a:buFont typeface="Wingdings" panose="05000000000000000000" pitchFamily="2" charset="2"/>
                        <a:defRPr sz="2000" b="1">
                          <a:solidFill>
                            <a:schemeClr val="tx1"/>
                          </a:solidFill>
                          <a:latin typeface="Arial" panose="020B0604020202020204" pitchFamily="34" charset="0"/>
                          <a:ea typeface="黑体" panose="02010609060101010101" charset="-122"/>
                        </a:defRPr>
                      </a:lvl1pPr>
                      <a:lvl2pPr marL="742950" indent="-285750" eaLnBrk="0" hangingPunct="0">
                        <a:spcBef>
                          <a:spcPct val="20000"/>
                        </a:spcBef>
                        <a:buFont typeface="Wingdings" panose="05000000000000000000" pitchFamily="2" charset="2"/>
                        <a:defRPr b="1">
                          <a:solidFill>
                            <a:schemeClr val="tx1"/>
                          </a:solidFill>
                          <a:latin typeface="Arial" panose="020B0604020202020204" pitchFamily="34" charset="0"/>
                          <a:ea typeface="楷体_GB2312" pitchFamily="49" charset="-122"/>
                        </a:defRPr>
                      </a:lvl2pPr>
                      <a:lvl3pPr marL="1143000" indent="-228600" eaLnBrk="0" hangingPunct="0">
                        <a:spcBef>
                          <a:spcPct val="20000"/>
                        </a:spcBef>
                        <a:buFont typeface="Gungsuh" pitchFamily="18" charset="-127"/>
                        <a:defRPr sz="1600"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sz="1400">
                          <a:solidFill>
                            <a:schemeClr val="tx1"/>
                          </a:solidFill>
                          <a:latin typeface="Arial" panose="020B0604020202020204" pitchFamily="34" charset="0"/>
                          <a:ea typeface="黑体" panose="02010609060101010101" charset="-122"/>
                        </a:defRPr>
                      </a:lvl4pPr>
                      <a:lvl5pPr marL="2057400" indent="-228600" eaLnBrk="0" hangingPunct="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0" fontAlgn="base" latinLnBrk="0" hangingPunct="0">
                        <a:lnSpc>
                          <a:spcPct val="100000"/>
                        </a:lnSpc>
                        <a:spcBef>
                          <a:spcPct val="20000"/>
                        </a:spcBef>
                        <a:spcAft>
                          <a:spcPct val="0"/>
                        </a:spcAft>
                        <a:buClrTx/>
                        <a:buSzTx/>
                        <a:buFont typeface="Wingdings" panose="05000000000000000000" pitchFamily="2" charset="2"/>
                        <a:buNone/>
                      </a:pPr>
                      <a:r>
                        <a:rPr kumimoji="0" lang="en-US"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rPr>
                        <a:t>Binary</a:t>
                      </a:r>
                      <a:endParaRPr kumimoji="0" lang="en-US"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a:noFill/>
                    </a:lnL>
                    <a:lnR w="12700" cap="flat" cmpd="sng" algn="ctr">
                      <a:solidFill>
                        <a:schemeClr val="tx1"/>
                      </a:solidFill>
                      <a:prstDash val="solid"/>
                      <a:round/>
                      <a:headEnd type="none" w="med" len="med"/>
                      <a:tailEnd type="none" w="med" len="med"/>
                    </a:lnR>
                    <a:lnT>
                      <a:noFill/>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Font typeface="Wingdings" panose="05000000000000000000" pitchFamily="2" charset="2"/>
                        <a:defRPr sz="2000" b="1">
                          <a:solidFill>
                            <a:schemeClr val="tx1"/>
                          </a:solidFill>
                          <a:latin typeface="Arial" panose="020B0604020202020204" pitchFamily="34" charset="0"/>
                          <a:ea typeface="黑体" panose="02010609060101010101" charset="-122"/>
                        </a:defRPr>
                      </a:lvl1pPr>
                      <a:lvl2pPr marL="742950" indent="-285750" eaLnBrk="0" hangingPunct="0">
                        <a:spcBef>
                          <a:spcPct val="20000"/>
                        </a:spcBef>
                        <a:buFont typeface="Wingdings" panose="05000000000000000000" pitchFamily="2" charset="2"/>
                        <a:defRPr b="1">
                          <a:solidFill>
                            <a:schemeClr val="tx1"/>
                          </a:solidFill>
                          <a:latin typeface="Arial" panose="020B0604020202020204" pitchFamily="34" charset="0"/>
                          <a:ea typeface="楷体_GB2312" pitchFamily="49" charset="-122"/>
                        </a:defRPr>
                      </a:lvl2pPr>
                      <a:lvl3pPr marL="1143000" indent="-228600" eaLnBrk="0" hangingPunct="0">
                        <a:spcBef>
                          <a:spcPct val="20000"/>
                        </a:spcBef>
                        <a:buFont typeface="Gungsuh" pitchFamily="18" charset="-127"/>
                        <a:defRPr sz="1600"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sz="1400">
                          <a:solidFill>
                            <a:schemeClr val="tx1"/>
                          </a:solidFill>
                          <a:latin typeface="Arial" panose="020B0604020202020204" pitchFamily="34" charset="0"/>
                          <a:ea typeface="黑体" panose="02010609060101010101" charset="-122"/>
                        </a:defRPr>
                      </a:lvl4pPr>
                      <a:lvl5pPr marL="2057400" indent="-228600" eaLnBrk="0" hangingPunct="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0" fontAlgn="base" latinLnBrk="0" hangingPunct="0">
                        <a:lnSpc>
                          <a:spcPct val="100000"/>
                        </a:lnSpc>
                        <a:spcBef>
                          <a:spcPct val="20000"/>
                        </a:spcBef>
                        <a:spcAft>
                          <a:spcPct val="0"/>
                        </a:spcAft>
                        <a:buClrTx/>
                        <a:buSzTx/>
                        <a:buFont typeface="Wingdings" panose="05000000000000000000" pitchFamily="2" charset="2"/>
                        <a:buNone/>
                      </a:pPr>
                      <a:r>
                        <a:rPr kumimoji="0" lang="en-US"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rPr>
                        <a:t>Hex</a:t>
                      </a:r>
                      <a:endParaRPr kumimoji="0" lang="en-US"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Font typeface="Wingdings" panose="05000000000000000000" pitchFamily="2" charset="2"/>
                        <a:defRPr sz="2000" b="1">
                          <a:solidFill>
                            <a:schemeClr val="tx1"/>
                          </a:solidFill>
                          <a:latin typeface="Arial" panose="020B0604020202020204" pitchFamily="34" charset="0"/>
                          <a:ea typeface="黑体" panose="02010609060101010101" charset="-122"/>
                        </a:defRPr>
                      </a:lvl1pPr>
                      <a:lvl2pPr marL="742950" indent="-285750" eaLnBrk="0" hangingPunct="0">
                        <a:spcBef>
                          <a:spcPct val="20000"/>
                        </a:spcBef>
                        <a:buFont typeface="Wingdings" panose="05000000000000000000" pitchFamily="2" charset="2"/>
                        <a:defRPr b="1">
                          <a:solidFill>
                            <a:schemeClr val="tx1"/>
                          </a:solidFill>
                          <a:latin typeface="Arial" panose="020B0604020202020204" pitchFamily="34" charset="0"/>
                          <a:ea typeface="楷体_GB2312" pitchFamily="49" charset="-122"/>
                        </a:defRPr>
                      </a:lvl2pPr>
                      <a:lvl3pPr marL="1143000" indent="-228600" eaLnBrk="0" hangingPunct="0">
                        <a:spcBef>
                          <a:spcPct val="20000"/>
                        </a:spcBef>
                        <a:buFont typeface="Gungsuh" pitchFamily="18" charset="-127"/>
                        <a:defRPr sz="1600"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sz="1400">
                          <a:solidFill>
                            <a:schemeClr val="tx1"/>
                          </a:solidFill>
                          <a:latin typeface="Arial" panose="020B0604020202020204" pitchFamily="34" charset="0"/>
                          <a:ea typeface="黑体" panose="02010609060101010101" charset="-122"/>
                        </a:defRPr>
                      </a:lvl4pPr>
                      <a:lvl5pPr marL="2057400" indent="-228600" eaLnBrk="0" hangingPunct="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0" fontAlgn="base" latinLnBrk="0" hangingPunct="0">
                        <a:lnSpc>
                          <a:spcPct val="100000"/>
                        </a:lnSpc>
                        <a:spcBef>
                          <a:spcPct val="20000"/>
                        </a:spcBef>
                        <a:spcAft>
                          <a:spcPct val="0"/>
                        </a:spcAft>
                        <a:buClrTx/>
                        <a:buSzTx/>
                        <a:buFont typeface="Wingdings" panose="05000000000000000000" pitchFamily="2" charset="2"/>
                        <a:buNone/>
                      </a:pPr>
                      <a:r>
                        <a:rPr kumimoji="0" lang="en-US" altLang="zh-CN" sz="2000" b="1" i="0" u="none" strike="noStrike" cap="none" normalizeH="0" baseline="0" dirty="0">
                          <a:ln>
                            <a:noFill/>
                          </a:ln>
                          <a:solidFill>
                            <a:schemeClr val="tx1"/>
                          </a:solidFill>
                          <a:effectLst/>
                          <a:latin typeface="Arial" panose="020B0604020202020204" pitchFamily="34" charset="0"/>
                          <a:ea typeface="宋体" panose="02010600030101010101" pitchFamily="2" charset="-122"/>
                        </a:rPr>
                        <a:t>Decimal</a:t>
                      </a:r>
                      <a:endParaRPr kumimoji="0" lang="en-US" altLang="zh-CN" sz="2000" b="1" i="0" u="none" strike="noStrike" cap="none" normalizeH="0" baseline="30000" dirty="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a:noFill/>
                    </a:lnR>
                    <a:lnT>
                      <a:noFill/>
                    </a:lnT>
                    <a:lnB w="12700" cap="flat" cmpd="sng" algn="ctr">
                      <a:solidFill>
                        <a:schemeClr val="tx1"/>
                      </a:solidFill>
                      <a:prstDash val="solid"/>
                      <a:round/>
                      <a:headEnd type="none" w="med" len="med"/>
                      <a:tailEnd type="none" w="med" len="med"/>
                    </a:lnB>
                    <a:lnTlToBr>
                      <a:noFill/>
                    </a:lnTlToBr>
                    <a:lnBlToTr>
                      <a:noFill/>
                    </a:lnBlToTr>
                    <a:noFill/>
                  </a:tcPr>
                </a:tc>
              </a:tr>
              <a:tr h="198438">
                <a:tc>
                  <a:txBody>
                    <a:bodyPr/>
                    <a:lstStyle>
                      <a:lvl1pPr eaLnBrk="0" hangingPunct="0">
                        <a:spcBef>
                          <a:spcPct val="20000"/>
                        </a:spcBef>
                        <a:buFont typeface="Wingdings" panose="05000000000000000000" pitchFamily="2" charset="2"/>
                        <a:defRPr sz="2000" b="1">
                          <a:solidFill>
                            <a:schemeClr val="tx1"/>
                          </a:solidFill>
                          <a:latin typeface="Arial" panose="020B0604020202020204" pitchFamily="34" charset="0"/>
                          <a:ea typeface="黑体" panose="02010609060101010101" charset="-122"/>
                        </a:defRPr>
                      </a:lvl1pPr>
                      <a:lvl2pPr marL="742950" indent="-285750" eaLnBrk="0" hangingPunct="0">
                        <a:spcBef>
                          <a:spcPct val="20000"/>
                        </a:spcBef>
                        <a:buFont typeface="Wingdings" panose="05000000000000000000" pitchFamily="2" charset="2"/>
                        <a:defRPr b="1">
                          <a:solidFill>
                            <a:schemeClr val="tx1"/>
                          </a:solidFill>
                          <a:latin typeface="Arial" panose="020B0604020202020204" pitchFamily="34" charset="0"/>
                          <a:ea typeface="楷体_GB2312" pitchFamily="49" charset="-122"/>
                        </a:defRPr>
                      </a:lvl2pPr>
                      <a:lvl3pPr marL="1143000" indent="-228600" eaLnBrk="0" hangingPunct="0">
                        <a:spcBef>
                          <a:spcPct val="20000"/>
                        </a:spcBef>
                        <a:buFont typeface="Gungsuh" pitchFamily="18" charset="-127"/>
                        <a:defRPr sz="1600"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sz="1400">
                          <a:solidFill>
                            <a:schemeClr val="tx1"/>
                          </a:solidFill>
                          <a:latin typeface="Arial" panose="020B0604020202020204" pitchFamily="34" charset="0"/>
                          <a:ea typeface="黑体" panose="02010609060101010101" charset="-122"/>
                        </a:defRPr>
                      </a:lvl4pPr>
                      <a:lvl5pPr marL="2057400" indent="-228600" eaLnBrk="0" hangingPunct="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0" fontAlgn="base" latinLnBrk="0" hangingPunct="0">
                        <a:lnSpc>
                          <a:spcPct val="85000"/>
                        </a:lnSpc>
                        <a:spcBef>
                          <a:spcPct val="20000"/>
                        </a:spcBef>
                        <a:spcAft>
                          <a:spcPct val="0"/>
                        </a:spcAft>
                        <a:buClrTx/>
                        <a:buSzTx/>
                        <a:buFont typeface="Wingdings" panose="05000000000000000000" pitchFamily="2" charset="2"/>
                        <a:buNone/>
                      </a:pPr>
                      <a:r>
                        <a:rPr kumimoji="0" lang="en-US" altLang="zh-CN" sz="1600" b="1" i="0" u="none" strike="noStrike" cap="none" normalizeH="0" baseline="0">
                          <a:ln>
                            <a:noFill/>
                          </a:ln>
                          <a:solidFill>
                            <a:schemeClr val="tx1"/>
                          </a:solidFill>
                          <a:effectLst/>
                          <a:latin typeface="Arial" panose="020B0604020202020204" pitchFamily="34" charset="0"/>
                          <a:ea typeface="宋体" panose="02010600030101010101" pitchFamily="2" charset="-122"/>
                        </a:rPr>
                        <a:t>1000</a:t>
                      </a:r>
                      <a:endParaRPr kumimoji="0" lang="en-US" altLang="zh-CN" sz="16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a:noFill/>
                    </a:lnB>
                    <a:lnTlToBr>
                      <a:noFill/>
                    </a:lnTlToBr>
                    <a:lnBlToTr>
                      <a:noFill/>
                    </a:lnBlToTr>
                    <a:noFill/>
                  </a:tcPr>
                </a:tc>
                <a:tc>
                  <a:txBody>
                    <a:bodyPr/>
                    <a:lstStyle>
                      <a:lvl1pPr eaLnBrk="0" hangingPunct="0">
                        <a:spcBef>
                          <a:spcPct val="20000"/>
                        </a:spcBef>
                        <a:buFont typeface="Wingdings" panose="05000000000000000000" pitchFamily="2" charset="2"/>
                        <a:defRPr sz="2000" b="1">
                          <a:solidFill>
                            <a:schemeClr val="tx1"/>
                          </a:solidFill>
                          <a:latin typeface="Arial" panose="020B0604020202020204" pitchFamily="34" charset="0"/>
                          <a:ea typeface="黑体" panose="02010609060101010101" charset="-122"/>
                        </a:defRPr>
                      </a:lvl1pPr>
                      <a:lvl2pPr marL="742950" indent="-285750" eaLnBrk="0" hangingPunct="0">
                        <a:spcBef>
                          <a:spcPct val="20000"/>
                        </a:spcBef>
                        <a:buFont typeface="Wingdings" panose="05000000000000000000" pitchFamily="2" charset="2"/>
                        <a:defRPr b="1">
                          <a:solidFill>
                            <a:schemeClr val="tx1"/>
                          </a:solidFill>
                          <a:latin typeface="Arial" panose="020B0604020202020204" pitchFamily="34" charset="0"/>
                          <a:ea typeface="楷体_GB2312" pitchFamily="49" charset="-122"/>
                        </a:defRPr>
                      </a:lvl2pPr>
                      <a:lvl3pPr marL="1143000" indent="-228600" eaLnBrk="0" hangingPunct="0">
                        <a:spcBef>
                          <a:spcPct val="20000"/>
                        </a:spcBef>
                        <a:buFont typeface="Gungsuh" pitchFamily="18" charset="-127"/>
                        <a:defRPr sz="1600"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sz="1400">
                          <a:solidFill>
                            <a:schemeClr val="tx1"/>
                          </a:solidFill>
                          <a:latin typeface="Arial" panose="020B0604020202020204" pitchFamily="34" charset="0"/>
                          <a:ea typeface="黑体" panose="02010609060101010101" charset="-122"/>
                        </a:defRPr>
                      </a:lvl4pPr>
                      <a:lvl5pPr marL="2057400" indent="-228600" eaLnBrk="0" hangingPunct="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0" fontAlgn="base" latinLnBrk="0" hangingPunct="0">
                        <a:lnSpc>
                          <a:spcPct val="85000"/>
                        </a:lnSpc>
                        <a:spcBef>
                          <a:spcPct val="20000"/>
                        </a:spcBef>
                        <a:spcAft>
                          <a:spcPct val="0"/>
                        </a:spcAft>
                        <a:buClrTx/>
                        <a:buSzTx/>
                        <a:buFont typeface="Wingdings" panose="05000000000000000000" pitchFamily="2" charset="2"/>
                        <a:buNone/>
                      </a:pPr>
                      <a:r>
                        <a:rPr kumimoji="0" lang="en-US" altLang="zh-CN" sz="1600" b="1" i="0" u="none" strike="noStrike" cap="none" normalizeH="0" baseline="0">
                          <a:ln>
                            <a:noFill/>
                          </a:ln>
                          <a:solidFill>
                            <a:schemeClr val="tx1"/>
                          </a:solidFill>
                          <a:effectLst/>
                          <a:latin typeface="Arial" panose="020B0604020202020204" pitchFamily="34" charset="0"/>
                          <a:ea typeface="宋体" panose="02010600030101010101" pitchFamily="2" charset="-122"/>
                        </a:rPr>
                        <a:t>8</a:t>
                      </a:r>
                      <a:endParaRPr kumimoji="0" lang="en-US" altLang="zh-CN" sz="16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a:noFill/>
                    </a:lnB>
                    <a:lnTlToBr>
                      <a:noFill/>
                    </a:lnTlToBr>
                    <a:lnBlToTr>
                      <a:noFill/>
                    </a:lnBlToTr>
                    <a:noFill/>
                  </a:tcPr>
                </a:tc>
                <a:tc>
                  <a:txBody>
                    <a:bodyPr/>
                    <a:lstStyle>
                      <a:lvl1pPr eaLnBrk="0" hangingPunct="0">
                        <a:spcBef>
                          <a:spcPct val="20000"/>
                        </a:spcBef>
                        <a:buFont typeface="Wingdings" panose="05000000000000000000" pitchFamily="2" charset="2"/>
                        <a:defRPr sz="2000" b="1">
                          <a:solidFill>
                            <a:schemeClr val="tx1"/>
                          </a:solidFill>
                          <a:latin typeface="Arial" panose="020B0604020202020204" pitchFamily="34" charset="0"/>
                          <a:ea typeface="黑体" panose="02010609060101010101" charset="-122"/>
                        </a:defRPr>
                      </a:lvl1pPr>
                      <a:lvl2pPr marL="742950" indent="-285750" eaLnBrk="0" hangingPunct="0">
                        <a:spcBef>
                          <a:spcPct val="20000"/>
                        </a:spcBef>
                        <a:buFont typeface="Wingdings" panose="05000000000000000000" pitchFamily="2" charset="2"/>
                        <a:defRPr b="1">
                          <a:solidFill>
                            <a:schemeClr val="tx1"/>
                          </a:solidFill>
                          <a:latin typeface="Arial" panose="020B0604020202020204" pitchFamily="34" charset="0"/>
                          <a:ea typeface="楷体_GB2312" pitchFamily="49" charset="-122"/>
                        </a:defRPr>
                      </a:lvl2pPr>
                      <a:lvl3pPr marL="1143000" indent="-228600" eaLnBrk="0" hangingPunct="0">
                        <a:spcBef>
                          <a:spcPct val="20000"/>
                        </a:spcBef>
                        <a:buFont typeface="Gungsuh" pitchFamily="18" charset="-127"/>
                        <a:defRPr sz="1600"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sz="1400">
                          <a:solidFill>
                            <a:schemeClr val="tx1"/>
                          </a:solidFill>
                          <a:latin typeface="Arial" panose="020B0604020202020204" pitchFamily="34" charset="0"/>
                          <a:ea typeface="黑体" panose="02010609060101010101" charset="-122"/>
                        </a:defRPr>
                      </a:lvl4pPr>
                      <a:lvl5pPr marL="2057400" indent="-228600" eaLnBrk="0" hangingPunct="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0" fontAlgn="base" latinLnBrk="0" hangingPunct="0">
                        <a:lnSpc>
                          <a:spcPct val="85000"/>
                        </a:lnSpc>
                        <a:spcBef>
                          <a:spcPct val="20000"/>
                        </a:spcBef>
                        <a:spcAft>
                          <a:spcPct val="0"/>
                        </a:spcAft>
                        <a:buClrTx/>
                        <a:buSzTx/>
                        <a:buFont typeface="Wingdings" panose="05000000000000000000" pitchFamily="2" charset="2"/>
                        <a:buNone/>
                      </a:pPr>
                      <a:r>
                        <a:rPr kumimoji="0" lang="en-US" altLang="zh-CN" sz="1600" b="1" i="0" u="none" strike="noStrike" cap="none" normalizeH="0" baseline="0">
                          <a:ln>
                            <a:noFill/>
                          </a:ln>
                          <a:solidFill>
                            <a:schemeClr val="tx1"/>
                          </a:solidFill>
                          <a:effectLst/>
                          <a:latin typeface="Arial" panose="020B0604020202020204" pitchFamily="34" charset="0"/>
                          <a:ea typeface="宋体" panose="02010600030101010101" pitchFamily="2" charset="-122"/>
                        </a:rPr>
                        <a:t>8</a:t>
                      </a:r>
                      <a:endParaRPr kumimoji="0" lang="en-US" altLang="zh-CN" sz="16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a:noFill/>
                    </a:lnB>
                    <a:lnTlToBr>
                      <a:noFill/>
                    </a:lnTlToBr>
                    <a:lnBlToTr>
                      <a:noFill/>
                    </a:lnBlToTr>
                    <a:noFill/>
                  </a:tcPr>
                </a:tc>
              </a:tr>
              <a:tr h="198438">
                <a:tc>
                  <a:txBody>
                    <a:bodyPr/>
                    <a:lstStyle>
                      <a:lvl1pPr eaLnBrk="0" hangingPunct="0">
                        <a:spcBef>
                          <a:spcPct val="20000"/>
                        </a:spcBef>
                        <a:buFont typeface="Wingdings" panose="05000000000000000000" pitchFamily="2" charset="2"/>
                        <a:defRPr sz="2000" b="1">
                          <a:solidFill>
                            <a:schemeClr val="tx1"/>
                          </a:solidFill>
                          <a:latin typeface="Arial" panose="020B0604020202020204" pitchFamily="34" charset="0"/>
                          <a:ea typeface="黑体" panose="02010609060101010101" charset="-122"/>
                        </a:defRPr>
                      </a:lvl1pPr>
                      <a:lvl2pPr marL="742950" indent="-285750" eaLnBrk="0" hangingPunct="0">
                        <a:spcBef>
                          <a:spcPct val="20000"/>
                        </a:spcBef>
                        <a:buFont typeface="Wingdings" panose="05000000000000000000" pitchFamily="2" charset="2"/>
                        <a:defRPr b="1">
                          <a:solidFill>
                            <a:schemeClr val="tx1"/>
                          </a:solidFill>
                          <a:latin typeface="Arial" panose="020B0604020202020204" pitchFamily="34" charset="0"/>
                          <a:ea typeface="楷体_GB2312" pitchFamily="49" charset="-122"/>
                        </a:defRPr>
                      </a:lvl2pPr>
                      <a:lvl3pPr marL="1143000" indent="-228600" eaLnBrk="0" hangingPunct="0">
                        <a:spcBef>
                          <a:spcPct val="20000"/>
                        </a:spcBef>
                        <a:buFont typeface="Gungsuh" pitchFamily="18" charset="-127"/>
                        <a:defRPr sz="1600"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sz="1400">
                          <a:solidFill>
                            <a:schemeClr val="tx1"/>
                          </a:solidFill>
                          <a:latin typeface="Arial" panose="020B0604020202020204" pitchFamily="34" charset="0"/>
                          <a:ea typeface="黑体" panose="02010609060101010101" charset="-122"/>
                        </a:defRPr>
                      </a:lvl4pPr>
                      <a:lvl5pPr marL="2057400" indent="-228600" eaLnBrk="0" hangingPunct="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0" fontAlgn="base" latinLnBrk="0" hangingPunct="0">
                        <a:lnSpc>
                          <a:spcPct val="85000"/>
                        </a:lnSpc>
                        <a:spcBef>
                          <a:spcPct val="20000"/>
                        </a:spcBef>
                        <a:spcAft>
                          <a:spcPct val="0"/>
                        </a:spcAft>
                        <a:buClrTx/>
                        <a:buSzTx/>
                        <a:buFont typeface="Wingdings" panose="05000000000000000000" pitchFamily="2" charset="2"/>
                        <a:buNone/>
                      </a:pPr>
                      <a:r>
                        <a:rPr kumimoji="0" lang="en-US" altLang="zh-CN" sz="1600" b="1" i="0" u="none" strike="noStrike" cap="none" normalizeH="0" baseline="0">
                          <a:ln>
                            <a:noFill/>
                          </a:ln>
                          <a:solidFill>
                            <a:schemeClr val="tx1"/>
                          </a:solidFill>
                          <a:effectLst/>
                          <a:latin typeface="Arial" panose="020B0604020202020204" pitchFamily="34" charset="0"/>
                          <a:ea typeface="宋体" panose="02010600030101010101" pitchFamily="2" charset="-122"/>
                        </a:rPr>
                        <a:t>1001</a:t>
                      </a:r>
                      <a:endParaRPr kumimoji="0" lang="en-US" altLang="zh-CN" sz="16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a:noFill/>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lvl1pPr eaLnBrk="0" hangingPunct="0">
                        <a:spcBef>
                          <a:spcPct val="20000"/>
                        </a:spcBef>
                        <a:buFont typeface="Wingdings" panose="05000000000000000000" pitchFamily="2" charset="2"/>
                        <a:defRPr sz="2000" b="1">
                          <a:solidFill>
                            <a:schemeClr val="tx1"/>
                          </a:solidFill>
                          <a:latin typeface="Arial" panose="020B0604020202020204" pitchFamily="34" charset="0"/>
                          <a:ea typeface="黑体" panose="02010609060101010101" charset="-122"/>
                        </a:defRPr>
                      </a:lvl1pPr>
                      <a:lvl2pPr marL="742950" indent="-285750" eaLnBrk="0" hangingPunct="0">
                        <a:spcBef>
                          <a:spcPct val="20000"/>
                        </a:spcBef>
                        <a:buFont typeface="Wingdings" panose="05000000000000000000" pitchFamily="2" charset="2"/>
                        <a:defRPr b="1">
                          <a:solidFill>
                            <a:schemeClr val="tx1"/>
                          </a:solidFill>
                          <a:latin typeface="Arial" panose="020B0604020202020204" pitchFamily="34" charset="0"/>
                          <a:ea typeface="楷体_GB2312" pitchFamily="49" charset="-122"/>
                        </a:defRPr>
                      </a:lvl2pPr>
                      <a:lvl3pPr marL="1143000" indent="-228600" eaLnBrk="0" hangingPunct="0">
                        <a:spcBef>
                          <a:spcPct val="20000"/>
                        </a:spcBef>
                        <a:buFont typeface="Gungsuh" pitchFamily="18" charset="-127"/>
                        <a:defRPr sz="1600"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sz="1400">
                          <a:solidFill>
                            <a:schemeClr val="tx1"/>
                          </a:solidFill>
                          <a:latin typeface="Arial" panose="020B0604020202020204" pitchFamily="34" charset="0"/>
                          <a:ea typeface="黑体" panose="02010609060101010101" charset="-122"/>
                        </a:defRPr>
                      </a:lvl4pPr>
                      <a:lvl5pPr marL="2057400" indent="-228600" eaLnBrk="0" hangingPunct="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0" fontAlgn="base" latinLnBrk="0" hangingPunct="0">
                        <a:lnSpc>
                          <a:spcPct val="85000"/>
                        </a:lnSpc>
                        <a:spcBef>
                          <a:spcPct val="20000"/>
                        </a:spcBef>
                        <a:spcAft>
                          <a:spcPct val="0"/>
                        </a:spcAft>
                        <a:buClrTx/>
                        <a:buSzTx/>
                        <a:buFont typeface="Wingdings" panose="05000000000000000000" pitchFamily="2" charset="2"/>
                        <a:buNone/>
                      </a:pPr>
                      <a:r>
                        <a:rPr kumimoji="0" lang="en-US" altLang="zh-CN" sz="1600" b="1" i="0" u="none" strike="noStrike" cap="none" normalizeH="0" baseline="0" dirty="0">
                          <a:ln>
                            <a:noFill/>
                          </a:ln>
                          <a:solidFill>
                            <a:schemeClr val="tx1"/>
                          </a:solidFill>
                          <a:effectLst/>
                          <a:latin typeface="Arial" panose="020B0604020202020204" pitchFamily="34" charset="0"/>
                          <a:ea typeface="宋体" panose="02010600030101010101" pitchFamily="2" charset="-122"/>
                        </a:rPr>
                        <a:t>9</a:t>
                      </a:r>
                      <a:endParaRPr kumimoji="0" lang="en-US" altLang="zh-CN" sz="1600" b="1"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lvl1pPr eaLnBrk="0" hangingPunct="0">
                        <a:spcBef>
                          <a:spcPct val="20000"/>
                        </a:spcBef>
                        <a:buFont typeface="Wingdings" panose="05000000000000000000" pitchFamily="2" charset="2"/>
                        <a:defRPr sz="2000" b="1">
                          <a:solidFill>
                            <a:schemeClr val="tx1"/>
                          </a:solidFill>
                          <a:latin typeface="Arial" panose="020B0604020202020204" pitchFamily="34" charset="0"/>
                          <a:ea typeface="黑体" panose="02010609060101010101" charset="-122"/>
                        </a:defRPr>
                      </a:lvl1pPr>
                      <a:lvl2pPr marL="742950" indent="-285750" eaLnBrk="0" hangingPunct="0">
                        <a:spcBef>
                          <a:spcPct val="20000"/>
                        </a:spcBef>
                        <a:buFont typeface="Wingdings" panose="05000000000000000000" pitchFamily="2" charset="2"/>
                        <a:defRPr b="1">
                          <a:solidFill>
                            <a:schemeClr val="tx1"/>
                          </a:solidFill>
                          <a:latin typeface="Arial" panose="020B0604020202020204" pitchFamily="34" charset="0"/>
                          <a:ea typeface="楷体_GB2312" pitchFamily="49" charset="-122"/>
                        </a:defRPr>
                      </a:lvl2pPr>
                      <a:lvl3pPr marL="1143000" indent="-228600" eaLnBrk="0" hangingPunct="0">
                        <a:spcBef>
                          <a:spcPct val="20000"/>
                        </a:spcBef>
                        <a:buFont typeface="Gungsuh" pitchFamily="18" charset="-127"/>
                        <a:defRPr sz="1600"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sz="1400">
                          <a:solidFill>
                            <a:schemeClr val="tx1"/>
                          </a:solidFill>
                          <a:latin typeface="Arial" panose="020B0604020202020204" pitchFamily="34" charset="0"/>
                          <a:ea typeface="黑体" panose="02010609060101010101" charset="-122"/>
                        </a:defRPr>
                      </a:lvl4pPr>
                      <a:lvl5pPr marL="2057400" indent="-228600" eaLnBrk="0" hangingPunct="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0" fontAlgn="base" latinLnBrk="0" hangingPunct="0">
                        <a:lnSpc>
                          <a:spcPct val="85000"/>
                        </a:lnSpc>
                        <a:spcBef>
                          <a:spcPct val="20000"/>
                        </a:spcBef>
                        <a:spcAft>
                          <a:spcPct val="0"/>
                        </a:spcAft>
                        <a:buClrTx/>
                        <a:buSzTx/>
                        <a:buFont typeface="Wingdings" panose="05000000000000000000" pitchFamily="2" charset="2"/>
                        <a:buNone/>
                      </a:pPr>
                      <a:r>
                        <a:rPr kumimoji="0" lang="en-US" altLang="zh-CN" sz="1600" b="1" i="0" u="none" strike="noStrike" cap="none" normalizeH="0" baseline="0">
                          <a:ln>
                            <a:noFill/>
                          </a:ln>
                          <a:solidFill>
                            <a:schemeClr val="tx1"/>
                          </a:solidFill>
                          <a:effectLst/>
                          <a:latin typeface="Arial" panose="020B0604020202020204" pitchFamily="34" charset="0"/>
                          <a:ea typeface="宋体" panose="02010600030101010101" pitchFamily="2" charset="-122"/>
                        </a:rPr>
                        <a:t>9</a:t>
                      </a:r>
                      <a:endParaRPr kumimoji="0" lang="en-US" altLang="zh-CN" sz="16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a:noFill/>
                    </a:lnR>
                    <a:lnT>
                      <a:noFill/>
                    </a:lnT>
                    <a:lnB>
                      <a:noFill/>
                    </a:lnB>
                    <a:lnTlToBr>
                      <a:noFill/>
                    </a:lnTlToBr>
                    <a:lnBlToTr>
                      <a:noFill/>
                    </a:lnBlToTr>
                    <a:noFill/>
                  </a:tcPr>
                </a:tc>
              </a:tr>
              <a:tr h="198438">
                <a:tc>
                  <a:txBody>
                    <a:bodyPr/>
                    <a:lstStyle>
                      <a:lvl1pPr eaLnBrk="0" hangingPunct="0">
                        <a:spcBef>
                          <a:spcPct val="20000"/>
                        </a:spcBef>
                        <a:buFont typeface="Wingdings" panose="05000000000000000000" pitchFamily="2" charset="2"/>
                        <a:defRPr sz="2000" b="1">
                          <a:solidFill>
                            <a:schemeClr val="tx1"/>
                          </a:solidFill>
                          <a:latin typeface="Arial" panose="020B0604020202020204" pitchFamily="34" charset="0"/>
                          <a:ea typeface="黑体" panose="02010609060101010101" charset="-122"/>
                        </a:defRPr>
                      </a:lvl1pPr>
                      <a:lvl2pPr marL="742950" indent="-285750" eaLnBrk="0" hangingPunct="0">
                        <a:spcBef>
                          <a:spcPct val="20000"/>
                        </a:spcBef>
                        <a:buFont typeface="Wingdings" panose="05000000000000000000" pitchFamily="2" charset="2"/>
                        <a:defRPr b="1">
                          <a:solidFill>
                            <a:schemeClr val="tx1"/>
                          </a:solidFill>
                          <a:latin typeface="Arial" panose="020B0604020202020204" pitchFamily="34" charset="0"/>
                          <a:ea typeface="楷体_GB2312" pitchFamily="49" charset="-122"/>
                        </a:defRPr>
                      </a:lvl2pPr>
                      <a:lvl3pPr marL="1143000" indent="-228600" eaLnBrk="0" hangingPunct="0">
                        <a:spcBef>
                          <a:spcPct val="20000"/>
                        </a:spcBef>
                        <a:buFont typeface="Gungsuh" pitchFamily="18" charset="-127"/>
                        <a:defRPr sz="1600"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sz="1400">
                          <a:solidFill>
                            <a:schemeClr val="tx1"/>
                          </a:solidFill>
                          <a:latin typeface="Arial" panose="020B0604020202020204" pitchFamily="34" charset="0"/>
                          <a:ea typeface="黑体" panose="02010609060101010101" charset="-122"/>
                        </a:defRPr>
                      </a:lvl4pPr>
                      <a:lvl5pPr marL="2057400" indent="-228600" eaLnBrk="0" hangingPunct="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0" fontAlgn="base" latinLnBrk="0" hangingPunct="0">
                        <a:lnSpc>
                          <a:spcPct val="85000"/>
                        </a:lnSpc>
                        <a:spcBef>
                          <a:spcPct val="20000"/>
                        </a:spcBef>
                        <a:spcAft>
                          <a:spcPct val="0"/>
                        </a:spcAft>
                        <a:buClrTx/>
                        <a:buSzTx/>
                        <a:buFont typeface="Wingdings" panose="05000000000000000000" pitchFamily="2" charset="2"/>
                        <a:buNone/>
                      </a:pPr>
                      <a:r>
                        <a:rPr kumimoji="0" lang="en-US" altLang="zh-CN" sz="1600" b="1" i="0" u="none" strike="noStrike" cap="none" normalizeH="0" baseline="0">
                          <a:ln>
                            <a:noFill/>
                          </a:ln>
                          <a:solidFill>
                            <a:schemeClr val="tx1"/>
                          </a:solidFill>
                          <a:effectLst/>
                          <a:latin typeface="Arial" panose="020B0604020202020204" pitchFamily="34" charset="0"/>
                          <a:ea typeface="宋体" panose="02010600030101010101" pitchFamily="2" charset="-122"/>
                        </a:rPr>
                        <a:t>1010</a:t>
                      </a:r>
                      <a:endParaRPr kumimoji="0" lang="en-US" altLang="zh-CN" sz="16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a:noFill/>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lvl1pPr eaLnBrk="0" hangingPunct="0">
                        <a:spcBef>
                          <a:spcPct val="20000"/>
                        </a:spcBef>
                        <a:buFont typeface="Wingdings" panose="05000000000000000000" pitchFamily="2" charset="2"/>
                        <a:defRPr sz="2000" b="1">
                          <a:solidFill>
                            <a:schemeClr val="tx1"/>
                          </a:solidFill>
                          <a:latin typeface="Arial" panose="020B0604020202020204" pitchFamily="34" charset="0"/>
                          <a:ea typeface="黑体" panose="02010609060101010101" charset="-122"/>
                        </a:defRPr>
                      </a:lvl1pPr>
                      <a:lvl2pPr marL="742950" indent="-285750" eaLnBrk="0" hangingPunct="0">
                        <a:spcBef>
                          <a:spcPct val="20000"/>
                        </a:spcBef>
                        <a:buFont typeface="Wingdings" panose="05000000000000000000" pitchFamily="2" charset="2"/>
                        <a:defRPr b="1">
                          <a:solidFill>
                            <a:schemeClr val="tx1"/>
                          </a:solidFill>
                          <a:latin typeface="Arial" panose="020B0604020202020204" pitchFamily="34" charset="0"/>
                          <a:ea typeface="楷体_GB2312" pitchFamily="49" charset="-122"/>
                        </a:defRPr>
                      </a:lvl2pPr>
                      <a:lvl3pPr marL="1143000" indent="-228600" eaLnBrk="0" hangingPunct="0">
                        <a:spcBef>
                          <a:spcPct val="20000"/>
                        </a:spcBef>
                        <a:buFont typeface="Gungsuh" pitchFamily="18" charset="-127"/>
                        <a:defRPr sz="1600"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sz="1400">
                          <a:solidFill>
                            <a:schemeClr val="tx1"/>
                          </a:solidFill>
                          <a:latin typeface="Arial" panose="020B0604020202020204" pitchFamily="34" charset="0"/>
                          <a:ea typeface="黑体" panose="02010609060101010101" charset="-122"/>
                        </a:defRPr>
                      </a:lvl4pPr>
                      <a:lvl5pPr marL="2057400" indent="-228600" eaLnBrk="0" hangingPunct="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0" fontAlgn="base" latinLnBrk="0" hangingPunct="0">
                        <a:lnSpc>
                          <a:spcPct val="85000"/>
                        </a:lnSpc>
                        <a:spcBef>
                          <a:spcPct val="20000"/>
                        </a:spcBef>
                        <a:spcAft>
                          <a:spcPct val="0"/>
                        </a:spcAft>
                        <a:buClrTx/>
                        <a:buSzTx/>
                        <a:buFont typeface="Wingdings" panose="05000000000000000000" pitchFamily="2" charset="2"/>
                        <a:buNone/>
                      </a:pPr>
                      <a:r>
                        <a:rPr kumimoji="0" lang="en-US" altLang="zh-CN" sz="1600" b="1" i="0" u="none" strike="noStrike" cap="none" normalizeH="0" baseline="0" dirty="0">
                          <a:ln>
                            <a:noFill/>
                          </a:ln>
                          <a:solidFill>
                            <a:schemeClr val="tx1"/>
                          </a:solidFill>
                          <a:effectLst/>
                          <a:latin typeface="Arial" panose="020B0604020202020204" pitchFamily="34" charset="0"/>
                          <a:ea typeface="宋体" panose="02010600030101010101" pitchFamily="2" charset="-122"/>
                        </a:rPr>
                        <a:t>A</a:t>
                      </a:r>
                      <a:endParaRPr kumimoji="0" lang="en-US" altLang="zh-CN" sz="1600" b="1"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lvl1pPr eaLnBrk="0" hangingPunct="0">
                        <a:spcBef>
                          <a:spcPct val="20000"/>
                        </a:spcBef>
                        <a:buFont typeface="Wingdings" panose="05000000000000000000" pitchFamily="2" charset="2"/>
                        <a:defRPr sz="2000" b="1">
                          <a:solidFill>
                            <a:schemeClr val="tx1"/>
                          </a:solidFill>
                          <a:latin typeface="Arial" panose="020B0604020202020204" pitchFamily="34" charset="0"/>
                          <a:ea typeface="黑体" panose="02010609060101010101" charset="-122"/>
                        </a:defRPr>
                      </a:lvl1pPr>
                      <a:lvl2pPr marL="742950" indent="-285750" eaLnBrk="0" hangingPunct="0">
                        <a:spcBef>
                          <a:spcPct val="20000"/>
                        </a:spcBef>
                        <a:buFont typeface="Wingdings" panose="05000000000000000000" pitchFamily="2" charset="2"/>
                        <a:defRPr b="1">
                          <a:solidFill>
                            <a:schemeClr val="tx1"/>
                          </a:solidFill>
                          <a:latin typeface="Arial" panose="020B0604020202020204" pitchFamily="34" charset="0"/>
                          <a:ea typeface="楷体_GB2312" pitchFamily="49" charset="-122"/>
                        </a:defRPr>
                      </a:lvl2pPr>
                      <a:lvl3pPr marL="1143000" indent="-228600" eaLnBrk="0" hangingPunct="0">
                        <a:spcBef>
                          <a:spcPct val="20000"/>
                        </a:spcBef>
                        <a:buFont typeface="Gungsuh" pitchFamily="18" charset="-127"/>
                        <a:defRPr sz="1600"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sz="1400">
                          <a:solidFill>
                            <a:schemeClr val="tx1"/>
                          </a:solidFill>
                          <a:latin typeface="Arial" panose="020B0604020202020204" pitchFamily="34" charset="0"/>
                          <a:ea typeface="黑体" panose="02010609060101010101" charset="-122"/>
                        </a:defRPr>
                      </a:lvl4pPr>
                      <a:lvl5pPr marL="2057400" indent="-228600" eaLnBrk="0" hangingPunct="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0" fontAlgn="base" latinLnBrk="0" hangingPunct="0">
                        <a:lnSpc>
                          <a:spcPct val="85000"/>
                        </a:lnSpc>
                        <a:spcBef>
                          <a:spcPct val="20000"/>
                        </a:spcBef>
                        <a:spcAft>
                          <a:spcPct val="0"/>
                        </a:spcAft>
                        <a:buClrTx/>
                        <a:buSzTx/>
                        <a:buFont typeface="Wingdings" panose="05000000000000000000" pitchFamily="2" charset="2"/>
                        <a:buNone/>
                      </a:pPr>
                      <a:r>
                        <a:rPr kumimoji="0" lang="en-US" altLang="zh-CN" sz="1600" b="1" i="0" u="none" strike="noStrike" cap="none" normalizeH="0" baseline="0">
                          <a:ln>
                            <a:noFill/>
                          </a:ln>
                          <a:solidFill>
                            <a:schemeClr val="tx1"/>
                          </a:solidFill>
                          <a:effectLst/>
                          <a:latin typeface="Arial" panose="020B0604020202020204" pitchFamily="34" charset="0"/>
                          <a:ea typeface="宋体" panose="02010600030101010101" pitchFamily="2" charset="-122"/>
                        </a:rPr>
                        <a:t>10</a:t>
                      </a:r>
                      <a:endParaRPr kumimoji="0" lang="en-US" altLang="zh-CN" sz="16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a:noFill/>
                    </a:lnR>
                    <a:lnT>
                      <a:noFill/>
                    </a:lnT>
                    <a:lnB>
                      <a:noFill/>
                    </a:lnB>
                    <a:lnTlToBr>
                      <a:noFill/>
                    </a:lnTlToBr>
                    <a:lnBlToTr>
                      <a:noFill/>
                    </a:lnBlToTr>
                    <a:noFill/>
                  </a:tcPr>
                </a:tc>
              </a:tr>
              <a:tr h="198438">
                <a:tc>
                  <a:txBody>
                    <a:bodyPr/>
                    <a:lstStyle>
                      <a:lvl1pPr eaLnBrk="0" hangingPunct="0">
                        <a:spcBef>
                          <a:spcPct val="20000"/>
                        </a:spcBef>
                        <a:buFont typeface="Wingdings" panose="05000000000000000000" pitchFamily="2" charset="2"/>
                        <a:defRPr sz="2000" b="1">
                          <a:solidFill>
                            <a:schemeClr val="tx1"/>
                          </a:solidFill>
                          <a:latin typeface="Arial" panose="020B0604020202020204" pitchFamily="34" charset="0"/>
                          <a:ea typeface="黑体" panose="02010609060101010101" charset="-122"/>
                        </a:defRPr>
                      </a:lvl1pPr>
                      <a:lvl2pPr marL="742950" indent="-285750" eaLnBrk="0" hangingPunct="0">
                        <a:spcBef>
                          <a:spcPct val="20000"/>
                        </a:spcBef>
                        <a:buFont typeface="Wingdings" panose="05000000000000000000" pitchFamily="2" charset="2"/>
                        <a:defRPr b="1">
                          <a:solidFill>
                            <a:schemeClr val="tx1"/>
                          </a:solidFill>
                          <a:latin typeface="Arial" panose="020B0604020202020204" pitchFamily="34" charset="0"/>
                          <a:ea typeface="楷体_GB2312" pitchFamily="49" charset="-122"/>
                        </a:defRPr>
                      </a:lvl2pPr>
                      <a:lvl3pPr marL="1143000" indent="-228600" eaLnBrk="0" hangingPunct="0">
                        <a:spcBef>
                          <a:spcPct val="20000"/>
                        </a:spcBef>
                        <a:buFont typeface="Gungsuh" pitchFamily="18" charset="-127"/>
                        <a:defRPr sz="1600"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sz="1400">
                          <a:solidFill>
                            <a:schemeClr val="tx1"/>
                          </a:solidFill>
                          <a:latin typeface="Arial" panose="020B0604020202020204" pitchFamily="34" charset="0"/>
                          <a:ea typeface="黑体" panose="02010609060101010101" charset="-122"/>
                        </a:defRPr>
                      </a:lvl4pPr>
                      <a:lvl5pPr marL="2057400" indent="-228600" eaLnBrk="0" hangingPunct="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0" fontAlgn="base" latinLnBrk="0" hangingPunct="0">
                        <a:lnSpc>
                          <a:spcPct val="85000"/>
                        </a:lnSpc>
                        <a:spcBef>
                          <a:spcPct val="20000"/>
                        </a:spcBef>
                        <a:spcAft>
                          <a:spcPct val="0"/>
                        </a:spcAft>
                        <a:buClrTx/>
                        <a:buSzTx/>
                        <a:buFont typeface="Wingdings" panose="05000000000000000000" pitchFamily="2" charset="2"/>
                        <a:buNone/>
                      </a:pPr>
                      <a:r>
                        <a:rPr kumimoji="0" lang="en-US" altLang="zh-CN" sz="1600" b="1" i="0" u="none" strike="noStrike" cap="none" normalizeH="0" baseline="0">
                          <a:ln>
                            <a:noFill/>
                          </a:ln>
                          <a:solidFill>
                            <a:schemeClr val="tx1"/>
                          </a:solidFill>
                          <a:effectLst/>
                          <a:latin typeface="Arial" panose="020B0604020202020204" pitchFamily="34" charset="0"/>
                          <a:ea typeface="宋体" panose="02010600030101010101" pitchFamily="2" charset="-122"/>
                        </a:rPr>
                        <a:t>1011</a:t>
                      </a:r>
                      <a:endParaRPr kumimoji="0" lang="en-US" altLang="zh-CN" sz="16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a:noFill/>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lvl1pPr eaLnBrk="0" hangingPunct="0">
                        <a:spcBef>
                          <a:spcPct val="20000"/>
                        </a:spcBef>
                        <a:buFont typeface="Wingdings" panose="05000000000000000000" pitchFamily="2" charset="2"/>
                        <a:defRPr sz="2000" b="1">
                          <a:solidFill>
                            <a:schemeClr val="tx1"/>
                          </a:solidFill>
                          <a:latin typeface="Arial" panose="020B0604020202020204" pitchFamily="34" charset="0"/>
                          <a:ea typeface="黑体" panose="02010609060101010101" charset="-122"/>
                        </a:defRPr>
                      </a:lvl1pPr>
                      <a:lvl2pPr marL="742950" indent="-285750" eaLnBrk="0" hangingPunct="0">
                        <a:spcBef>
                          <a:spcPct val="20000"/>
                        </a:spcBef>
                        <a:buFont typeface="Wingdings" panose="05000000000000000000" pitchFamily="2" charset="2"/>
                        <a:defRPr b="1">
                          <a:solidFill>
                            <a:schemeClr val="tx1"/>
                          </a:solidFill>
                          <a:latin typeface="Arial" panose="020B0604020202020204" pitchFamily="34" charset="0"/>
                          <a:ea typeface="楷体_GB2312" pitchFamily="49" charset="-122"/>
                        </a:defRPr>
                      </a:lvl2pPr>
                      <a:lvl3pPr marL="1143000" indent="-228600" eaLnBrk="0" hangingPunct="0">
                        <a:spcBef>
                          <a:spcPct val="20000"/>
                        </a:spcBef>
                        <a:buFont typeface="Gungsuh" pitchFamily="18" charset="-127"/>
                        <a:defRPr sz="1600"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sz="1400">
                          <a:solidFill>
                            <a:schemeClr val="tx1"/>
                          </a:solidFill>
                          <a:latin typeface="Arial" panose="020B0604020202020204" pitchFamily="34" charset="0"/>
                          <a:ea typeface="黑体" panose="02010609060101010101" charset="-122"/>
                        </a:defRPr>
                      </a:lvl4pPr>
                      <a:lvl5pPr marL="2057400" indent="-228600" eaLnBrk="0" hangingPunct="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0" fontAlgn="base" latinLnBrk="0" hangingPunct="0">
                        <a:lnSpc>
                          <a:spcPct val="85000"/>
                        </a:lnSpc>
                        <a:spcBef>
                          <a:spcPct val="20000"/>
                        </a:spcBef>
                        <a:spcAft>
                          <a:spcPct val="0"/>
                        </a:spcAft>
                        <a:buClrTx/>
                        <a:buSzTx/>
                        <a:buFont typeface="Wingdings" panose="05000000000000000000" pitchFamily="2" charset="2"/>
                        <a:buNone/>
                      </a:pPr>
                      <a:r>
                        <a:rPr kumimoji="0" lang="en-US" altLang="zh-CN" sz="1600" b="1" i="0" u="none" strike="noStrike" cap="none" normalizeH="0" baseline="0" dirty="0">
                          <a:ln>
                            <a:noFill/>
                          </a:ln>
                          <a:solidFill>
                            <a:schemeClr val="tx1"/>
                          </a:solidFill>
                          <a:effectLst/>
                          <a:latin typeface="Arial" panose="020B0604020202020204" pitchFamily="34" charset="0"/>
                          <a:ea typeface="宋体" panose="02010600030101010101" pitchFamily="2" charset="-122"/>
                        </a:rPr>
                        <a:t>B</a:t>
                      </a:r>
                      <a:endParaRPr kumimoji="0" lang="en-US" altLang="zh-CN" sz="1600" b="1"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lvl1pPr eaLnBrk="0" hangingPunct="0">
                        <a:spcBef>
                          <a:spcPct val="20000"/>
                        </a:spcBef>
                        <a:buFont typeface="Wingdings" panose="05000000000000000000" pitchFamily="2" charset="2"/>
                        <a:defRPr sz="2000" b="1">
                          <a:solidFill>
                            <a:schemeClr val="tx1"/>
                          </a:solidFill>
                          <a:latin typeface="Arial" panose="020B0604020202020204" pitchFamily="34" charset="0"/>
                          <a:ea typeface="黑体" panose="02010609060101010101" charset="-122"/>
                        </a:defRPr>
                      </a:lvl1pPr>
                      <a:lvl2pPr marL="742950" indent="-285750" eaLnBrk="0" hangingPunct="0">
                        <a:spcBef>
                          <a:spcPct val="20000"/>
                        </a:spcBef>
                        <a:buFont typeface="Wingdings" panose="05000000000000000000" pitchFamily="2" charset="2"/>
                        <a:defRPr b="1">
                          <a:solidFill>
                            <a:schemeClr val="tx1"/>
                          </a:solidFill>
                          <a:latin typeface="Arial" panose="020B0604020202020204" pitchFamily="34" charset="0"/>
                          <a:ea typeface="楷体_GB2312" pitchFamily="49" charset="-122"/>
                        </a:defRPr>
                      </a:lvl2pPr>
                      <a:lvl3pPr marL="1143000" indent="-228600" eaLnBrk="0" hangingPunct="0">
                        <a:spcBef>
                          <a:spcPct val="20000"/>
                        </a:spcBef>
                        <a:buFont typeface="Gungsuh" pitchFamily="18" charset="-127"/>
                        <a:defRPr sz="1600"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sz="1400">
                          <a:solidFill>
                            <a:schemeClr val="tx1"/>
                          </a:solidFill>
                          <a:latin typeface="Arial" panose="020B0604020202020204" pitchFamily="34" charset="0"/>
                          <a:ea typeface="黑体" panose="02010609060101010101" charset="-122"/>
                        </a:defRPr>
                      </a:lvl4pPr>
                      <a:lvl5pPr marL="2057400" indent="-228600" eaLnBrk="0" hangingPunct="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0" fontAlgn="base" latinLnBrk="0" hangingPunct="0">
                        <a:lnSpc>
                          <a:spcPct val="85000"/>
                        </a:lnSpc>
                        <a:spcBef>
                          <a:spcPct val="20000"/>
                        </a:spcBef>
                        <a:spcAft>
                          <a:spcPct val="0"/>
                        </a:spcAft>
                        <a:buClrTx/>
                        <a:buSzTx/>
                        <a:buFont typeface="Wingdings" panose="05000000000000000000" pitchFamily="2" charset="2"/>
                        <a:buNone/>
                      </a:pPr>
                      <a:r>
                        <a:rPr kumimoji="0" lang="en-US" altLang="zh-CN" sz="1600" b="1" i="0" u="none" strike="noStrike" cap="none" normalizeH="0" baseline="0">
                          <a:ln>
                            <a:noFill/>
                          </a:ln>
                          <a:solidFill>
                            <a:schemeClr val="tx1"/>
                          </a:solidFill>
                          <a:effectLst/>
                          <a:latin typeface="Arial" panose="020B0604020202020204" pitchFamily="34" charset="0"/>
                          <a:ea typeface="宋体" panose="02010600030101010101" pitchFamily="2" charset="-122"/>
                        </a:rPr>
                        <a:t>11</a:t>
                      </a:r>
                      <a:endParaRPr kumimoji="0" lang="en-US" altLang="zh-CN" sz="16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a:noFill/>
                    </a:lnR>
                    <a:lnT>
                      <a:noFill/>
                    </a:lnT>
                    <a:lnB>
                      <a:noFill/>
                    </a:lnB>
                    <a:lnTlToBr>
                      <a:noFill/>
                    </a:lnTlToBr>
                    <a:lnBlToTr>
                      <a:noFill/>
                    </a:lnBlToTr>
                    <a:noFill/>
                  </a:tcPr>
                </a:tc>
              </a:tr>
              <a:tr h="198438">
                <a:tc>
                  <a:txBody>
                    <a:bodyPr/>
                    <a:lstStyle>
                      <a:lvl1pPr eaLnBrk="0" hangingPunct="0">
                        <a:spcBef>
                          <a:spcPct val="20000"/>
                        </a:spcBef>
                        <a:buFont typeface="Wingdings" panose="05000000000000000000" pitchFamily="2" charset="2"/>
                        <a:defRPr sz="2000" b="1">
                          <a:solidFill>
                            <a:schemeClr val="tx1"/>
                          </a:solidFill>
                          <a:latin typeface="Arial" panose="020B0604020202020204" pitchFamily="34" charset="0"/>
                          <a:ea typeface="黑体" panose="02010609060101010101" charset="-122"/>
                        </a:defRPr>
                      </a:lvl1pPr>
                      <a:lvl2pPr marL="742950" indent="-285750" eaLnBrk="0" hangingPunct="0">
                        <a:spcBef>
                          <a:spcPct val="20000"/>
                        </a:spcBef>
                        <a:buFont typeface="Wingdings" panose="05000000000000000000" pitchFamily="2" charset="2"/>
                        <a:defRPr b="1">
                          <a:solidFill>
                            <a:schemeClr val="tx1"/>
                          </a:solidFill>
                          <a:latin typeface="Arial" panose="020B0604020202020204" pitchFamily="34" charset="0"/>
                          <a:ea typeface="楷体_GB2312" pitchFamily="49" charset="-122"/>
                        </a:defRPr>
                      </a:lvl2pPr>
                      <a:lvl3pPr marL="1143000" indent="-228600" eaLnBrk="0" hangingPunct="0">
                        <a:spcBef>
                          <a:spcPct val="20000"/>
                        </a:spcBef>
                        <a:buFont typeface="Gungsuh" pitchFamily="18" charset="-127"/>
                        <a:defRPr sz="1600"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sz="1400">
                          <a:solidFill>
                            <a:schemeClr val="tx1"/>
                          </a:solidFill>
                          <a:latin typeface="Arial" panose="020B0604020202020204" pitchFamily="34" charset="0"/>
                          <a:ea typeface="黑体" panose="02010609060101010101" charset="-122"/>
                        </a:defRPr>
                      </a:lvl4pPr>
                      <a:lvl5pPr marL="2057400" indent="-228600" eaLnBrk="0" hangingPunct="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0" fontAlgn="base" latinLnBrk="0" hangingPunct="0">
                        <a:lnSpc>
                          <a:spcPct val="85000"/>
                        </a:lnSpc>
                        <a:spcBef>
                          <a:spcPct val="20000"/>
                        </a:spcBef>
                        <a:spcAft>
                          <a:spcPct val="0"/>
                        </a:spcAft>
                        <a:buClrTx/>
                        <a:buSzTx/>
                        <a:buFont typeface="Wingdings" panose="05000000000000000000" pitchFamily="2" charset="2"/>
                        <a:buNone/>
                      </a:pPr>
                      <a:r>
                        <a:rPr kumimoji="0" lang="en-US" altLang="zh-CN" sz="1600" b="1" i="0" u="none" strike="noStrike" cap="none" normalizeH="0" baseline="0">
                          <a:ln>
                            <a:noFill/>
                          </a:ln>
                          <a:solidFill>
                            <a:schemeClr val="tx1"/>
                          </a:solidFill>
                          <a:effectLst/>
                          <a:latin typeface="Arial" panose="020B0604020202020204" pitchFamily="34" charset="0"/>
                          <a:ea typeface="宋体" panose="02010600030101010101" pitchFamily="2" charset="-122"/>
                        </a:rPr>
                        <a:t>1100</a:t>
                      </a:r>
                      <a:endParaRPr kumimoji="0" lang="en-US" altLang="zh-CN" sz="16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a:noFill/>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lvl1pPr eaLnBrk="0" hangingPunct="0">
                        <a:spcBef>
                          <a:spcPct val="20000"/>
                        </a:spcBef>
                        <a:buFont typeface="Wingdings" panose="05000000000000000000" pitchFamily="2" charset="2"/>
                        <a:defRPr sz="2000" b="1">
                          <a:solidFill>
                            <a:schemeClr val="tx1"/>
                          </a:solidFill>
                          <a:latin typeface="Arial" panose="020B0604020202020204" pitchFamily="34" charset="0"/>
                          <a:ea typeface="黑体" panose="02010609060101010101" charset="-122"/>
                        </a:defRPr>
                      </a:lvl1pPr>
                      <a:lvl2pPr marL="742950" indent="-285750" eaLnBrk="0" hangingPunct="0">
                        <a:spcBef>
                          <a:spcPct val="20000"/>
                        </a:spcBef>
                        <a:buFont typeface="Wingdings" panose="05000000000000000000" pitchFamily="2" charset="2"/>
                        <a:defRPr b="1">
                          <a:solidFill>
                            <a:schemeClr val="tx1"/>
                          </a:solidFill>
                          <a:latin typeface="Arial" panose="020B0604020202020204" pitchFamily="34" charset="0"/>
                          <a:ea typeface="楷体_GB2312" pitchFamily="49" charset="-122"/>
                        </a:defRPr>
                      </a:lvl2pPr>
                      <a:lvl3pPr marL="1143000" indent="-228600" eaLnBrk="0" hangingPunct="0">
                        <a:spcBef>
                          <a:spcPct val="20000"/>
                        </a:spcBef>
                        <a:buFont typeface="Gungsuh" pitchFamily="18" charset="-127"/>
                        <a:defRPr sz="1600"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sz="1400">
                          <a:solidFill>
                            <a:schemeClr val="tx1"/>
                          </a:solidFill>
                          <a:latin typeface="Arial" panose="020B0604020202020204" pitchFamily="34" charset="0"/>
                          <a:ea typeface="黑体" panose="02010609060101010101" charset="-122"/>
                        </a:defRPr>
                      </a:lvl4pPr>
                      <a:lvl5pPr marL="2057400" indent="-228600" eaLnBrk="0" hangingPunct="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0" fontAlgn="base" latinLnBrk="0" hangingPunct="0">
                        <a:lnSpc>
                          <a:spcPct val="85000"/>
                        </a:lnSpc>
                        <a:spcBef>
                          <a:spcPct val="20000"/>
                        </a:spcBef>
                        <a:spcAft>
                          <a:spcPct val="0"/>
                        </a:spcAft>
                        <a:buClrTx/>
                        <a:buSzTx/>
                        <a:buFont typeface="Wingdings" panose="05000000000000000000" pitchFamily="2" charset="2"/>
                        <a:buNone/>
                      </a:pPr>
                      <a:r>
                        <a:rPr kumimoji="0" lang="en-US" altLang="zh-CN" sz="1600" b="1" i="0" u="none" strike="noStrike" cap="none" normalizeH="0" baseline="0" dirty="0">
                          <a:ln>
                            <a:noFill/>
                          </a:ln>
                          <a:solidFill>
                            <a:schemeClr val="tx1"/>
                          </a:solidFill>
                          <a:effectLst/>
                          <a:latin typeface="Arial" panose="020B0604020202020204" pitchFamily="34" charset="0"/>
                          <a:ea typeface="宋体" panose="02010600030101010101" pitchFamily="2" charset="-122"/>
                        </a:rPr>
                        <a:t>C</a:t>
                      </a:r>
                      <a:endParaRPr kumimoji="0" lang="en-US" altLang="zh-CN" sz="1600" b="1"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lvl1pPr eaLnBrk="0" hangingPunct="0">
                        <a:spcBef>
                          <a:spcPct val="20000"/>
                        </a:spcBef>
                        <a:buFont typeface="Wingdings" panose="05000000000000000000" pitchFamily="2" charset="2"/>
                        <a:defRPr sz="2000" b="1">
                          <a:solidFill>
                            <a:schemeClr val="tx1"/>
                          </a:solidFill>
                          <a:latin typeface="Arial" panose="020B0604020202020204" pitchFamily="34" charset="0"/>
                          <a:ea typeface="黑体" panose="02010609060101010101" charset="-122"/>
                        </a:defRPr>
                      </a:lvl1pPr>
                      <a:lvl2pPr marL="742950" indent="-285750" eaLnBrk="0" hangingPunct="0">
                        <a:spcBef>
                          <a:spcPct val="20000"/>
                        </a:spcBef>
                        <a:buFont typeface="Wingdings" panose="05000000000000000000" pitchFamily="2" charset="2"/>
                        <a:defRPr b="1">
                          <a:solidFill>
                            <a:schemeClr val="tx1"/>
                          </a:solidFill>
                          <a:latin typeface="Arial" panose="020B0604020202020204" pitchFamily="34" charset="0"/>
                          <a:ea typeface="楷体_GB2312" pitchFamily="49" charset="-122"/>
                        </a:defRPr>
                      </a:lvl2pPr>
                      <a:lvl3pPr marL="1143000" indent="-228600" eaLnBrk="0" hangingPunct="0">
                        <a:spcBef>
                          <a:spcPct val="20000"/>
                        </a:spcBef>
                        <a:buFont typeface="Gungsuh" pitchFamily="18" charset="-127"/>
                        <a:defRPr sz="1600"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sz="1400">
                          <a:solidFill>
                            <a:schemeClr val="tx1"/>
                          </a:solidFill>
                          <a:latin typeface="Arial" panose="020B0604020202020204" pitchFamily="34" charset="0"/>
                          <a:ea typeface="黑体" panose="02010609060101010101" charset="-122"/>
                        </a:defRPr>
                      </a:lvl4pPr>
                      <a:lvl5pPr marL="2057400" indent="-228600" eaLnBrk="0" hangingPunct="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0" fontAlgn="base" latinLnBrk="0" hangingPunct="0">
                        <a:lnSpc>
                          <a:spcPct val="85000"/>
                        </a:lnSpc>
                        <a:spcBef>
                          <a:spcPct val="20000"/>
                        </a:spcBef>
                        <a:spcAft>
                          <a:spcPct val="0"/>
                        </a:spcAft>
                        <a:buClrTx/>
                        <a:buSzTx/>
                        <a:buFont typeface="Wingdings" panose="05000000000000000000" pitchFamily="2" charset="2"/>
                        <a:buNone/>
                      </a:pPr>
                      <a:r>
                        <a:rPr kumimoji="0" lang="en-US" altLang="zh-CN" sz="1600" b="1" i="0" u="none" strike="noStrike" cap="none" normalizeH="0" baseline="0">
                          <a:ln>
                            <a:noFill/>
                          </a:ln>
                          <a:solidFill>
                            <a:schemeClr val="tx1"/>
                          </a:solidFill>
                          <a:effectLst/>
                          <a:latin typeface="Arial" panose="020B0604020202020204" pitchFamily="34" charset="0"/>
                          <a:ea typeface="宋体" panose="02010600030101010101" pitchFamily="2" charset="-122"/>
                        </a:rPr>
                        <a:t>12</a:t>
                      </a:r>
                      <a:endParaRPr kumimoji="0" lang="en-US" altLang="zh-CN" sz="16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a:noFill/>
                    </a:lnR>
                    <a:lnT>
                      <a:noFill/>
                    </a:lnT>
                    <a:lnB>
                      <a:noFill/>
                    </a:lnB>
                    <a:lnTlToBr>
                      <a:noFill/>
                    </a:lnTlToBr>
                    <a:lnBlToTr>
                      <a:noFill/>
                    </a:lnBlToTr>
                    <a:noFill/>
                  </a:tcPr>
                </a:tc>
              </a:tr>
              <a:tr h="246063">
                <a:tc>
                  <a:txBody>
                    <a:bodyPr/>
                    <a:lstStyle>
                      <a:lvl1pPr eaLnBrk="0" hangingPunct="0">
                        <a:spcBef>
                          <a:spcPct val="20000"/>
                        </a:spcBef>
                        <a:buFont typeface="Wingdings" panose="05000000000000000000" pitchFamily="2" charset="2"/>
                        <a:defRPr sz="2000" b="1">
                          <a:solidFill>
                            <a:schemeClr val="tx1"/>
                          </a:solidFill>
                          <a:latin typeface="Arial" panose="020B0604020202020204" pitchFamily="34" charset="0"/>
                          <a:ea typeface="黑体" panose="02010609060101010101" charset="-122"/>
                        </a:defRPr>
                      </a:lvl1pPr>
                      <a:lvl2pPr marL="742950" indent="-285750" eaLnBrk="0" hangingPunct="0">
                        <a:spcBef>
                          <a:spcPct val="20000"/>
                        </a:spcBef>
                        <a:buFont typeface="Wingdings" panose="05000000000000000000" pitchFamily="2" charset="2"/>
                        <a:defRPr b="1">
                          <a:solidFill>
                            <a:schemeClr val="tx1"/>
                          </a:solidFill>
                          <a:latin typeface="Arial" panose="020B0604020202020204" pitchFamily="34" charset="0"/>
                          <a:ea typeface="楷体_GB2312" pitchFamily="49" charset="-122"/>
                        </a:defRPr>
                      </a:lvl2pPr>
                      <a:lvl3pPr marL="1143000" indent="-228600" eaLnBrk="0" hangingPunct="0">
                        <a:spcBef>
                          <a:spcPct val="20000"/>
                        </a:spcBef>
                        <a:buFont typeface="Gungsuh" pitchFamily="18" charset="-127"/>
                        <a:defRPr sz="1600"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sz="1400">
                          <a:solidFill>
                            <a:schemeClr val="tx1"/>
                          </a:solidFill>
                          <a:latin typeface="Arial" panose="020B0604020202020204" pitchFamily="34" charset="0"/>
                          <a:ea typeface="黑体" panose="02010609060101010101" charset="-122"/>
                        </a:defRPr>
                      </a:lvl4pPr>
                      <a:lvl5pPr marL="2057400" indent="-228600" eaLnBrk="0" hangingPunct="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0" fontAlgn="base" latinLnBrk="0" hangingPunct="0">
                        <a:lnSpc>
                          <a:spcPct val="85000"/>
                        </a:lnSpc>
                        <a:spcBef>
                          <a:spcPct val="20000"/>
                        </a:spcBef>
                        <a:spcAft>
                          <a:spcPct val="0"/>
                        </a:spcAft>
                        <a:buClrTx/>
                        <a:buSzTx/>
                        <a:buFont typeface="Wingdings" panose="05000000000000000000" pitchFamily="2" charset="2"/>
                        <a:buNone/>
                      </a:pPr>
                      <a:r>
                        <a:rPr kumimoji="0" lang="en-US" altLang="zh-CN" sz="1600" b="1" i="0" u="none" strike="noStrike" cap="none" normalizeH="0" baseline="0">
                          <a:ln>
                            <a:noFill/>
                          </a:ln>
                          <a:solidFill>
                            <a:schemeClr val="tx1"/>
                          </a:solidFill>
                          <a:effectLst/>
                          <a:latin typeface="Arial" panose="020B0604020202020204" pitchFamily="34" charset="0"/>
                          <a:ea typeface="宋体" panose="02010600030101010101" pitchFamily="2" charset="-122"/>
                        </a:rPr>
                        <a:t>1101</a:t>
                      </a:r>
                      <a:endParaRPr kumimoji="0" lang="en-US" altLang="zh-CN" sz="16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a:noFill/>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lvl1pPr eaLnBrk="0" hangingPunct="0">
                        <a:spcBef>
                          <a:spcPct val="20000"/>
                        </a:spcBef>
                        <a:buFont typeface="Wingdings" panose="05000000000000000000" pitchFamily="2" charset="2"/>
                        <a:defRPr sz="2000" b="1">
                          <a:solidFill>
                            <a:schemeClr val="tx1"/>
                          </a:solidFill>
                          <a:latin typeface="Arial" panose="020B0604020202020204" pitchFamily="34" charset="0"/>
                          <a:ea typeface="黑体" panose="02010609060101010101" charset="-122"/>
                        </a:defRPr>
                      </a:lvl1pPr>
                      <a:lvl2pPr marL="742950" indent="-285750" eaLnBrk="0" hangingPunct="0">
                        <a:spcBef>
                          <a:spcPct val="20000"/>
                        </a:spcBef>
                        <a:buFont typeface="Wingdings" panose="05000000000000000000" pitchFamily="2" charset="2"/>
                        <a:defRPr b="1">
                          <a:solidFill>
                            <a:schemeClr val="tx1"/>
                          </a:solidFill>
                          <a:latin typeface="Arial" panose="020B0604020202020204" pitchFamily="34" charset="0"/>
                          <a:ea typeface="楷体_GB2312" pitchFamily="49" charset="-122"/>
                        </a:defRPr>
                      </a:lvl2pPr>
                      <a:lvl3pPr marL="1143000" indent="-228600" eaLnBrk="0" hangingPunct="0">
                        <a:spcBef>
                          <a:spcPct val="20000"/>
                        </a:spcBef>
                        <a:buFont typeface="Gungsuh" pitchFamily="18" charset="-127"/>
                        <a:defRPr sz="1600"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sz="1400">
                          <a:solidFill>
                            <a:schemeClr val="tx1"/>
                          </a:solidFill>
                          <a:latin typeface="Arial" panose="020B0604020202020204" pitchFamily="34" charset="0"/>
                          <a:ea typeface="黑体" panose="02010609060101010101" charset="-122"/>
                        </a:defRPr>
                      </a:lvl4pPr>
                      <a:lvl5pPr marL="2057400" indent="-228600" eaLnBrk="0" hangingPunct="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0" fontAlgn="base" latinLnBrk="0" hangingPunct="0">
                        <a:lnSpc>
                          <a:spcPct val="85000"/>
                        </a:lnSpc>
                        <a:spcBef>
                          <a:spcPct val="20000"/>
                        </a:spcBef>
                        <a:spcAft>
                          <a:spcPct val="0"/>
                        </a:spcAft>
                        <a:buClrTx/>
                        <a:buSzTx/>
                        <a:buFont typeface="Wingdings" panose="05000000000000000000" pitchFamily="2" charset="2"/>
                        <a:buNone/>
                      </a:pPr>
                      <a:r>
                        <a:rPr kumimoji="0" lang="en-US" altLang="zh-CN" sz="1600" b="1" i="0" u="none" strike="noStrike" cap="none" normalizeH="0" baseline="0" dirty="0">
                          <a:ln>
                            <a:noFill/>
                          </a:ln>
                          <a:solidFill>
                            <a:schemeClr val="tx1"/>
                          </a:solidFill>
                          <a:effectLst/>
                          <a:latin typeface="Arial" panose="020B0604020202020204" pitchFamily="34" charset="0"/>
                          <a:ea typeface="宋体" panose="02010600030101010101" pitchFamily="2" charset="-122"/>
                        </a:rPr>
                        <a:t>D</a:t>
                      </a:r>
                      <a:endParaRPr kumimoji="0" lang="en-US" altLang="zh-CN" sz="1600" b="1"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lvl1pPr eaLnBrk="0" hangingPunct="0">
                        <a:spcBef>
                          <a:spcPct val="20000"/>
                        </a:spcBef>
                        <a:buFont typeface="Wingdings" panose="05000000000000000000" pitchFamily="2" charset="2"/>
                        <a:defRPr sz="2000" b="1">
                          <a:solidFill>
                            <a:schemeClr val="tx1"/>
                          </a:solidFill>
                          <a:latin typeface="Arial" panose="020B0604020202020204" pitchFamily="34" charset="0"/>
                          <a:ea typeface="黑体" panose="02010609060101010101" charset="-122"/>
                        </a:defRPr>
                      </a:lvl1pPr>
                      <a:lvl2pPr marL="742950" indent="-285750" eaLnBrk="0" hangingPunct="0">
                        <a:spcBef>
                          <a:spcPct val="20000"/>
                        </a:spcBef>
                        <a:buFont typeface="Wingdings" panose="05000000000000000000" pitchFamily="2" charset="2"/>
                        <a:defRPr b="1">
                          <a:solidFill>
                            <a:schemeClr val="tx1"/>
                          </a:solidFill>
                          <a:latin typeface="Arial" panose="020B0604020202020204" pitchFamily="34" charset="0"/>
                          <a:ea typeface="楷体_GB2312" pitchFamily="49" charset="-122"/>
                        </a:defRPr>
                      </a:lvl2pPr>
                      <a:lvl3pPr marL="1143000" indent="-228600" eaLnBrk="0" hangingPunct="0">
                        <a:spcBef>
                          <a:spcPct val="20000"/>
                        </a:spcBef>
                        <a:buFont typeface="Gungsuh" pitchFamily="18" charset="-127"/>
                        <a:defRPr sz="1600"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sz="1400">
                          <a:solidFill>
                            <a:schemeClr val="tx1"/>
                          </a:solidFill>
                          <a:latin typeface="Arial" panose="020B0604020202020204" pitchFamily="34" charset="0"/>
                          <a:ea typeface="黑体" panose="02010609060101010101" charset="-122"/>
                        </a:defRPr>
                      </a:lvl4pPr>
                      <a:lvl5pPr marL="2057400" indent="-228600" eaLnBrk="0" hangingPunct="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0" fontAlgn="base" latinLnBrk="0" hangingPunct="0">
                        <a:lnSpc>
                          <a:spcPct val="85000"/>
                        </a:lnSpc>
                        <a:spcBef>
                          <a:spcPct val="20000"/>
                        </a:spcBef>
                        <a:spcAft>
                          <a:spcPct val="0"/>
                        </a:spcAft>
                        <a:buClrTx/>
                        <a:buSzTx/>
                        <a:buFont typeface="Wingdings" panose="05000000000000000000" pitchFamily="2" charset="2"/>
                        <a:buNone/>
                      </a:pPr>
                      <a:r>
                        <a:rPr kumimoji="0" lang="en-US" altLang="zh-CN" sz="1600" b="1" i="0" u="none" strike="noStrike" cap="none" normalizeH="0" baseline="0">
                          <a:ln>
                            <a:noFill/>
                          </a:ln>
                          <a:solidFill>
                            <a:schemeClr val="tx1"/>
                          </a:solidFill>
                          <a:effectLst/>
                          <a:latin typeface="Arial" panose="020B0604020202020204" pitchFamily="34" charset="0"/>
                          <a:ea typeface="宋体" panose="02010600030101010101" pitchFamily="2" charset="-122"/>
                        </a:rPr>
                        <a:t>13</a:t>
                      </a:r>
                      <a:endParaRPr kumimoji="0" lang="en-US" altLang="zh-CN" sz="16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a:noFill/>
                    </a:lnR>
                    <a:lnT>
                      <a:noFill/>
                    </a:lnT>
                    <a:lnB>
                      <a:noFill/>
                    </a:lnB>
                    <a:lnTlToBr>
                      <a:noFill/>
                    </a:lnTlToBr>
                    <a:lnBlToTr>
                      <a:noFill/>
                    </a:lnBlToTr>
                    <a:noFill/>
                  </a:tcPr>
                </a:tc>
              </a:tr>
              <a:tr h="198438">
                <a:tc>
                  <a:txBody>
                    <a:bodyPr/>
                    <a:lstStyle>
                      <a:lvl1pPr eaLnBrk="0" hangingPunct="0">
                        <a:spcBef>
                          <a:spcPct val="20000"/>
                        </a:spcBef>
                        <a:buFont typeface="Wingdings" panose="05000000000000000000" pitchFamily="2" charset="2"/>
                        <a:defRPr sz="2000" b="1">
                          <a:solidFill>
                            <a:schemeClr val="tx1"/>
                          </a:solidFill>
                          <a:latin typeface="Arial" panose="020B0604020202020204" pitchFamily="34" charset="0"/>
                          <a:ea typeface="黑体" panose="02010609060101010101" charset="-122"/>
                        </a:defRPr>
                      </a:lvl1pPr>
                      <a:lvl2pPr marL="742950" indent="-285750" eaLnBrk="0" hangingPunct="0">
                        <a:spcBef>
                          <a:spcPct val="20000"/>
                        </a:spcBef>
                        <a:buFont typeface="Wingdings" panose="05000000000000000000" pitchFamily="2" charset="2"/>
                        <a:defRPr b="1">
                          <a:solidFill>
                            <a:schemeClr val="tx1"/>
                          </a:solidFill>
                          <a:latin typeface="Arial" panose="020B0604020202020204" pitchFamily="34" charset="0"/>
                          <a:ea typeface="楷体_GB2312" pitchFamily="49" charset="-122"/>
                        </a:defRPr>
                      </a:lvl2pPr>
                      <a:lvl3pPr marL="1143000" indent="-228600" eaLnBrk="0" hangingPunct="0">
                        <a:spcBef>
                          <a:spcPct val="20000"/>
                        </a:spcBef>
                        <a:buFont typeface="Gungsuh" pitchFamily="18" charset="-127"/>
                        <a:defRPr sz="1600"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sz="1400">
                          <a:solidFill>
                            <a:schemeClr val="tx1"/>
                          </a:solidFill>
                          <a:latin typeface="Arial" panose="020B0604020202020204" pitchFamily="34" charset="0"/>
                          <a:ea typeface="黑体" panose="02010609060101010101" charset="-122"/>
                        </a:defRPr>
                      </a:lvl4pPr>
                      <a:lvl5pPr marL="2057400" indent="-228600" eaLnBrk="0" hangingPunct="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0" fontAlgn="base" latinLnBrk="0" hangingPunct="0">
                        <a:lnSpc>
                          <a:spcPct val="85000"/>
                        </a:lnSpc>
                        <a:spcBef>
                          <a:spcPct val="20000"/>
                        </a:spcBef>
                        <a:spcAft>
                          <a:spcPct val="0"/>
                        </a:spcAft>
                        <a:buClrTx/>
                        <a:buSzTx/>
                        <a:buFont typeface="Wingdings" panose="05000000000000000000" pitchFamily="2" charset="2"/>
                        <a:buNone/>
                      </a:pPr>
                      <a:r>
                        <a:rPr kumimoji="0" lang="en-US" altLang="zh-CN" sz="1600" b="1" i="0" u="none" strike="noStrike" cap="none" normalizeH="0" baseline="0">
                          <a:ln>
                            <a:noFill/>
                          </a:ln>
                          <a:solidFill>
                            <a:schemeClr val="tx1"/>
                          </a:solidFill>
                          <a:effectLst/>
                          <a:latin typeface="Arial" panose="020B0604020202020204" pitchFamily="34" charset="0"/>
                          <a:ea typeface="宋体" panose="02010600030101010101" pitchFamily="2" charset="-122"/>
                        </a:rPr>
                        <a:t>1110</a:t>
                      </a:r>
                      <a:endParaRPr kumimoji="0" lang="en-US" altLang="zh-CN" sz="16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a:noFill/>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lvl1pPr eaLnBrk="0" hangingPunct="0">
                        <a:spcBef>
                          <a:spcPct val="20000"/>
                        </a:spcBef>
                        <a:buFont typeface="Wingdings" panose="05000000000000000000" pitchFamily="2" charset="2"/>
                        <a:defRPr sz="2000" b="1">
                          <a:solidFill>
                            <a:schemeClr val="tx1"/>
                          </a:solidFill>
                          <a:latin typeface="Arial" panose="020B0604020202020204" pitchFamily="34" charset="0"/>
                          <a:ea typeface="黑体" panose="02010609060101010101" charset="-122"/>
                        </a:defRPr>
                      </a:lvl1pPr>
                      <a:lvl2pPr marL="742950" indent="-285750" eaLnBrk="0" hangingPunct="0">
                        <a:spcBef>
                          <a:spcPct val="20000"/>
                        </a:spcBef>
                        <a:buFont typeface="Wingdings" panose="05000000000000000000" pitchFamily="2" charset="2"/>
                        <a:defRPr b="1">
                          <a:solidFill>
                            <a:schemeClr val="tx1"/>
                          </a:solidFill>
                          <a:latin typeface="Arial" panose="020B0604020202020204" pitchFamily="34" charset="0"/>
                          <a:ea typeface="楷体_GB2312" pitchFamily="49" charset="-122"/>
                        </a:defRPr>
                      </a:lvl2pPr>
                      <a:lvl3pPr marL="1143000" indent="-228600" eaLnBrk="0" hangingPunct="0">
                        <a:spcBef>
                          <a:spcPct val="20000"/>
                        </a:spcBef>
                        <a:buFont typeface="Gungsuh" pitchFamily="18" charset="-127"/>
                        <a:defRPr sz="1600"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sz="1400">
                          <a:solidFill>
                            <a:schemeClr val="tx1"/>
                          </a:solidFill>
                          <a:latin typeface="Arial" panose="020B0604020202020204" pitchFamily="34" charset="0"/>
                          <a:ea typeface="黑体" panose="02010609060101010101" charset="-122"/>
                        </a:defRPr>
                      </a:lvl4pPr>
                      <a:lvl5pPr marL="2057400" indent="-228600" eaLnBrk="0" hangingPunct="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0" fontAlgn="base" latinLnBrk="0" hangingPunct="0">
                        <a:lnSpc>
                          <a:spcPct val="85000"/>
                        </a:lnSpc>
                        <a:spcBef>
                          <a:spcPct val="20000"/>
                        </a:spcBef>
                        <a:spcAft>
                          <a:spcPct val="0"/>
                        </a:spcAft>
                        <a:buClrTx/>
                        <a:buSzTx/>
                        <a:buFont typeface="Wingdings" panose="05000000000000000000" pitchFamily="2" charset="2"/>
                        <a:buNone/>
                      </a:pPr>
                      <a:r>
                        <a:rPr kumimoji="0" lang="en-US" altLang="zh-CN" sz="1600" b="1" i="0" u="none" strike="noStrike" cap="none" normalizeH="0" baseline="0" dirty="0">
                          <a:ln>
                            <a:noFill/>
                          </a:ln>
                          <a:solidFill>
                            <a:schemeClr val="tx1"/>
                          </a:solidFill>
                          <a:effectLst/>
                          <a:latin typeface="Arial" panose="020B0604020202020204" pitchFamily="34" charset="0"/>
                          <a:ea typeface="宋体" panose="02010600030101010101" pitchFamily="2" charset="-122"/>
                        </a:rPr>
                        <a:t>E</a:t>
                      </a:r>
                      <a:endParaRPr kumimoji="0" lang="en-US" altLang="zh-CN" sz="1600" b="1"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lvl1pPr eaLnBrk="0" hangingPunct="0">
                        <a:spcBef>
                          <a:spcPct val="20000"/>
                        </a:spcBef>
                        <a:buFont typeface="Wingdings" panose="05000000000000000000" pitchFamily="2" charset="2"/>
                        <a:defRPr sz="2000" b="1">
                          <a:solidFill>
                            <a:schemeClr val="tx1"/>
                          </a:solidFill>
                          <a:latin typeface="Arial" panose="020B0604020202020204" pitchFamily="34" charset="0"/>
                          <a:ea typeface="黑体" panose="02010609060101010101" charset="-122"/>
                        </a:defRPr>
                      </a:lvl1pPr>
                      <a:lvl2pPr marL="742950" indent="-285750" eaLnBrk="0" hangingPunct="0">
                        <a:spcBef>
                          <a:spcPct val="20000"/>
                        </a:spcBef>
                        <a:buFont typeface="Wingdings" panose="05000000000000000000" pitchFamily="2" charset="2"/>
                        <a:defRPr b="1">
                          <a:solidFill>
                            <a:schemeClr val="tx1"/>
                          </a:solidFill>
                          <a:latin typeface="Arial" panose="020B0604020202020204" pitchFamily="34" charset="0"/>
                          <a:ea typeface="楷体_GB2312" pitchFamily="49" charset="-122"/>
                        </a:defRPr>
                      </a:lvl2pPr>
                      <a:lvl3pPr marL="1143000" indent="-228600" eaLnBrk="0" hangingPunct="0">
                        <a:spcBef>
                          <a:spcPct val="20000"/>
                        </a:spcBef>
                        <a:buFont typeface="Gungsuh" pitchFamily="18" charset="-127"/>
                        <a:defRPr sz="1600"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sz="1400">
                          <a:solidFill>
                            <a:schemeClr val="tx1"/>
                          </a:solidFill>
                          <a:latin typeface="Arial" panose="020B0604020202020204" pitchFamily="34" charset="0"/>
                          <a:ea typeface="黑体" panose="02010609060101010101" charset="-122"/>
                        </a:defRPr>
                      </a:lvl4pPr>
                      <a:lvl5pPr marL="2057400" indent="-228600" eaLnBrk="0" hangingPunct="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0" fontAlgn="base" latinLnBrk="0" hangingPunct="0">
                        <a:lnSpc>
                          <a:spcPct val="85000"/>
                        </a:lnSpc>
                        <a:spcBef>
                          <a:spcPct val="20000"/>
                        </a:spcBef>
                        <a:spcAft>
                          <a:spcPct val="0"/>
                        </a:spcAft>
                        <a:buClrTx/>
                        <a:buSzTx/>
                        <a:buFont typeface="Wingdings" panose="05000000000000000000" pitchFamily="2" charset="2"/>
                        <a:buNone/>
                      </a:pPr>
                      <a:r>
                        <a:rPr kumimoji="0" lang="en-US" altLang="zh-CN" sz="1600" b="1" i="0" u="none" strike="noStrike" cap="none" normalizeH="0" baseline="0">
                          <a:ln>
                            <a:noFill/>
                          </a:ln>
                          <a:solidFill>
                            <a:schemeClr val="tx1"/>
                          </a:solidFill>
                          <a:effectLst/>
                          <a:latin typeface="Arial" panose="020B0604020202020204" pitchFamily="34" charset="0"/>
                          <a:ea typeface="宋体" panose="02010600030101010101" pitchFamily="2" charset="-122"/>
                        </a:rPr>
                        <a:t>14</a:t>
                      </a:r>
                      <a:endParaRPr kumimoji="0" lang="en-US" altLang="zh-CN" sz="16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a:noFill/>
                    </a:lnR>
                    <a:lnT>
                      <a:noFill/>
                    </a:lnT>
                    <a:lnB>
                      <a:noFill/>
                    </a:lnB>
                    <a:lnTlToBr>
                      <a:noFill/>
                    </a:lnTlToBr>
                    <a:lnBlToTr>
                      <a:noFill/>
                    </a:lnBlToTr>
                    <a:noFill/>
                  </a:tcPr>
                </a:tc>
              </a:tr>
              <a:tr h="198438">
                <a:tc>
                  <a:txBody>
                    <a:bodyPr/>
                    <a:lstStyle>
                      <a:lvl1pPr eaLnBrk="0" hangingPunct="0">
                        <a:spcBef>
                          <a:spcPct val="20000"/>
                        </a:spcBef>
                        <a:buFont typeface="Wingdings" panose="05000000000000000000" pitchFamily="2" charset="2"/>
                        <a:defRPr sz="2000" b="1">
                          <a:solidFill>
                            <a:schemeClr val="tx1"/>
                          </a:solidFill>
                          <a:latin typeface="Arial" panose="020B0604020202020204" pitchFamily="34" charset="0"/>
                          <a:ea typeface="黑体" panose="02010609060101010101" charset="-122"/>
                        </a:defRPr>
                      </a:lvl1pPr>
                      <a:lvl2pPr marL="742950" indent="-285750" eaLnBrk="0" hangingPunct="0">
                        <a:spcBef>
                          <a:spcPct val="20000"/>
                        </a:spcBef>
                        <a:buFont typeface="Wingdings" panose="05000000000000000000" pitchFamily="2" charset="2"/>
                        <a:defRPr b="1">
                          <a:solidFill>
                            <a:schemeClr val="tx1"/>
                          </a:solidFill>
                          <a:latin typeface="Arial" panose="020B0604020202020204" pitchFamily="34" charset="0"/>
                          <a:ea typeface="楷体_GB2312" pitchFamily="49" charset="-122"/>
                        </a:defRPr>
                      </a:lvl2pPr>
                      <a:lvl3pPr marL="1143000" indent="-228600" eaLnBrk="0" hangingPunct="0">
                        <a:spcBef>
                          <a:spcPct val="20000"/>
                        </a:spcBef>
                        <a:buFont typeface="Gungsuh" pitchFamily="18" charset="-127"/>
                        <a:defRPr sz="1600"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sz="1400">
                          <a:solidFill>
                            <a:schemeClr val="tx1"/>
                          </a:solidFill>
                          <a:latin typeface="Arial" panose="020B0604020202020204" pitchFamily="34" charset="0"/>
                          <a:ea typeface="黑体" panose="02010609060101010101" charset="-122"/>
                        </a:defRPr>
                      </a:lvl4pPr>
                      <a:lvl5pPr marL="2057400" indent="-228600" eaLnBrk="0" hangingPunct="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0" fontAlgn="base" latinLnBrk="0" hangingPunct="0">
                        <a:lnSpc>
                          <a:spcPct val="85000"/>
                        </a:lnSpc>
                        <a:spcBef>
                          <a:spcPct val="20000"/>
                        </a:spcBef>
                        <a:spcAft>
                          <a:spcPct val="0"/>
                        </a:spcAft>
                        <a:buClrTx/>
                        <a:buSzTx/>
                        <a:buFont typeface="Wingdings" panose="05000000000000000000" pitchFamily="2" charset="2"/>
                        <a:buNone/>
                      </a:pPr>
                      <a:r>
                        <a:rPr kumimoji="0" lang="en-US" altLang="zh-CN" sz="1600" b="1" i="0" u="none" strike="noStrike" cap="none" normalizeH="0" baseline="0">
                          <a:ln>
                            <a:noFill/>
                          </a:ln>
                          <a:solidFill>
                            <a:schemeClr val="tx1"/>
                          </a:solidFill>
                          <a:effectLst/>
                          <a:latin typeface="Arial" panose="020B0604020202020204" pitchFamily="34" charset="0"/>
                          <a:ea typeface="宋体" panose="02010600030101010101" pitchFamily="2" charset="-122"/>
                        </a:rPr>
                        <a:t>1111</a:t>
                      </a:r>
                      <a:endParaRPr kumimoji="0" lang="en-US" altLang="zh-CN" sz="16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a:noFill/>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lvl1pPr eaLnBrk="0" hangingPunct="0">
                        <a:spcBef>
                          <a:spcPct val="20000"/>
                        </a:spcBef>
                        <a:buFont typeface="Wingdings" panose="05000000000000000000" pitchFamily="2" charset="2"/>
                        <a:defRPr sz="2000" b="1">
                          <a:solidFill>
                            <a:schemeClr val="tx1"/>
                          </a:solidFill>
                          <a:latin typeface="Arial" panose="020B0604020202020204" pitchFamily="34" charset="0"/>
                          <a:ea typeface="黑体" panose="02010609060101010101" charset="-122"/>
                        </a:defRPr>
                      </a:lvl1pPr>
                      <a:lvl2pPr marL="742950" indent="-285750" eaLnBrk="0" hangingPunct="0">
                        <a:spcBef>
                          <a:spcPct val="20000"/>
                        </a:spcBef>
                        <a:buFont typeface="Wingdings" panose="05000000000000000000" pitchFamily="2" charset="2"/>
                        <a:defRPr b="1">
                          <a:solidFill>
                            <a:schemeClr val="tx1"/>
                          </a:solidFill>
                          <a:latin typeface="Arial" panose="020B0604020202020204" pitchFamily="34" charset="0"/>
                          <a:ea typeface="楷体_GB2312" pitchFamily="49" charset="-122"/>
                        </a:defRPr>
                      </a:lvl2pPr>
                      <a:lvl3pPr marL="1143000" indent="-228600" eaLnBrk="0" hangingPunct="0">
                        <a:spcBef>
                          <a:spcPct val="20000"/>
                        </a:spcBef>
                        <a:buFont typeface="Gungsuh" pitchFamily="18" charset="-127"/>
                        <a:defRPr sz="1600"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sz="1400">
                          <a:solidFill>
                            <a:schemeClr val="tx1"/>
                          </a:solidFill>
                          <a:latin typeface="Arial" panose="020B0604020202020204" pitchFamily="34" charset="0"/>
                          <a:ea typeface="黑体" panose="02010609060101010101" charset="-122"/>
                        </a:defRPr>
                      </a:lvl4pPr>
                      <a:lvl5pPr marL="2057400" indent="-228600" eaLnBrk="0" hangingPunct="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0" fontAlgn="base" latinLnBrk="0" hangingPunct="0">
                        <a:lnSpc>
                          <a:spcPct val="85000"/>
                        </a:lnSpc>
                        <a:spcBef>
                          <a:spcPct val="20000"/>
                        </a:spcBef>
                        <a:spcAft>
                          <a:spcPct val="0"/>
                        </a:spcAft>
                        <a:buClrTx/>
                        <a:buSzTx/>
                        <a:buFont typeface="Wingdings" panose="05000000000000000000" pitchFamily="2" charset="2"/>
                        <a:buNone/>
                      </a:pPr>
                      <a:r>
                        <a:rPr kumimoji="0" lang="en-US" altLang="zh-CN" sz="1600" b="1" i="0" u="none" strike="noStrike" cap="none" normalizeH="0" baseline="0" dirty="0">
                          <a:ln>
                            <a:noFill/>
                          </a:ln>
                          <a:solidFill>
                            <a:schemeClr val="tx1"/>
                          </a:solidFill>
                          <a:effectLst/>
                          <a:latin typeface="Arial" panose="020B0604020202020204" pitchFamily="34" charset="0"/>
                          <a:ea typeface="宋体" panose="02010600030101010101" pitchFamily="2" charset="-122"/>
                        </a:rPr>
                        <a:t>F</a:t>
                      </a:r>
                      <a:endParaRPr kumimoji="0" lang="en-US" altLang="zh-CN" sz="1600" b="1"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lvl1pPr eaLnBrk="0" hangingPunct="0">
                        <a:spcBef>
                          <a:spcPct val="20000"/>
                        </a:spcBef>
                        <a:buFont typeface="Wingdings" panose="05000000000000000000" pitchFamily="2" charset="2"/>
                        <a:defRPr sz="2000" b="1">
                          <a:solidFill>
                            <a:schemeClr val="tx1"/>
                          </a:solidFill>
                          <a:latin typeface="Arial" panose="020B0604020202020204" pitchFamily="34" charset="0"/>
                          <a:ea typeface="黑体" panose="02010609060101010101" charset="-122"/>
                        </a:defRPr>
                      </a:lvl1pPr>
                      <a:lvl2pPr marL="742950" indent="-285750" eaLnBrk="0" hangingPunct="0">
                        <a:spcBef>
                          <a:spcPct val="20000"/>
                        </a:spcBef>
                        <a:buFont typeface="Wingdings" panose="05000000000000000000" pitchFamily="2" charset="2"/>
                        <a:defRPr b="1">
                          <a:solidFill>
                            <a:schemeClr val="tx1"/>
                          </a:solidFill>
                          <a:latin typeface="Arial" panose="020B0604020202020204" pitchFamily="34" charset="0"/>
                          <a:ea typeface="楷体_GB2312" pitchFamily="49" charset="-122"/>
                        </a:defRPr>
                      </a:lvl2pPr>
                      <a:lvl3pPr marL="1143000" indent="-228600" eaLnBrk="0" hangingPunct="0">
                        <a:spcBef>
                          <a:spcPct val="20000"/>
                        </a:spcBef>
                        <a:buFont typeface="Gungsuh" pitchFamily="18" charset="-127"/>
                        <a:defRPr sz="1600"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sz="1400">
                          <a:solidFill>
                            <a:schemeClr val="tx1"/>
                          </a:solidFill>
                          <a:latin typeface="Arial" panose="020B0604020202020204" pitchFamily="34" charset="0"/>
                          <a:ea typeface="黑体" panose="02010609060101010101" charset="-122"/>
                        </a:defRPr>
                      </a:lvl4pPr>
                      <a:lvl5pPr marL="2057400" indent="-228600" eaLnBrk="0" hangingPunct="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0" fontAlgn="base" latinLnBrk="0" hangingPunct="0">
                        <a:lnSpc>
                          <a:spcPct val="85000"/>
                        </a:lnSpc>
                        <a:spcBef>
                          <a:spcPct val="20000"/>
                        </a:spcBef>
                        <a:spcAft>
                          <a:spcPct val="0"/>
                        </a:spcAft>
                        <a:buClrTx/>
                        <a:buSzTx/>
                        <a:buFont typeface="Wingdings" panose="05000000000000000000" pitchFamily="2" charset="2"/>
                        <a:buNone/>
                      </a:pPr>
                      <a:r>
                        <a:rPr kumimoji="0" lang="en-US" altLang="zh-CN" sz="1600" b="1" i="0" u="none" strike="noStrike" cap="none" normalizeH="0" baseline="0" dirty="0">
                          <a:ln>
                            <a:noFill/>
                          </a:ln>
                          <a:solidFill>
                            <a:schemeClr val="tx1"/>
                          </a:solidFill>
                          <a:effectLst/>
                          <a:latin typeface="Arial" panose="020B0604020202020204" pitchFamily="34" charset="0"/>
                          <a:ea typeface="宋体" panose="02010600030101010101" pitchFamily="2" charset="-122"/>
                        </a:rPr>
                        <a:t>15</a:t>
                      </a:r>
                      <a:endParaRPr kumimoji="0" lang="en-US" altLang="zh-CN" sz="1600" b="1"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a:noFill/>
                    </a:lnR>
                    <a:lnT>
                      <a:noFill/>
                    </a:lnT>
                    <a:lnB>
                      <a:noFill/>
                    </a:lnB>
                    <a:lnTlToBr>
                      <a:noFill/>
                    </a:lnTlToBr>
                    <a:lnBlToTr>
                      <a:noFill/>
                    </a:lnBlToTr>
                    <a:noFill/>
                  </a:tcPr>
                </a:tc>
              </a:tr>
            </a:tbl>
          </a:graphicData>
        </a:graphic>
      </p:graphicFrame>
      <p:sp>
        <p:nvSpPr>
          <p:cNvPr id="7" name="Text Box 4"/>
          <p:cNvSpPr txBox="1">
            <a:spLocks noChangeArrowheads="1"/>
          </p:cNvSpPr>
          <p:nvPr/>
        </p:nvSpPr>
        <p:spPr bwMode="auto">
          <a:xfrm>
            <a:off x="3124200" y="5085184"/>
            <a:ext cx="624840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tabLst>
                <a:tab pos="6518275" algn="r"/>
                <a:tab pos="6741795" algn="l"/>
              </a:tabLst>
              <a:defRPr baseline="-25000">
                <a:solidFill>
                  <a:schemeClr val="tx1"/>
                </a:solidFill>
                <a:latin typeface="Arial" panose="020B0604020202020204" pitchFamily="34" charset="0"/>
                <a:ea typeface="宋体" panose="02010600030101010101" pitchFamily="2" charset="-122"/>
              </a:defRPr>
            </a:lvl1pPr>
            <a:lvl2pPr marL="742950" indent="-285750" eaLnBrk="0" hangingPunct="0">
              <a:tabLst>
                <a:tab pos="6518275" algn="r"/>
                <a:tab pos="6741795" algn="l"/>
              </a:tabLst>
              <a:defRPr baseline="-25000">
                <a:solidFill>
                  <a:schemeClr val="tx1"/>
                </a:solidFill>
                <a:latin typeface="Arial" panose="020B0604020202020204" pitchFamily="34" charset="0"/>
                <a:ea typeface="宋体" panose="02010600030101010101" pitchFamily="2" charset="-122"/>
              </a:defRPr>
            </a:lvl2pPr>
            <a:lvl3pPr marL="1143000" indent="-228600" eaLnBrk="0" hangingPunct="0">
              <a:tabLst>
                <a:tab pos="6518275" algn="r"/>
                <a:tab pos="6741795" algn="l"/>
              </a:tabLst>
              <a:defRPr baseline="-25000">
                <a:solidFill>
                  <a:schemeClr val="tx1"/>
                </a:solidFill>
                <a:latin typeface="Arial" panose="020B0604020202020204" pitchFamily="34" charset="0"/>
                <a:ea typeface="宋体" panose="02010600030101010101" pitchFamily="2" charset="-122"/>
              </a:defRPr>
            </a:lvl3pPr>
            <a:lvl4pPr marL="1600200" indent="-228600" eaLnBrk="0" hangingPunct="0">
              <a:tabLst>
                <a:tab pos="6518275" algn="r"/>
                <a:tab pos="6741795" algn="l"/>
              </a:tabLst>
              <a:defRPr baseline="-25000">
                <a:solidFill>
                  <a:schemeClr val="tx1"/>
                </a:solidFill>
                <a:latin typeface="Arial" panose="020B0604020202020204" pitchFamily="34" charset="0"/>
                <a:ea typeface="宋体" panose="02010600030101010101" pitchFamily="2" charset="-122"/>
              </a:defRPr>
            </a:lvl4pPr>
            <a:lvl5pPr marL="2057400" indent="-228600" eaLnBrk="0" hangingPunct="0">
              <a:tabLst>
                <a:tab pos="6518275" algn="r"/>
                <a:tab pos="6741795" algn="l"/>
              </a:tabLst>
              <a:defRPr baseline="-25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tabLst>
                <a:tab pos="6518275" algn="r"/>
                <a:tab pos="6741795" algn="l"/>
              </a:tabLst>
              <a:defRPr baseline="-25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tabLst>
                <a:tab pos="6518275" algn="r"/>
                <a:tab pos="6741795" algn="l"/>
              </a:tabLst>
              <a:defRPr baseline="-25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tabLst>
                <a:tab pos="6518275" algn="r"/>
                <a:tab pos="6741795" algn="l"/>
              </a:tabLst>
              <a:defRPr baseline="-25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tabLst>
                <a:tab pos="6518275" algn="r"/>
                <a:tab pos="6741795" algn="l"/>
              </a:tabLst>
              <a:defRPr baseline="-25000">
                <a:solidFill>
                  <a:schemeClr val="tx1"/>
                </a:solidFill>
                <a:latin typeface="Arial" panose="020B0604020202020204" pitchFamily="34" charset="0"/>
                <a:ea typeface="宋体" panose="02010600030101010101" pitchFamily="2" charset="-122"/>
              </a:defRPr>
            </a:lvl9pPr>
          </a:lstStyle>
          <a:p>
            <a:pPr algn="ctr"/>
            <a:r>
              <a:rPr lang="en-US" altLang="zh-CN" sz="2800" b="1" baseline="0">
                <a:latin typeface="CourierPS" pitchFamily="49" charset="0"/>
              </a:rPr>
              <a:t>011101010001111010011010111</a:t>
            </a:r>
            <a:endParaRPr lang="en-US" altLang="zh-CN" sz="2800" b="1" baseline="0">
              <a:latin typeface="CourierPS" pitchFamily="49" charset="0"/>
            </a:endParaRPr>
          </a:p>
        </p:txBody>
      </p:sp>
      <p:sp>
        <p:nvSpPr>
          <p:cNvPr id="8" name="Line 5"/>
          <p:cNvSpPr>
            <a:spLocks noChangeShapeType="1"/>
          </p:cNvSpPr>
          <p:nvPr/>
        </p:nvSpPr>
        <p:spPr bwMode="auto">
          <a:xfrm>
            <a:off x="8315325" y="5528096"/>
            <a:ext cx="762000"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HK" altLang="en-US"/>
          </a:p>
        </p:txBody>
      </p:sp>
      <p:sp>
        <p:nvSpPr>
          <p:cNvPr id="9" name="Line 6"/>
          <p:cNvSpPr>
            <a:spLocks noChangeShapeType="1"/>
          </p:cNvSpPr>
          <p:nvPr/>
        </p:nvSpPr>
        <p:spPr bwMode="auto">
          <a:xfrm>
            <a:off x="7462838" y="5528096"/>
            <a:ext cx="762000"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HK" altLang="en-US"/>
          </a:p>
        </p:txBody>
      </p:sp>
      <p:sp>
        <p:nvSpPr>
          <p:cNvPr id="10" name="Line 7"/>
          <p:cNvSpPr>
            <a:spLocks noChangeShapeType="1"/>
          </p:cNvSpPr>
          <p:nvPr/>
        </p:nvSpPr>
        <p:spPr bwMode="auto">
          <a:xfrm>
            <a:off x="6615113" y="5528096"/>
            <a:ext cx="762000"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HK" altLang="en-US"/>
          </a:p>
        </p:txBody>
      </p:sp>
      <p:sp>
        <p:nvSpPr>
          <p:cNvPr id="11" name="Line 8"/>
          <p:cNvSpPr>
            <a:spLocks noChangeShapeType="1"/>
          </p:cNvSpPr>
          <p:nvPr/>
        </p:nvSpPr>
        <p:spPr bwMode="auto">
          <a:xfrm>
            <a:off x="5748338" y="5528096"/>
            <a:ext cx="762000"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HK" altLang="en-US"/>
          </a:p>
        </p:txBody>
      </p:sp>
      <p:sp>
        <p:nvSpPr>
          <p:cNvPr id="12" name="Line 9"/>
          <p:cNvSpPr>
            <a:spLocks noChangeShapeType="1"/>
          </p:cNvSpPr>
          <p:nvPr/>
        </p:nvSpPr>
        <p:spPr bwMode="auto">
          <a:xfrm>
            <a:off x="4895850" y="5528096"/>
            <a:ext cx="762000"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HK" altLang="en-US"/>
          </a:p>
        </p:txBody>
      </p:sp>
      <p:sp>
        <p:nvSpPr>
          <p:cNvPr id="13" name="Line 10"/>
          <p:cNvSpPr>
            <a:spLocks noChangeShapeType="1"/>
          </p:cNvSpPr>
          <p:nvPr/>
        </p:nvSpPr>
        <p:spPr bwMode="auto">
          <a:xfrm>
            <a:off x="4038600" y="5528096"/>
            <a:ext cx="762000"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HK" altLang="en-US"/>
          </a:p>
        </p:txBody>
      </p:sp>
      <p:sp>
        <p:nvSpPr>
          <p:cNvPr id="14" name="Line 11"/>
          <p:cNvSpPr>
            <a:spLocks noChangeShapeType="1"/>
          </p:cNvSpPr>
          <p:nvPr/>
        </p:nvSpPr>
        <p:spPr bwMode="auto">
          <a:xfrm>
            <a:off x="3200400" y="5528096"/>
            <a:ext cx="762000"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HK" altLang="en-US"/>
          </a:p>
        </p:txBody>
      </p:sp>
      <p:sp>
        <p:nvSpPr>
          <p:cNvPr id="15" name="Text Box 12"/>
          <p:cNvSpPr txBox="1">
            <a:spLocks noChangeArrowheads="1"/>
          </p:cNvSpPr>
          <p:nvPr/>
        </p:nvSpPr>
        <p:spPr bwMode="auto">
          <a:xfrm>
            <a:off x="8201025" y="5985297"/>
            <a:ext cx="9906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tabLst>
                <a:tab pos="6518275" algn="r"/>
                <a:tab pos="6741795" algn="l"/>
              </a:tabLst>
              <a:defRPr baseline="-25000">
                <a:solidFill>
                  <a:schemeClr val="tx1"/>
                </a:solidFill>
                <a:latin typeface="Arial" panose="020B0604020202020204" pitchFamily="34" charset="0"/>
                <a:ea typeface="宋体" panose="02010600030101010101" pitchFamily="2" charset="-122"/>
              </a:defRPr>
            </a:lvl1pPr>
            <a:lvl2pPr marL="742950" indent="-285750" eaLnBrk="0" hangingPunct="0">
              <a:tabLst>
                <a:tab pos="6518275" algn="r"/>
                <a:tab pos="6741795" algn="l"/>
              </a:tabLst>
              <a:defRPr baseline="-25000">
                <a:solidFill>
                  <a:schemeClr val="tx1"/>
                </a:solidFill>
                <a:latin typeface="Arial" panose="020B0604020202020204" pitchFamily="34" charset="0"/>
                <a:ea typeface="宋体" panose="02010600030101010101" pitchFamily="2" charset="-122"/>
              </a:defRPr>
            </a:lvl2pPr>
            <a:lvl3pPr marL="1143000" indent="-228600" eaLnBrk="0" hangingPunct="0">
              <a:tabLst>
                <a:tab pos="6518275" algn="r"/>
                <a:tab pos="6741795" algn="l"/>
              </a:tabLst>
              <a:defRPr baseline="-25000">
                <a:solidFill>
                  <a:schemeClr val="tx1"/>
                </a:solidFill>
                <a:latin typeface="Arial" panose="020B0604020202020204" pitchFamily="34" charset="0"/>
                <a:ea typeface="宋体" panose="02010600030101010101" pitchFamily="2" charset="-122"/>
              </a:defRPr>
            </a:lvl3pPr>
            <a:lvl4pPr marL="1600200" indent="-228600" eaLnBrk="0" hangingPunct="0">
              <a:tabLst>
                <a:tab pos="6518275" algn="r"/>
                <a:tab pos="6741795" algn="l"/>
              </a:tabLst>
              <a:defRPr baseline="-25000">
                <a:solidFill>
                  <a:schemeClr val="tx1"/>
                </a:solidFill>
                <a:latin typeface="Arial" panose="020B0604020202020204" pitchFamily="34" charset="0"/>
                <a:ea typeface="宋体" panose="02010600030101010101" pitchFamily="2" charset="-122"/>
              </a:defRPr>
            </a:lvl4pPr>
            <a:lvl5pPr marL="2057400" indent="-228600" eaLnBrk="0" hangingPunct="0">
              <a:tabLst>
                <a:tab pos="6518275" algn="r"/>
                <a:tab pos="6741795" algn="l"/>
              </a:tabLst>
              <a:defRPr baseline="-25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tabLst>
                <a:tab pos="6518275" algn="r"/>
                <a:tab pos="6741795" algn="l"/>
              </a:tabLst>
              <a:defRPr baseline="-25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tabLst>
                <a:tab pos="6518275" algn="r"/>
                <a:tab pos="6741795" algn="l"/>
              </a:tabLst>
              <a:defRPr baseline="-25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tabLst>
                <a:tab pos="6518275" algn="r"/>
                <a:tab pos="6741795" algn="l"/>
              </a:tabLst>
              <a:defRPr baseline="-25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tabLst>
                <a:tab pos="6518275" algn="r"/>
                <a:tab pos="6741795" algn="l"/>
              </a:tabLst>
              <a:defRPr baseline="-25000">
                <a:solidFill>
                  <a:schemeClr val="tx1"/>
                </a:solidFill>
                <a:latin typeface="Arial" panose="020B0604020202020204" pitchFamily="34" charset="0"/>
                <a:ea typeface="宋体" panose="02010600030101010101" pitchFamily="2" charset="-122"/>
              </a:defRPr>
            </a:lvl9pPr>
          </a:lstStyle>
          <a:p>
            <a:pPr algn="ctr"/>
            <a:r>
              <a:rPr lang="en-US" altLang="zh-CN" sz="2800" b="1" baseline="0">
                <a:latin typeface="CourierPS" pitchFamily="49" charset="0"/>
              </a:rPr>
              <a:t>7</a:t>
            </a:r>
            <a:endParaRPr lang="en-US" altLang="zh-CN" sz="2800" b="1" baseline="0">
              <a:latin typeface="CourierPS" pitchFamily="49" charset="0"/>
            </a:endParaRPr>
          </a:p>
        </p:txBody>
      </p:sp>
      <p:sp>
        <p:nvSpPr>
          <p:cNvPr id="16" name="AutoShape 13"/>
          <p:cNvSpPr>
            <a:spLocks noChangeArrowheads="1"/>
          </p:cNvSpPr>
          <p:nvPr/>
        </p:nvSpPr>
        <p:spPr bwMode="auto">
          <a:xfrm>
            <a:off x="8643939" y="5604296"/>
            <a:ext cx="104775" cy="457200"/>
          </a:xfrm>
          <a:prstGeom prst="downArrow">
            <a:avLst>
              <a:gd name="adj1" fmla="val 50000"/>
              <a:gd name="adj2" fmla="val 109091"/>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baseline="-25000">
                <a:solidFill>
                  <a:schemeClr val="tx1"/>
                </a:solidFill>
                <a:latin typeface="Arial" panose="020B0604020202020204" pitchFamily="34" charset="0"/>
                <a:ea typeface="宋体" panose="02010600030101010101" pitchFamily="2" charset="-122"/>
              </a:defRPr>
            </a:lvl1pPr>
            <a:lvl2pPr marL="742950" indent="-285750" eaLnBrk="0" hangingPunct="0">
              <a:defRPr baseline="-25000">
                <a:solidFill>
                  <a:schemeClr val="tx1"/>
                </a:solidFill>
                <a:latin typeface="Arial" panose="020B0604020202020204" pitchFamily="34" charset="0"/>
                <a:ea typeface="宋体" panose="02010600030101010101" pitchFamily="2" charset="-122"/>
              </a:defRPr>
            </a:lvl2pPr>
            <a:lvl3pPr marL="1143000" indent="-228600" eaLnBrk="0" hangingPunct="0">
              <a:defRPr baseline="-25000">
                <a:solidFill>
                  <a:schemeClr val="tx1"/>
                </a:solidFill>
                <a:latin typeface="Arial" panose="020B0604020202020204" pitchFamily="34" charset="0"/>
                <a:ea typeface="宋体" panose="02010600030101010101" pitchFamily="2" charset="-122"/>
              </a:defRPr>
            </a:lvl3pPr>
            <a:lvl4pPr marL="1600200" indent="-228600" eaLnBrk="0" hangingPunct="0">
              <a:defRPr baseline="-25000">
                <a:solidFill>
                  <a:schemeClr val="tx1"/>
                </a:solidFill>
                <a:latin typeface="Arial" panose="020B0604020202020204" pitchFamily="34" charset="0"/>
                <a:ea typeface="宋体" panose="02010600030101010101" pitchFamily="2" charset="-122"/>
              </a:defRPr>
            </a:lvl4pPr>
            <a:lvl5pPr marL="2057400" indent="-228600" eaLnBrk="0" hangingPunct="0">
              <a:defRPr baseline="-25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aseline="-25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aseline="-25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aseline="-25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aseline="-25000">
                <a:solidFill>
                  <a:schemeClr val="tx1"/>
                </a:solidFill>
                <a:latin typeface="Arial" panose="020B0604020202020204" pitchFamily="34" charset="0"/>
                <a:ea typeface="宋体" panose="02010600030101010101" pitchFamily="2" charset="-122"/>
              </a:defRPr>
            </a:lvl9pPr>
          </a:lstStyle>
          <a:p>
            <a:pPr algn="ctr"/>
            <a:endParaRPr lang="zh-CN" altLang="en-US" sz="2400" baseline="0"/>
          </a:p>
        </p:txBody>
      </p:sp>
      <p:sp>
        <p:nvSpPr>
          <p:cNvPr id="17" name="Text Box 14"/>
          <p:cNvSpPr txBox="1">
            <a:spLocks noChangeArrowheads="1"/>
          </p:cNvSpPr>
          <p:nvPr/>
        </p:nvSpPr>
        <p:spPr bwMode="auto">
          <a:xfrm>
            <a:off x="7353300" y="5985297"/>
            <a:ext cx="9906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tabLst>
                <a:tab pos="6518275" algn="r"/>
                <a:tab pos="6741795" algn="l"/>
              </a:tabLst>
              <a:defRPr baseline="-25000">
                <a:solidFill>
                  <a:schemeClr val="tx1"/>
                </a:solidFill>
                <a:latin typeface="Arial" panose="020B0604020202020204" pitchFamily="34" charset="0"/>
                <a:ea typeface="宋体" panose="02010600030101010101" pitchFamily="2" charset="-122"/>
              </a:defRPr>
            </a:lvl1pPr>
            <a:lvl2pPr marL="742950" indent="-285750" eaLnBrk="0" hangingPunct="0">
              <a:tabLst>
                <a:tab pos="6518275" algn="r"/>
                <a:tab pos="6741795" algn="l"/>
              </a:tabLst>
              <a:defRPr baseline="-25000">
                <a:solidFill>
                  <a:schemeClr val="tx1"/>
                </a:solidFill>
                <a:latin typeface="Arial" panose="020B0604020202020204" pitchFamily="34" charset="0"/>
                <a:ea typeface="宋体" panose="02010600030101010101" pitchFamily="2" charset="-122"/>
              </a:defRPr>
            </a:lvl2pPr>
            <a:lvl3pPr marL="1143000" indent="-228600" eaLnBrk="0" hangingPunct="0">
              <a:tabLst>
                <a:tab pos="6518275" algn="r"/>
                <a:tab pos="6741795" algn="l"/>
              </a:tabLst>
              <a:defRPr baseline="-25000">
                <a:solidFill>
                  <a:schemeClr val="tx1"/>
                </a:solidFill>
                <a:latin typeface="Arial" panose="020B0604020202020204" pitchFamily="34" charset="0"/>
                <a:ea typeface="宋体" panose="02010600030101010101" pitchFamily="2" charset="-122"/>
              </a:defRPr>
            </a:lvl3pPr>
            <a:lvl4pPr marL="1600200" indent="-228600" eaLnBrk="0" hangingPunct="0">
              <a:tabLst>
                <a:tab pos="6518275" algn="r"/>
                <a:tab pos="6741795" algn="l"/>
              </a:tabLst>
              <a:defRPr baseline="-25000">
                <a:solidFill>
                  <a:schemeClr val="tx1"/>
                </a:solidFill>
                <a:latin typeface="Arial" panose="020B0604020202020204" pitchFamily="34" charset="0"/>
                <a:ea typeface="宋体" panose="02010600030101010101" pitchFamily="2" charset="-122"/>
              </a:defRPr>
            </a:lvl4pPr>
            <a:lvl5pPr marL="2057400" indent="-228600" eaLnBrk="0" hangingPunct="0">
              <a:tabLst>
                <a:tab pos="6518275" algn="r"/>
                <a:tab pos="6741795" algn="l"/>
              </a:tabLst>
              <a:defRPr baseline="-25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tabLst>
                <a:tab pos="6518275" algn="r"/>
                <a:tab pos="6741795" algn="l"/>
              </a:tabLst>
              <a:defRPr baseline="-25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tabLst>
                <a:tab pos="6518275" algn="r"/>
                <a:tab pos="6741795" algn="l"/>
              </a:tabLst>
              <a:defRPr baseline="-25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tabLst>
                <a:tab pos="6518275" algn="r"/>
                <a:tab pos="6741795" algn="l"/>
              </a:tabLst>
              <a:defRPr baseline="-25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tabLst>
                <a:tab pos="6518275" algn="r"/>
                <a:tab pos="6741795" algn="l"/>
              </a:tabLst>
              <a:defRPr baseline="-25000">
                <a:solidFill>
                  <a:schemeClr val="tx1"/>
                </a:solidFill>
                <a:latin typeface="Arial" panose="020B0604020202020204" pitchFamily="34" charset="0"/>
                <a:ea typeface="宋体" panose="02010600030101010101" pitchFamily="2" charset="-122"/>
              </a:defRPr>
            </a:lvl9pPr>
          </a:lstStyle>
          <a:p>
            <a:pPr algn="ctr"/>
            <a:r>
              <a:rPr lang="en-US" altLang="zh-CN" sz="2800" b="1" baseline="0">
                <a:latin typeface="CourierPS" pitchFamily="49" charset="0"/>
              </a:rPr>
              <a:t>D</a:t>
            </a:r>
            <a:endParaRPr lang="en-US" altLang="zh-CN" sz="2800" b="1" baseline="0">
              <a:latin typeface="CourierPS" pitchFamily="49" charset="0"/>
            </a:endParaRPr>
          </a:p>
        </p:txBody>
      </p:sp>
      <p:sp>
        <p:nvSpPr>
          <p:cNvPr id="18" name="AutoShape 15"/>
          <p:cNvSpPr>
            <a:spLocks noChangeArrowheads="1"/>
          </p:cNvSpPr>
          <p:nvPr/>
        </p:nvSpPr>
        <p:spPr bwMode="auto">
          <a:xfrm>
            <a:off x="7796214" y="5604296"/>
            <a:ext cx="104775" cy="457200"/>
          </a:xfrm>
          <a:prstGeom prst="downArrow">
            <a:avLst>
              <a:gd name="adj1" fmla="val 50000"/>
              <a:gd name="adj2" fmla="val 109091"/>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baseline="-25000">
                <a:solidFill>
                  <a:schemeClr val="tx1"/>
                </a:solidFill>
                <a:latin typeface="Arial" panose="020B0604020202020204" pitchFamily="34" charset="0"/>
                <a:ea typeface="宋体" panose="02010600030101010101" pitchFamily="2" charset="-122"/>
              </a:defRPr>
            </a:lvl1pPr>
            <a:lvl2pPr marL="742950" indent="-285750" eaLnBrk="0" hangingPunct="0">
              <a:defRPr baseline="-25000">
                <a:solidFill>
                  <a:schemeClr val="tx1"/>
                </a:solidFill>
                <a:latin typeface="Arial" panose="020B0604020202020204" pitchFamily="34" charset="0"/>
                <a:ea typeface="宋体" panose="02010600030101010101" pitchFamily="2" charset="-122"/>
              </a:defRPr>
            </a:lvl2pPr>
            <a:lvl3pPr marL="1143000" indent="-228600" eaLnBrk="0" hangingPunct="0">
              <a:defRPr baseline="-25000">
                <a:solidFill>
                  <a:schemeClr val="tx1"/>
                </a:solidFill>
                <a:latin typeface="Arial" panose="020B0604020202020204" pitchFamily="34" charset="0"/>
                <a:ea typeface="宋体" panose="02010600030101010101" pitchFamily="2" charset="-122"/>
              </a:defRPr>
            </a:lvl3pPr>
            <a:lvl4pPr marL="1600200" indent="-228600" eaLnBrk="0" hangingPunct="0">
              <a:defRPr baseline="-25000">
                <a:solidFill>
                  <a:schemeClr val="tx1"/>
                </a:solidFill>
                <a:latin typeface="Arial" panose="020B0604020202020204" pitchFamily="34" charset="0"/>
                <a:ea typeface="宋体" panose="02010600030101010101" pitchFamily="2" charset="-122"/>
              </a:defRPr>
            </a:lvl4pPr>
            <a:lvl5pPr marL="2057400" indent="-228600" eaLnBrk="0" hangingPunct="0">
              <a:defRPr baseline="-25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aseline="-25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aseline="-25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aseline="-25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aseline="-25000">
                <a:solidFill>
                  <a:schemeClr val="tx1"/>
                </a:solidFill>
                <a:latin typeface="Arial" panose="020B0604020202020204" pitchFamily="34" charset="0"/>
                <a:ea typeface="宋体" panose="02010600030101010101" pitchFamily="2" charset="-122"/>
              </a:defRPr>
            </a:lvl9pPr>
          </a:lstStyle>
          <a:p>
            <a:pPr algn="ctr"/>
            <a:endParaRPr lang="zh-CN" altLang="en-US" sz="2400" baseline="0"/>
          </a:p>
        </p:txBody>
      </p:sp>
      <p:sp>
        <p:nvSpPr>
          <p:cNvPr id="19" name="Text Box 16"/>
          <p:cNvSpPr txBox="1">
            <a:spLocks noChangeArrowheads="1"/>
          </p:cNvSpPr>
          <p:nvPr/>
        </p:nvSpPr>
        <p:spPr bwMode="auto">
          <a:xfrm>
            <a:off x="6505575" y="5985297"/>
            <a:ext cx="9906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tabLst>
                <a:tab pos="6518275" algn="r"/>
                <a:tab pos="6741795" algn="l"/>
              </a:tabLst>
              <a:defRPr baseline="-25000">
                <a:solidFill>
                  <a:schemeClr val="tx1"/>
                </a:solidFill>
                <a:latin typeface="Arial" panose="020B0604020202020204" pitchFamily="34" charset="0"/>
                <a:ea typeface="宋体" panose="02010600030101010101" pitchFamily="2" charset="-122"/>
              </a:defRPr>
            </a:lvl1pPr>
            <a:lvl2pPr marL="742950" indent="-285750" eaLnBrk="0" hangingPunct="0">
              <a:tabLst>
                <a:tab pos="6518275" algn="r"/>
                <a:tab pos="6741795" algn="l"/>
              </a:tabLst>
              <a:defRPr baseline="-25000">
                <a:solidFill>
                  <a:schemeClr val="tx1"/>
                </a:solidFill>
                <a:latin typeface="Arial" panose="020B0604020202020204" pitchFamily="34" charset="0"/>
                <a:ea typeface="宋体" panose="02010600030101010101" pitchFamily="2" charset="-122"/>
              </a:defRPr>
            </a:lvl2pPr>
            <a:lvl3pPr marL="1143000" indent="-228600" eaLnBrk="0" hangingPunct="0">
              <a:tabLst>
                <a:tab pos="6518275" algn="r"/>
                <a:tab pos="6741795" algn="l"/>
              </a:tabLst>
              <a:defRPr baseline="-25000">
                <a:solidFill>
                  <a:schemeClr val="tx1"/>
                </a:solidFill>
                <a:latin typeface="Arial" panose="020B0604020202020204" pitchFamily="34" charset="0"/>
                <a:ea typeface="宋体" panose="02010600030101010101" pitchFamily="2" charset="-122"/>
              </a:defRPr>
            </a:lvl3pPr>
            <a:lvl4pPr marL="1600200" indent="-228600" eaLnBrk="0" hangingPunct="0">
              <a:tabLst>
                <a:tab pos="6518275" algn="r"/>
                <a:tab pos="6741795" algn="l"/>
              </a:tabLst>
              <a:defRPr baseline="-25000">
                <a:solidFill>
                  <a:schemeClr val="tx1"/>
                </a:solidFill>
                <a:latin typeface="Arial" panose="020B0604020202020204" pitchFamily="34" charset="0"/>
                <a:ea typeface="宋体" panose="02010600030101010101" pitchFamily="2" charset="-122"/>
              </a:defRPr>
            </a:lvl4pPr>
            <a:lvl5pPr marL="2057400" indent="-228600" eaLnBrk="0" hangingPunct="0">
              <a:tabLst>
                <a:tab pos="6518275" algn="r"/>
                <a:tab pos="6741795" algn="l"/>
              </a:tabLst>
              <a:defRPr baseline="-25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tabLst>
                <a:tab pos="6518275" algn="r"/>
                <a:tab pos="6741795" algn="l"/>
              </a:tabLst>
              <a:defRPr baseline="-25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tabLst>
                <a:tab pos="6518275" algn="r"/>
                <a:tab pos="6741795" algn="l"/>
              </a:tabLst>
              <a:defRPr baseline="-25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tabLst>
                <a:tab pos="6518275" algn="r"/>
                <a:tab pos="6741795" algn="l"/>
              </a:tabLst>
              <a:defRPr baseline="-25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tabLst>
                <a:tab pos="6518275" algn="r"/>
                <a:tab pos="6741795" algn="l"/>
              </a:tabLst>
              <a:defRPr baseline="-25000">
                <a:solidFill>
                  <a:schemeClr val="tx1"/>
                </a:solidFill>
                <a:latin typeface="Arial" panose="020B0604020202020204" pitchFamily="34" charset="0"/>
                <a:ea typeface="宋体" panose="02010600030101010101" pitchFamily="2" charset="-122"/>
              </a:defRPr>
            </a:lvl9pPr>
          </a:lstStyle>
          <a:p>
            <a:pPr algn="ctr"/>
            <a:r>
              <a:rPr lang="en-US" altLang="zh-CN" sz="2800" b="1" baseline="0">
                <a:latin typeface="CourierPS" pitchFamily="49" charset="0"/>
              </a:rPr>
              <a:t>4</a:t>
            </a:r>
            <a:endParaRPr lang="en-US" altLang="zh-CN" sz="2800" b="1" baseline="0">
              <a:latin typeface="CourierPS" pitchFamily="49" charset="0"/>
            </a:endParaRPr>
          </a:p>
        </p:txBody>
      </p:sp>
      <p:sp>
        <p:nvSpPr>
          <p:cNvPr id="20" name="AutoShape 17"/>
          <p:cNvSpPr>
            <a:spLocks noChangeArrowheads="1"/>
          </p:cNvSpPr>
          <p:nvPr/>
        </p:nvSpPr>
        <p:spPr bwMode="auto">
          <a:xfrm>
            <a:off x="6948489" y="5604296"/>
            <a:ext cx="104775" cy="457200"/>
          </a:xfrm>
          <a:prstGeom prst="downArrow">
            <a:avLst>
              <a:gd name="adj1" fmla="val 50000"/>
              <a:gd name="adj2" fmla="val 109091"/>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baseline="-25000">
                <a:solidFill>
                  <a:schemeClr val="tx1"/>
                </a:solidFill>
                <a:latin typeface="Arial" panose="020B0604020202020204" pitchFamily="34" charset="0"/>
                <a:ea typeface="宋体" panose="02010600030101010101" pitchFamily="2" charset="-122"/>
              </a:defRPr>
            </a:lvl1pPr>
            <a:lvl2pPr marL="742950" indent="-285750" eaLnBrk="0" hangingPunct="0">
              <a:defRPr baseline="-25000">
                <a:solidFill>
                  <a:schemeClr val="tx1"/>
                </a:solidFill>
                <a:latin typeface="Arial" panose="020B0604020202020204" pitchFamily="34" charset="0"/>
                <a:ea typeface="宋体" panose="02010600030101010101" pitchFamily="2" charset="-122"/>
              </a:defRPr>
            </a:lvl2pPr>
            <a:lvl3pPr marL="1143000" indent="-228600" eaLnBrk="0" hangingPunct="0">
              <a:defRPr baseline="-25000">
                <a:solidFill>
                  <a:schemeClr val="tx1"/>
                </a:solidFill>
                <a:latin typeface="Arial" panose="020B0604020202020204" pitchFamily="34" charset="0"/>
                <a:ea typeface="宋体" panose="02010600030101010101" pitchFamily="2" charset="-122"/>
              </a:defRPr>
            </a:lvl3pPr>
            <a:lvl4pPr marL="1600200" indent="-228600" eaLnBrk="0" hangingPunct="0">
              <a:defRPr baseline="-25000">
                <a:solidFill>
                  <a:schemeClr val="tx1"/>
                </a:solidFill>
                <a:latin typeface="Arial" panose="020B0604020202020204" pitchFamily="34" charset="0"/>
                <a:ea typeface="宋体" panose="02010600030101010101" pitchFamily="2" charset="-122"/>
              </a:defRPr>
            </a:lvl4pPr>
            <a:lvl5pPr marL="2057400" indent="-228600" eaLnBrk="0" hangingPunct="0">
              <a:defRPr baseline="-25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aseline="-25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aseline="-25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aseline="-25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aseline="-25000">
                <a:solidFill>
                  <a:schemeClr val="tx1"/>
                </a:solidFill>
                <a:latin typeface="Arial" panose="020B0604020202020204" pitchFamily="34" charset="0"/>
                <a:ea typeface="宋体" panose="02010600030101010101" pitchFamily="2" charset="-122"/>
              </a:defRPr>
            </a:lvl9pPr>
          </a:lstStyle>
          <a:p>
            <a:pPr algn="ctr"/>
            <a:endParaRPr lang="zh-CN" altLang="en-US" sz="2400" baseline="0"/>
          </a:p>
        </p:txBody>
      </p:sp>
      <p:sp>
        <p:nvSpPr>
          <p:cNvPr id="21" name="Text Box 18"/>
          <p:cNvSpPr txBox="1">
            <a:spLocks noChangeArrowheads="1"/>
          </p:cNvSpPr>
          <p:nvPr/>
        </p:nvSpPr>
        <p:spPr bwMode="auto">
          <a:xfrm>
            <a:off x="5657850" y="5985297"/>
            <a:ext cx="9906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tabLst>
                <a:tab pos="6518275" algn="r"/>
                <a:tab pos="6741795" algn="l"/>
              </a:tabLst>
              <a:defRPr baseline="-25000">
                <a:solidFill>
                  <a:schemeClr val="tx1"/>
                </a:solidFill>
                <a:latin typeface="Arial" panose="020B0604020202020204" pitchFamily="34" charset="0"/>
                <a:ea typeface="宋体" panose="02010600030101010101" pitchFamily="2" charset="-122"/>
              </a:defRPr>
            </a:lvl1pPr>
            <a:lvl2pPr marL="742950" indent="-285750" eaLnBrk="0" hangingPunct="0">
              <a:tabLst>
                <a:tab pos="6518275" algn="r"/>
                <a:tab pos="6741795" algn="l"/>
              </a:tabLst>
              <a:defRPr baseline="-25000">
                <a:solidFill>
                  <a:schemeClr val="tx1"/>
                </a:solidFill>
                <a:latin typeface="Arial" panose="020B0604020202020204" pitchFamily="34" charset="0"/>
                <a:ea typeface="宋体" panose="02010600030101010101" pitchFamily="2" charset="-122"/>
              </a:defRPr>
            </a:lvl2pPr>
            <a:lvl3pPr marL="1143000" indent="-228600" eaLnBrk="0" hangingPunct="0">
              <a:tabLst>
                <a:tab pos="6518275" algn="r"/>
                <a:tab pos="6741795" algn="l"/>
              </a:tabLst>
              <a:defRPr baseline="-25000">
                <a:solidFill>
                  <a:schemeClr val="tx1"/>
                </a:solidFill>
                <a:latin typeface="Arial" panose="020B0604020202020204" pitchFamily="34" charset="0"/>
                <a:ea typeface="宋体" panose="02010600030101010101" pitchFamily="2" charset="-122"/>
              </a:defRPr>
            </a:lvl3pPr>
            <a:lvl4pPr marL="1600200" indent="-228600" eaLnBrk="0" hangingPunct="0">
              <a:tabLst>
                <a:tab pos="6518275" algn="r"/>
                <a:tab pos="6741795" algn="l"/>
              </a:tabLst>
              <a:defRPr baseline="-25000">
                <a:solidFill>
                  <a:schemeClr val="tx1"/>
                </a:solidFill>
                <a:latin typeface="Arial" panose="020B0604020202020204" pitchFamily="34" charset="0"/>
                <a:ea typeface="宋体" panose="02010600030101010101" pitchFamily="2" charset="-122"/>
              </a:defRPr>
            </a:lvl4pPr>
            <a:lvl5pPr marL="2057400" indent="-228600" eaLnBrk="0" hangingPunct="0">
              <a:tabLst>
                <a:tab pos="6518275" algn="r"/>
                <a:tab pos="6741795" algn="l"/>
              </a:tabLst>
              <a:defRPr baseline="-25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tabLst>
                <a:tab pos="6518275" algn="r"/>
                <a:tab pos="6741795" algn="l"/>
              </a:tabLst>
              <a:defRPr baseline="-25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tabLst>
                <a:tab pos="6518275" algn="r"/>
                <a:tab pos="6741795" algn="l"/>
              </a:tabLst>
              <a:defRPr baseline="-25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tabLst>
                <a:tab pos="6518275" algn="r"/>
                <a:tab pos="6741795" algn="l"/>
              </a:tabLst>
              <a:defRPr baseline="-25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tabLst>
                <a:tab pos="6518275" algn="r"/>
                <a:tab pos="6741795" algn="l"/>
              </a:tabLst>
              <a:defRPr baseline="-25000">
                <a:solidFill>
                  <a:schemeClr val="tx1"/>
                </a:solidFill>
                <a:latin typeface="Arial" panose="020B0604020202020204" pitchFamily="34" charset="0"/>
                <a:ea typeface="宋体" panose="02010600030101010101" pitchFamily="2" charset="-122"/>
              </a:defRPr>
            </a:lvl9pPr>
          </a:lstStyle>
          <a:p>
            <a:pPr algn="ctr"/>
            <a:r>
              <a:rPr lang="en-US" altLang="zh-CN" sz="2800" b="1" baseline="0">
                <a:latin typeface="CourierPS" pitchFamily="49" charset="0"/>
              </a:rPr>
              <a:t>F</a:t>
            </a:r>
            <a:endParaRPr lang="en-US" altLang="zh-CN" sz="2800" b="1" baseline="0">
              <a:latin typeface="CourierPS" pitchFamily="49" charset="0"/>
            </a:endParaRPr>
          </a:p>
        </p:txBody>
      </p:sp>
      <p:sp>
        <p:nvSpPr>
          <p:cNvPr id="22" name="AutoShape 19"/>
          <p:cNvSpPr>
            <a:spLocks noChangeArrowheads="1"/>
          </p:cNvSpPr>
          <p:nvPr/>
        </p:nvSpPr>
        <p:spPr bwMode="auto">
          <a:xfrm>
            <a:off x="6100764" y="5604296"/>
            <a:ext cx="104775" cy="457200"/>
          </a:xfrm>
          <a:prstGeom prst="downArrow">
            <a:avLst>
              <a:gd name="adj1" fmla="val 50000"/>
              <a:gd name="adj2" fmla="val 109091"/>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baseline="-25000">
                <a:solidFill>
                  <a:schemeClr val="tx1"/>
                </a:solidFill>
                <a:latin typeface="Arial" panose="020B0604020202020204" pitchFamily="34" charset="0"/>
                <a:ea typeface="宋体" panose="02010600030101010101" pitchFamily="2" charset="-122"/>
              </a:defRPr>
            </a:lvl1pPr>
            <a:lvl2pPr marL="742950" indent="-285750" eaLnBrk="0" hangingPunct="0">
              <a:defRPr baseline="-25000">
                <a:solidFill>
                  <a:schemeClr val="tx1"/>
                </a:solidFill>
                <a:latin typeface="Arial" panose="020B0604020202020204" pitchFamily="34" charset="0"/>
                <a:ea typeface="宋体" panose="02010600030101010101" pitchFamily="2" charset="-122"/>
              </a:defRPr>
            </a:lvl2pPr>
            <a:lvl3pPr marL="1143000" indent="-228600" eaLnBrk="0" hangingPunct="0">
              <a:defRPr baseline="-25000">
                <a:solidFill>
                  <a:schemeClr val="tx1"/>
                </a:solidFill>
                <a:latin typeface="Arial" panose="020B0604020202020204" pitchFamily="34" charset="0"/>
                <a:ea typeface="宋体" panose="02010600030101010101" pitchFamily="2" charset="-122"/>
              </a:defRPr>
            </a:lvl3pPr>
            <a:lvl4pPr marL="1600200" indent="-228600" eaLnBrk="0" hangingPunct="0">
              <a:defRPr baseline="-25000">
                <a:solidFill>
                  <a:schemeClr val="tx1"/>
                </a:solidFill>
                <a:latin typeface="Arial" panose="020B0604020202020204" pitchFamily="34" charset="0"/>
                <a:ea typeface="宋体" panose="02010600030101010101" pitchFamily="2" charset="-122"/>
              </a:defRPr>
            </a:lvl4pPr>
            <a:lvl5pPr marL="2057400" indent="-228600" eaLnBrk="0" hangingPunct="0">
              <a:defRPr baseline="-25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aseline="-25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aseline="-25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aseline="-25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aseline="-25000">
                <a:solidFill>
                  <a:schemeClr val="tx1"/>
                </a:solidFill>
                <a:latin typeface="Arial" panose="020B0604020202020204" pitchFamily="34" charset="0"/>
                <a:ea typeface="宋体" panose="02010600030101010101" pitchFamily="2" charset="-122"/>
              </a:defRPr>
            </a:lvl9pPr>
          </a:lstStyle>
          <a:p>
            <a:pPr algn="ctr"/>
            <a:endParaRPr lang="zh-CN" altLang="en-US" sz="2400" baseline="0"/>
          </a:p>
        </p:txBody>
      </p:sp>
      <p:sp>
        <p:nvSpPr>
          <p:cNvPr id="23" name="Text Box 20"/>
          <p:cNvSpPr txBox="1">
            <a:spLocks noChangeArrowheads="1"/>
          </p:cNvSpPr>
          <p:nvPr/>
        </p:nvSpPr>
        <p:spPr bwMode="auto">
          <a:xfrm>
            <a:off x="4810125" y="5985297"/>
            <a:ext cx="9906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tabLst>
                <a:tab pos="6518275" algn="r"/>
                <a:tab pos="6741795" algn="l"/>
              </a:tabLst>
              <a:defRPr baseline="-25000">
                <a:solidFill>
                  <a:schemeClr val="tx1"/>
                </a:solidFill>
                <a:latin typeface="Arial" panose="020B0604020202020204" pitchFamily="34" charset="0"/>
                <a:ea typeface="宋体" panose="02010600030101010101" pitchFamily="2" charset="-122"/>
              </a:defRPr>
            </a:lvl1pPr>
            <a:lvl2pPr marL="742950" indent="-285750" eaLnBrk="0" hangingPunct="0">
              <a:tabLst>
                <a:tab pos="6518275" algn="r"/>
                <a:tab pos="6741795" algn="l"/>
              </a:tabLst>
              <a:defRPr baseline="-25000">
                <a:solidFill>
                  <a:schemeClr val="tx1"/>
                </a:solidFill>
                <a:latin typeface="Arial" panose="020B0604020202020204" pitchFamily="34" charset="0"/>
                <a:ea typeface="宋体" panose="02010600030101010101" pitchFamily="2" charset="-122"/>
              </a:defRPr>
            </a:lvl2pPr>
            <a:lvl3pPr marL="1143000" indent="-228600" eaLnBrk="0" hangingPunct="0">
              <a:tabLst>
                <a:tab pos="6518275" algn="r"/>
                <a:tab pos="6741795" algn="l"/>
              </a:tabLst>
              <a:defRPr baseline="-25000">
                <a:solidFill>
                  <a:schemeClr val="tx1"/>
                </a:solidFill>
                <a:latin typeface="Arial" panose="020B0604020202020204" pitchFamily="34" charset="0"/>
                <a:ea typeface="宋体" panose="02010600030101010101" pitchFamily="2" charset="-122"/>
              </a:defRPr>
            </a:lvl3pPr>
            <a:lvl4pPr marL="1600200" indent="-228600" eaLnBrk="0" hangingPunct="0">
              <a:tabLst>
                <a:tab pos="6518275" algn="r"/>
                <a:tab pos="6741795" algn="l"/>
              </a:tabLst>
              <a:defRPr baseline="-25000">
                <a:solidFill>
                  <a:schemeClr val="tx1"/>
                </a:solidFill>
                <a:latin typeface="Arial" panose="020B0604020202020204" pitchFamily="34" charset="0"/>
                <a:ea typeface="宋体" panose="02010600030101010101" pitchFamily="2" charset="-122"/>
              </a:defRPr>
            </a:lvl4pPr>
            <a:lvl5pPr marL="2057400" indent="-228600" eaLnBrk="0" hangingPunct="0">
              <a:tabLst>
                <a:tab pos="6518275" algn="r"/>
                <a:tab pos="6741795" algn="l"/>
              </a:tabLst>
              <a:defRPr baseline="-25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tabLst>
                <a:tab pos="6518275" algn="r"/>
                <a:tab pos="6741795" algn="l"/>
              </a:tabLst>
              <a:defRPr baseline="-25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tabLst>
                <a:tab pos="6518275" algn="r"/>
                <a:tab pos="6741795" algn="l"/>
              </a:tabLst>
              <a:defRPr baseline="-25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tabLst>
                <a:tab pos="6518275" algn="r"/>
                <a:tab pos="6741795" algn="l"/>
              </a:tabLst>
              <a:defRPr baseline="-25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tabLst>
                <a:tab pos="6518275" algn="r"/>
                <a:tab pos="6741795" algn="l"/>
              </a:tabLst>
              <a:defRPr baseline="-25000">
                <a:solidFill>
                  <a:schemeClr val="tx1"/>
                </a:solidFill>
                <a:latin typeface="Arial" panose="020B0604020202020204" pitchFamily="34" charset="0"/>
                <a:ea typeface="宋体" panose="02010600030101010101" pitchFamily="2" charset="-122"/>
              </a:defRPr>
            </a:lvl9pPr>
          </a:lstStyle>
          <a:p>
            <a:pPr algn="ctr"/>
            <a:r>
              <a:rPr lang="en-US" altLang="zh-CN" sz="2800" b="1" baseline="0">
                <a:latin typeface="CourierPS" pitchFamily="49" charset="0"/>
              </a:rPr>
              <a:t>8</a:t>
            </a:r>
            <a:endParaRPr lang="en-US" altLang="zh-CN" sz="2800" b="1" baseline="0">
              <a:latin typeface="CourierPS" pitchFamily="49" charset="0"/>
            </a:endParaRPr>
          </a:p>
        </p:txBody>
      </p:sp>
      <p:sp>
        <p:nvSpPr>
          <p:cNvPr id="24" name="AutoShape 21"/>
          <p:cNvSpPr>
            <a:spLocks noChangeArrowheads="1"/>
          </p:cNvSpPr>
          <p:nvPr/>
        </p:nvSpPr>
        <p:spPr bwMode="auto">
          <a:xfrm>
            <a:off x="5253039" y="5604296"/>
            <a:ext cx="104775" cy="457200"/>
          </a:xfrm>
          <a:prstGeom prst="downArrow">
            <a:avLst>
              <a:gd name="adj1" fmla="val 50000"/>
              <a:gd name="adj2" fmla="val 109091"/>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baseline="-25000">
                <a:solidFill>
                  <a:schemeClr val="tx1"/>
                </a:solidFill>
                <a:latin typeface="Arial" panose="020B0604020202020204" pitchFamily="34" charset="0"/>
                <a:ea typeface="宋体" panose="02010600030101010101" pitchFamily="2" charset="-122"/>
              </a:defRPr>
            </a:lvl1pPr>
            <a:lvl2pPr marL="742950" indent="-285750" eaLnBrk="0" hangingPunct="0">
              <a:defRPr baseline="-25000">
                <a:solidFill>
                  <a:schemeClr val="tx1"/>
                </a:solidFill>
                <a:latin typeface="Arial" panose="020B0604020202020204" pitchFamily="34" charset="0"/>
                <a:ea typeface="宋体" panose="02010600030101010101" pitchFamily="2" charset="-122"/>
              </a:defRPr>
            </a:lvl2pPr>
            <a:lvl3pPr marL="1143000" indent="-228600" eaLnBrk="0" hangingPunct="0">
              <a:defRPr baseline="-25000">
                <a:solidFill>
                  <a:schemeClr val="tx1"/>
                </a:solidFill>
                <a:latin typeface="Arial" panose="020B0604020202020204" pitchFamily="34" charset="0"/>
                <a:ea typeface="宋体" panose="02010600030101010101" pitchFamily="2" charset="-122"/>
              </a:defRPr>
            </a:lvl3pPr>
            <a:lvl4pPr marL="1600200" indent="-228600" eaLnBrk="0" hangingPunct="0">
              <a:defRPr baseline="-25000">
                <a:solidFill>
                  <a:schemeClr val="tx1"/>
                </a:solidFill>
                <a:latin typeface="Arial" panose="020B0604020202020204" pitchFamily="34" charset="0"/>
                <a:ea typeface="宋体" panose="02010600030101010101" pitchFamily="2" charset="-122"/>
              </a:defRPr>
            </a:lvl4pPr>
            <a:lvl5pPr marL="2057400" indent="-228600" eaLnBrk="0" hangingPunct="0">
              <a:defRPr baseline="-25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aseline="-25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aseline="-25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aseline="-25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aseline="-25000">
                <a:solidFill>
                  <a:schemeClr val="tx1"/>
                </a:solidFill>
                <a:latin typeface="Arial" panose="020B0604020202020204" pitchFamily="34" charset="0"/>
                <a:ea typeface="宋体" panose="02010600030101010101" pitchFamily="2" charset="-122"/>
              </a:defRPr>
            </a:lvl9pPr>
          </a:lstStyle>
          <a:p>
            <a:pPr algn="ctr"/>
            <a:endParaRPr lang="zh-CN" altLang="en-US" sz="2400" baseline="0"/>
          </a:p>
        </p:txBody>
      </p:sp>
      <p:sp>
        <p:nvSpPr>
          <p:cNvPr id="25" name="Text Box 22"/>
          <p:cNvSpPr txBox="1">
            <a:spLocks noChangeArrowheads="1"/>
          </p:cNvSpPr>
          <p:nvPr/>
        </p:nvSpPr>
        <p:spPr bwMode="auto">
          <a:xfrm>
            <a:off x="3962400" y="5985297"/>
            <a:ext cx="9906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tabLst>
                <a:tab pos="6518275" algn="r"/>
                <a:tab pos="6741795" algn="l"/>
              </a:tabLst>
              <a:defRPr baseline="-25000">
                <a:solidFill>
                  <a:schemeClr val="tx1"/>
                </a:solidFill>
                <a:latin typeface="Arial" panose="020B0604020202020204" pitchFamily="34" charset="0"/>
                <a:ea typeface="宋体" panose="02010600030101010101" pitchFamily="2" charset="-122"/>
              </a:defRPr>
            </a:lvl1pPr>
            <a:lvl2pPr marL="742950" indent="-285750" eaLnBrk="0" hangingPunct="0">
              <a:tabLst>
                <a:tab pos="6518275" algn="r"/>
                <a:tab pos="6741795" algn="l"/>
              </a:tabLst>
              <a:defRPr baseline="-25000">
                <a:solidFill>
                  <a:schemeClr val="tx1"/>
                </a:solidFill>
                <a:latin typeface="Arial" panose="020B0604020202020204" pitchFamily="34" charset="0"/>
                <a:ea typeface="宋体" panose="02010600030101010101" pitchFamily="2" charset="-122"/>
              </a:defRPr>
            </a:lvl2pPr>
            <a:lvl3pPr marL="1143000" indent="-228600" eaLnBrk="0" hangingPunct="0">
              <a:tabLst>
                <a:tab pos="6518275" algn="r"/>
                <a:tab pos="6741795" algn="l"/>
              </a:tabLst>
              <a:defRPr baseline="-25000">
                <a:solidFill>
                  <a:schemeClr val="tx1"/>
                </a:solidFill>
                <a:latin typeface="Arial" panose="020B0604020202020204" pitchFamily="34" charset="0"/>
                <a:ea typeface="宋体" panose="02010600030101010101" pitchFamily="2" charset="-122"/>
              </a:defRPr>
            </a:lvl3pPr>
            <a:lvl4pPr marL="1600200" indent="-228600" eaLnBrk="0" hangingPunct="0">
              <a:tabLst>
                <a:tab pos="6518275" algn="r"/>
                <a:tab pos="6741795" algn="l"/>
              </a:tabLst>
              <a:defRPr baseline="-25000">
                <a:solidFill>
                  <a:schemeClr val="tx1"/>
                </a:solidFill>
                <a:latin typeface="Arial" panose="020B0604020202020204" pitchFamily="34" charset="0"/>
                <a:ea typeface="宋体" panose="02010600030101010101" pitchFamily="2" charset="-122"/>
              </a:defRPr>
            </a:lvl4pPr>
            <a:lvl5pPr marL="2057400" indent="-228600" eaLnBrk="0" hangingPunct="0">
              <a:tabLst>
                <a:tab pos="6518275" algn="r"/>
                <a:tab pos="6741795" algn="l"/>
              </a:tabLst>
              <a:defRPr baseline="-25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tabLst>
                <a:tab pos="6518275" algn="r"/>
                <a:tab pos="6741795" algn="l"/>
              </a:tabLst>
              <a:defRPr baseline="-25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tabLst>
                <a:tab pos="6518275" algn="r"/>
                <a:tab pos="6741795" algn="l"/>
              </a:tabLst>
              <a:defRPr baseline="-25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tabLst>
                <a:tab pos="6518275" algn="r"/>
                <a:tab pos="6741795" algn="l"/>
              </a:tabLst>
              <a:defRPr baseline="-25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tabLst>
                <a:tab pos="6518275" algn="r"/>
                <a:tab pos="6741795" algn="l"/>
              </a:tabLst>
              <a:defRPr baseline="-25000">
                <a:solidFill>
                  <a:schemeClr val="tx1"/>
                </a:solidFill>
                <a:latin typeface="Arial" panose="020B0604020202020204" pitchFamily="34" charset="0"/>
                <a:ea typeface="宋体" panose="02010600030101010101" pitchFamily="2" charset="-122"/>
              </a:defRPr>
            </a:lvl9pPr>
          </a:lstStyle>
          <a:p>
            <a:pPr algn="ctr"/>
            <a:r>
              <a:rPr lang="en-US" altLang="zh-CN" sz="2800" b="1" baseline="0">
                <a:latin typeface="CourierPS" pitchFamily="49" charset="0"/>
              </a:rPr>
              <a:t>A</a:t>
            </a:r>
            <a:endParaRPr lang="en-US" altLang="zh-CN" sz="2800" b="1" baseline="0">
              <a:latin typeface="CourierPS" pitchFamily="49" charset="0"/>
            </a:endParaRPr>
          </a:p>
        </p:txBody>
      </p:sp>
      <p:sp>
        <p:nvSpPr>
          <p:cNvPr id="26" name="AutoShape 23"/>
          <p:cNvSpPr>
            <a:spLocks noChangeArrowheads="1"/>
          </p:cNvSpPr>
          <p:nvPr/>
        </p:nvSpPr>
        <p:spPr bwMode="auto">
          <a:xfrm>
            <a:off x="4405314" y="5604296"/>
            <a:ext cx="104775" cy="457200"/>
          </a:xfrm>
          <a:prstGeom prst="downArrow">
            <a:avLst>
              <a:gd name="adj1" fmla="val 50000"/>
              <a:gd name="adj2" fmla="val 109091"/>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baseline="-25000">
                <a:solidFill>
                  <a:schemeClr val="tx1"/>
                </a:solidFill>
                <a:latin typeface="Arial" panose="020B0604020202020204" pitchFamily="34" charset="0"/>
                <a:ea typeface="宋体" panose="02010600030101010101" pitchFamily="2" charset="-122"/>
              </a:defRPr>
            </a:lvl1pPr>
            <a:lvl2pPr marL="742950" indent="-285750" eaLnBrk="0" hangingPunct="0">
              <a:defRPr baseline="-25000">
                <a:solidFill>
                  <a:schemeClr val="tx1"/>
                </a:solidFill>
                <a:latin typeface="Arial" panose="020B0604020202020204" pitchFamily="34" charset="0"/>
                <a:ea typeface="宋体" panose="02010600030101010101" pitchFamily="2" charset="-122"/>
              </a:defRPr>
            </a:lvl2pPr>
            <a:lvl3pPr marL="1143000" indent="-228600" eaLnBrk="0" hangingPunct="0">
              <a:defRPr baseline="-25000">
                <a:solidFill>
                  <a:schemeClr val="tx1"/>
                </a:solidFill>
                <a:latin typeface="Arial" panose="020B0604020202020204" pitchFamily="34" charset="0"/>
                <a:ea typeface="宋体" panose="02010600030101010101" pitchFamily="2" charset="-122"/>
              </a:defRPr>
            </a:lvl3pPr>
            <a:lvl4pPr marL="1600200" indent="-228600" eaLnBrk="0" hangingPunct="0">
              <a:defRPr baseline="-25000">
                <a:solidFill>
                  <a:schemeClr val="tx1"/>
                </a:solidFill>
                <a:latin typeface="Arial" panose="020B0604020202020204" pitchFamily="34" charset="0"/>
                <a:ea typeface="宋体" panose="02010600030101010101" pitchFamily="2" charset="-122"/>
              </a:defRPr>
            </a:lvl4pPr>
            <a:lvl5pPr marL="2057400" indent="-228600" eaLnBrk="0" hangingPunct="0">
              <a:defRPr baseline="-25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aseline="-25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aseline="-25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aseline="-25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aseline="-25000">
                <a:solidFill>
                  <a:schemeClr val="tx1"/>
                </a:solidFill>
                <a:latin typeface="Arial" panose="020B0604020202020204" pitchFamily="34" charset="0"/>
                <a:ea typeface="宋体" panose="02010600030101010101" pitchFamily="2" charset="-122"/>
              </a:defRPr>
            </a:lvl9pPr>
          </a:lstStyle>
          <a:p>
            <a:pPr algn="ctr"/>
            <a:endParaRPr lang="zh-CN" altLang="en-US" sz="2400" baseline="0"/>
          </a:p>
        </p:txBody>
      </p:sp>
      <p:sp>
        <p:nvSpPr>
          <p:cNvPr id="27" name="Text Box 24"/>
          <p:cNvSpPr txBox="1">
            <a:spLocks noChangeArrowheads="1"/>
          </p:cNvSpPr>
          <p:nvPr/>
        </p:nvSpPr>
        <p:spPr bwMode="auto">
          <a:xfrm>
            <a:off x="3114675" y="5985297"/>
            <a:ext cx="9906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tabLst>
                <a:tab pos="6518275" algn="r"/>
                <a:tab pos="6741795" algn="l"/>
              </a:tabLst>
              <a:defRPr baseline="-25000">
                <a:solidFill>
                  <a:schemeClr val="tx1"/>
                </a:solidFill>
                <a:latin typeface="Arial" panose="020B0604020202020204" pitchFamily="34" charset="0"/>
                <a:ea typeface="宋体" panose="02010600030101010101" pitchFamily="2" charset="-122"/>
              </a:defRPr>
            </a:lvl1pPr>
            <a:lvl2pPr marL="742950" indent="-285750" eaLnBrk="0" hangingPunct="0">
              <a:tabLst>
                <a:tab pos="6518275" algn="r"/>
                <a:tab pos="6741795" algn="l"/>
              </a:tabLst>
              <a:defRPr baseline="-25000">
                <a:solidFill>
                  <a:schemeClr val="tx1"/>
                </a:solidFill>
                <a:latin typeface="Arial" panose="020B0604020202020204" pitchFamily="34" charset="0"/>
                <a:ea typeface="宋体" panose="02010600030101010101" pitchFamily="2" charset="-122"/>
              </a:defRPr>
            </a:lvl2pPr>
            <a:lvl3pPr marL="1143000" indent="-228600" eaLnBrk="0" hangingPunct="0">
              <a:tabLst>
                <a:tab pos="6518275" algn="r"/>
                <a:tab pos="6741795" algn="l"/>
              </a:tabLst>
              <a:defRPr baseline="-25000">
                <a:solidFill>
                  <a:schemeClr val="tx1"/>
                </a:solidFill>
                <a:latin typeface="Arial" panose="020B0604020202020204" pitchFamily="34" charset="0"/>
                <a:ea typeface="宋体" panose="02010600030101010101" pitchFamily="2" charset="-122"/>
              </a:defRPr>
            </a:lvl3pPr>
            <a:lvl4pPr marL="1600200" indent="-228600" eaLnBrk="0" hangingPunct="0">
              <a:tabLst>
                <a:tab pos="6518275" algn="r"/>
                <a:tab pos="6741795" algn="l"/>
              </a:tabLst>
              <a:defRPr baseline="-25000">
                <a:solidFill>
                  <a:schemeClr val="tx1"/>
                </a:solidFill>
                <a:latin typeface="Arial" panose="020B0604020202020204" pitchFamily="34" charset="0"/>
                <a:ea typeface="宋体" panose="02010600030101010101" pitchFamily="2" charset="-122"/>
              </a:defRPr>
            </a:lvl4pPr>
            <a:lvl5pPr marL="2057400" indent="-228600" eaLnBrk="0" hangingPunct="0">
              <a:tabLst>
                <a:tab pos="6518275" algn="r"/>
                <a:tab pos="6741795" algn="l"/>
              </a:tabLst>
              <a:defRPr baseline="-25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tabLst>
                <a:tab pos="6518275" algn="r"/>
                <a:tab pos="6741795" algn="l"/>
              </a:tabLst>
              <a:defRPr baseline="-25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tabLst>
                <a:tab pos="6518275" algn="r"/>
                <a:tab pos="6741795" algn="l"/>
              </a:tabLst>
              <a:defRPr baseline="-25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tabLst>
                <a:tab pos="6518275" algn="r"/>
                <a:tab pos="6741795" algn="l"/>
              </a:tabLst>
              <a:defRPr baseline="-25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tabLst>
                <a:tab pos="6518275" algn="r"/>
                <a:tab pos="6741795" algn="l"/>
              </a:tabLst>
              <a:defRPr baseline="-25000">
                <a:solidFill>
                  <a:schemeClr val="tx1"/>
                </a:solidFill>
                <a:latin typeface="Arial" panose="020B0604020202020204" pitchFamily="34" charset="0"/>
                <a:ea typeface="宋体" panose="02010600030101010101" pitchFamily="2" charset="-122"/>
              </a:defRPr>
            </a:lvl9pPr>
          </a:lstStyle>
          <a:p>
            <a:pPr algn="ctr"/>
            <a:r>
              <a:rPr lang="en-US" altLang="zh-CN" sz="2800" b="1" baseline="0">
                <a:latin typeface="CourierPS" pitchFamily="49" charset="0"/>
              </a:rPr>
              <a:t>3</a:t>
            </a:r>
            <a:endParaRPr lang="en-US" altLang="zh-CN" sz="2800" b="1" baseline="0">
              <a:latin typeface="CourierPS" pitchFamily="49" charset="0"/>
            </a:endParaRPr>
          </a:p>
        </p:txBody>
      </p:sp>
      <p:sp>
        <p:nvSpPr>
          <p:cNvPr id="28" name="AutoShape 25"/>
          <p:cNvSpPr>
            <a:spLocks noChangeArrowheads="1"/>
          </p:cNvSpPr>
          <p:nvPr/>
        </p:nvSpPr>
        <p:spPr bwMode="auto">
          <a:xfrm>
            <a:off x="3557589" y="5604296"/>
            <a:ext cx="104775" cy="457200"/>
          </a:xfrm>
          <a:prstGeom prst="downArrow">
            <a:avLst>
              <a:gd name="adj1" fmla="val 50000"/>
              <a:gd name="adj2" fmla="val 109091"/>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baseline="-25000">
                <a:solidFill>
                  <a:schemeClr val="tx1"/>
                </a:solidFill>
                <a:latin typeface="Arial" panose="020B0604020202020204" pitchFamily="34" charset="0"/>
                <a:ea typeface="宋体" panose="02010600030101010101" pitchFamily="2" charset="-122"/>
              </a:defRPr>
            </a:lvl1pPr>
            <a:lvl2pPr marL="742950" indent="-285750" eaLnBrk="0" hangingPunct="0">
              <a:defRPr baseline="-25000">
                <a:solidFill>
                  <a:schemeClr val="tx1"/>
                </a:solidFill>
                <a:latin typeface="Arial" panose="020B0604020202020204" pitchFamily="34" charset="0"/>
                <a:ea typeface="宋体" panose="02010600030101010101" pitchFamily="2" charset="-122"/>
              </a:defRPr>
            </a:lvl2pPr>
            <a:lvl3pPr marL="1143000" indent="-228600" eaLnBrk="0" hangingPunct="0">
              <a:defRPr baseline="-25000">
                <a:solidFill>
                  <a:schemeClr val="tx1"/>
                </a:solidFill>
                <a:latin typeface="Arial" panose="020B0604020202020204" pitchFamily="34" charset="0"/>
                <a:ea typeface="宋体" panose="02010600030101010101" pitchFamily="2" charset="-122"/>
              </a:defRPr>
            </a:lvl3pPr>
            <a:lvl4pPr marL="1600200" indent="-228600" eaLnBrk="0" hangingPunct="0">
              <a:defRPr baseline="-25000">
                <a:solidFill>
                  <a:schemeClr val="tx1"/>
                </a:solidFill>
                <a:latin typeface="Arial" panose="020B0604020202020204" pitchFamily="34" charset="0"/>
                <a:ea typeface="宋体" panose="02010600030101010101" pitchFamily="2" charset="-122"/>
              </a:defRPr>
            </a:lvl4pPr>
            <a:lvl5pPr marL="2057400" indent="-228600" eaLnBrk="0" hangingPunct="0">
              <a:defRPr baseline="-25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aseline="-25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aseline="-25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aseline="-25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aseline="-25000">
                <a:solidFill>
                  <a:schemeClr val="tx1"/>
                </a:solidFill>
                <a:latin typeface="Arial" panose="020B0604020202020204" pitchFamily="34" charset="0"/>
                <a:ea typeface="宋体" panose="02010600030101010101" pitchFamily="2" charset="-122"/>
              </a:defRPr>
            </a:lvl9pPr>
          </a:lstStyle>
          <a:p>
            <a:pPr algn="ctr"/>
            <a:endParaRPr lang="zh-CN" altLang="en-US" sz="2400" baseline="0"/>
          </a:p>
        </p:txBody>
      </p:sp>
      <p:sp>
        <p:nvSpPr>
          <p:cNvPr id="4" name="灯片编号占位符 3"/>
          <p:cNvSpPr>
            <a:spLocks noGrp="1"/>
          </p:cNvSpPr>
          <p:nvPr>
            <p:ph type="sldNum" sz="quarter" idx="12"/>
          </p:nvPr>
        </p:nvSpPr>
        <p:spPr/>
        <p:txBody>
          <a:bodyPr/>
          <a:lstStyle/>
          <a:p>
            <a:pPr>
              <a:defRPr/>
            </a:pPr>
            <a:fld id="{7C93F2F6-B200-4836-9340-136DE7987878}" type="slidenum">
              <a:rPr lang="en-US" smtClean="0"/>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4978" name="Rectangle 2"/>
          <p:cNvSpPr>
            <a:spLocks noGrp="1" noChangeArrowheads="1"/>
          </p:cNvSpPr>
          <p:nvPr>
            <p:ph type="title"/>
          </p:nvPr>
        </p:nvSpPr>
        <p:spPr>
          <a:xfrm>
            <a:off x="2965451" y="76200"/>
            <a:ext cx="6365875" cy="762000"/>
          </a:xfrm>
        </p:spPr>
        <p:txBody>
          <a:bodyPr/>
          <a:lstStyle/>
          <a:p>
            <a:pPr algn="ctr"/>
            <a:r>
              <a:rPr lang="zh-CN" altLang="en-US"/>
              <a:t>本章小结</a:t>
            </a:r>
            <a:endParaRPr lang="zh-CN" altLang="en-US"/>
          </a:p>
        </p:txBody>
      </p:sp>
      <p:sp>
        <p:nvSpPr>
          <p:cNvPr id="254979" name="Rectangle 3"/>
          <p:cNvSpPr>
            <a:spLocks noGrp="1" noChangeArrowheads="1"/>
          </p:cNvSpPr>
          <p:nvPr>
            <p:ph type="body" idx="1"/>
          </p:nvPr>
        </p:nvSpPr>
        <p:spPr>
          <a:xfrm>
            <a:off x="2063750" y="1196975"/>
            <a:ext cx="8083550" cy="4464050"/>
          </a:xfrm>
        </p:spPr>
        <p:txBody>
          <a:bodyPr/>
          <a:lstStyle/>
          <a:p>
            <a:pPr marL="457200" indent="-457200">
              <a:spcBef>
                <a:spcPct val="50000"/>
              </a:spcBef>
              <a:buClr>
                <a:schemeClr val="tx1"/>
              </a:buClr>
              <a:buSzPct val="80000"/>
              <a:buFont typeface="Wingdings" panose="05000000000000000000" pitchFamily="2" charset="2"/>
              <a:buChar char="Ø"/>
            </a:pPr>
            <a:r>
              <a:rPr lang="zh-CN" altLang="en-US" sz="2400" dirty="0">
                <a:latin typeface="微软雅黑" panose="020B0503020204020204" charset="-122"/>
                <a:ea typeface="微软雅黑" panose="020B0503020204020204" charset="-122"/>
              </a:rPr>
              <a:t>数据类型：整型、浮点型、文本、图像、声音。</a:t>
            </a:r>
            <a:endParaRPr lang="zh-CN" altLang="en-US" sz="2400" dirty="0">
              <a:latin typeface="微软雅黑" panose="020B0503020204020204" charset="-122"/>
              <a:ea typeface="微软雅黑" panose="020B0503020204020204" charset="-122"/>
            </a:endParaRPr>
          </a:p>
          <a:p>
            <a:pPr marL="457200" indent="-457200">
              <a:spcBef>
                <a:spcPct val="50000"/>
              </a:spcBef>
              <a:buClr>
                <a:schemeClr val="tx1"/>
              </a:buClr>
              <a:buSzPct val="80000"/>
              <a:buFont typeface="Wingdings" panose="05000000000000000000" pitchFamily="2" charset="2"/>
              <a:buChar char="Ø"/>
            </a:pPr>
            <a:r>
              <a:rPr lang="zh-CN" altLang="en-US" sz="2400" dirty="0">
                <a:latin typeface="微软雅黑" panose="020B0503020204020204" charset="-122"/>
                <a:ea typeface="微软雅黑" panose="020B0503020204020204" charset="-122"/>
              </a:rPr>
              <a:t>补码</a:t>
            </a:r>
            <a:endParaRPr lang="en-US" altLang="zh-CN" sz="2400" dirty="0">
              <a:latin typeface="微软雅黑" panose="020B0503020204020204" charset="-122"/>
              <a:ea typeface="微软雅黑" panose="020B0503020204020204" charset="-122"/>
            </a:endParaRPr>
          </a:p>
          <a:p>
            <a:pPr marL="457200" indent="-457200">
              <a:spcBef>
                <a:spcPct val="50000"/>
              </a:spcBef>
              <a:buClr>
                <a:schemeClr val="tx1"/>
              </a:buClr>
              <a:buSzPct val="80000"/>
              <a:buFont typeface="Wingdings" panose="05000000000000000000" pitchFamily="2" charset="2"/>
              <a:buChar char="Ø"/>
            </a:pPr>
            <a:r>
              <a:rPr lang="zh-CN" altLang="en-US" sz="2400" dirty="0">
                <a:latin typeface="微软雅黑" panose="020B0503020204020204" charset="-122"/>
                <a:ea typeface="微软雅黑" panose="020B0503020204020204" charset="-122"/>
              </a:rPr>
              <a:t>算数逻辑运算。</a:t>
            </a:r>
            <a:endParaRPr lang="zh-CN" altLang="en-US" sz="2400" dirty="0">
              <a:latin typeface="微软雅黑" panose="020B0503020204020204" charset="-122"/>
              <a:ea typeface="微软雅黑" panose="020B0503020204020204" charset="-122"/>
            </a:endParaRPr>
          </a:p>
          <a:p>
            <a:pPr marL="457200" indent="-457200">
              <a:spcBef>
                <a:spcPct val="50000"/>
              </a:spcBef>
              <a:buClr>
                <a:schemeClr val="tx1"/>
              </a:buClr>
              <a:buSzPct val="80000"/>
              <a:buFont typeface="Wingdings" panose="05000000000000000000" pitchFamily="2" charset="2"/>
              <a:buChar char="Ø"/>
            </a:pPr>
            <a:r>
              <a:rPr lang="zh-CN" altLang="en-US" sz="2400" dirty="0">
                <a:latin typeface="微软雅黑" panose="020B0503020204020204" charset="-122"/>
                <a:ea typeface="微软雅黑" panose="020B0503020204020204" charset="-122"/>
              </a:rPr>
              <a:t>十进制二进制及十六进制之间的转换。</a:t>
            </a:r>
            <a:endParaRPr lang="zh-CN" altLang="en-US" sz="2400" dirty="0">
              <a:latin typeface="微软雅黑" panose="020B0503020204020204" charset="-122"/>
              <a:ea typeface="微软雅黑" panose="020B0503020204020204" charset="-122"/>
            </a:endParaRPr>
          </a:p>
        </p:txBody>
      </p:sp>
      <p:sp>
        <p:nvSpPr>
          <p:cNvPr id="2" name="灯片编号占位符 1"/>
          <p:cNvSpPr>
            <a:spLocks noGrp="1"/>
          </p:cNvSpPr>
          <p:nvPr>
            <p:ph type="sldNum" sz="quarter" idx="12"/>
          </p:nvPr>
        </p:nvSpPr>
        <p:spPr/>
        <p:txBody>
          <a:bodyPr/>
          <a:lstStyle/>
          <a:p>
            <a:pPr>
              <a:defRPr/>
            </a:pPr>
            <a:fld id="{7C93F2F6-B200-4836-9340-136DE7987878}" type="slidenum">
              <a:rPr lang="en-US" smtClean="0"/>
            </a:fld>
            <a:endParaRPr lang="en-US"/>
          </a:p>
        </p:txBody>
      </p:sp>
    </p:spTree>
  </p:cSld>
  <p:clrMapOvr>
    <a:masterClrMapping/>
  </p:clrMapOvr>
  <p:transition spd="med">
    <p:newsflash/>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254979">
                                            <p:txEl>
                                              <p:pRg st="0" end="0"/>
                                            </p:txEl>
                                          </p:spTgt>
                                        </p:tgtEl>
                                        <p:attrNameLst>
                                          <p:attrName>style.visibility</p:attrName>
                                        </p:attrNameLst>
                                      </p:cBhvr>
                                      <p:to>
                                        <p:strVal val="visible"/>
                                      </p:to>
                                    </p:set>
                                    <p:animEffect transition="in" filter="fade">
                                      <p:cBhvr>
                                        <p:cTn id="7" dur="1000"/>
                                        <p:tgtEl>
                                          <p:spTgt spid="254979">
                                            <p:txEl>
                                              <p:pRg st="0" end="0"/>
                                            </p:txEl>
                                          </p:spTgt>
                                        </p:tgtEl>
                                      </p:cBhvr>
                                    </p:animEffect>
                                    <p:anim calcmode="lin" valueType="num">
                                      <p:cBhvr>
                                        <p:cTn id="8" dur="1000" fill="hold"/>
                                        <p:tgtEl>
                                          <p:spTgt spid="254979">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254979">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254979">
                                            <p:txEl>
                                              <p:pRg st="1" end="1"/>
                                            </p:txEl>
                                          </p:spTgt>
                                        </p:tgtEl>
                                        <p:attrNameLst>
                                          <p:attrName>style.visibility</p:attrName>
                                        </p:attrNameLst>
                                      </p:cBhvr>
                                      <p:to>
                                        <p:strVal val="visible"/>
                                      </p:to>
                                    </p:set>
                                    <p:animEffect transition="in" filter="fade">
                                      <p:cBhvr>
                                        <p:cTn id="14" dur="1000"/>
                                        <p:tgtEl>
                                          <p:spTgt spid="254979">
                                            <p:txEl>
                                              <p:pRg st="1" end="1"/>
                                            </p:txEl>
                                          </p:spTgt>
                                        </p:tgtEl>
                                      </p:cBhvr>
                                    </p:animEffect>
                                    <p:anim calcmode="lin" valueType="num">
                                      <p:cBhvr>
                                        <p:cTn id="15" dur="1000" fill="hold"/>
                                        <p:tgtEl>
                                          <p:spTgt spid="254979">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254979">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254979">
                                            <p:txEl>
                                              <p:pRg st="2" end="2"/>
                                            </p:txEl>
                                          </p:spTgt>
                                        </p:tgtEl>
                                        <p:attrNameLst>
                                          <p:attrName>style.visibility</p:attrName>
                                        </p:attrNameLst>
                                      </p:cBhvr>
                                      <p:to>
                                        <p:strVal val="visible"/>
                                      </p:to>
                                    </p:set>
                                    <p:animEffect transition="in" filter="fade">
                                      <p:cBhvr>
                                        <p:cTn id="21" dur="1000"/>
                                        <p:tgtEl>
                                          <p:spTgt spid="254979">
                                            <p:txEl>
                                              <p:pRg st="2" end="2"/>
                                            </p:txEl>
                                          </p:spTgt>
                                        </p:tgtEl>
                                      </p:cBhvr>
                                    </p:animEffect>
                                    <p:anim calcmode="lin" valueType="num">
                                      <p:cBhvr>
                                        <p:cTn id="22" dur="1000" fill="hold"/>
                                        <p:tgtEl>
                                          <p:spTgt spid="254979">
                                            <p:txEl>
                                              <p:pRg st="2" end="2"/>
                                            </p:txEl>
                                          </p:spTgt>
                                        </p:tgtEl>
                                        <p:attrNameLst>
                                          <p:attrName>ppt_x</p:attrName>
                                        </p:attrNameLst>
                                      </p:cBhvr>
                                      <p:tavLst>
                                        <p:tav tm="0">
                                          <p:val>
                                            <p:strVal val="#ppt_x"/>
                                          </p:val>
                                        </p:tav>
                                        <p:tav tm="100000">
                                          <p:val>
                                            <p:strVal val="#ppt_x"/>
                                          </p:val>
                                        </p:tav>
                                      </p:tavLst>
                                    </p:anim>
                                    <p:anim calcmode="lin" valueType="num">
                                      <p:cBhvr>
                                        <p:cTn id="23" dur="1000" fill="hold"/>
                                        <p:tgtEl>
                                          <p:spTgt spid="254979">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254979">
                                            <p:txEl>
                                              <p:pRg st="3" end="3"/>
                                            </p:txEl>
                                          </p:spTgt>
                                        </p:tgtEl>
                                        <p:attrNameLst>
                                          <p:attrName>style.visibility</p:attrName>
                                        </p:attrNameLst>
                                      </p:cBhvr>
                                      <p:to>
                                        <p:strVal val="visible"/>
                                      </p:to>
                                    </p:set>
                                    <p:animEffect transition="in" filter="fade">
                                      <p:cBhvr>
                                        <p:cTn id="28" dur="1000"/>
                                        <p:tgtEl>
                                          <p:spTgt spid="254979">
                                            <p:txEl>
                                              <p:pRg st="3" end="3"/>
                                            </p:txEl>
                                          </p:spTgt>
                                        </p:tgtEl>
                                      </p:cBhvr>
                                    </p:animEffect>
                                    <p:anim calcmode="lin" valueType="num">
                                      <p:cBhvr>
                                        <p:cTn id="29" dur="1000" fill="hold"/>
                                        <p:tgtEl>
                                          <p:spTgt spid="254979">
                                            <p:txEl>
                                              <p:pRg st="3" end="3"/>
                                            </p:txEl>
                                          </p:spTgt>
                                        </p:tgtEl>
                                        <p:attrNameLst>
                                          <p:attrName>ppt_x</p:attrName>
                                        </p:attrNameLst>
                                      </p:cBhvr>
                                      <p:tavLst>
                                        <p:tav tm="0">
                                          <p:val>
                                            <p:strVal val="#ppt_x"/>
                                          </p:val>
                                        </p:tav>
                                        <p:tav tm="100000">
                                          <p:val>
                                            <p:strVal val="#ppt_x"/>
                                          </p:val>
                                        </p:tav>
                                      </p:tavLst>
                                    </p:anim>
                                    <p:anim calcmode="lin" valueType="num">
                                      <p:cBhvr>
                                        <p:cTn id="30" dur="1000" fill="hold"/>
                                        <p:tgtEl>
                                          <p:spTgt spid="254979">
                                            <p:txEl>
                                              <p:pRg st="3" end="3"/>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4979" grpId="0" uiExpand="1" build="p"/>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4978" name="Rectangle 2"/>
          <p:cNvSpPr>
            <a:spLocks noGrp="1" noChangeArrowheads="1"/>
          </p:cNvSpPr>
          <p:nvPr>
            <p:ph type="title"/>
          </p:nvPr>
        </p:nvSpPr>
        <p:spPr>
          <a:xfrm>
            <a:off x="2965451" y="76200"/>
            <a:ext cx="6365875" cy="762000"/>
          </a:xfrm>
        </p:spPr>
        <p:txBody>
          <a:bodyPr/>
          <a:lstStyle/>
          <a:p>
            <a:pPr algn="ctr"/>
            <a:r>
              <a:rPr lang="zh-CN" altLang="en-US" dirty="0"/>
              <a:t>作 业</a:t>
            </a:r>
            <a:endParaRPr lang="zh-CN" altLang="en-US" dirty="0"/>
          </a:p>
        </p:txBody>
      </p:sp>
      <p:sp>
        <p:nvSpPr>
          <p:cNvPr id="254979" name="Rectangle 3"/>
          <p:cNvSpPr>
            <a:spLocks noGrp="1" noChangeArrowheads="1"/>
          </p:cNvSpPr>
          <p:nvPr>
            <p:ph type="body" idx="1"/>
          </p:nvPr>
        </p:nvSpPr>
        <p:spPr>
          <a:xfrm>
            <a:off x="2063750" y="1196975"/>
            <a:ext cx="8083550" cy="4464050"/>
          </a:xfrm>
        </p:spPr>
        <p:txBody>
          <a:bodyPr>
            <a:normAutofit fontScale="92500" lnSpcReduction="20000"/>
          </a:bodyPr>
          <a:lstStyle/>
          <a:p>
            <a:pPr marL="457200" indent="-457200">
              <a:spcBef>
                <a:spcPct val="50000"/>
              </a:spcBef>
              <a:buClr>
                <a:schemeClr val="tx1"/>
              </a:buClr>
              <a:buSzPct val="80000"/>
              <a:buFont typeface="Wingdings" panose="05000000000000000000" pitchFamily="2" charset="2"/>
              <a:buChar char="Ø"/>
            </a:pPr>
            <a:r>
              <a:rPr lang="en-US" altLang="zh-CN" sz="2400" dirty="0">
                <a:latin typeface="微软雅黑" panose="020B0503020204020204" charset="-122"/>
                <a:ea typeface="微软雅黑" panose="020B0503020204020204" charset="-122"/>
              </a:rPr>
              <a:t>2-1</a:t>
            </a:r>
            <a:endParaRPr lang="en-US" altLang="zh-CN" sz="2400" dirty="0">
              <a:latin typeface="微软雅黑" panose="020B0503020204020204" charset="-122"/>
              <a:ea typeface="微软雅黑" panose="020B0503020204020204" charset="-122"/>
            </a:endParaRPr>
          </a:p>
          <a:p>
            <a:pPr marL="457200" indent="-457200">
              <a:spcBef>
                <a:spcPct val="50000"/>
              </a:spcBef>
              <a:buClr>
                <a:schemeClr val="tx1"/>
              </a:buClr>
              <a:buSzPct val="80000"/>
              <a:buFont typeface="Wingdings" panose="05000000000000000000" pitchFamily="2" charset="2"/>
              <a:buChar char="Ø"/>
            </a:pPr>
            <a:r>
              <a:rPr lang="en-US" altLang="zh-CN" sz="2400" dirty="0">
                <a:latin typeface="微软雅黑" panose="020B0503020204020204" charset="-122"/>
                <a:ea typeface="微软雅黑" panose="020B0503020204020204" charset="-122"/>
              </a:rPr>
              <a:t>2-2</a:t>
            </a:r>
            <a:endParaRPr lang="en-US" altLang="zh-CN" sz="2400" dirty="0">
              <a:latin typeface="微软雅黑" panose="020B0503020204020204" charset="-122"/>
              <a:ea typeface="微软雅黑" panose="020B0503020204020204" charset="-122"/>
            </a:endParaRPr>
          </a:p>
          <a:p>
            <a:pPr marL="457200" indent="-457200">
              <a:spcBef>
                <a:spcPct val="50000"/>
              </a:spcBef>
              <a:buClr>
                <a:schemeClr val="tx1"/>
              </a:buClr>
              <a:buSzPct val="80000"/>
              <a:buFont typeface="Wingdings" panose="05000000000000000000" pitchFamily="2" charset="2"/>
              <a:buChar char="Ø"/>
            </a:pPr>
            <a:r>
              <a:rPr lang="en-US" altLang="zh-CN" sz="2400" dirty="0">
                <a:latin typeface="微软雅黑" panose="020B0503020204020204" charset="-122"/>
                <a:ea typeface="微软雅黑" panose="020B0503020204020204" charset="-122"/>
              </a:rPr>
              <a:t>2-4</a:t>
            </a:r>
            <a:endParaRPr lang="en-US" altLang="zh-CN" sz="2400" dirty="0">
              <a:latin typeface="微软雅黑" panose="020B0503020204020204" charset="-122"/>
              <a:ea typeface="微软雅黑" panose="020B0503020204020204" charset="-122"/>
            </a:endParaRPr>
          </a:p>
          <a:p>
            <a:pPr marL="457200" indent="-457200">
              <a:spcBef>
                <a:spcPct val="50000"/>
              </a:spcBef>
              <a:buClr>
                <a:schemeClr val="tx1"/>
              </a:buClr>
              <a:buSzPct val="80000"/>
              <a:buFont typeface="Wingdings" panose="05000000000000000000" pitchFamily="2" charset="2"/>
              <a:buChar char="Ø"/>
            </a:pPr>
            <a:r>
              <a:rPr lang="en-US" altLang="zh-CN" sz="2400" dirty="0">
                <a:latin typeface="微软雅黑" panose="020B0503020204020204" charset="-122"/>
                <a:ea typeface="微软雅黑" panose="020B0503020204020204" charset="-122"/>
              </a:rPr>
              <a:t>2-10</a:t>
            </a:r>
            <a:endParaRPr lang="en-US" altLang="zh-CN" sz="2400" dirty="0">
              <a:latin typeface="微软雅黑" panose="020B0503020204020204" charset="-122"/>
              <a:ea typeface="微软雅黑" panose="020B0503020204020204" charset="-122"/>
            </a:endParaRPr>
          </a:p>
          <a:p>
            <a:pPr marL="457200" indent="-457200">
              <a:spcBef>
                <a:spcPct val="50000"/>
              </a:spcBef>
              <a:buClr>
                <a:schemeClr val="tx1"/>
              </a:buClr>
              <a:buSzPct val="80000"/>
              <a:buFont typeface="Wingdings" panose="05000000000000000000" pitchFamily="2" charset="2"/>
              <a:buChar char="Ø"/>
            </a:pPr>
            <a:r>
              <a:rPr lang="en-US" altLang="zh-CN" sz="2400" dirty="0">
                <a:latin typeface="微软雅黑" panose="020B0503020204020204" charset="-122"/>
                <a:ea typeface="微软雅黑" panose="020B0503020204020204" charset="-122"/>
              </a:rPr>
              <a:t>2-11</a:t>
            </a:r>
            <a:endParaRPr lang="en-US" altLang="zh-CN" sz="2400" dirty="0">
              <a:latin typeface="微软雅黑" panose="020B0503020204020204" charset="-122"/>
              <a:ea typeface="微软雅黑" panose="020B0503020204020204" charset="-122"/>
            </a:endParaRPr>
          </a:p>
          <a:p>
            <a:pPr marL="457200" indent="-457200">
              <a:spcBef>
                <a:spcPct val="50000"/>
              </a:spcBef>
              <a:buClr>
                <a:schemeClr val="tx1"/>
              </a:buClr>
              <a:buSzPct val="80000"/>
              <a:buFont typeface="Wingdings" panose="05000000000000000000" pitchFamily="2" charset="2"/>
              <a:buChar char="Ø"/>
            </a:pPr>
            <a:r>
              <a:rPr lang="en-US" altLang="zh-CN" sz="2400" dirty="0">
                <a:latin typeface="微软雅黑" panose="020B0503020204020204" charset="-122"/>
                <a:ea typeface="微软雅黑" panose="020B0503020204020204" charset="-122"/>
              </a:rPr>
              <a:t>2-13</a:t>
            </a:r>
            <a:endParaRPr lang="en-US" altLang="zh-CN" sz="2400" dirty="0">
              <a:latin typeface="微软雅黑" panose="020B0503020204020204" charset="-122"/>
              <a:ea typeface="微软雅黑" panose="020B0503020204020204" charset="-122"/>
            </a:endParaRPr>
          </a:p>
          <a:p>
            <a:pPr marL="457200" indent="-457200">
              <a:spcBef>
                <a:spcPct val="50000"/>
              </a:spcBef>
              <a:buClr>
                <a:schemeClr val="tx1"/>
              </a:buClr>
              <a:buSzPct val="80000"/>
              <a:buFont typeface="Wingdings" panose="05000000000000000000" pitchFamily="2" charset="2"/>
              <a:buChar char="Ø"/>
            </a:pPr>
            <a:r>
              <a:rPr lang="en-US" altLang="zh-CN" sz="2400" dirty="0">
                <a:latin typeface="微软雅黑" panose="020B0503020204020204" charset="-122"/>
                <a:ea typeface="微软雅黑" panose="020B0503020204020204" charset="-122"/>
              </a:rPr>
              <a:t>2-17</a:t>
            </a:r>
            <a:endParaRPr lang="en-US" altLang="zh-CN" sz="2400" dirty="0">
              <a:latin typeface="微软雅黑" panose="020B0503020204020204" charset="-122"/>
              <a:ea typeface="微软雅黑" panose="020B0503020204020204" charset="-122"/>
            </a:endParaRPr>
          </a:p>
          <a:p>
            <a:pPr marL="457200" indent="-457200">
              <a:spcBef>
                <a:spcPct val="50000"/>
              </a:spcBef>
              <a:buClr>
                <a:schemeClr val="tx1"/>
              </a:buClr>
              <a:buSzPct val="80000"/>
              <a:buFont typeface="Wingdings" panose="05000000000000000000" pitchFamily="2" charset="2"/>
              <a:buChar char="Ø"/>
            </a:pPr>
            <a:r>
              <a:rPr lang="en-US" altLang="zh-CN" sz="2400" dirty="0">
                <a:latin typeface="微软雅黑" panose="020B0503020204020204" charset="-122"/>
                <a:ea typeface="微软雅黑" panose="020B0503020204020204" charset="-122"/>
              </a:rPr>
              <a:t>2-21</a:t>
            </a:r>
            <a:endParaRPr lang="en-US" altLang="zh-CN" sz="2400" dirty="0">
              <a:latin typeface="微软雅黑" panose="020B0503020204020204" charset="-122"/>
              <a:ea typeface="微软雅黑" panose="020B0503020204020204" charset="-122"/>
            </a:endParaRPr>
          </a:p>
          <a:p>
            <a:pPr marL="457200" indent="-457200">
              <a:spcBef>
                <a:spcPct val="50000"/>
              </a:spcBef>
              <a:buClr>
                <a:schemeClr val="tx1"/>
              </a:buClr>
              <a:buSzPct val="80000"/>
              <a:buFont typeface="Wingdings" panose="05000000000000000000" pitchFamily="2" charset="2"/>
              <a:buChar char="Ø"/>
            </a:pPr>
            <a:r>
              <a:rPr lang="en-US" altLang="zh-CN" sz="2400" dirty="0">
                <a:latin typeface="微软雅黑" panose="020B0503020204020204" charset="-122"/>
                <a:ea typeface="微软雅黑" panose="020B0503020204020204" charset="-122"/>
              </a:rPr>
              <a:t>2.34</a:t>
            </a:r>
            <a:endParaRPr lang="en-US" altLang="zh-CN" sz="2400" dirty="0">
              <a:latin typeface="微软雅黑" panose="020B0503020204020204" charset="-122"/>
              <a:ea typeface="微软雅黑" panose="020B0503020204020204" charset="-122"/>
            </a:endParaRPr>
          </a:p>
          <a:p>
            <a:pPr marL="457200" indent="-457200">
              <a:spcBef>
                <a:spcPct val="50000"/>
              </a:spcBef>
              <a:buClr>
                <a:schemeClr val="tx1"/>
              </a:buClr>
              <a:buSzPct val="80000"/>
              <a:buFont typeface="Wingdings" panose="05000000000000000000" pitchFamily="2" charset="2"/>
              <a:buChar char="Ø"/>
            </a:pPr>
            <a:r>
              <a:rPr lang="en-US" altLang="zh-CN" sz="2400" dirty="0">
                <a:latin typeface="微软雅黑" panose="020B0503020204020204" charset="-122"/>
                <a:ea typeface="微软雅黑" panose="020B0503020204020204" charset="-122"/>
              </a:rPr>
              <a:t>2.37</a:t>
            </a:r>
            <a:r>
              <a:rPr lang="zh-CN" altLang="en-US" sz="2400">
                <a:latin typeface="微软雅黑" panose="020B0503020204020204" charset="-122"/>
                <a:ea typeface="微软雅黑" panose="020B0503020204020204" charset="-122"/>
              </a:rPr>
              <a:t>第一个问题</a:t>
            </a:r>
            <a:endParaRPr lang="en-US" altLang="zh-CN" sz="2400" dirty="0">
              <a:latin typeface="微软雅黑" panose="020B0503020204020204" charset="-122"/>
              <a:ea typeface="微软雅黑" panose="020B0503020204020204" charset="-122"/>
            </a:endParaRPr>
          </a:p>
          <a:p>
            <a:pPr marL="457200" indent="-457200">
              <a:spcBef>
                <a:spcPct val="50000"/>
              </a:spcBef>
              <a:buClr>
                <a:schemeClr val="tx1"/>
              </a:buClr>
              <a:buSzPct val="80000"/>
              <a:buFont typeface="Wingdings" panose="05000000000000000000" pitchFamily="2" charset="2"/>
              <a:buChar char="Ø"/>
            </a:pPr>
            <a:endParaRPr lang="zh-CN" altLang="en-US" sz="2400" dirty="0">
              <a:latin typeface="微软雅黑" panose="020B0503020204020204" charset="-122"/>
              <a:ea typeface="微软雅黑" panose="020B0503020204020204" charset="-122"/>
            </a:endParaRPr>
          </a:p>
        </p:txBody>
      </p:sp>
      <p:sp>
        <p:nvSpPr>
          <p:cNvPr id="2" name="灯片编号占位符 1"/>
          <p:cNvSpPr>
            <a:spLocks noGrp="1"/>
          </p:cNvSpPr>
          <p:nvPr>
            <p:ph type="sldNum" sz="quarter" idx="12"/>
          </p:nvPr>
        </p:nvSpPr>
        <p:spPr/>
        <p:txBody>
          <a:bodyPr/>
          <a:lstStyle/>
          <a:p>
            <a:pPr>
              <a:defRPr/>
            </a:pPr>
            <a:fld id="{7C93F2F6-B200-4836-9340-136DE7987878}" type="slidenum">
              <a:rPr lang="en-US" smtClean="0"/>
            </a:fld>
            <a:endParaRPr lang="en-US"/>
          </a:p>
        </p:txBody>
      </p:sp>
    </p:spTree>
  </p:cSld>
  <p:clrMapOvr>
    <a:masterClrMapping/>
  </p:clrMapOvr>
  <p:transition spd="med">
    <p:newsflash/>
  </p:transition>
</p:sld>
</file>

<file path=ppt/tags/tag1.xml><?xml version="1.0" encoding="utf-8"?>
<p:tagLst xmlns:p="http://schemas.openxmlformats.org/presentationml/2006/main">
  <p:tag name="COMMONDATA" val="eyJoZGlkIjoiMjMxMzY4ZGM5NTE1OTFkZjU0ODAyMTY4MmM1MmQxN2MifQ=="/>
</p:tagLst>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Concourse">
  <a:themeElements>
    <a:clrScheme name="Concourse">
      <a:dk1>
        <a:sysClr val="windowText" lastClr="000000"/>
      </a:dk1>
      <a:lt1>
        <a:sysClr val="window" lastClr="FFFFFF"/>
      </a:lt1>
      <a:dk2>
        <a:srgbClr val="464646"/>
      </a:dk2>
      <a:lt2>
        <a:srgbClr val="DEF5FA"/>
      </a:lt2>
      <a:accent1>
        <a:srgbClr val="2DA2BF"/>
      </a:accent1>
      <a:accent2>
        <a:srgbClr val="DA1F28"/>
      </a:accent2>
      <a:accent3>
        <a:srgbClr val="EB641B"/>
      </a:accent3>
      <a:accent4>
        <a:srgbClr val="39639D"/>
      </a:accent4>
      <a:accent5>
        <a:srgbClr val="474B78"/>
      </a:accent5>
      <a:accent6>
        <a:srgbClr val="7D3C4A"/>
      </a:accent6>
      <a:hlink>
        <a:srgbClr val="FF8119"/>
      </a:hlink>
      <a:folHlink>
        <a:srgbClr val="44B9E8"/>
      </a:folHlink>
    </a:clrScheme>
    <a:fontScheme name="Concourse">
      <a:majorFont>
        <a:latin typeface="Lucida Sans Unicode"/>
        <a:ea typeface=""/>
        <a:cs typeface=""/>
        <a:font script="Jpan" typeface="ＭＳ Ｐゴシック"/>
        <a:font script="Hang" typeface="맑은 고딕"/>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Uigh" typeface="Microsoft Uighur"/>
        <a:font script="Geor" typeface="Sylfaen"/>
      </a:majorFont>
      <a:minorFont>
        <a:latin typeface="Lucida Sans Unicode"/>
        <a:ea typeface=""/>
        <a:cs typeface=""/>
        <a:font script="Jpan" typeface="ＭＳ Ｐゴシック"/>
        <a:font script="Hang" typeface="맑은 고딕"/>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Uigh" typeface="Microsoft Uighur"/>
        <a:font script="Geor" typeface="Sylfaen"/>
      </a:minorFont>
    </a:fontScheme>
    <a:fmtScheme name="Concourse">
      <a:fillStyleLst>
        <a:solidFill>
          <a:schemeClr val="phClr"/>
        </a:solidFill>
        <a:gradFill rotWithShape="1">
          <a:gsLst>
            <a:gs pos="0">
              <a:schemeClr val="phClr">
                <a:tint val="62000"/>
                <a:satMod val="180000"/>
              </a:schemeClr>
            </a:gs>
            <a:gs pos="65000">
              <a:schemeClr val="phClr">
                <a:tint val="32000"/>
                <a:satMod val="250000"/>
              </a:schemeClr>
            </a:gs>
            <a:gs pos="100000">
              <a:schemeClr val="phClr">
                <a:tint val="23000"/>
                <a:satMod val="300000"/>
              </a:schemeClr>
            </a:gs>
          </a:gsLst>
          <a:lin ang="16200000" scaled="0"/>
        </a:gradFill>
        <a:gradFill rotWithShape="1">
          <a:gsLst>
            <a:gs pos="0">
              <a:schemeClr val="phClr">
                <a:shade val="15000"/>
                <a:satMod val="180000"/>
              </a:schemeClr>
            </a:gs>
            <a:gs pos="50000">
              <a:schemeClr val="phClr">
                <a:shade val="45000"/>
                <a:satMod val="170000"/>
              </a:schemeClr>
            </a:gs>
            <a:gs pos="70000">
              <a:schemeClr val="phClr">
                <a:tint val="99000"/>
                <a:shade val="65000"/>
                <a:satMod val="155000"/>
              </a:schemeClr>
            </a:gs>
            <a:gs pos="100000">
              <a:schemeClr val="phClr">
                <a:tint val="95500"/>
                <a:shade val="100000"/>
                <a:satMod val="155000"/>
              </a:schemeClr>
            </a:gs>
          </a:gsLst>
          <a:lin ang="16200000" scaled="0"/>
        </a:gradFill>
      </a:fillStyleLst>
      <a:lnStyleLst>
        <a:ln w="9525" cap="flat" cmpd="sng" algn="ctr">
          <a:solidFill>
            <a:schemeClr val="phClr"/>
          </a:solidFill>
          <a:prstDash val="solid"/>
        </a:ln>
        <a:ln w="55000" cap="flat" cmpd="thickThin" algn="ctr">
          <a:solidFill>
            <a:schemeClr val="phClr"/>
          </a:solidFill>
          <a:prstDash val="solid"/>
        </a:ln>
        <a:ln w="63500" cap="flat" cmpd="thickThin" algn="ctr">
          <a:solidFill>
            <a:schemeClr val="phClr"/>
          </a:solidFill>
          <a:prstDash val="solid"/>
        </a:ln>
      </a:lnStyleLst>
      <a:effectStyleLst>
        <a:effectStyle>
          <a:effectLst>
            <a:outerShdw blurRad="50800" dist="38100" dir="5400000" rotWithShape="0">
              <a:srgbClr val="000000">
                <a:alpha val="35000"/>
              </a:srgbClr>
            </a:outerShdw>
          </a:effectLst>
        </a:effectStyle>
        <a:effectStyle>
          <a:effectLst>
            <a:outerShdw blurRad="50800" dist="38100" dir="5400000" rotWithShape="0">
              <a:srgbClr val="000000">
                <a:alpha val="35000"/>
              </a:srgbClr>
            </a:outerShdw>
          </a:effectLst>
        </a:effectStyle>
        <a:effectStyle>
          <a:effectLst>
            <a:outerShdw blurRad="63500" dist="38100" dir="5400000" rotWithShape="0">
              <a:srgbClr val="000000">
                <a:alpha val="45000"/>
              </a:srgbClr>
            </a:outerShdw>
          </a:effectLst>
          <a:scene3d>
            <a:camera prst="orthographicFront" fov="0">
              <a:rot lat="0" lon="0" rev="0"/>
            </a:camera>
            <a:lightRig rig="glow" dir="t">
              <a:rot lat="0" lon="0" rev="6360000"/>
            </a:lightRig>
          </a:scene3d>
          <a:sp3d contourW="1000" prstMaterial="flat">
            <a:bevelT w="95250" h="101600"/>
            <a:contourClr>
              <a:schemeClr val="phClr">
                <a:satMod val="300000"/>
              </a:schemeClr>
            </a:contourClr>
          </a:sp3d>
        </a:effectStyle>
      </a:effectStyleLst>
      <a:bgFillStyleLst>
        <a:solidFill>
          <a:schemeClr val="phClr"/>
        </a:solidFill>
        <a:gradFill rotWithShape="1">
          <a:gsLst>
            <a:gs pos="0">
              <a:schemeClr val="phClr">
                <a:tint val="55000"/>
                <a:satMod val="300000"/>
              </a:schemeClr>
            </a:gs>
            <a:gs pos="40000">
              <a:schemeClr val="phClr">
                <a:tint val="65000"/>
                <a:satMod val="300000"/>
              </a:schemeClr>
            </a:gs>
            <a:gs pos="100000">
              <a:schemeClr val="phClr">
                <a:shade val="65000"/>
                <a:satMod val="300000"/>
              </a:schemeClr>
            </a:gs>
          </a:gsLst>
          <a:path path="circle">
            <a:fillToRect l="65000" b="98000"/>
          </a:path>
        </a:gradFill>
        <a:blipFill>
          <a:blip xmlns:r="http://schemas.openxmlformats.org/officeDocument/2006/relationships" r:embed="rId1">
            <a:duotone>
              <a:schemeClr val="phClr">
                <a:shade val="60000"/>
                <a:satMod val="110000"/>
              </a:schemeClr>
              <a:schemeClr val="phClr">
                <a:tint val="95000"/>
              </a:schemeClr>
            </a:duotone>
          </a:blip>
          <a:tile tx="0" ty="0" sx="50000" sy="50000" flip="none" algn="tl"/>
        </a:blip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
      <a:dk1>
        <a:srgbClr val="000000"/>
      </a:dk1>
      <a:lt1>
        <a:srgbClr val="FFFFFF"/>
      </a:lt1>
      <a:dk2>
        <a:srgbClr val="1F497D"/>
      </a:dk2>
      <a:lt2>
        <a:srgbClr val="EEECE1"/>
      </a:lt2>
      <a:accent1>
        <a:srgbClr val="4F81BD"/>
      </a:accent1>
      <a:accent2>
        <a:srgbClr val="C0504D"/>
      </a:accent2>
      <a:accent3>
        <a:srgbClr val="FFFFFF"/>
      </a:accent3>
      <a:accent4>
        <a:srgbClr val="000000"/>
      </a:accent4>
      <a:accent5>
        <a:srgbClr val="B2C1DB"/>
      </a:accent5>
      <a:accent6>
        <a:srgbClr val="AE4845"/>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Concourse</Template>
  <TotalTime>0</TotalTime>
  <Words>6236</Words>
  <Application>WPS 演示</Application>
  <PresentationFormat>宽屏</PresentationFormat>
  <Paragraphs>1590</Paragraphs>
  <Slides>43</Slides>
  <Notes>4</Notes>
  <HiddenSlides>0</HiddenSlides>
  <MMClips>0</MMClips>
  <ScaleCrop>false</ScaleCrop>
  <HeadingPairs>
    <vt:vector size="8" baseType="variant">
      <vt:variant>
        <vt:lpstr>已用的字体</vt:lpstr>
      </vt:variant>
      <vt:variant>
        <vt:i4>27</vt:i4>
      </vt:variant>
      <vt:variant>
        <vt:lpstr>主题</vt:lpstr>
      </vt:variant>
      <vt:variant>
        <vt:i4>1</vt:i4>
      </vt:variant>
      <vt:variant>
        <vt:lpstr>嵌入 OLE 服务器</vt:lpstr>
      </vt:variant>
      <vt:variant>
        <vt:i4>2</vt:i4>
      </vt:variant>
      <vt:variant>
        <vt:lpstr>幻灯片标题</vt:lpstr>
      </vt:variant>
      <vt:variant>
        <vt:i4>43</vt:i4>
      </vt:variant>
    </vt:vector>
  </HeadingPairs>
  <TitlesOfParts>
    <vt:vector size="73" baseType="lpstr">
      <vt:lpstr>Arial</vt:lpstr>
      <vt:lpstr>宋体</vt:lpstr>
      <vt:lpstr>Wingdings</vt:lpstr>
      <vt:lpstr>Wingdings 3</vt:lpstr>
      <vt:lpstr>Verdana</vt:lpstr>
      <vt:lpstr>Wingdings 2</vt:lpstr>
      <vt:lpstr>Calibri</vt:lpstr>
      <vt:lpstr>华文楷体</vt:lpstr>
      <vt:lpstr>Times New Roman</vt:lpstr>
      <vt:lpstr>Lucida Sans Unicode</vt:lpstr>
      <vt:lpstr>黑体</vt:lpstr>
      <vt:lpstr>微软雅黑</vt:lpstr>
      <vt:lpstr>Arial Unicode MS</vt:lpstr>
      <vt:lpstr>隶书</vt:lpstr>
      <vt:lpstr>华文琥珀</vt:lpstr>
      <vt:lpstr>楷体_GB2312</vt:lpstr>
      <vt:lpstr>新宋体</vt:lpstr>
      <vt:lpstr>Gungsuh</vt:lpstr>
      <vt:lpstr>Adobe Myungjo Std M</vt:lpstr>
      <vt:lpstr>CourierPS</vt:lpstr>
      <vt:lpstr>Segoe Print</vt:lpstr>
      <vt:lpstr>Tahoma</vt:lpstr>
      <vt:lpstr>Franklin Gothic Book</vt:lpstr>
      <vt:lpstr>Garamond</vt:lpstr>
      <vt:lpstr>Franklin Gothic Demi</vt:lpstr>
      <vt:lpstr>Verdana</vt:lpstr>
      <vt:lpstr>Microsoft JhengHei</vt:lpstr>
      <vt:lpstr>Concourse</vt:lpstr>
      <vt:lpstr>Paint.Picture</vt:lpstr>
      <vt:lpstr>Equation.3</vt:lpstr>
      <vt:lpstr>计算机系统 I </vt:lpstr>
      <vt:lpstr>数据表示</vt:lpstr>
      <vt:lpstr>数据在计算机内部是怎么表示的?</vt:lpstr>
      <vt:lpstr>计算是采用二进制的数字系统</vt:lpstr>
      <vt:lpstr>计算机中的信息分类</vt:lpstr>
      <vt:lpstr>先考虑数值数据：</vt:lpstr>
      <vt:lpstr>1 符号的处理</vt:lpstr>
      <vt:lpstr>2 小数点：定点与浮点表示法 </vt:lpstr>
      <vt:lpstr>2.1 定点纯小数</vt:lpstr>
      <vt:lpstr>2.2定点纯整数</vt:lpstr>
      <vt:lpstr>定点表示方法特点</vt:lpstr>
      <vt:lpstr>2.3 浮点数表示法</vt:lpstr>
      <vt:lpstr>浮点数的规格化表示</vt:lpstr>
      <vt:lpstr>3 常用定点数表示方法</vt:lpstr>
      <vt:lpstr>4 非数值数据编码    ASCII字符编码 </vt:lpstr>
      <vt:lpstr>中文编码-汉字的存放</vt:lpstr>
      <vt:lpstr>中文的编码表示</vt:lpstr>
      <vt:lpstr>其他数据类型的表示</vt:lpstr>
      <vt:lpstr>2.1 bit和数据类型</vt:lpstr>
      <vt:lpstr>2.2 整数数据类型</vt:lpstr>
      <vt:lpstr>2.2 整数数据类型</vt:lpstr>
      <vt:lpstr>PowerPoint 演示文稿</vt:lpstr>
      <vt:lpstr>2.3 补码</vt:lpstr>
      <vt:lpstr>PowerPoint 演示文稿</vt:lpstr>
      <vt:lpstr>2.3 补码</vt:lpstr>
      <vt:lpstr>PowerPoint 演示文稿</vt:lpstr>
      <vt:lpstr>2.4二进制数和十进制数之间的转换</vt:lpstr>
      <vt:lpstr>例子</vt:lpstr>
      <vt:lpstr>2.4二进制数和十进制数之间的转换</vt:lpstr>
      <vt:lpstr>2.5 bit运算之一：算数运算</vt:lpstr>
      <vt:lpstr>例子</vt:lpstr>
      <vt:lpstr>2.5 bit运算之一：算数运算</vt:lpstr>
      <vt:lpstr>2.5 bit运算之一：算数运算</vt:lpstr>
      <vt:lpstr>2.6 bit运算之二：逻辑运算</vt:lpstr>
      <vt:lpstr>2.6 bit运算之二：逻辑运算</vt:lpstr>
      <vt:lpstr>2.7 其他类型</vt:lpstr>
      <vt:lpstr>2.7 其他类型</vt:lpstr>
      <vt:lpstr>IEEE 浮点数标准754  (短浮点数)</vt:lpstr>
      <vt:lpstr>PowerPoint 演示文稿</vt:lpstr>
      <vt:lpstr>2.7 其他类型</vt:lpstr>
      <vt:lpstr>PowerPoint 演示文稿</vt:lpstr>
      <vt:lpstr>本章小结</vt:lpstr>
      <vt:lpstr>作 业</vt:lpstr>
    </vt:vector>
  </TitlesOfParts>
  <Company>USTC</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Course Introduction   An Hong han@ustc.edu.cn</dc:title>
  <dc:creator>hanhwt</dc:creator>
  <cp:lastModifiedBy>Zhi</cp:lastModifiedBy>
  <cp:revision>451</cp:revision>
  <cp:lastPrinted>2113-01-01T00:00:00Z</cp:lastPrinted>
  <dcterms:created xsi:type="dcterms:W3CDTF">2012-09-03T16:09:00Z</dcterms:created>
  <dcterms:modified xsi:type="dcterms:W3CDTF">2024-03-06T13:41:20Z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Version">
    <vt:r8>1</vt:r8>
  </property>
  <property fmtid="{D5CDD505-2E9C-101B-9397-08002B2CF9AE}" pid="3" name="KSOProductBuildVer">
    <vt:lpwstr>2052-12.1.0.16399</vt:lpwstr>
  </property>
  <property fmtid="{D5CDD505-2E9C-101B-9397-08002B2CF9AE}" pid="4" name="ICV">
    <vt:lpwstr>08334179D5BF442996C059D568F2A819</vt:lpwstr>
  </property>
</Properties>
</file>