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D48FA-1AC3-9E39-949B-522385D34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9BF098-CCC7-0111-85D4-40A89AEA5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14F369-8429-D629-C751-5859C5D5E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FAE18A-94F8-79BB-5C4F-E5717F5D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82EA9-D655-BD16-D6F1-4C177F40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2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A13C2-3B3A-E02C-B2D4-DD2E421A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D3303-EC73-C341-2920-3C3A350D0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2F054-B0D7-A8D4-38A9-3088C1A6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F1DEF-6656-95C1-23FC-53FBDA2D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F8570-2EAD-BBA9-1D17-43FD76F7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69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6AD4D-41D3-5A2A-A290-C8962187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4995DE-53F6-CCA8-8E3C-13B9E56E1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C81635-6970-33BC-10A0-30583645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DB24-FCFD-38B7-CA41-850D116E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260DC-E5BC-870C-0761-41331521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52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B0361-E298-CBBB-05D0-1E57889D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27AB9E-C31B-9D96-C8A6-604B44BD2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B784EE-907F-276C-DD42-081F3032D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2FD414-AE85-F820-D06A-88FB9F6B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79927-EB09-2C63-61AE-0ECA09AB6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2CFCB4-D250-1F4E-CE46-FB9FBD59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87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6B370-F7A3-8DE8-BEB6-9D368232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3722E4-54B9-D76D-88CA-6618B6926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C6F6C-0F1A-EFFA-69A0-EEACF134C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D53003-1F0A-6147-B0DF-4E1E08010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13E810-2DD7-3D89-DA65-8F85CFC44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664E37-3C67-8866-4CB1-995CDB80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BC9BA2-F3F1-0C4B-5AF7-DA43BEDC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8E3F53-1A95-02B0-4A73-2A41CD1E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81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A8BE4-50FB-885B-8410-60FC4C698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F4B65A-6666-B2BE-5A5E-A754023D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F7265B-ED9C-F6D7-EFDC-3ECE92A2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5A4B27-B42D-4BAB-68DE-CB71ADB0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845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B099ED-2475-5E42-5A0F-D86059C1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DE6741-453B-FB53-6052-DE08D8EF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F0712-05AC-9D43-2F64-D25DE58F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31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9C4245-7ED9-2850-3C6A-7A56F1DF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84C25-E428-C1D3-700F-A991436FF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597B6B-4153-73C5-AC68-22917873A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72D7B6-F192-97CE-FF21-7860CE09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E8A051-69FC-FABF-7503-2CC14961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136882-0E82-7F62-22DB-4C138496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64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448DF-9D2A-4AD8-3260-BCBFA8A5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DB85FB-FD31-1F16-34F7-73D5501C6E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E2FF10-9B14-8CA5-F6FF-087AD60EE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91E8F-98EF-CF8A-544F-9DAFFDA2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818B73-F4DF-A1A5-8E43-99D2BAFC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4D9C1E-5073-8F42-DF4E-6AD1C735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938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22FA7-19F3-4829-15A0-69A3D420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00F5F-77FB-9C42-23EB-BEA76A116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11559-0FF3-CA58-25DB-BFF46E0C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0DC3FE-DF47-DCFE-94C5-F85D4009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CA4A50-E960-14F7-13E0-26CBD624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551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6CE946-7650-8ABD-B3CE-77EDF1302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C2F35A-34DF-6498-FABE-CEA06930E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C8B8FD-A1B8-8B0A-50FA-7D5B3C9C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F00B11-1D1C-3302-F941-625CED7B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0BECD-9862-8202-435E-0F7A38C9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7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F17E36-4A87-2D5D-FEB6-43F7F10A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89468D-4FD3-866A-AB2A-4DADB04D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FAA2E-797A-BE54-DE7B-37D6DFEBB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F7698-8013-4797-AB03-D3491DF90CD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34EDAD-8A76-82F4-EBC9-4DDFC4E8C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CF241-A0B7-D712-214A-8CB5421A6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25DDA-E822-4C05-8CDB-A41FB8B20F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00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1238606-28EC-5D88-F061-36EAF6635823}"/>
              </a:ext>
            </a:extLst>
          </p:cNvPr>
          <p:cNvSpPr/>
          <p:nvPr/>
        </p:nvSpPr>
        <p:spPr>
          <a:xfrm>
            <a:off x="2643365" y="28804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6F700A2-B161-ACE0-CB93-DB3CD5C479BD}"/>
              </a:ext>
            </a:extLst>
          </p:cNvPr>
          <p:cNvSpPr/>
          <p:nvPr/>
        </p:nvSpPr>
        <p:spPr>
          <a:xfrm>
            <a:off x="3604192" y="28804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A88CDEB-53F6-B59C-5906-C16634686550}"/>
              </a:ext>
            </a:extLst>
          </p:cNvPr>
          <p:cNvSpPr/>
          <p:nvPr/>
        </p:nvSpPr>
        <p:spPr>
          <a:xfrm>
            <a:off x="2643365" y="888655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436B68B-D3BB-C016-E2E3-AD60619BC21B}"/>
              </a:ext>
            </a:extLst>
          </p:cNvPr>
          <p:cNvSpPr/>
          <p:nvPr/>
        </p:nvSpPr>
        <p:spPr>
          <a:xfrm>
            <a:off x="3604192" y="2149540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17E305-F5B4-E93F-19D9-66A382CE4129}"/>
              </a:ext>
            </a:extLst>
          </p:cNvPr>
          <p:cNvSpPr/>
          <p:nvPr/>
        </p:nvSpPr>
        <p:spPr>
          <a:xfrm>
            <a:off x="2643365" y="2149540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74B4B90-5416-3B20-A6EC-2E12ED85AE05}"/>
              </a:ext>
            </a:extLst>
          </p:cNvPr>
          <p:cNvSpPr/>
          <p:nvPr/>
        </p:nvSpPr>
        <p:spPr>
          <a:xfrm>
            <a:off x="2653417" y="2779512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167E262-4ADB-71F2-D8A4-492B31B31176}"/>
              </a:ext>
            </a:extLst>
          </p:cNvPr>
          <p:cNvSpPr/>
          <p:nvPr/>
        </p:nvSpPr>
        <p:spPr>
          <a:xfrm>
            <a:off x="2643365" y="1519568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94DED7D-9D2C-374F-AF10-89C34D5BE106}"/>
              </a:ext>
            </a:extLst>
          </p:cNvPr>
          <p:cNvSpPr/>
          <p:nvPr/>
        </p:nvSpPr>
        <p:spPr>
          <a:xfrm>
            <a:off x="3604192" y="888655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9FA8DF5-6EC3-060B-E7CC-5A41977680F6}"/>
              </a:ext>
            </a:extLst>
          </p:cNvPr>
          <p:cNvSpPr/>
          <p:nvPr/>
        </p:nvSpPr>
        <p:spPr>
          <a:xfrm>
            <a:off x="3614244" y="3431032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B7A9676-17C7-A97E-7387-52218E29CC6E}"/>
              </a:ext>
            </a:extLst>
          </p:cNvPr>
          <p:cNvSpPr/>
          <p:nvPr/>
        </p:nvSpPr>
        <p:spPr>
          <a:xfrm>
            <a:off x="3614244" y="2779512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68108AF-8307-9D26-5F37-C870BC32A458}"/>
              </a:ext>
            </a:extLst>
          </p:cNvPr>
          <p:cNvSpPr/>
          <p:nvPr/>
        </p:nvSpPr>
        <p:spPr>
          <a:xfrm>
            <a:off x="2653417" y="343305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D75A43C-D71E-65B2-7408-E5785D13F66A}"/>
              </a:ext>
            </a:extLst>
          </p:cNvPr>
          <p:cNvSpPr/>
          <p:nvPr/>
        </p:nvSpPr>
        <p:spPr>
          <a:xfrm>
            <a:off x="3614244" y="4138545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93FC6EF-C3BD-8096-09D9-7FB45AC437F1}"/>
              </a:ext>
            </a:extLst>
          </p:cNvPr>
          <p:cNvSpPr/>
          <p:nvPr/>
        </p:nvSpPr>
        <p:spPr>
          <a:xfrm>
            <a:off x="2653417" y="4138545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43A33BC-3972-850D-4629-375D8CC2BED9}"/>
              </a:ext>
            </a:extLst>
          </p:cNvPr>
          <p:cNvSpPr/>
          <p:nvPr/>
        </p:nvSpPr>
        <p:spPr>
          <a:xfrm>
            <a:off x="2653417" y="4866732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96104AF-601A-D039-3753-9BBE4C506E6A}"/>
              </a:ext>
            </a:extLst>
          </p:cNvPr>
          <p:cNvSpPr/>
          <p:nvPr/>
        </p:nvSpPr>
        <p:spPr>
          <a:xfrm>
            <a:off x="3614244" y="5411951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CBFF02B6-8F7D-279A-EC48-FEFE589BC5A6}"/>
              </a:ext>
            </a:extLst>
          </p:cNvPr>
          <p:cNvSpPr/>
          <p:nvPr/>
        </p:nvSpPr>
        <p:spPr>
          <a:xfrm>
            <a:off x="3614244" y="4866732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26BAB6E9-9461-FA0A-3F65-85A0CB46BD73}"/>
              </a:ext>
            </a:extLst>
          </p:cNvPr>
          <p:cNvSpPr/>
          <p:nvPr/>
        </p:nvSpPr>
        <p:spPr>
          <a:xfrm>
            <a:off x="2653417" y="5413973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DD67DA-44DF-3403-0481-56BB0DA3019E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025795" y="469894"/>
            <a:ext cx="5783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CB42A7BB-9701-75E0-717A-CCCD1DEE191F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025795" y="1065212"/>
            <a:ext cx="578397" cy="52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150BF61-139D-08ED-7192-5CC9BF6BBB65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3025795" y="2322066"/>
            <a:ext cx="578397" cy="9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F411BC5-FD87-B7BF-476D-2033CA3187B1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3035847" y="2961359"/>
            <a:ext cx="578397" cy="81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30C97C19-A33D-88FA-D8D9-C98EF16370A9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3035847" y="3608176"/>
            <a:ext cx="578397" cy="4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7DD7C635-8C07-AEAB-9A54-AACF590C1094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3025796" y="4320392"/>
            <a:ext cx="588448" cy="1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4E54513-525D-37F2-52A5-5FCA3A9C31DA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>
            <a:off x="2834580" y="1252349"/>
            <a:ext cx="0" cy="267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D99B57E-E50E-1314-E121-A4579B4D8EC5}"/>
              </a:ext>
            </a:extLst>
          </p:cNvPr>
          <p:cNvCxnSpPr>
            <a:cxnSpLocks/>
            <a:stCxn id="7" idx="4"/>
            <a:endCxn id="9" idx="7"/>
          </p:cNvCxnSpPr>
          <p:nvPr/>
        </p:nvCxnSpPr>
        <p:spPr>
          <a:xfrm flipH="1">
            <a:off x="2979841" y="2513234"/>
            <a:ext cx="815566" cy="3195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5DB90C9-21AE-424F-F6C7-04E405406E7D}"/>
              </a:ext>
            </a:extLst>
          </p:cNvPr>
          <p:cNvCxnSpPr>
            <a:cxnSpLocks/>
          </p:cNvCxnSpPr>
          <p:nvPr/>
        </p:nvCxnSpPr>
        <p:spPr>
          <a:xfrm flipH="1">
            <a:off x="2941768" y="3803620"/>
            <a:ext cx="811419" cy="3675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E85EE8C-7E93-7ED1-3282-08BF4E2E2C79}"/>
              </a:ext>
            </a:extLst>
          </p:cNvPr>
          <p:cNvCxnSpPr>
            <a:cxnSpLocks/>
          </p:cNvCxnSpPr>
          <p:nvPr/>
        </p:nvCxnSpPr>
        <p:spPr>
          <a:xfrm flipH="1">
            <a:off x="3025796" y="3675744"/>
            <a:ext cx="1549275" cy="576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1BD9677-3C97-0CC7-8953-228105A2405C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3035847" y="5034937"/>
            <a:ext cx="578397" cy="13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88B530B-2D29-F301-2030-28482A36743C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3025796" y="5585481"/>
            <a:ext cx="588448" cy="83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8D96E0A-475E-6793-B1D9-D68518041E3D}"/>
              </a:ext>
            </a:extLst>
          </p:cNvPr>
          <p:cNvCxnSpPr>
            <a:cxnSpLocks/>
            <a:stCxn id="10" idx="4"/>
            <a:endCxn id="8" idx="0"/>
          </p:cNvCxnSpPr>
          <p:nvPr/>
        </p:nvCxnSpPr>
        <p:spPr>
          <a:xfrm>
            <a:off x="2834580" y="1883262"/>
            <a:ext cx="0" cy="266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08C6713E-A959-06BF-A0CE-7F29FD85A5CA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2834580" y="2513234"/>
            <a:ext cx="10052" cy="2662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519EC4D-76C8-4960-9CBE-0899465974C5}"/>
              </a:ext>
            </a:extLst>
          </p:cNvPr>
          <p:cNvCxnSpPr>
            <a:cxnSpLocks/>
            <a:stCxn id="9" idx="4"/>
            <a:endCxn id="18" idx="0"/>
          </p:cNvCxnSpPr>
          <p:nvPr/>
        </p:nvCxnSpPr>
        <p:spPr>
          <a:xfrm>
            <a:off x="2844632" y="3143206"/>
            <a:ext cx="0" cy="289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FA3645C3-3F4D-D2E3-6E74-CBAC9A1E9136}"/>
              </a:ext>
            </a:extLst>
          </p:cNvPr>
          <p:cNvCxnSpPr>
            <a:cxnSpLocks/>
            <a:stCxn id="18" idx="4"/>
            <a:endCxn id="33" idx="0"/>
          </p:cNvCxnSpPr>
          <p:nvPr/>
        </p:nvCxnSpPr>
        <p:spPr>
          <a:xfrm>
            <a:off x="2844632" y="3796748"/>
            <a:ext cx="0" cy="3417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10AA9A15-BC8F-9D93-8144-FE5504DD3E7B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>
            <a:off x="2844632" y="4502239"/>
            <a:ext cx="0" cy="3644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CD91EC4-2FFD-C685-DEF0-D916A468CD32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>
            <a:off x="2844632" y="5230426"/>
            <a:ext cx="0" cy="183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9B230C43-88C8-8A2F-9BA6-9AA35D22DC44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2834580" y="651741"/>
            <a:ext cx="0" cy="2369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0DF77F24-DA1E-482B-4665-2444DD331595}"/>
              </a:ext>
            </a:extLst>
          </p:cNvPr>
          <p:cNvCxnSpPr>
            <a:cxnSpLocks/>
          </p:cNvCxnSpPr>
          <p:nvPr/>
        </p:nvCxnSpPr>
        <p:spPr>
          <a:xfrm>
            <a:off x="3996674" y="2971588"/>
            <a:ext cx="553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437A143-276D-3EA2-2A29-4ABC17EE271B}"/>
              </a:ext>
            </a:extLst>
          </p:cNvPr>
          <p:cNvCxnSpPr>
            <a:cxnSpLocks/>
          </p:cNvCxnSpPr>
          <p:nvPr/>
        </p:nvCxnSpPr>
        <p:spPr>
          <a:xfrm>
            <a:off x="4555525" y="2961359"/>
            <a:ext cx="19546" cy="7281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3C82CC7E-BDA7-45F8-C74A-2DD624D07766}"/>
              </a:ext>
            </a:extLst>
          </p:cNvPr>
          <p:cNvCxnSpPr>
            <a:cxnSpLocks/>
          </p:cNvCxnSpPr>
          <p:nvPr/>
        </p:nvCxnSpPr>
        <p:spPr>
          <a:xfrm flipH="1">
            <a:off x="2968305" y="4514596"/>
            <a:ext cx="825618" cy="417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椭圆 115">
            <a:extLst>
              <a:ext uri="{FF2B5EF4-FFF2-40B4-BE49-F238E27FC236}">
                <a16:creationId xmlns:a16="http://schemas.microsoft.com/office/drawing/2014/main" id="{FF631323-DD68-B729-C71B-6575EBC5E156}"/>
              </a:ext>
            </a:extLst>
          </p:cNvPr>
          <p:cNvSpPr/>
          <p:nvPr/>
        </p:nvSpPr>
        <p:spPr>
          <a:xfrm>
            <a:off x="2653417" y="600605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DD768A84-59B4-7C8F-5615-E509C18FB4AA}"/>
              </a:ext>
            </a:extLst>
          </p:cNvPr>
          <p:cNvSpPr/>
          <p:nvPr/>
        </p:nvSpPr>
        <p:spPr>
          <a:xfrm>
            <a:off x="3614244" y="600605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7A58695F-CAA5-885E-AA45-1B4E53F84D64}"/>
              </a:ext>
            </a:extLst>
          </p:cNvPr>
          <p:cNvCxnSpPr>
            <a:cxnSpLocks/>
            <a:endCxn id="118" idx="2"/>
          </p:cNvCxnSpPr>
          <p:nvPr/>
        </p:nvCxnSpPr>
        <p:spPr>
          <a:xfrm>
            <a:off x="3035847" y="6174259"/>
            <a:ext cx="578397" cy="13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F26106A4-E961-3655-6D57-924C09490389}"/>
              </a:ext>
            </a:extLst>
          </p:cNvPr>
          <p:cNvCxnSpPr>
            <a:cxnSpLocks/>
            <a:stCxn id="37" idx="4"/>
            <a:endCxn id="116" idx="0"/>
          </p:cNvCxnSpPr>
          <p:nvPr/>
        </p:nvCxnSpPr>
        <p:spPr>
          <a:xfrm>
            <a:off x="2844632" y="5777667"/>
            <a:ext cx="0" cy="2283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8" name="椭圆 127">
            <a:extLst>
              <a:ext uri="{FF2B5EF4-FFF2-40B4-BE49-F238E27FC236}">
                <a16:creationId xmlns:a16="http://schemas.microsoft.com/office/drawing/2014/main" id="{9430A37A-73C2-3F3A-49C4-7AA89C0FA67D}"/>
              </a:ext>
            </a:extLst>
          </p:cNvPr>
          <p:cNvSpPr/>
          <p:nvPr/>
        </p:nvSpPr>
        <p:spPr>
          <a:xfrm>
            <a:off x="6205209" y="28804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7E0331CE-3350-8AC1-1564-7C8FE3A5AC22}"/>
              </a:ext>
            </a:extLst>
          </p:cNvPr>
          <p:cNvSpPr/>
          <p:nvPr/>
        </p:nvSpPr>
        <p:spPr>
          <a:xfrm>
            <a:off x="7166036" y="28804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6244BB50-8717-A345-887E-738828291485}"/>
              </a:ext>
            </a:extLst>
          </p:cNvPr>
          <p:cNvSpPr/>
          <p:nvPr/>
        </p:nvSpPr>
        <p:spPr>
          <a:xfrm>
            <a:off x="6205209" y="1010683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7A6232A2-3D0F-C7D2-8A7F-BA0FBEB472EE}"/>
              </a:ext>
            </a:extLst>
          </p:cNvPr>
          <p:cNvSpPr/>
          <p:nvPr/>
        </p:nvSpPr>
        <p:spPr>
          <a:xfrm>
            <a:off x="7166036" y="237906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73D14BDA-232E-65D6-13C7-4A9299771937}"/>
              </a:ext>
            </a:extLst>
          </p:cNvPr>
          <p:cNvSpPr/>
          <p:nvPr/>
        </p:nvSpPr>
        <p:spPr>
          <a:xfrm>
            <a:off x="6205209" y="237906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D3C49D00-377A-646E-4FA7-04658355C3B1}"/>
              </a:ext>
            </a:extLst>
          </p:cNvPr>
          <p:cNvSpPr/>
          <p:nvPr/>
        </p:nvSpPr>
        <p:spPr>
          <a:xfrm>
            <a:off x="6203010" y="300993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A40E2C9F-10DC-1DF2-BA10-03678ADE9262}"/>
              </a:ext>
            </a:extLst>
          </p:cNvPr>
          <p:cNvSpPr/>
          <p:nvPr/>
        </p:nvSpPr>
        <p:spPr>
          <a:xfrm>
            <a:off x="6205209" y="1738870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8E687418-2866-E283-4406-D75435275ED1}"/>
              </a:ext>
            </a:extLst>
          </p:cNvPr>
          <p:cNvSpPr/>
          <p:nvPr/>
        </p:nvSpPr>
        <p:spPr>
          <a:xfrm>
            <a:off x="7163837" y="3648959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9496F5BF-B209-F36C-2E87-0809641BC3D0}"/>
              </a:ext>
            </a:extLst>
          </p:cNvPr>
          <p:cNvSpPr/>
          <p:nvPr/>
        </p:nvSpPr>
        <p:spPr>
          <a:xfrm>
            <a:off x="7163837" y="3009937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00189B3F-2E73-336B-1DA2-FB156E78343B}"/>
              </a:ext>
            </a:extLst>
          </p:cNvPr>
          <p:cNvSpPr/>
          <p:nvPr/>
        </p:nvSpPr>
        <p:spPr>
          <a:xfrm>
            <a:off x="6203010" y="3650981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E652ABF2-925D-34A9-779F-8BDEFE4DC7BD}"/>
              </a:ext>
            </a:extLst>
          </p:cNvPr>
          <p:cNvSpPr/>
          <p:nvPr/>
        </p:nvSpPr>
        <p:spPr>
          <a:xfrm>
            <a:off x="7185424" y="4273066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6190B85C-4D8B-0748-7408-595B5ADFB043}"/>
              </a:ext>
            </a:extLst>
          </p:cNvPr>
          <p:cNvSpPr/>
          <p:nvPr/>
        </p:nvSpPr>
        <p:spPr>
          <a:xfrm>
            <a:off x="6203010" y="4273066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15972269-FFAF-1C99-93BE-1EA6CD618C51}"/>
              </a:ext>
            </a:extLst>
          </p:cNvPr>
          <p:cNvSpPr/>
          <p:nvPr/>
        </p:nvSpPr>
        <p:spPr>
          <a:xfrm>
            <a:off x="6203010" y="4932351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971208CD-3E6A-0256-46E0-4EC7A263D852}"/>
              </a:ext>
            </a:extLst>
          </p:cNvPr>
          <p:cNvSpPr/>
          <p:nvPr/>
        </p:nvSpPr>
        <p:spPr>
          <a:xfrm>
            <a:off x="7163837" y="5585481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4B05B840-87A2-03F8-EBDB-AEE9C50F419B}"/>
              </a:ext>
            </a:extLst>
          </p:cNvPr>
          <p:cNvSpPr/>
          <p:nvPr/>
        </p:nvSpPr>
        <p:spPr>
          <a:xfrm>
            <a:off x="7163837" y="4932351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AA3F82AD-3630-FB55-4B69-23AC68554C30}"/>
              </a:ext>
            </a:extLst>
          </p:cNvPr>
          <p:cNvSpPr/>
          <p:nvPr/>
        </p:nvSpPr>
        <p:spPr>
          <a:xfrm>
            <a:off x="6203010" y="5587503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512E8B2-CD06-7CDE-B4E1-5D99A26DEE22}"/>
              </a:ext>
            </a:extLst>
          </p:cNvPr>
          <p:cNvCxnSpPr>
            <a:stCxn id="128" idx="6"/>
            <a:endCxn id="129" idx="2"/>
          </p:cNvCxnSpPr>
          <p:nvPr/>
        </p:nvCxnSpPr>
        <p:spPr>
          <a:xfrm>
            <a:off x="6587639" y="469894"/>
            <a:ext cx="5783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009041FC-4FEA-0E0E-42CF-49E73C41C734}"/>
              </a:ext>
            </a:extLst>
          </p:cNvPr>
          <p:cNvCxnSpPr>
            <a:cxnSpLocks/>
            <a:endCxn id="131" idx="2"/>
          </p:cNvCxnSpPr>
          <p:nvPr/>
        </p:nvCxnSpPr>
        <p:spPr>
          <a:xfrm>
            <a:off x="6587639" y="2551590"/>
            <a:ext cx="578397" cy="9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93B2F1C6-5819-4B64-3A42-F182D36CB743}"/>
              </a:ext>
            </a:extLst>
          </p:cNvPr>
          <p:cNvCxnSpPr>
            <a:cxnSpLocks/>
            <a:endCxn id="137" idx="2"/>
          </p:cNvCxnSpPr>
          <p:nvPr/>
        </p:nvCxnSpPr>
        <p:spPr>
          <a:xfrm flipV="1">
            <a:off x="6585440" y="3191784"/>
            <a:ext cx="578397" cy="81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087D9E46-DB51-533A-A19B-3396D371A6A0}"/>
              </a:ext>
            </a:extLst>
          </p:cNvPr>
          <p:cNvCxnSpPr>
            <a:cxnSpLocks/>
            <a:endCxn id="136" idx="2"/>
          </p:cNvCxnSpPr>
          <p:nvPr/>
        </p:nvCxnSpPr>
        <p:spPr>
          <a:xfrm>
            <a:off x="6585440" y="3826103"/>
            <a:ext cx="578397" cy="4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7942743E-F135-8F45-7B18-9FF6C3B6D58F}"/>
              </a:ext>
            </a:extLst>
          </p:cNvPr>
          <p:cNvCxnSpPr>
            <a:cxnSpLocks/>
            <a:endCxn id="139" idx="2"/>
          </p:cNvCxnSpPr>
          <p:nvPr/>
        </p:nvCxnSpPr>
        <p:spPr>
          <a:xfrm flipV="1">
            <a:off x="6596976" y="4454913"/>
            <a:ext cx="588448" cy="18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A5FCA179-B7AA-9081-4C74-F8135D67D44F}"/>
              </a:ext>
            </a:extLst>
          </p:cNvPr>
          <p:cNvCxnSpPr>
            <a:cxnSpLocks/>
            <a:stCxn id="130" idx="4"/>
            <a:endCxn id="134" idx="0"/>
          </p:cNvCxnSpPr>
          <p:nvPr/>
        </p:nvCxnSpPr>
        <p:spPr>
          <a:xfrm>
            <a:off x="6396424" y="1374377"/>
            <a:ext cx="0" cy="3644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1D3F7098-9775-CF99-12B5-64B0B980AF28}"/>
              </a:ext>
            </a:extLst>
          </p:cNvPr>
          <p:cNvCxnSpPr>
            <a:cxnSpLocks/>
            <a:endCxn id="143" idx="2"/>
          </p:cNvCxnSpPr>
          <p:nvPr/>
        </p:nvCxnSpPr>
        <p:spPr>
          <a:xfrm>
            <a:off x="6585440" y="5100556"/>
            <a:ext cx="578397" cy="13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72987658-53DB-82A3-48DC-D780959CBC8C}"/>
              </a:ext>
            </a:extLst>
          </p:cNvPr>
          <p:cNvCxnSpPr>
            <a:cxnSpLocks/>
            <a:endCxn id="142" idx="2"/>
          </p:cNvCxnSpPr>
          <p:nvPr/>
        </p:nvCxnSpPr>
        <p:spPr>
          <a:xfrm>
            <a:off x="6575389" y="5759011"/>
            <a:ext cx="588448" cy="83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EF0488BA-0D9F-A707-AB53-9A1585EAEDF2}"/>
              </a:ext>
            </a:extLst>
          </p:cNvPr>
          <p:cNvCxnSpPr>
            <a:cxnSpLocks/>
            <a:stCxn id="134" idx="4"/>
            <a:endCxn id="132" idx="0"/>
          </p:cNvCxnSpPr>
          <p:nvPr/>
        </p:nvCxnSpPr>
        <p:spPr>
          <a:xfrm>
            <a:off x="6396424" y="2102564"/>
            <a:ext cx="0" cy="2765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71649459-5E98-FDA5-BE29-6D5B64D0785B}"/>
              </a:ext>
            </a:extLst>
          </p:cNvPr>
          <p:cNvCxnSpPr>
            <a:cxnSpLocks/>
            <a:stCxn id="132" idx="4"/>
            <a:endCxn id="133" idx="0"/>
          </p:cNvCxnSpPr>
          <p:nvPr/>
        </p:nvCxnSpPr>
        <p:spPr>
          <a:xfrm flipH="1">
            <a:off x="6394225" y="2742758"/>
            <a:ext cx="2199" cy="2671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C09183EE-7069-FD27-94B4-D0B35B62B568}"/>
              </a:ext>
            </a:extLst>
          </p:cNvPr>
          <p:cNvCxnSpPr>
            <a:cxnSpLocks/>
            <a:stCxn id="133" idx="4"/>
            <a:endCxn id="138" idx="0"/>
          </p:cNvCxnSpPr>
          <p:nvPr/>
        </p:nvCxnSpPr>
        <p:spPr>
          <a:xfrm>
            <a:off x="6394225" y="3373631"/>
            <a:ext cx="0" cy="2773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B76745BF-A511-7D85-D6FE-8CCB1D72DBBD}"/>
              </a:ext>
            </a:extLst>
          </p:cNvPr>
          <p:cNvCxnSpPr>
            <a:cxnSpLocks/>
            <a:stCxn id="138" idx="4"/>
            <a:endCxn id="140" idx="0"/>
          </p:cNvCxnSpPr>
          <p:nvPr/>
        </p:nvCxnSpPr>
        <p:spPr>
          <a:xfrm>
            <a:off x="6394225" y="4014675"/>
            <a:ext cx="0" cy="2583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4FDC0B86-314E-2E66-E974-FFD76D9FE8ED}"/>
              </a:ext>
            </a:extLst>
          </p:cNvPr>
          <p:cNvCxnSpPr>
            <a:cxnSpLocks/>
            <a:stCxn id="140" idx="4"/>
            <a:endCxn id="141" idx="0"/>
          </p:cNvCxnSpPr>
          <p:nvPr/>
        </p:nvCxnSpPr>
        <p:spPr>
          <a:xfrm>
            <a:off x="6394225" y="4636760"/>
            <a:ext cx="0" cy="295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4A16187F-14F2-7B13-C43B-49DB34AEB33D}"/>
              </a:ext>
            </a:extLst>
          </p:cNvPr>
          <p:cNvCxnSpPr>
            <a:cxnSpLocks/>
            <a:stCxn id="141" idx="4"/>
            <a:endCxn id="144" idx="0"/>
          </p:cNvCxnSpPr>
          <p:nvPr/>
        </p:nvCxnSpPr>
        <p:spPr>
          <a:xfrm>
            <a:off x="6394225" y="5296045"/>
            <a:ext cx="0" cy="2914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68C87543-6262-8A75-96C2-D8EF57F11378}"/>
              </a:ext>
            </a:extLst>
          </p:cNvPr>
          <p:cNvCxnSpPr>
            <a:cxnSpLocks/>
            <a:stCxn id="128" idx="4"/>
            <a:endCxn id="130" idx="0"/>
          </p:cNvCxnSpPr>
          <p:nvPr/>
        </p:nvCxnSpPr>
        <p:spPr>
          <a:xfrm>
            <a:off x="6396424" y="651741"/>
            <a:ext cx="0" cy="358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7" name="椭圆 166">
            <a:extLst>
              <a:ext uri="{FF2B5EF4-FFF2-40B4-BE49-F238E27FC236}">
                <a16:creationId xmlns:a16="http://schemas.microsoft.com/office/drawing/2014/main" id="{D38074C8-5726-B57F-AEA8-146F1CC1BDBD}"/>
              </a:ext>
            </a:extLst>
          </p:cNvPr>
          <p:cNvSpPr/>
          <p:nvPr/>
        </p:nvSpPr>
        <p:spPr>
          <a:xfrm>
            <a:off x="6214546" y="6238089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AA968413-D405-CB96-0879-7A43FD1EC360}"/>
              </a:ext>
            </a:extLst>
          </p:cNvPr>
          <p:cNvSpPr/>
          <p:nvPr/>
        </p:nvSpPr>
        <p:spPr>
          <a:xfrm>
            <a:off x="7163837" y="617958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987FB41F-A66B-6A0C-8117-2BC5A3A83250}"/>
              </a:ext>
            </a:extLst>
          </p:cNvPr>
          <p:cNvCxnSpPr>
            <a:cxnSpLocks/>
            <a:endCxn id="168" idx="2"/>
          </p:cNvCxnSpPr>
          <p:nvPr/>
        </p:nvCxnSpPr>
        <p:spPr>
          <a:xfrm>
            <a:off x="6585440" y="6347789"/>
            <a:ext cx="578397" cy="13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394A7273-216B-A502-30B5-C9F2734C7F09}"/>
              </a:ext>
            </a:extLst>
          </p:cNvPr>
          <p:cNvCxnSpPr>
            <a:cxnSpLocks/>
            <a:stCxn id="144" idx="4"/>
            <a:endCxn id="167" idx="0"/>
          </p:cNvCxnSpPr>
          <p:nvPr/>
        </p:nvCxnSpPr>
        <p:spPr>
          <a:xfrm>
            <a:off x="6394225" y="5951197"/>
            <a:ext cx="11536" cy="286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17BD2F44-70CD-144D-9933-0D9022AC8675}"/>
              </a:ext>
            </a:extLst>
          </p:cNvPr>
          <p:cNvCxnSpPr>
            <a:cxnSpLocks/>
          </p:cNvCxnSpPr>
          <p:nvPr/>
        </p:nvCxnSpPr>
        <p:spPr>
          <a:xfrm>
            <a:off x="3996674" y="5067984"/>
            <a:ext cx="10194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C56CE9DA-367A-E467-82D7-D949F90FA7D8}"/>
              </a:ext>
            </a:extLst>
          </p:cNvPr>
          <p:cNvCxnSpPr>
            <a:cxnSpLocks/>
          </p:cNvCxnSpPr>
          <p:nvPr/>
        </p:nvCxnSpPr>
        <p:spPr>
          <a:xfrm>
            <a:off x="3996674" y="5602835"/>
            <a:ext cx="1315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B277108D-02B7-A1C1-5AE6-6A8F9373FC9F}"/>
              </a:ext>
            </a:extLst>
          </p:cNvPr>
          <p:cNvCxnSpPr>
            <a:cxnSpLocks/>
          </p:cNvCxnSpPr>
          <p:nvPr/>
        </p:nvCxnSpPr>
        <p:spPr>
          <a:xfrm flipV="1">
            <a:off x="3998935" y="6187901"/>
            <a:ext cx="1582420" cy="136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53ED7791-12D8-9892-1EC5-C89F2401C42D}"/>
              </a:ext>
            </a:extLst>
          </p:cNvPr>
          <p:cNvCxnSpPr>
            <a:cxnSpLocks/>
          </p:cNvCxnSpPr>
          <p:nvPr/>
        </p:nvCxnSpPr>
        <p:spPr>
          <a:xfrm>
            <a:off x="4982296" y="469894"/>
            <a:ext cx="44392" cy="46126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直接连接符 185">
            <a:extLst>
              <a:ext uri="{FF2B5EF4-FFF2-40B4-BE49-F238E27FC236}">
                <a16:creationId xmlns:a16="http://schemas.microsoft.com/office/drawing/2014/main" id="{45C0DFE8-492A-52CB-F580-060C8E5380E0}"/>
              </a:ext>
            </a:extLst>
          </p:cNvPr>
          <p:cNvCxnSpPr>
            <a:cxnSpLocks/>
          </p:cNvCxnSpPr>
          <p:nvPr/>
        </p:nvCxnSpPr>
        <p:spPr>
          <a:xfrm>
            <a:off x="5255919" y="1005871"/>
            <a:ext cx="46075" cy="458792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7" name="直接连接符 186">
            <a:extLst>
              <a:ext uri="{FF2B5EF4-FFF2-40B4-BE49-F238E27FC236}">
                <a16:creationId xmlns:a16="http://schemas.microsoft.com/office/drawing/2014/main" id="{3FE59ACA-30B8-7799-37FE-42F3FAAB05F0}"/>
              </a:ext>
            </a:extLst>
          </p:cNvPr>
          <p:cNvCxnSpPr>
            <a:cxnSpLocks/>
          </p:cNvCxnSpPr>
          <p:nvPr/>
        </p:nvCxnSpPr>
        <p:spPr>
          <a:xfrm>
            <a:off x="5529528" y="1574166"/>
            <a:ext cx="45012" cy="46137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68460606-C76D-499D-C042-B890440B94A5}"/>
              </a:ext>
            </a:extLst>
          </p:cNvPr>
          <p:cNvCxnSpPr>
            <a:cxnSpLocks/>
            <a:endCxn id="128" idx="2"/>
          </p:cNvCxnSpPr>
          <p:nvPr/>
        </p:nvCxnSpPr>
        <p:spPr>
          <a:xfrm>
            <a:off x="4978492" y="469894"/>
            <a:ext cx="122671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8E6FB41B-BD18-6753-777D-80910046DCE3}"/>
              </a:ext>
            </a:extLst>
          </p:cNvPr>
          <p:cNvCxnSpPr>
            <a:cxnSpLocks/>
          </p:cNvCxnSpPr>
          <p:nvPr/>
        </p:nvCxnSpPr>
        <p:spPr>
          <a:xfrm flipV="1">
            <a:off x="5244382" y="514468"/>
            <a:ext cx="973986" cy="4962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CB59342B-A4DA-E790-9DCF-543021E9000C}"/>
              </a:ext>
            </a:extLst>
          </p:cNvPr>
          <p:cNvCxnSpPr>
            <a:cxnSpLocks/>
          </p:cNvCxnSpPr>
          <p:nvPr/>
        </p:nvCxnSpPr>
        <p:spPr>
          <a:xfrm flipV="1">
            <a:off x="5519561" y="566729"/>
            <a:ext cx="728536" cy="10170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F7FBE6AF-B7AF-53BC-D7CC-7264B028A86C}"/>
              </a:ext>
            </a:extLst>
          </p:cNvPr>
          <p:cNvCxnSpPr>
            <a:cxnSpLocks/>
          </p:cNvCxnSpPr>
          <p:nvPr/>
        </p:nvCxnSpPr>
        <p:spPr>
          <a:xfrm flipH="1">
            <a:off x="6496320" y="652747"/>
            <a:ext cx="825618" cy="417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4937C153-32BC-6AFB-4F9C-212FDEE5A654}"/>
              </a:ext>
            </a:extLst>
          </p:cNvPr>
          <p:cNvCxnSpPr>
            <a:cxnSpLocks/>
          </p:cNvCxnSpPr>
          <p:nvPr/>
        </p:nvCxnSpPr>
        <p:spPr>
          <a:xfrm>
            <a:off x="5897151" y="1848785"/>
            <a:ext cx="18012" cy="47228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4AFF574A-C260-B746-ECCF-4D3F80D851B3}"/>
              </a:ext>
            </a:extLst>
          </p:cNvPr>
          <p:cNvCxnSpPr>
            <a:cxnSpLocks/>
          </p:cNvCxnSpPr>
          <p:nvPr/>
        </p:nvCxnSpPr>
        <p:spPr>
          <a:xfrm flipV="1">
            <a:off x="5893210" y="630089"/>
            <a:ext cx="428146" cy="12366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8F86EF11-A003-A6DE-FC02-BDC828837885}"/>
              </a:ext>
            </a:extLst>
          </p:cNvPr>
          <p:cNvCxnSpPr>
            <a:cxnSpLocks/>
          </p:cNvCxnSpPr>
          <p:nvPr/>
        </p:nvCxnSpPr>
        <p:spPr>
          <a:xfrm>
            <a:off x="2834580" y="6565726"/>
            <a:ext cx="30801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E03AAE9E-EEB7-8AEA-CC9E-54D4F9BCB54C}"/>
              </a:ext>
            </a:extLst>
          </p:cNvPr>
          <p:cNvCxnSpPr>
            <a:cxnSpLocks/>
            <a:endCxn id="116" idx="4"/>
          </p:cNvCxnSpPr>
          <p:nvPr/>
        </p:nvCxnSpPr>
        <p:spPr>
          <a:xfrm flipV="1">
            <a:off x="2834580" y="6369748"/>
            <a:ext cx="10052" cy="2096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3" name="椭圆 232">
            <a:extLst>
              <a:ext uri="{FF2B5EF4-FFF2-40B4-BE49-F238E27FC236}">
                <a16:creationId xmlns:a16="http://schemas.microsoft.com/office/drawing/2014/main" id="{AA49E37C-77B9-6CE2-F33E-F2626C32E44D}"/>
              </a:ext>
            </a:extLst>
          </p:cNvPr>
          <p:cNvSpPr/>
          <p:nvPr/>
        </p:nvSpPr>
        <p:spPr>
          <a:xfrm>
            <a:off x="7163837" y="1725934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EF96BBB0-9D91-C144-C41C-3CDD561D1785}"/>
              </a:ext>
            </a:extLst>
          </p:cNvPr>
          <p:cNvCxnSpPr>
            <a:cxnSpLocks/>
            <a:endCxn id="233" idx="2"/>
          </p:cNvCxnSpPr>
          <p:nvPr/>
        </p:nvCxnSpPr>
        <p:spPr>
          <a:xfrm>
            <a:off x="6585440" y="1898460"/>
            <a:ext cx="578397" cy="93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5" name="椭圆 234">
            <a:extLst>
              <a:ext uri="{FF2B5EF4-FFF2-40B4-BE49-F238E27FC236}">
                <a16:creationId xmlns:a16="http://schemas.microsoft.com/office/drawing/2014/main" id="{6B8D7364-5A29-5452-B6EA-D762699C1343}"/>
              </a:ext>
            </a:extLst>
          </p:cNvPr>
          <p:cNvSpPr/>
          <p:nvPr/>
        </p:nvSpPr>
        <p:spPr>
          <a:xfrm>
            <a:off x="10402337" y="3886078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D0DD8716-9272-1DA2-2A64-D19D3B3C15C5}"/>
              </a:ext>
            </a:extLst>
          </p:cNvPr>
          <p:cNvSpPr/>
          <p:nvPr/>
        </p:nvSpPr>
        <p:spPr>
          <a:xfrm>
            <a:off x="11364362" y="3882426"/>
            <a:ext cx="382430" cy="36369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F189A199-7717-0A60-5406-BF08C03743EE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7546267" y="1907781"/>
            <a:ext cx="3049666" cy="19762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CA3C5E59-CF6A-552F-066F-1040788EF897}"/>
              </a:ext>
            </a:extLst>
          </p:cNvPr>
          <p:cNvCxnSpPr>
            <a:cxnSpLocks/>
            <a:stCxn id="139" idx="6"/>
          </p:cNvCxnSpPr>
          <p:nvPr/>
        </p:nvCxnSpPr>
        <p:spPr>
          <a:xfrm flipV="1">
            <a:off x="7567854" y="4115993"/>
            <a:ext cx="2857658" cy="338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798256B9-7ABC-9233-DC0B-2EDE69EA4F8E}"/>
              </a:ext>
            </a:extLst>
          </p:cNvPr>
          <p:cNvCxnSpPr>
            <a:cxnSpLocks/>
            <a:stCxn id="142" idx="6"/>
          </p:cNvCxnSpPr>
          <p:nvPr/>
        </p:nvCxnSpPr>
        <p:spPr>
          <a:xfrm flipV="1">
            <a:off x="7546267" y="4233923"/>
            <a:ext cx="2968155" cy="1533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0EBC3FB3-A424-3258-7972-F9E9EBE4DFED}"/>
              </a:ext>
            </a:extLst>
          </p:cNvPr>
          <p:cNvCxnSpPr>
            <a:cxnSpLocks/>
            <a:stCxn id="168" idx="6"/>
          </p:cNvCxnSpPr>
          <p:nvPr/>
        </p:nvCxnSpPr>
        <p:spPr>
          <a:xfrm flipV="1">
            <a:off x="7546267" y="4252627"/>
            <a:ext cx="3042523" cy="2108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CEAD716D-8285-1F75-3AFA-F26FF7FDA71B}"/>
              </a:ext>
            </a:extLst>
          </p:cNvPr>
          <p:cNvCxnSpPr>
            <a:cxnSpLocks/>
            <a:stCxn id="137" idx="6"/>
          </p:cNvCxnSpPr>
          <p:nvPr/>
        </p:nvCxnSpPr>
        <p:spPr>
          <a:xfrm>
            <a:off x="7546267" y="3191784"/>
            <a:ext cx="2896550" cy="7724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BB8E0373-ED29-2D5A-4758-D5E74C9ADD60}"/>
              </a:ext>
            </a:extLst>
          </p:cNvPr>
          <p:cNvCxnSpPr>
            <a:cxnSpLocks/>
            <a:stCxn id="131" idx="6"/>
          </p:cNvCxnSpPr>
          <p:nvPr/>
        </p:nvCxnSpPr>
        <p:spPr>
          <a:xfrm>
            <a:off x="7548466" y="2560911"/>
            <a:ext cx="2961028" cy="13455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E3359DF2-A507-F379-6169-4B694779319B}"/>
              </a:ext>
            </a:extLst>
          </p:cNvPr>
          <p:cNvCxnSpPr>
            <a:cxnSpLocks/>
            <a:stCxn id="143" idx="6"/>
          </p:cNvCxnSpPr>
          <p:nvPr/>
        </p:nvCxnSpPr>
        <p:spPr>
          <a:xfrm flipV="1">
            <a:off x="7546267" y="4180485"/>
            <a:ext cx="2896551" cy="933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9EA11774-7196-8F58-223B-F7AEDAB15345}"/>
              </a:ext>
            </a:extLst>
          </p:cNvPr>
          <p:cNvCxnSpPr>
            <a:cxnSpLocks/>
            <a:stCxn id="136" idx="6"/>
          </p:cNvCxnSpPr>
          <p:nvPr/>
        </p:nvCxnSpPr>
        <p:spPr>
          <a:xfrm>
            <a:off x="7546267" y="3830806"/>
            <a:ext cx="2853609" cy="191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2BD6F97F-C1D6-4C01-C1F3-361B091AB4EB}"/>
              </a:ext>
            </a:extLst>
          </p:cNvPr>
          <p:cNvCxnSpPr>
            <a:cxnSpLocks/>
          </p:cNvCxnSpPr>
          <p:nvPr/>
        </p:nvCxnSpPr>
        <p:spPr>
          <a:xfrm>
            <a:off x="10795490" y="4049941"/>
            <a:ext cx="578397" cy="47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5" name="文本框 264">
            <a:extLst>
              <a:ext uri="{FF2B5EF4-FFF2-40B4-BE49-F238E27FC236}">
                <a16:creationId xmlns:a16="http://schemas.microsoft.com/office/drawing/2014/main" id="{8E802FAF-6FC2-7030-9B55-70B99808CCB2}"/>
              </a:ext>
            </a:extLst>
          </p:cNvPr>
          <p:cNvSpPr txBox="1"/>
          <p:nvPr/>
        </p:nvSpPr>
        <p:spPr>
          <a:xfrm>
            <a:off x="2681333" y="2848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66" name="文本框 265">
            <a:extLst>
              <a:ext uri="{FF2B5EF4-FFF2-40B4-BE49-F238E27FC236}">
                <a16:creationId xmlns:a16="http://schemas.microsoft.com/office/drawing/2014/main" id="{A600DE9B-23E9-DEBD-2E7F-8D23D85A5C03}"/>
              </a:ext>
            </a:extLst>
          </p:cNvPr>
          <p:cNvSpPr txBox="1"/>
          <p:nvPr/>
        </p:nvSpPr>
        <p:spPr>
          <a:xfrm>
            <a:off x="3647186" y="2966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29979D56-6E33-D12E-FB90-DF8CDD01D739}"/>
              </a:ext>
            </a:extLst>
          </p:cNvPr>
          <p:cNvSpPr txBox="1"/>
          <p:nvPr/>
        </p:nvSpPr>
        <p:spPr>
          <a:xfrm>
            <a:off x="3591298" y="342193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1C5D2008-50A0-2F13-5750-E6859237CD40}"/>
              </a:ext>
            </a:extLst>
          </p:cNvPr>
          <p:cNvSpPr txBox="1"/>
          <p:nvPr/>
        </p:nvSpPr>
        <p:spPr>
          <a:xfrm>
            <a:off x="2691385" y="9151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E3A6509A-71C9-E0A7-D65C-B63BDAE57416}"/>
              </a:ext>
            </a:extLst>
          </p:cNvPr>
          <p:cNvSpPr txBox="1"/>
          <p:nvPr/>
        </p:nvSpPr>
        <p:spPr>
          <a:xfrm>
            <a:off x="3637380" y="21439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0AD95E29-96C7-4F09-A2D2-23A085F389C3}"/>
              </a:ext>
            </a:extLst>
          </p:cNvPr>
          <p:cNvSpPr txBox="1"/>
          <p:nvPr/>
        </p:nvSpPr>
        <p:spPr>
          <a:xfrm>
            <a:off x="2673347" y="154146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5CAAE65D-AC54-932F-2834-1E08D5A83F1B}"/>
              </a:ext>
            </a:extLst>
          </p:cNvPr>
          <p:cNvSpPr txBox="1"/>
          <p:nvPr/>
        </p:nvSpPr>
        <p:spPr>
          <a:xfrm>
            <a:off x="2691385" y="21431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1F42CFB3-A009-C530-1BB2-79E79CA00EFB}"/>
              </a:ext>
            </a:extLst>
          </p:cNvPr>
          <p:cNvSpPr txBox="1"/>
          <p:nvPr/>
        </p:nvSpPr>
        <p:spPr>
          <a:xfrm>
            <a:off x="3642160" y="896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FEF44D4E-3B4E-7CA2-8CEF-4DA177E8B6F3}"/>
              </a:ext>
            </a:extLst>
          </p:cNvPr>
          <p:cNvSpPr txBox="1"/>
          <p:nvPr/>
        </p:nvSpPr>
        <p:spPr>
          <a:xfrm>
            <a:off x="2701158" y="277963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5C478443-2B19-8774-9DD9-E37CA1C8EB6F}"/>
              </a:ext>
            </a:extLst>
          </p:cNvPr>
          <p:cNvSpPr txBox="1"/>
          <p:nvPr/>
        </p:nvSpPr>
        <p:spPr>
          <a:xfrm>
            <a:off x="3652212" y="276966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636ABCC8-3767-24CE-FAE4-5987A3390701}"/>
              </a:ext>
            </a:extLst>
          </p:cNvPr>
          <p:cNvSpPr txBox="1"/>
          <p:nvPr/>
        </p:nvSpPr>
        <p:spPr>
          <a:xfrm>
            <a:off x="2653417" y="342983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5CA0EC71-808B-820A-C9AD-97ED9A035CFD}"/>
              </a:ext>
            </a:extLst>
          </p:cNvPr>
          <p:cNvSpPr txBox="1"/>
          <p:nvPr/>
        </p:nvSpPr>
        <p:spPr>
          <a:xfrm>
            <a:off x="2635274" y="412618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EBA54F5F-CB56-425E-180E-01C115E37050}"/>
              </a:ext>
            </a:extLst>
          </p:cNvPr>
          <p:cNvSpPr txBox="1"/>
          <p:nvPr/>
        </p:nvSpPr>
        <p:spPr>
          <a:xfrm>
            <a:off x="3596948" y="411171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5C050009-BB01-C657-5E37-9B6C71748A9D}"/>
              </a:ext>
            </a:extLst>
          </p:cNvPr>
          <p:cNvSpPr txBox="1"/>
          <p:nvPr/>
        </p:nvSpPr>
        <p:spPr>
          <a:xfrm>
            <a:off x="2623844" y="486391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2DE3FEDF-B3C9-CCEE-1A5A-7A1B25460D9A}"/>
              </a:ext>
            </a:extLst>
          </p:cNvPr>
          <p:cNvSpPr txBox="1"/>
          <p:nvPr/>
        </p:nvSpPr>
        <p:spPr>
          <a:xfrm>
            <a:off x="3614244" y="485027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280" name="文本框 279">
            <a:extLst>
              <a:ext uri="{FF2B5EF4-FFF2-40B4-BE49-F238E27FC236}">
                <a16:creationId xmlns:a16="http://schemas.microsoft.com/office/drawing/2014/main" id="{4D6DF94B-ED49-9B1F-79DF-00E16A779F20}"/>
              </a:ext>
            </a:extLst>
          </p:cNvPr>
          <p:cNvSpPr txBox="1"/>
          <p:nvPr/>
        </p:nvSpPr>
        <p:spPr>
          <a:xfrm>
            <a:off x="2635274" y="541115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281" name="文本框 280">
            <a:extLst>
              <a:ext uri="{FF2B5EF4-FFF2-40B4-BE49-F238E27FC236}">
                <a16:creationId xmlns:a16="http://schemas.microsoft.com/office/drawing/2014/main" id="{4A55629D-0EF5-D004-9800-5BE66A58F9E6}"/>
              </a:ext>
            </a:extLst>
          </p:cNvPr>
          <p:cNvSpPr txBox="1"/>
          <p:nvPr/>
        </p:nvSpPr>
        <p:spPr>
          <a:xfrm>
            <a:off x="3583667" y="543741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27590492-ADBC-AE87-BADE-91261B555084}"/>
              </a:ext>
            </a:extLst>
          </p:cNvPr>
          <p:cNvSpPr txBox="1"/>
          <p:nvPr/>
        </p:nvSpPr>
        <p:spPr>
          <a:xfrm>
            <a:off x="2635274" y="600323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58BDC539-490C-DDB9-3473-71403EAFCBD0}"/>
              </a:ext>
            </a:extLst>
          </p:cNvPr>
          <p:cNvSpPr txBox="1"/>
          <p:nvPr/>
        </p:nvSpPr>
        <p:spPr>
          <a:xfrm>
            <a:off x="3596948" y="600605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20F56F07-BAA3-B320-AF86-87A45BD0357E}"/>
              </a:ext>
            </a:extLst>
          </p:cNvPr>
          <p:cNvSpPr txBox="1"/>
          <p:nvPr/>
        </p:nvSpPr>
        <p:spPr>
          <a:xfrm>
            <a:off x="6182263" y="27443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8ADC56DC-541D-AB6B-3EE0-C919D57F2191}"/>
              </a:ext>
            </a:extLst>
          </p:cNvPr>
          <p:cNvSpPr txBox="1"/>
          <p:nvPr/>
        </p:nvSpPr>
        <p:spPr>
          <a:xfrm>
            <a:off x="7163837" y="30160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6B26EB58-1AE9-B7E2-190B-C01D6A3EE6C8}"/>
              </a:ext>
            </a:extLst>
          </p:cNvPr>
          <p:cNvSpPr txBox="1"/>
          <p:nvPr/>
        </p:nvSpPr>
        <p:spPr>
          <a:xfrm>
            <a:off x="6175202" y="100029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1C442438-C01C-6BB1-0A07-08A3E83DCF1D}"/>
              </a:ext>
            </a:extLst>
          </p:cNvPr>
          <p:cNvSpPr txBox="1"/>
          <p:nvPr/>
        </p:nvSpPr>
        <p:spPr>
          <a:xfrm>
            <a:off x="6175202" y="172284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999125E3-A72C-8C87-4EE1-4F6302993A26}"/>
              </a:ext>
            </a:extLst>
          </p:cNvPr>
          <p:cNvSpPr txBox="1"/>
          <p:nvPr/>
        </p:nvSpPr>
        <p:spPr>
          <a:xfrm>
            <a:off x="7163837" y="17141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0D8A69B3-15FA-2894-89A2-2CD6C524720F}"/>
              </a:ext>
            </a:extLst>
          </p:cNvPr>
          <p:cNvSpPr txBox="1"/>
          <p:nvPr/>
        </p:nvSpPr>
        <p:spPr>
          <a:xfrm>
            <a:off x="6203010" y="238865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E4664617-7DA4-67D8-8F37-AE4702863D60}"/>
              </a:ext>
            </a:extLst>
          </p:cNvPr>
          <p:cNvSpPr txBox="1"/>
          <p:nvPr/>
        </p:nvSpPr>
        <p:spPr>
          <a:xfrm>
            <a:off x="7175113" y="236612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</a:t>
            </a:r>
            <a:endParaRPr lang="zh-CN" altLang="en-US" dirty="0"/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6D656E7B-4EB2-6130-8288-B6A6D5640A95}"/>
              </a:ext>
            </a:extLst>
          </p:cNvPr>
          <p:cNvSpPr txBox="1"/>
          <p:nvPr/>
        </p:nvSpPr>
        <p:spPr>
          <a:xfrm>
            <a:off x="6175202" y="30014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61DAF5F9-1540-FCA6-1ABB-0B3CEE0EA952}"/>
              </a:ext>
            </a:extLst>
          </p:cNvPr>
          <p:cNvSpPr txBox="1"/>
          <p:nvPr/>
        </p:nvSpPr>
        <p:spPr>
          <a:xfrm>
            <a:off x="7177312" y="299753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67B9A034-91E3-EDDF-FB93-5DFAD0518FB0}"/>
              </a:ext>
            </a:extLst>
          </p:cNvPr>
          <p:cNvSpPr txBox="1"/>
          <p:nvPr/>
        </p:nvSpPr>
        <p:spPr>
          <a:xfrm>
            <a:off x="6175202" y="365828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29</a:t>
            </a:r>
            <a:endParaRPr lang="zh-CN" altLang="en-US" dirty="0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3851DDD1-B0A5-993F-4F23-A37CFCD03A5F}"/>
              </a:ext>
            </a:extLst>
          </p:cNvPr>
          <p:cNvSpPr txBox="1"/>
          <p:nvPr/>
        </p:nvSpPr>
        <p:spPr>
          <a:xfrm>
            <a:off x="7163837" y="364895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E0532F84-CEE7-D32A-7977-24C375FE0D2E}"/>
              </a:ext>
            </a:extLst>
          </p:cNvPr>
          <p:cNvSpPr txBox="1"/>
          <p:nvPr/>
        </p:nvSpPr>
        <p:spPr>
          <a:xfrm>
            <a:off x="6191474" y="425758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31</a:t>
            </a:r>
            <a:endParaRPr lang="zh-CN" altLang="en-US" dirty="0"/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3BB4DBC6-D884-D25C-6F57-188DB71CE1D7}"/>
              </a:ext>
            </a:extLst>
          </p:cNvPr>
          <p:cNvSpPr txBox="1"/>
          <p:nvPr/>
        </p:nvSpPr>
        <p:spPr>
          <a:xfrm>
            <a:off x="7152300" y="425166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32</a:t>
            </a:r>
            <a:endParaRPr lang="zh-CN" altLang="en-US" dirty="0"/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170B0C21-D2BF-1B3B-2926-DCEA845078F3}"/>
              </a:ext>
            </a:extLst>
          </p:cNvPr>
          <p:cNvSpPr txBox="1"/>
          <p:nvPr/>
        </p:nvSpPr>
        <p:spPr>
          <a:xfrm>
            <a:off x="6171392" y="491589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78A49DA2-7693-A3C9-A0E3-B920BF85025E}"/>
              </a:ext>
            </a:extLst>
          </p:cNvPr>
          <p:cNvSpPr txBox="1"/>
          <p:nvPr/>
        </p:nvSpPr>
        <p:spPr>
          <a:xfrm>
            <a:off x="7131512" y="49295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34</a:t>
            </a:r>
            <a:endParaRPr lang="zh-CN" altLang="en-US" dirty="0"/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E12BACAC-3694-C2DE-888A-33FBF4AAED22}"/>
              </a:ext>
            </a:extLst>
          </p:cNvPr>
          <p:cNvSpPr txBox="1"/>
          <p:nvPr/>
        </p:nvSpPr>
        <p:spPr>
          <a:xfrm>
            <a:off x="6203010" y="559097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0B915B13-BC5E-0580-19EA-D48EA0B162D6}"/>
              </a:ext>
            </a:extLst>
          </p:cNvPr>
          <p:cNvSpPr txBox="1"/>
          <p:nvPr/>
        </p:nvSpPr>
        <p:spPr>
          <a:xfrm>
            <a:off x="7163836" y="55699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36</a:t>
            </a:r>
            <a:endParaRPr lang="zh-CN" altLang="en-US" dirty="0"/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8ABD28E5-64CF-F420-3E3B-23C82B2C5412}"/>
              </a:ext>
            </a:extLst>
          </p:cNvPr>
          <p:cNvSpPr txBox="1"/>
          <p:nvPr/>
        </p:nvSpPr>
        <p:spPr>
          <a:xfrm>
            <a:off x="6203010" y="623808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37</a:t>
            </a:r>
            <a:endParaRPr lang="zh-CN" altLang="en-US" dirty="0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8630CC5F-384C-FAE7-C637-0BEABB6B7D5A}"/>
              </a:ext>
            </a:extLst>
          </p:cNvPr>
          <p:cNvSpPr txBox="1"/>
          <p:nvPr/>
        </p:nvSpPr>
        <p:spPr>
          <a:xfrm>
            <a:off x="7163837" y="62013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38</a:t>
            </a:r>
            <a:endParaRPr lang="zh-CN" altLang="en-US" dirty="0"/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4403E827-684C-EF6B-4F10-29C7E659B8BA}"/>
              </a:ext>
            </a:extLst>
          </p:cNvPr>
          <p:cNvSpPr txBox="1"/>
          <p:nvPr/>
        </p:nvSpPr>
        <p:spPr>
          <a:xfrm>
            <a:off x="10386413" y="388329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39</a:t>
            </a:r>
            <a:endParaRPr lang="zh-CN" altLang="en-US" dirty="0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CC179003-4DA6-1D2E-7785-F3D551AF6DEF}"/>
              </a:ext>
            </a:extLst>
          </p:cNvPr>
          <p:cNvSpPr txBox="1"/>
          <p:nvPr/>
        </p:nvSpPr>
        <p:spPr>
          <a:xfrm>
            <a:off x="11337146" y="39037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993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40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健文 姚</dc:creator>
  <cp:lastModifiedBy>健文 姚</cp:lastModifiedBy>
  <cp:revision>2</cp:revision>
  <dcterms:created xsi:type="dcterms:W3CDTF">2025-11-21T13:30:41Z</dcterms:created>
  <dcterms:modified xsi:type="dcterms:W3CDTF">2025-11-21T14:16:37Z</dcterms:modified>
</cp:coreProperties>
</file>